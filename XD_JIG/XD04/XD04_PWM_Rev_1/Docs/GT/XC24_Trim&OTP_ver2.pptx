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0" autoAdjust="0"/>
    <p:restoredTop sz="94660"/>
  </p:normalViewPr>
  <p:slideViewPr>
    <p:cSldViewPr snapToGrid="0">
      <p:cViewPr varScale="1">
        <p:scale>
          <a:sx n="88" d="100"/>
          <a:sy n="88" d="100"/>
        </p:scale>
        <p:origin x="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96E73-912B-4C6A-A92F-47EB39611B5D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EC17A-1B43-49C1-AD09-5DB83803B7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230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5EC17A-1B43-49C1-AD09-5DB83803B71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325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EA865-9D12-EC16-B335-09EC5E325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8A1E5B-5929-0A4F-057A-D9E82C2FD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B3C9B-2341-71EA-0C01-10F4ECA5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A5E2C-7261-AB1E-6A2E-5F558F49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1178B-41E9-E8CF-FEC4-EC96C0E6E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16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809A2-A60E-EA15-3C28-31F944D2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96337-4511-6A9F-592D-154FC8BD4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9A51E-B265-593F-A173-4B93420F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51B86-E444-248E-32DA-37E6DA8D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444CF1-EA1C-CD7F-A154-986EAF1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64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54328-0F72-6149-FAE5-D9600D39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B9D01A-9D36-B7B5-3C09-7EE5FD71C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A96EB-CE92-E08B-CC05-2B8FC683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B14CD-7D1E-C33B-6339-D78BC4BB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34B63-0A91-8613-5B74-8250F313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7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D5719-5D06-028E-85D3-66B78488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928132-87A3-BA9E-F953-BE93B25BD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0E6BE4-E202-6E9D-590B-87C020C49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034832-F331-06EF-B4DD-3C1DFDC75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630251-8450-2938-3C8D-796924668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01FC4-88EF-70DF-E762-694A0AF0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95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A56E2-AD09-AB13-39FD-F610A07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A3212C-FD9B-32DA-DF62-50FDF6108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87EEA8-3556-A1C1-3649-3308BF007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132D92-AC8D-766B-0893-8B371814B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8486E3-D4CA-36AE-B3BB-385F2CD7E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C609E9-7164-D0BA-5F4E-0091F26C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A4CCE-9FE1-2B0C-9712-2D148095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CEFB64-B039-61C5-0CF6-5CE5F09B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97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F4F2A-C813-D72A-60C8-00D6BD6E3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5C24717-B935-556C-1DB7-9342B619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E7C6B-6897-ED6B-94AE-EC58E1B9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1A6658-4E45-1046-97AD-B5DBD73F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98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54E7F9-D166-2B7E-1566-C3859F9E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6D3294-53A8-FFC6-AC09-4750ABAEF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E5C230-936C-71A8-AE5D-E525E19C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52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62F42-DA2E-4A9F-E823-C726B3ED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79953-DADE-9245-337C-F3D58D9B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D145D2-B16D-8021-2532-20A9D0990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CB4F4F-0A63-E095-3F30-F3E45698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0E6B0A-B5D7-710D-1296-0EC33DCF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CE506E-0250-0A86-033D-AE94918F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55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FB5A9-8457-2190-4E4A-556B04C5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5BE6C9-1623-A471-846B-0C8E0E169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DCFAE1-B45C-E4E6-3B7F-9182E013D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166886-4183-4ACC-D6F9-FA54666E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8D59A-4E7F-09E8-F4FF-917C0AA7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BF6E8-76E0-0D7B-0640-C3E4D71B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1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239D5-784A-42D1-2235-1C4814DD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3D822F-B77C-7488-0C2A-BEBF0B885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1606F-AC07-8557-4E75-7AF2F73E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FF4F2-8284-D501-58EE-C7175C03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FB9C6-204F-8195-499A-91E48DD9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4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BA0279-6377-6866-56C7-1681B0A97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28A27D-614C-7770-A23D-C053DEB1D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47F5C4-7FF3-7473-4BD2-4FD276C0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9D24F5-5CDE-CF62-D436-C7DFF988A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47B9BD-81AC-DC79-BFC7-0C7C4FE1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34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287F06-06B1-1971-F7E9-706EC941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C5D257-7526-4902-E56F-3E5DC88D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D2B63-2241-FB31-84BC-EC20CBFB3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7CA8D-C921-4D3F-8B17-6A428FB12A68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C9315-8815-D146-2192-621FCD7E4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E839A-9610-48C7-40BC-629B3E514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B2AAA-6204-438C-AA42-51A883BF80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24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3545E-A3A5-74E8-7461-2AC622BD45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XC24</a:t>
            </a:r>
            <a:br>
              <a:rPr lang="en-US" altLang="ko-KR" sz="5400" dirty="0"/>
            </a:br>
            <a:r>
              <a:rPr lang="en-US" altLang="ko-KR" sz="5400" dirty="0"/>
              <a:t>Trimming &amp; OTP prog.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22E5F3-8435-437E-40F0-09D3B21D3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0476"/>
            <a:ext cx="9144000" cy="1027323"/>
          </a:xfrm>
        </p:spPr>
        <p:txBody>
          <a:bodyPr/>
          <a:lstStyle/>
          <a:p>
            <a:r>
              <a:rPr lang="en-US" altLang="ko-KR" dirty="0"/>
              <a:t>Last update : 2025-05-09</a:t>
            </a:r>
          </a:p>
          <a:p>
            <a:r>
              <a:rPr lang="en-US" altLang="ko-KR" dirty="0"/>
              <a:t>Ver.2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9433B0-2AEC-65E6-8448-AD7BDCD33A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028" y="318573"/>
            <a:ext cx="1981901" cy="803790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51976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F9EBF-2780-AC02-1CEE-53C30E69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Trimming registers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A68B96C-3126-CAF5-179C-4DB72A645C84}"/>
              </a:ext>
            </a:extLst>
          </p:cNvPr>
          <p:cNvGrpSpPr/>
          <p:nvPr/>
        </p:nvGrpSpPr>
        <p:grpSpPr>
          <a:xfrm>
            <a:off x="838200" y="1479489"/>
            <a:ext cx="5841959" cy="3420534"/>
            <a:chOff x="958467" y="1582042"/>
            <a:chExt cx="8312971" cy="503231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57F4429-FDED-D9C9-1514-DBC4D9999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467" y="1582042"/>
              <a:ext cx="8312971" cy="5032316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5BF161-7148-FBD2-C6EF-7BFA3534951B}"/>
                </a:ext>
              </a:extLst>
            </p:cNvPr>
            <p:cNvSpPr/>
            <p:nvPr/>
          </p:nvSpPr>
          <p:spPr>
            <a:xfrm>
              <a:off x="2642704" y="2230867"/>
              <a:ext cx="2699133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649072-EABE-7BD2-7311-CD5879FFFC43}"/>
                </a:ext>
              </a:extLst>
            </p:cNvPr>
            <p:cNvSpPr/>
            <p:nvPr/>
          </p:nvSpPr>
          <p:spPr>
            <a:xfrm>
              <a:off x="7376160" y="2230867"/>
              <a:ext cx="1711331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1F131D2-2564-660D-9B8B-BD93806ABBAE}"/>
                </a:ext>
              </a:extLst>
            </p:cNvPr>
            <p:cNvSpPr/>
            <p:nvPr/>
          </p:nvSpPr>
          <p:spPr>
            <a:xfrm>
              <a:off x="3461174" y="4784413"/>
              <a:ext cx="1711331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1B4F7A-023F-5F82-2FC0-299770855FBE}"/>
                </a:ext>
              </a:extLst>
            </p:cNvPr>
            <p:cNvSpPr/>
            <p:nvPr/>
          </p:nvSpPr>
          <p:spPr>
            <a:xfrm>
              <a:off x="6366306" y="4784413"/>
              <a:ext cx="1711331" cy="2644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10376066-6779-03AC-24DD-43FCA56F6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34" y="4962876"/>
            <a:ext cx="5712690" cy="15299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A6A8BF-4F80-161E-B6E4-FE1DA082A08F}"/>
              </a:ext>
            </a:extLst>
          </p:cNvPr>
          <p:cNvSpPr txBox="1"/>
          <p:nvPr/>
        </p:nvSpPr>
        <p:spPr>
          <a:xfrm>
            <a:off x="6879772" y="4900023"/>
            <a:ext cx="5138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/>
              <a:t>Trimming</a:t>
            </a:r>
            <a:r>
              <a:rPr lang="ko-KR" altLang="en-US" sz="1400" dirty="0"/>
              <a:t> </a:t>
            </a:r>
            <a:r>
              <a:rPr lang="en-US" altLang="ko-KR" sz="1400" dirty="0"/>
              <a:t>register</a:t>
            </a:r>
            <a:r>
              <a:rPr lang="ko-KR" altLang="en-US" sz="1400" dirty="0"/>
              <a:t> 는 </a:t>
            </a:r>
            <a:r>
              <a:rPr lang="en-US" altLang="ko-KR" sz="1400" dirty="0"/>
              <a:t>Mirror 1,2 ( ‘hF5, ‘hF6 ) </a:t>
            </a:r>
            <a:r>
              <a:rPr lang="ko-KR" altLang="en-US" sz="1400" dirty="0"/>
              <a:t>에 </a:t>
            </a:r>
            <a:endParaRPr lang="en-US" altLang="ko-KR" sz="1400" dirty="0"/>
          </a:p>
          <a:p>
            <a:r>
              <a:rPr lang="ko-KR" altLang="en-US" sz="1400" dirty="0"/>
              <a:t>위치하며 설정할 수 있는 </a:t>
            </a:r>
            <a:r>
              <a:rPr lang="en-US" altLang="ko-KR" sz="1400" dirty="0"/>
              <a:t>parameter </a:t>
            </a:r>
            <a:r>
              <a:rPr lang="ko-KR" altLang="en-US" sz="1400" dirty="0"/>
              <a:t>는 </a:t>
            </a:r>
            <a:r>
              <a:rPr lang="en-US" altLang="ko-KR" sz="1400" dirty="0"/>
              <a:t>OSC_FCTL,</a:t>
            </a:r>
          </a:p>
          <a:p>
            <a:r>
              <a:rPr lang="en-US" altLang="ko-KR" sz="1400" dirty="0"/>
              <a:t>VCTL_LDO , DAC_GAIN , DAC_OFS </a:t>
            </a:r>
            <a:r>
              <a:rPr lang="ko-KR" altLang="en-US" sz="1400" dirty="0"/>
              <a:t>이다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해당 </a:t>
            </a:r>
            <a:r>
              <a:rPr lang="en-US" altLang="ko-KR" sz="1400" dirty="0"/>
              <a:t>register </a:t>
            </a:r>
            <a:r>
              <a:rPr lang="ko-KR" altLang="en-US" sz="1400" dirty="0"/>
              <a:t>를 설정하기 위해서는 먼저 </a:t>
            </a:r>
            <a:endParaRPr lang="en-US" altLang="ko-KR" sz="1400" dirty="0"/>
          </a:p>
          <a:p>
            <a:r>
              <a:rPr lang="en-US" altLang="ko-KR" sz="1400" dirty="0"/>
              <a:t>OTP PROTECT Register (‘hF4)</a:t>
            </a:r>
            <a:r>
              <a:rPr lang="ko-KR" altLang="en-US" sz="1400" dirty="0"/>
              <a:t> 를 </a:t>
            </a:r>
            <a:r>
              <a:rPr lang="en-US" altLang="ko-KR" sz="1400" dirty="0"/>
              <a:t>0x0A5A 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설정해야한다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05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6E415AE-0652-7915-EAA2-7B90BBB68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71" y="1552961"/>
            <a:ext cx="6335486" cy="51667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AD25C3D-4942-F891-8E72-9B270D58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Trimming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 설정 방법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136C71-6D02-B3AE-3A89-E27D44B0BECC}"/>
              </a:ext>
            </a:extLst>
          </p:cNvPr>
          <p:cNvSpPr/>
          <p:nvPr/>
        </p:nvSpPr>
        <p:spPr>
          <a:xfrm>
            <a:off x="682171" y="2521636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267638-9EB4-6BEF-8A5F-4C4AABDE04AE}"/>
              </a:ext>
            </a:extLst>
          </p:cNvPr>
          <p:cNvSpPr/>
          <p:nvPr/>
        </p:nvSpPr>
        <p:spPr>
          <a:xfrm>
            <a:off x="682171" y="3916205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6DD141-8E8D-30EB-817B-3F71BB00D342}"/>
              </a:ext>
            </a:extLst>
          </p:cNvPr>
          <p:cNvSpPr/>
          <p:nvPr/>
        </p:nvSpPr>
        <p:spPr>
          <a:xfrm>
            <a:off x="682171" y="5134960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617D1B-AB22-71EE-8824-B168A3FB7BAC}"/>
              </a:ext>
            </a:extLst>
          </p:cNvPr>
          <p:cNvSpPr/>
          <p:nvPr/>
        </p:nvSpPr>
        <p:spPr>
          <a:xfrm>
            <a:off x="696685" y="6491598"/>
            <a:ext cx="1711331" cy="26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936F8-3EF9-EFAE-D1BF-C7984016C808}"/>
              </a:ext>
            </a:extLst>
          </p:cNvPr>
          <p:cNvSpPr txBox="1"/>
          <p:nvPr/>
        </p:nvSpPr>
        <p:spPr>
          <a:xfrm>
            <a:off x="7393094" y="1659506"/>
            <a:ext cx="396070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Trimming</a:t>
            </a:r>
            <a:r>
              <a:rPr lang="ko-KR" altLang="en-US" sz="1400" dirty="0"/>
              <a:t> </a:t>
            </a:r>
            <a:r>
              <a:rPr lang="en-US" altLang="ko-KR" sz="1400" dirty="0"/>
              <a:t>register </a:t>
            </a:r>
            <a:r>
              <a:rPr lang="ko-KR" altLang="en-US" sz="1400" dirty="0"/>
              <a:t>는 </a:t>
            </a:r>
            <a:r>
              <a:rPr lang="en-US" altLang="ko-KR" sz="1400" dirty="0"/>
              <a:t>Analog </a:t>
            </a:r>
            <a:r>
              <a:rPr lang="ko-KR" altLang="en-US" sz="1400" dirty="0"/>
              <a:t>회로에 설정하는 값이며 </a:t>
            </a:r>
            <a:r>
              <a:rPr lang="en-US" altLang="ko-KR" sz="1400" dirty="0"/>
              <a:t>default </a:t>
            </a:r>
            <a:r>
              <a:rPr lang="ko-KR" altLang="en-US" sz="1400" dirty="0"/>
              <a:t>값에서 </a:t>
            </a:r>
            <a:r>
              <a:rPr lang="en-US" altLang="ko-KR" sz="1400" dirty="0"/>
              <a:t>+/- 1 </a:t>
            </a:r>
            <a:r>
              <a:rPr lang="ko-KR" altLang="en-US" sz="1400" dirty="0"/>
              <a:t>씩 변화를 주어 </a:t>
            </a:r>
            <a:r>
              <a:rPr lang="en-US" altLang="ko-KR" sz="1400" dirty="0"/>
              <a:t>Analog </a:t>
            </a:r>
            <a:r>
              <a:rPr lang="ko-KR" altLang="en-US" sz="1400" dirty="0"/>
              <a:t>회로의 </a:t>
            </a:r>
            <a:r>
              <a:rPr lang="ko-KR" altLang="en-US" sz="1400" dirty="0" err="1"/>
              <a:t>출력값이</a:t>
            </a:r>
            <a:r>
              <a:rPr lang="ko-KR" altLang="en-US" sz="1400" dirty="0"/>
              <a:t> 목표치가 되면 되면 설정을 멈춘다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+/- 1 </a:t>
            </a:r>
            <a:r>
              <a:rPr lang="ko-KR" altLang="en-US" sz="1400" dirty="0"/>
              <a:t>변화에 따른 </a:t>
            </a:r>
            <a:r>
              <a:rPr lang="en-US" altLang="ko-KR" sz="1400" dirty="0"/>
              <a:t>Analog </a:t>
            </a:r>
            <a:r>
              <a:rPr lang="ko-KR" altLang="en-US" sz="1400" dirty="0"/>
              <a:t>출력 값의 변화는 좌측표의 </a:t>
            </a:r>
            <a:r>
              <a:rPr lang="en-US" altLang="ko-KR" sz="1400" dirty="0"/>
              <a:t>step </a:t>
            </a:r>
            <a:r>
              <a:rPr lang="ko-KR" altLang="en-US" sz="1400" dirty="0"/>
              <a:t>을 참조한다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DACO </a:t>
            </a:r>
            <a:r>
              <a:rPr lang="ko-KR" altLang="en-US" sz="1400" dirty="0"/>
              <a:t>전압을 </a:t>
            </a:r>
            <a:r>
              <a:rPr lang="en-US" altLang="ko-KR" sz="1400" dirty="0"/>
              <a:t>Trimming </a:t>
            </a:r>
            <a:r>
              <a:rPr lang="ko-KR" altLang="en-US" sz="1400" dirty="0" err="1"/>
              <a:t>할때에</a:t>
            </a:r>
            <a:r>
              <a:rPr lang="ko-KR" altLang="en-US" sz="1400" dirty="0"/>
              <a:t> </a:t>
            </a:r>
            <a:r>
              <a:rPr lang="en-US" altLang="ko-KR" sz="1400" dirty="0"/>
              <a:t>TEST CONTROL (‘hF0)</a:t>
            </a:r>
            <a:r>
              <a:rPr lang="ko-KR" altLang="en-US" sz="1400" dirty="0"/>
              <a:t>의 </a:t>
            </a:r>
            <a:r>
              <a:rPr lang="en-US" altLang="ko-KR" sz="1400" dirty="0"/>
              <a:t>TEST_EN, DACO_DIRECT </a:t>
            </a:r>
            <a:r>
              <a:rPr lang="ko-KR" altLang="en-US" sz="1400" dirty="0"/>
              <a:t>를 모두 </a:t>
            </a:r>
            <a:r>
              <a:rPr lang="en-US" altLang="ko-KR" sz="1400" dirty="0"/>
              <a:t>1</a:t>
            </a:r>
            <a:r>
              <a:rPr lang="ko-KR" altLang="en-US" sz="1400" dirty="0"/>
              <a:t>로 설정하여야</a:t>
            </a:r>
            <a:r>
              <a:rPr lang="en-US" altLang="ko-KR" sz="1400" dirty="0"/>
              <a:t> </a:t>
            </a:r>
            <a:r>
              <a:rPr lang="ko-KR" altLang="en-US" sz="1400" dirty="0"/>
              <a:t> </a:t>
            </a:r>
            <a:r>
              <a:rPr lang="en-US" altLang="ko-KR" sz="1400" dirty="0"/>
              <a:t>CURR_TGT_DAC </a:t>
            </a:r>
            <a:r>
              <a:rPr lang="ko-KR" altLang="en-US" sz="1400" dirty="0"/>
              <a:t>을 설정할 수 있다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OSC_FCTL </a:t>
            </a:r>
            <a:r>
              <a:rPr lang="ko-KR" altLang="en-US" sz="1400" dirty="0"/>
              <a:t>을 </a:t>
            </a:r>
            <a:r>
              <a:rPr lang="en-US" altLang="ko-KR" sz="1400" dirty="0"/>
              <a:t>Trimming </a:t>
            </a:r>
            <a:r>
              <a:rPr lang="ko-KR" altLang="en-US" sz="1400" dirty="0"/>
              <a:t>하기 전에 </a:t>
            </a:r>
            <a:r>
              <a:rPr lang="en-US" altLang="ko-KR" sz="1400" dirty="0"/>
              <a:t>SPRD </a:t>
            </a:r>
            <a:r>
              <a:rPr lang="ko-KR" altLang="en-US" sz="1400" dirty="0"/>
              <a:t>관련 레지스터를 순서대로 설정하여야 한다</a:t>
            </a:r>
            <a:r>
              <a:rPr lang="en-US" altLang="ko-KR" sz="1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sz="1400" dirty="0"/>
              <a:t>        ‘h1B[14:12] SPREAD_RANGE_A = 3’d4</a:t>
            </a:r>
          </a:p>
          <a:p>
            <a:r>
              <a:rPr lang="en-US" altLang="ko-KR" sz="1400" dirty="0"/>
              <a:t>        ‘h1B[2]  OSC_SPRD_EN =‘0’</a:t>
            </a:r>
          </a:p>
          <a:p>
            <a:r>
              <a:rPr lang="en-US" altLang="ko-KR" sz="1400" dirty="0"/>
              <a:t>        ‘h1C[14:8] OSC_FORCE_STATIC = ‘d64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                        OSC_FCTL trim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4AC9C1-2DAE-91C4-CB35-E69EEB299650}"/>
              </a:ext>
            </a:extLst>
          </p:cNvPr>
          <p:cNvSpPr/>
          <p:nvPr/>
        </p:nvSpPr>
        <p:spPr>
          <a:xfrm>
            <a:off x="7859486" y="5072743"/>
            <a:ext cx="3309257" cy="7474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025C8D6F-05F7-741A-B239-D68462330932}"/>
              </a:ext>
            </a:extLst>
          </p:cNvPr>
          <p:cNvSpPr/>
          <p:nvPr/>
        </p:nvSpPr>
        <p:spPr>
          <a:xfrm>
            <a:off x="9122228" y="5907315"/>
            <a:ext cx="783772" cy="1886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72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CED02-3C88-5F17-89A7-C101954A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632"/>
            <a:ext cx="10515600" cy="1325563"/>
          </a:xfrm>
        </p:spPr>
        <p:txBody>
          <a:bodyPr/>
          <a:lstStyle/>
          <a:p>
            <a:r>
              <a:rPr lang="en-US" altLang="ko-KR" dirty="0"/>
              <a:t>OTP program sequence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7D030C-2FA5-8288-4DF7-318466C6F542}"/>
              </a:ext>
            </a:extLst>
          </p:cNvPr>
          <p:cNvSpPr/>
          <p:nvPr/>
        </p:nvSpPr>
        <p:spPr>
          <a:xfrm>
            <a:off x="1557867" y="2835382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Mirror1,2</a:t>
            </a:r>
            <a:r>
              <a:rPr lang="ko-KR" altLang="en-US" dirty="0"/>
              <a:t> </a:t>
            </a:r>
            <a:r>
              <a:rPr lang="en-US" altLang="ko-KR" dirty="0"/>
              <a:t>Trimming</a:t>
            </a:r>
          </a:p>
          <a:p>
            <a:pPr algn="ctr"/>
            <a:r>
              <a:rPr lang="en-US" altLang="ko-KR" dirty="0"/>
              <a:t>(‘hF5 , ‘hF6)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7705D6-42B3-960C-4F19-8FBF0BA218B5}"/>
              </a:ext>
            </a:extLst>
          </p:cNvPr>
          <p:cNvSpPr/>
          <p:nvPr/>
        </p:nvSpPr>
        <p:spPr>
          <a:xfrm>
            <a:off x="1557867" y="4146023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Mirror</a:t>
            </a:r>
            <a:r>
              <a:rPr lang="ko-KR" altLang="en-US" dirty="0"/>
              <a:t> </a:t>
            </a:r>
            <a:r>
              <a:rPr lang="en-US" altLang="ko-KR" dirty="0"/>
              <a:t>1,2 register Fix</a:t>
            </a:r>
          </a:p>
          <a:p>
            <a:pPr algn="ctr"/>
            <a:r>
              <a:rPr lang="en-US" altLang="ko-KR" dirty="0"/>
              <a:t>(‘hF5 , ‘hF6)</a:t>
            </a:r>
            <a:endParaRPr lang="ko-KR" altLang="en-US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9CE1EB1A-5104-3A10-A36E-CC696DB56D7E}"/>
              </a:ext>
            </a:extLst>
          </p:cNvPr>
          <p:cNvSpPr/>
          <p:nvPr/>
        </p:nvSpPr>
        <p:spPr>
          <a:xfrm>
            <a:off x="2573867" y="3728511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D2DB90-99CE-EFEF-5B77-557C628CE450}"/>
              </a:ext>
            </a:extLst>
          </p:cNvPr>
          <p:cNvSpPr/>
          <p:nvPr/>
        </p:nvSpPr>
        <p:spPr>
          <a:xfrm>
            <a:off x="1557867" y="1524741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Protect disable </a:t>
            </a:r>
          </a:p>
          <a:p>
            <a:pPr algn="ctr"/>
            <a:r>
              <a:rPr lang="en-US" altLang="ko-KR" dirty="0"/>
              <a:t>(‘hF4 : 0x0A5A)</a:t>
            </a:r>
            <a:endParaRPr lang="ko-KR" altLang="en-US" dirty="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38A6236E-15B9-4ABC-9E4C-2E433CAD9FE5}"/>
              </a:ext>
            </a:extLst>
          </p:cNvPr>
          <p:cNvSpPr/>
          <p:nvPr/>
        </p:nvSpPr>
        <p:spPr>
          <a:xfrm>
            <a:off x="2573867" y="2417870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865D72-36BB-7D35-56EF-A80A67235C8F}"/>
              </a:ext>
            </a:extLst>
          </p:cNvPr>
          <p:cNvSpPr/>
          <p:nvPr/>
        </p:nvSpPr>
        <p:spPr>
          <a:xfrm>
            <a:off x="1557867" y="5531169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OTP</a:t>
            </a:r>
            <a:r>
              <a:rPr lang="ko-KR" altLang="en-US" dirty="0"/>
              <a:t> </a:t>
            </a:r>
            <a:r>
              <a:rPr lang="en-US" altLang="ko-KR" dirty="0"/>
              <a:t>write</a:t>
            </a:r>
          </a:p>
          <a:p>
            <a:pPr algn="ctr"/>
            <a:r>
              <a:rPr lang="en-US" altLang="ko-KR" dirty="0"/>
              <a:t>(‘hF3 : 0x0001)</a:t>
            </a:r>
            <a:endParaRPr lang="ko-KR" altLang="en-US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2A5B3385-55AA-8AD4-ABF0-BA1B1777A4E7}"/>
              </a:ext>
            </a:extLst>
          </p:cNvPr>
          <p:cNvSpPr/>
          <p:nvPr/>
        </p:nvSpPr>
        <p:spPr>
          <a:xfrm>
            <a:off x="2573867" y="5113657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CB70CD-CC59-4ABF-AD80-948B6E07C834}"/>
              </a:ext>
            </a:extLst>
          </p:cNvPr>
          <p:cNvSpPr/>
          <p:nvPr/>
        </p:nvSpPr>
        <p:spPr>
          <a:xfrm>
            <a:off x="5696374" y="1511195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XC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</a:p>
          <a:p>
            <a:pPr algn="ctr"/>
            <a:r>
              <a:rPr lang="en-US" altLang="ko-KR" dirty="0"/>
              <a:t>( power</a:t>
            </a:r>
            <a:r>
              <a:rPr lang="ko-KR" altLang="en-US" dirty="0"/>
              <a:t> </a:t>
            </a:r>
            <a:r>
              <a:rPr lang="en-US" altLang="ko-KR" dirty="0"/>
              <a:t>off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on 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7EA6B9-DBC7-F117-6374-72713C0C374B}"/>
              </a:ext>
            </a:extLst>
          </p:cNvPr>
          <p:cNvSpPr/>
          <p:nvPr/>
        </p:nvSpPr>
        <p:spPr>
          <a:xfrm>
            <a:off x="5696374" y="2835382"/>
            <a:ext cx="2600960" cy="751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Mirror1,2</a:t>
            </a:r>
            <a:r>
              <a:rPr lang="ko-KR" altLang="en-US" dirty="0"/>
              <a:t> </a:t>
            </a:r>
            <a:r>
              <a:rPr lang="en-US" altLang="ko-KR" dirty="0"/>
              <a:t>Read</a:t>
            </a:r>
            <a:r>
              <a:rPr lang="ko-KR" altLang="en-US" dirty="0"/>
              <a:t> </a:t>
            </a:r>
            <a:r>
              <a:rPr lang="en-US" altLang="ko-KR" dirty="0"/>
              <a:t>Verify</a:t>
            </a:r>
          </a:p>
          <a:p>
            <a:pPr algn="ctr"/>
            <a:r>
              <a:rPr lang="en-US" altLang="ko-KR" dirty="0"/>
              <a:t>(‘hF5 , ‘hF6)</a:t>
            </a:r>
            <a:endParaRPr lang="ko-KR" altLang="en-US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25AC895B-25F3-3A34-CCF2-9A9F2CBE6610}"/>
              </a:ext>
            </a:extLst>
          </p:cNvPr>
          <p:cNvSpPr/>
          <p:nvPr/>
        </p:nvSpPr>
        <p:spPr>
          <a:xfrm>
            <a:off x="6712374" y="2417870"/>
            <a:ext cx="460587" cy="304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9D3E9FEF-03A1-02A6-80D5-09617AC3F41C}"/>
              </a:ext>
            </a:extLst>
          </p:cNvPr>
          <p:cNvSpPr/>
          <p:nvPr/>
        </p:nvSpPr>
        <p:spPr>
          <a:xfrm>
            <a:off x="4443307" y="1903307"/>
            <a:ext cx="1036320" cy="3982720"/>
          </a:xfrm>
          <a:custGeom>
            <a:avLst/>
            <a:gdLst>
              <a:gd name="connsiteX0" fmla="*/ 1036320 w 1036320"/>
              <a:gd name="connsiteY0" fmla="*/ 0 h 3982720"/>
              <a:gd name="connsiteX1" fmla="*/ 528320 w 1036320"/>
              <a:gd name="connsiteY1" fmla="*/ 0 h 3982720"/>
              <a:gd name="connsiteX2" fmla="*/ 528320 w 1036320"/>
              <a:gd name="connsiteY2" fmla="*/ 3982720 h 3982720"/>
              <a:gd name="connsiteX3" fmla="*/ 0 w 1036320"/>
              <a:gd name="connsiteY3" fmla="*/ 3982720 h 398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6320" h="3982720">
                <a:moveTo>
                  <a:pt x="1036320" y="0"/>
                </a:moveTo>
                <a:lnTo>
                  <a:pt x="528320" y="0"/>
                </a:lnTo>
                <a:lnTo>
                  <a:pt x="528320" y="3982720"/>
                </a:lnTo>
                <a:lnTo>
                  <a:pt x="0" y="3982720"/>
                </a:ln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40ED62-5049-53CE-8230-FC3CD2E562F3}"/>
              </a:ext>
            </a:extLst>
          </p:cNvPr>
          <p:cNvSpPr txBox="1"/>
          <p:nvPr/>
        </p:nvSpPr>
        <p:spPr>
          <a:xfrm rot="10800000">
            <a:off x="4544368" y="3122335"/>
            <a:ext cx="461665" cy="177388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Delay 1,000 </a:t>
            </a:r>
            <a:r>
              <a:rPr lang="en-US" altLang="ko-KR" dirty="0" err="1"/>
              <a:t>clks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DFF423-F67E-A707-E04F-5C46409C414F}"/>
              </a:ext>
            </a:extLst>
          </p:cNvPr>
          <p:cNvSpPr txBox="1"/>
          <p:nvPr/>
        </p:nvSpPr>
        <p:spPr>
          <a:xfrm rot="16200000">
            <a:off x="7802343" y="1979080"/>
            <a:ext cx="461665" cy="118237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Delay 1ms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E6076-8ECA-287D-D807-65ED19968464}"/>
              </a:ext>
            </a:extLst>
          </p:cNvPr>
          <p:cNvSpPr txBox="1"/>
          <p:nvPr/>
        </p:nvSpPr>
        <p:spPr>
          <a:xfrm>
            <a:off x="5580687" y="4387405"/>
            <a:ext cx="613664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OTP</a:t>
            </a:r>
            <a:r>
              <a:rPr lang="ko-KR" altLang="en-US" sz="1600" dirty="0"/>
              <a:t> </a:t>
            </a:r>
            <a:r>
              <a:rPr lang="en-US" altLang="ko-KR" sz="1600" dirty="0"/>
              <a:t>program </a:t>
            </a:r>
            <a:r>
              <a:rPr lang="ko-KR" altLang="en-US" sz="1600" dirty="0"/>
              <a:t>을 위해서는 </a:t>
            </a:r>
            <a:r>
              <a:rPr lang="en-US" altLang="ko-KR" sz="1600" dirty="0"/>
              <a:t>Mirror 1,2</a:t>
            </a:r>
            <a:r>
              <a:rPr lang="ko-KR" altLang="en-US" sz="1600" dirty="0"/>
              <a:t> 의 </a:t>
            </a:r>
            <a:r>
              <a:rPr lang="en-US" altLang="ko-KR" sz="1600" dirty="0"/>
              <a:t>Trimming </a:t>
            </a:r>
            <a:r>
              <a:rPr lang="ko-KR" altLang="en-US" sz="1600" dirty="0"/>
              <a:t>이 끝나 있어야 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OTP write</a:t>
            </a:r>
            <a:r>
              <a:rPr lang="ko-KR" altLang="en-US" sz="1600" dirty="0"/>
              <a:t> 는 </a:t>
            </a:r>
            <a:r>
              <a:rPr lang="en-US" altLang="ko-KR" sz="1600" dirty="0"/>
              <a:t>‘hF3 </a:t>
            </a:r>
            <a:r>
              <a:rPr lang="ko-KR" altLang="en-US" sz="1600" dirty="0"/>
              <a:t>번지를 </a:t>
            </a:r>
            <a:r>
              <a:rPr lang="en-US" altLang="ko-KR" sz="1600" dirty="0"/>
              <a:t>0x0001 </a:t>
            </a:r>
            <a:r>
              <a:rPr lang="ko-KR" altLang="en-US" sz="1600" dirty="0"/>
              <a:t>로 설정하면 시작된다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설정이후에 </a:t>
            </a:r>
            <a:r>
              <a:rPr lang="en-US" altLang="ko-KR" sz="1600" dirty="0" err="1"/>
              <a:t>clk</a:t>
            </a:r>
            <a:r>
              <a:rPr lang="en-US" altLang="ko-KR" sz="1600" dirty="0"/>
              <a:t> </a:t>
            </a:r>
            <a:r>
              <a:rPr lang="ko-KR" altLang="en-US" sz="1600" dirty="0"/>
              <a:t>을 </a:t>
            </a:r>
            <a:r>
              <a:rPr lang="en-US" altLang="ko-KR" sz="1600" dirty="0"/>
              <a:t>1,000 </a:t>
            </a:r>
            <a:r>
              <a:rPr lang="ko-KR" altLang="en-US" sz="1600" dirty="0"/>
              <a:t>번 이상 </a:t>
            </a:r>
            <a:r>
              <a:rPr lang="ko-KR" altLang="en-US" sz="1600" dirty="0" err="1"/>
              <a:t>입력하고나서</a:t>
            </a:r>
            <a:r>
              <a:rPr lang="ko-KR" altLang="en-US" sz="1600" dirty="0"/>
              <a:t> </a:t>
            </a:r>
            <a:r>
              <a:rPr lang="en-US" altLang="ko-KR" sz="1600" dirty="0"/>
              <a:t>XC </a:t>
            </a:r>
            <a:r>
              <a:rPr lang="ko-KR" altLang="en-US" sz="1600" dirty="0"/>
              <a:t>의</a:t>
            </a:r>
            <a:r>
              <a:rPr lang="en-US" altLang="ko-KR" sz="1600" dirty="0"/>
              <a:t> Power </a:t>
            </a:r>
            <a:r>
              <a:rPr lang="ko-KR" altLang="en-US" sz="1600" dirty="0"/>
              <a:t>를 </a:t>
            </a:r>
            <a:r>
              <a:rPr lang="en-US" altLang="ko-KR" sz="1600" dirty="0"/>
              <a:t>off </a:t>
            </a:r>
            <a:r>
              <a:rPr lang="en-US" altLang="ko-KR" sz="1600" dirty="0">
                <a:sym typeface="Wingdings" panose="05000000000000000000" pitchFamily="2" charset="2"/>
              </a:rPr>
              <a:t> on </a:t>
            </a:r>
            <a:r>
              <a:rPr lang="ko-KR" altLang="en-US" sz="1600" dirty="0">
                <a:sym typeface="Wingdings" panose="05000000000000000000" pitchFamily="2" charset="2"/>
              </a:rPr>
              <a:t>한다</a:t>
            </a:r>
            <a:r>
              <a:rPr lang="en-US" altLang="ko-KR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새로 전원이 인가된 </a:t>
            </a:r>
            <a:r>
              <a:rPr lang="en-US" altLang="ko-KR" sz="1600" dirty="0"/>
              <a:t>XC </a:t>
            </a:r>
            <a:r>
              <a:rPr lang="ko-KR" altLang="en-US" sz="1600" dirty="0"/>
              <a:t>에서 </a:t>
            </a:r>
            <a:r>
              <a:rPr lang="en-US" altLang="ko-KR" sz="1600" dirty="0"/>
              <a:t>Mirror 1,2 </a:t>
            </a:r>
            <a:r>
              <a:rPr lang="ko-KR" altLang="en-US" sz="1600" dirty="0"/>
              <a:t>레지스터를 </a:t>
            </a:r>
            <a:r>
              <a:rPr lang="en-US" altLang="ko-KR" sz="1600" dirty="0"/>
              <a:t>read </a:t>
            </a:r>
            <a:r>
              <a:rPr lang="ko-KR" altLang="en-US" sz="1600" dirty="0"/>
              <a:t>하여 </a:t>
            </a:r>
            <a:r>
              <a:rPr lang="en-US" altLang="ko-KR" sz="1600" dirty="0"/>
              <a:t>Trimming &amp; Fix </a:t>
            </a:r>
            <a:r>
              <a:rPr lang="ko-KR" altLang="en-US" sz="1600" dirty="0"/>
              <a:t>한 값과</a:t>
            </a:r>
            <a:r>
              <a:rPr lang="en-US" altLang="ko-KR" sz="1600" dirty="0"/>
              <a:t> </a:t>
            </a:r>
            <a:r>
              <a:rPr lang="ko-KR" altLang="en-US" sz="1600" dirty="0"/>
              <a:t>일치하는지 확인한다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10110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33EEFFC02E7DD47941CAA4BC2ABE40B" ma:contentTypeVersion="1" ma:contentTypeDescription="새 문서를 만듭니다." ma:contentTypeScope="" ma:versionID="58b3b8e5e751f415ab94b56d930be145">
  <xsd:schema xmlns:xsd="http://www.w3.org/2001/XMLSchema" xmlns:xs="http://www.w3.org/2001/XMLSchema" xmlns:p="http://schemas.microsoft.com/office/2006/metadata/properties" xmlns:ns3="deb362f4-afcc-4a39-b2e3-e32802348585" targetNamespace="http://schemas.microsoft.com/office/2006/metadata/properties" ma:root="true" ma:fieldsID="e25b00dd58f31e08154edfeb66ec38ac" ns3:_="">
    <xsd:import namespace="deb362f4-afcc-4a39-b2e3-e3280234858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b362f4-afcc-4a39-b2e3-e3280234858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01ED18-777E-477E-90AF-C48E32D898F1}">
  <ds:schemaRefs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deb362f4-afcc-4a39-b2e3-e3280234858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59638C1-B49A-4583-8142-8229C44E57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A2F6F-16E9-4921-B8B2-E911C7CCCF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b362f4-afcc-4a39-b2e3-e328023485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319</Words>
  <Application>Microsoft Office PowerPoint</Application>
  <PresentationFormat>와이드스크린</PresentationFormat>
  <Paragraphs>45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XC24 Trimming &amp; OTP prog.</vt:lpstr>
      <vt:lpstr>Trimming registers</vt:lpstr>
      <vt:lpstr>Trimming register 설정 방법</vt:lpstr>
      <vt:lpstr>OTP program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 창희</dc:creator>
  <cp:lastModifiedBy>예 창희</cp:lastModifiedBy>
  <cp:revision>5</cp:revision>
  <dcterms:created xsi:type="dcterms:W3CDTF">2025-05-09T02:07:16Z</dcterms:created>
  <dcterms:modified xsi:type="dcterms:W3CDTF">2025-05-09T05:27:54Z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0x010100D33EEFFC02E7DD47941CAA4BC2ABE40B</vt:lpwstr>
  </property>
</Properties>
</file>