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6"/>
  </p:notesMasterIdLst>
  <p:handoutMasterIdLst>
    <p:handoutMasterId r:id="rId37"/>
  </p:handoutMasterIdLst>
  <p:sldIdLst>
    <p:sldId id="266" r:id="rId5"/>
    <p:sldId id="385" r:id="rId6"/>
    <p:sldId id="277" r:id="rId7"/>
    <p:sldId id="278" r:id="rId8"/>
    <p:sldId id="279" r:id="rId9"/>
    <p:sldId id="420" r:id="rId10"/>
    <p:sldId id="276" r:id="rId11"/>
    <p:sldId id="417" r:id="rId12"/>
    <p:sldId id="418" r:id="rId13"/>
    <p:sldId id="287" r:id="rId14"/>
    <p:sldId id="426" r:id="rId15"/>
    <p:sldId id="419" r:id="rId16"/>
    <p:sldId id="425" r:id="rId17"/>
    <p:sldId id="427" r:id="rId18"/>
    <p:sldId id="293" r:id="rId19"/>
    <p:sldId id="330" r:id="rId20"/>
    <p:sldId id="407" r:id="rId21"/>
    <p:sldId id="412" r:id="rId22"/>
    <p:sldId id="423" r:id="rId23"/>
    <p:sldId id="414" r:id="rId24"/>
    <p:sldId id="353" r:id="rId25"/>
    <p:sldId id="409" r:id="rId26"/>
    <p:sldId id="422" r:id="rId27"/>
    <p:sldId id="428" r:id="rId28"/>
    <p:sldId id="424" r:id="rId29"/>
    <p:sldId id="415" r:id="rId30"/>
    <p:sldId id="410" r:id="rId31"/>
    <p:sldId id="416" r:id="rId32"/>
    <p:sldId id="413" r:id="rId33"/>
    <p:sldId id="421" r:id="rId34"/>
    <p:sldId id="348" r:id="rId35"/>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FF00FF"/>
    <a:srgbClr val="FFFFCC"/>
    <a:srgbClr val="0033CC"/>
    <a:srgbClr val="CCFFFF"/>
    <a:srgbClr val="EAFAEA"/>
    <a:srgbClr val="C7F1C7"/>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7202" autoAdjust="0"/>
  </p:normalViewPr>
  <p:slideViewPr>
    <p:cSldViewPr snapToGrid="0">
      <p:cViewPr varScale="1">
        <p:scale>
          <a:sx n="108" d="100"/>
          <a:sy n="108" d="100"/>
        </p:scale>
        <p:origin x="2316" y="72"/>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096"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2025-04-29</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2025-04-29</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1977867" cy="162903"/>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 MAY. 2025  Rev. 03</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21D7178-AD5F-E658-4BAA-AE90DC328EA3}"/>
              </a:ext>
            </a:extLst>
          </p:cNvPr>
          <p:cNvSpPr txBox="1"/>
          <p:nvPr userDrawn="1"/>
        </p:nvSpPr>
        <p:spPr>
          <a:xfrm rot="18900000">
            <a:off x="1408261" y="4537501"/>
            <a:ext cx="3806614" cy="830997"/>
          </a:xfrm>
          <a:prstGeom prst="rect">
            <a:avLst/>
          </a:prstGeom>
          <a:noFill/>
        </p:spPr>
        <p:txBody>
          <a:bodyPr wrap="none" lIns="0" tIns="0" rIns="0" bIns="0" rtlCol="0" anchor="ctr" anchorCtr="0">
            <a:spAutoFit/>
          </a:bodyPr>
          <a:lstStyle/>
          <a:p>
            <a:r>
              <a:rPr lang="en-US" altLang="ko-KR" sz="5400" b="1" dirty="0">
                <a:solidFill>
                  <a:srgbClr val="E8E8E8"/>
                </a:solidFill>
                <a:latin typeface="Arial" panose="020B0604020202020204" pitchFamily="34" charset="0"/>
                <a:cs typeface="Arial" panose="020B0604020202020204" pitchFamily="34" charset="0"/>
              </a:rPr>
              <a:t>Preliminary</a:t>
            </a:r>
            <a:endParaRPr lang="ko-KR" altLang="en-US" sz="5400" b="1" dirty="0">
              <a:solidFill>
                <a:srgbClr val="E8E8E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25922"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766354" cy="1384995"/>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 is a compact </a:t>
            </a:r>
            <a:r>
              <a:rPr lang="en-US" altLang="ko-KR" sz="1000" dirty="0">
                <a:latin typeface="Arial" panose="020B0604020202020204" pitchFamily="34" charset="0"/>
                <a:ea typeface="Arial" panose="020B0604020202020204" pitchFamily="34" charset="0"/>
                <a:cs typeface="Arial" panose="020B0604020202020204" pitchFamily="34" charset="0"/>
              </a:rPr>
              <a:t>IC featuring 12-channel current sink control drivers optimized for LED lighting solution.  The XD12 driver is used together with a XC24 controller as a companion chip.  A lot of the  XD12 drivers can be daisied each other to the XC24 channels and controlled through a serial interface by a XC24 controller.</a:t>
            </a:r>
          </a:p>
          <a:p>
            <a:pPr algn="just"/>
            <a:endParaRPr lang="en-US" altLang="ko-KR" sz="1000" dirty="0">
              <a:effectLst/>
              <a:latin typeface="Arial" panose="020B0604020202020204" pitchFamily="34" charset="0"/>
              <a:ea typeface="Arial" panose="020B0604020202020204" pitchFamily="34" charset="0"/>
              <a:cs typeface="Arial" panose="020B0604020202020204" pitchFamily="34" charset="0"/>
            </a:endParaRPr>
          </a:p>
          <a:p>
            <a:pPr algn="just"/>
            <a:r>
              <a:rPr lang="en-US" altLang="ko-KR" sz="1000" dirty="0">
                <a:latin typeface="Arial" panose="020B0604020202020204" pitchFamily="34" charset="0"/>
                <a:cs typeface="Arial" panose="020B0604020202020204" pitchFamily="34" charset="0"/>
              </a:rPr>
              <a:t>The XD12 supports monitoring the fault event, a feedback control for the LED power efficiency, a self-protection features like as a Thermal/LED OPEN/SHORT, and Over/Under-Voltage detection.</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 control</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775683"/>
            <a:ext cx="73834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Feature</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20038" y="1268992"/>
            <a:ext cx="6024417" cy="5090561"/>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for designing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dimming control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device’s max output current level (4/8/12/16/24/32/46/64mA)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brightness 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16-bit </a:t>
            </a:r>
            <a:r>
              <a:rPr lang="en-US" altLang="ko-KR" sz="1000" dirty="0">
                <a:latin typeface="Arial" panose="020B0604020202020204" pitchFamily="34" charset="0"/>
                <a:ea typeface="Arial" panose="020B0604020202020204" pitchFamily="34" charset="0"/>
                <a:cs typeface="굴림" panose="020B0600000101010101" pitchFamily="50" charset="-127"/>
              </a:rPr>
              <a:t>DC</a:t>
            </a:r>
            <a:r>
              <a:rPr lang="en-US" altLang="ko-KR" sz="100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dimming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configurable black sub-frame insertion</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±1% (Configured max current * 1)</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OPEN detection and protection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 SHORT detection level (3/4/6/8/12/16/24/36V) and protection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FB operation level (0.4/0.5/0.6/0.7/0.85/1.0/1.15/1.3V)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Over-Temperature</a:t>
            </a:r>
            <a:r>
              <a:rPr lang="en-US" altLang="ko-KR" sz="1000" dirty="0">
                <a:effectLst/>
                <a:latin typeface="Arial" panose="020B0604020202020204" pitchFamily="34" charset="0"/>
                <a:ea typeface="Arial" panose="020B0604020202020204" pitchFamily="34" charset="0"/>
                <a:cs typeface="Arial" panose="020B0604020202020204" pitchFamily="34" charset="0"/>
              </a:rPr>
              <a:t> @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Yu Mincho Light" panose="02020300000000000000" pitchFamily="18" charset="-128"/>
                <a:cs typeface="Arial" panose="020B0604020202020204" pitchFamily="34" charset="0"/>
              </a:rPr>
              <a:t>Configurable Over/Under-Voltage of internal LDO</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5.0V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20038" y="5476227"/>
            <a:ext cx="168251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775683"/>
            <a:ext cx="1347485"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40031" y="4849926"/>
            <a:ext cx="1377941" cy="138499"/>
          </a:xfrm>
          <a:prstGeom prst="rect">
            <a:avLst/>
          </a:prstGeom>
        </p:spPr>
        <p:txBody>
          <a:bodyPr vert="horz" wrap="none" lIns="0" tIns="0" rIns="0" bIns="0" rtlCol="0" anchor="ctr" anchorCtr="0">
            <a:spAutoFit/>
          </a:bodyPr>
          <a:lstStyle/>
          <a:p>
            <a:pPr marL="12435" algn="ctr"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a:t>
            </a:r>
            <a:r>
              <a:rPr lang="en-US" sz="900" b="1" spc="15" dirty="0">
                <a:solidFill>
                  <a:prstClr val="black"/>
                </a:solidFill>
                <a:latin typeface="Arial" panose="020B0604020202020204" pitchFamily="34" charset="0"/>
                <a:cs typeface="Arial" panose="020B0604020202020204" pitchFamily="34" charset="0"/>
              </a:rPr>
              <a:t>ure</a:t>
            </a:r>
            <a:r>
              <a:rPr kumimoji="0" lang="en-US" sz="900" b="1" spc="15" dirty="0">
                <a:solidFill>
                  <a:prstClr val="black"/>
                </a:solidFill>
                <a:latin typeface="Arial" panose="020B0604020202020204" pitchFamily="34" charset="0"/>
                <a:ea typeface="+mn-ea"/>
                <a:cs typeface="Arial" panose="020B0604020202020204" pitchFamily="34" charset="0"/>
              </a:rPr>
              <a:t> 1. Block Diagram</a:t>
            </a:r>
          </a:p>
        </p:txBody>
      </p:sp>
      <p:pic>
        <p:nvPicPr>
          <p:cNvPr id="4" name="그림 3">
            <a:extLst>
              <a:ext uri="{FF2B5EF4-FFF2-40B4-BE49-F238E27FC236}">
                <a16:creationId xmlns:a16="http://schemas.microsoft.com/office/drawing/2014/main" id="{66DF9CA7-85E0-3D78-C836-DE591C81F137}"/>
              </a:ext>
            </a:extLst>
          </p:cNvPr>
          <p:cNvPicPr>
            <a:picLocks noChangeAspect="1"/>
          </p:cNvPicPr>
          <p:nvPr/>
        </p:nvPicPr>
        <p:blipFill>
          <a:blip r:embed="rId2"/>
          <a:stretch>
            <a:fillRect/>
          </a:stretch>
        </p:blipFill>
        <p:spPr>
          <a:xfrm>
            <a:off x="404811" y="6026007"/>
            <a:ext cx="6084188" cy="2251905"/>
          </a:xfrm>
          <a:prstGeom prst="rect">
            <a:avLst/>
          </a:prstGeom>
        </p:spPr>
      </p:pic>
      <p:sp>
        <p:nvSpPr>
          <p:cNvPr id="8" name="object 84">
            <a:extLst>
              <a:ext uri="{FF2B5EF4-FFF2-40B4-BE49-F238E27FC236}">
                <a16:creationId xmlns:a16="http://schemas.microsoft.com/office/drawing/2014/main" id="{7FEE2E92-D26D-E884-C2F8-559976A729A1}"/>
              </a:ext>
            </a:extLst>
          </p:cNvPr>
          <p:cNvSpPr txBox="1"/>
          <p:nvPr/>
        </p:nvSpPr>
        <p:spPr>
          <a:xfrm>
            <a:off x="2608262" y="8410241"/>
            <a:ext cx="1641475" cy="138499"/>
          </a:xfrm>
          <a:prstGeom prst="rect">
            <a:avLst/>
          </a:prstGeom>
        </p:spPr>
        <p:txBody>
          <a:bodyPr vert="horz" wrap="none" lIns="0" tIns="0" rIns="0" bIns="0" rtlCol="0" anchor="ctr" anchorCtr="0">
            <a:spAutoFit/>
          </a:bodyPr>
          <a:lstStyle/>
          <a:p>
            <a:pPr marL="12435" algn="ctr"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Circuit</a:t>
            </a:r>
          </a:p>
        </p:txBody>
      </p:sp>
      <p:pic>
        <p:nvPicPr>
          <p:cNvPr id="10" name="그림 9">
            <a:extLst>
              <a:ext uri="{FF2B5EF4-FFF2-40B4-BE49-F238E27FC236}">
                <a16:creationId xmlns:a16="http://schemas.microsoft.com/office/drawing/2014/main" id="{AF4BE2C8-7678-DE45-6A74-E81A56F0345A}"/>
              </a:ext>
            </a:extLst>
          </p:cNvPr>
          <p:cNvPicPr>
            <a:picLocks noChangeAspect="1"/>
          </p:cNvPicPr>
          <p:nvPr/>
        </p:nvPicPr>
        <p:blipFill>
          <a:blip r:embed="rId3"/>
          <a:stretch>
            <a:fillRect/>
          </a:stretch>
        </p:blipFill>
        <p:spPr>
          <a:xfrm>
            <a:off x="1538999" y="1156747"/>
            <a:ext cx="3780000" cy="3451176"/>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20038" y="775689"/>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2354772189"/>
              </p:ext>
            </p:extLst>
          </p:nvPr>
        </p:nvGraphicFramePr>
        <p:xfrm>
          <a:off x="404814" y="4658307"/>
          <a:ext cx="6042618" cy="4172192"/>
        </p:xfrm>
        <a:graphic>
          <a:graphicData uri="http://schemas.openxmlformats.org/drawingml/2006/table">
            <a:tbl>
              <a:tblPr>
                <a:tableStyleId>{5C22544A-7EE6-4342-B048-85BDC9FD1C3A}</a:tableStyleId>
              </a:tblPr>
              <a:tblGrid>
                <a:gridCol w="858910">
                  <a:extLst>
                    <a:ext uri="{9D8B030D-6E8A-4147-A177-3AD203B41FA5}">
                      <a16:colId xmlns:a16="http://schemas.microsoft.com/office/drawing/2014/main" val="1199541810"/>
                    </a:ext>
                  </a:extLst>
                </a:gridCol>
                <a:gridCol w="569870">
                  <a:extLst>
                    <a:ext uri="{9D8B030D-6E8A-4147-A177-3AD203B41FA5}">
                      <a16:colId xmlns:a16="http://schemas.microsoft.com/office/drawing/2014/main" val="2771136683"/>
                    </a:ext>
                  </a:extLst>
                </a:gridCol>
                <a:gridCol w="537307">
                  <a:extLst>
                    <a:ext uri="{9D8B030D-6E8A-4147-A177-3AD203B41FA5}">
                      <a16:colId xmlns:a16="http://schemas.microsoft.com/office/drawing/2014/main" val="112759525"/>
                    </a:ext>
                  </a:extLst>
                </a:gridCol>
                <a:gridCol w="952313">
                  <a:extLst>
                    <a:ext uri="{9D8B030D-6E8A-4147-A177-3AD203B41FA5}">
                      <a16:colId xmlns:a16="http://schemas.microsoft.com/office/drawing/2014/main" val="3900317923"/>
                    </a:ext>
                  </a:extLst>
                </a:gridCol>
                <a:gridCol w="1587681">
                  <a:extLst>
                    <a:ext uri="{9D8B030D-6E8A-4147-A177-3AD203B41FA5}">
                      <a16:colId xmlns:a16="http://schemas.microsoft.com/office/drawing/2014/main" val="3382103366"/>
                    </a:ext>
                  </a:extLst>
                </a:gridCol>
                <a:gridCol w="1536537">
                  <a:extLst>
                    <a:ext uri="{9D8B030D-6E8A-4147-A177-3AD203B41FA5}">
                      <a16:colId xmlns:a16="http://schemas.microsoft.com/office/drawing/2014/main" val="915546717"/>
                    </a:ext>
                  </a:extLst>
                </a:gridCol>
              </a:tblGrid>
              <a:tr h="0">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90000" marB="90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FBO is Open-drain output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282642"/>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887972" y="3848194"/>
            <a:ext cx="1075294" cy="138499"/>
          </a:xfrm>
          <a:prstGeom prst="rect">
            <a:avLst/>
          </a:prstGeom>
        </p:spPr>
        <p:txBody>
          <a:bodyPr vert="horz" wrap="none" lIns="0" tIns="0" rIns="0" bIns="0" rtlCol="0" anchor="ctr" anchorCtr="0">
            <a:spAutoFit/>
          </a:bodyPr>
          <a:lstStyle/>
          <a:p>
            <a:pPr marL="12435" algn="ctr"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 3 Pin diagram </a:t>
            </a:r>
          </a:p>
        </p:txBody>
      </p:sp>
      <p:grpSp>
        <p:nvGrpSpPr>
          <p:cNvPr id="4" name="그룹 3">
            <a:extLst>
              <a:ext uri="{FF2B5EF4-FFF2-40B4-BE49-F238E27FC236}">
                <a16:creationId xmlns:a16="http://schemas.microsoft.com/office/drawing/2014/main" id="{9F04C0AD-8991-CEBA-DDD8-66F902C3F170}"/>
              </a:ext>
            </a:extLst>
          </p:cNvPr>
          <p:cNvGrpSpPr/>
          <p:nvPr/>
        </p:nvGrpSpPr>
        <p:grpSpPr>
          <a:xfrm>
            <a:off x="2154935" y="1180119"/>
            <a:ext cx="2467939" cy="2434200"/>
            <a:chOff x="2212806" y="1353654"/>
            <a:chExt cx="2467939" cy="2434200"/>
          </a:xfrm>
        </p:grpSpPr>
        <p:sp>
          <p:nvSpPr>
            <p:cNvPr id="7" name="직사각형 6">
              <a:extLst>
                <a:ext uri="{FF2B5EF4-FFF2-40B4-BE49-F238E27FC236}">
                  <a16:creationId xmlns:a16="http://schemas.microsoft.com/office/drawing/2014/main" id="{E7A61DAD-A4D0-73DD-C49D-BF1348111C54}"/>
                </a:ext>
              </a:extLst>
            </p:cNvPr>
            <p:cNvSpPr/>
            <p:nvPr/>
          </p:nvSpPr>
          <p:spPr>
            <a:xfrm>
              <a:off x="2212806" y="1353654"/>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9" name="직사각형 8">
              <a:extLst>
                <a:ext uri="{FF2B5EF4-FFF2-40B4-BE49-F238E27FC236}">
                  <a16:creationId xmlns:a16="http://schemas.microsoft.com/office/drawing/2014/main" id="{4574E866-CC5A-E993-CFB6-AF9DC1EA7F07}"/>
                </a:ext>
              </a:extLst>
            </p:cNvPr>
            <p:cNvSpPr/>
            <p:nvPr/>
          </p:nvSpPr>
          <p:spPr>
            <a:xfrm>
              <a:off x="2917292"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22D6F0AA-726F-D054-3D5D-5C353E13F6C5}"/>
                </a:ext>
              </a:extLst>
            </p:cNvPr>
            <p:cNvSpPr/>
            <p:nvPr/>
          </p:nvSpPr>
          <p:spPr>
            <a:xfrm>
              <a:off x="3207249"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4302E2C6-69EE-09F6-0DC3-F3F51E76A6D4}"/>
                </a:ext>
              </a:extLst>
            </p:cNvPr>
            <p:cNvSpPr/>
            <p:nvPr/>
          </p:nvSpPr>
          <p:spPr>
            <a:xfrm>
              <a:off x="3497206"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직사각형 11">
              <a:extLst>
                <a:ext uri="{FF2B5EF4-FFF2-40B4-BE49-F238E27FC236}">
                  <a16:creationId xmlns:a16="http://schemas.microsoft.com/office/drawing/2014/main" id="{2A980F98-1DA0-F106-1339-1AED4DA19153}"/>
                </a:ext>
              </a:extLst>
            </p:cNvPr>
            <p:cNvSpPr/>
            <p:nvPr/>
          </p:nvSpPr>
          <p:spPr>
            <a:xfrm>
              <a:off x="3787163"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3" name="순서도: 카드 12">
              <a:extLst>
                <a:ext uri="{FF2B5EF4-FFF2-40B4-BE49-F238E27FC236}">
                  <a16:creationId xmlns:a16="http://schemas.microsoft.com/office/drawing/2014/main" id="{680CF870-FB79-44B3-315F-868144205A5E}"/>
                </a:ext>
              </a:extLst>
            </p:cNvPr>
            <p:cNvSpPr/>
            <p:nvPr/>
          </p:nvSpPr>
          <p:spPr>
            <a:xfrm rot="16200000">
              <a:off x="2959459" y="208531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6F110452-CE22-5917-C58E-D529ABF30360}"/>
                </a:ext>
              </a:extLst>
            </p:cNvPr>
            <p:cNvSpPr txBox="1"/>
            <p:nvPr/>
          </p:nvSpPr>
          <p:spPr>
            <a:xfrm>
              <a:off x="3346018" y="2413330"/>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CC3C960C-4193-AA23-9443-69082BA4B517}"/>
                </a:ext>
              </a:extLst>
            </p:cNvPr>
            <p:cNvSpPr txBox="1"/>
            <p:nvPr/>
          </p:nvSpPr>
          <p:spPr>
            <a:xfrm>
              <a:off x="2664884" y="33274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34448AE8-965E-8168-E169-437C19BB0A84}"/>
                </a:ext>
              </a:extLst>
            </p:cNvPr>
            <p:cNvSpPr txBox="1"/>
            <p:nvPr/>
          </p:nvSpPr>
          <p:spPr>
            <a:xfrm>
              <a:off x="2943038"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173B9C32-7B28-24CD-E9C1-4BCCECA29CCE}"/>
                </a:ext>
              </a:extLst>
            </p:cNvPr>
            <p:cNvSpPr txBox="1"/>
            <p:nvPr/>
          </p:nvSpPr>
          <p:spPr>
            <a:xfrm>
              <a:off x="3520104"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EAC9BF2A-FE31-ACAC-87DD-48B7960AA830}"/>
                </a:ext>
              </a:extLst>
            </p:cNvPr>
            <p:cNvSpPr txBox="1"/>
            <p:nvPr/>
          </p:nvSpPr>
          <p:spPr>
            <a:xfrm>
              <a:off x="4148697" y="183537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7EB4B2F5-866E-4641-30BF-7714317388C6}"/>
                </a:ext>
              </a:extLst>
            </p:cNvPr>
            <p:cNvSpPr txBox="1"/>
            <p:nvPr/>
          </p:nvSpPr>
          <p:spPr>
            <a:xfrm>
              <a:off x="4148697" y="2072183"/>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E36A4319-A63F-E804-FA32-C2D1964C5E59}"/>
                </a:ext>
              </a:extLst>
            </p:cNvPr>
            <p:cNvSpPr txBox="1"/>
            <p:nvPr/>
          </p:nvSpPr>
          <p:spPr>
            <a:xfrm>
              <a:off x="4198943" y="236268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BC4DF28D-CB9E-E520-3AF5-8ACC715D4D63}"/>
                </a:ext>
              </a:extLst>
            </p:cNvPr>
            <p:cNvSpPr txBox="1"/>
            <p:nvPr/>
          </p:nvSpPr>
          <p:spPr>
            <a:xfrm>
              <a:off x="4199879" y="293732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EE410C67-9A49-AC74-A426-84AC245791C0}"/>
                </a:ext>
              </a:extLst>
            </p:cNvPr>
            <p:cNvSpPr txBox="1"/>
            <p:nvPr/>
          </p:nvSpPr>
          <p:spPr>
            <a:xfrm>
              <a:off x="2553492" y="320298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0FF27AF8-DB8A-A6D2-AD57-75E768996E20}"/>
                </a:ext>
              </a:extLst>
            </p:cNvPr>
            <p:cNvSpPr txBox="1"/>
            <p:nvPr/>
          </p:nvSpPr>
          <p:spPr>
            <a:xfrm>
              <a:off x="2557218" y="294330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22D4AF24-1407-EF6A-C275-5161939BCC8E}"/>
                </a:ext>
              </a:extLst>
            </p:cNvPr>
            <p:cNvSpPr txBox="1"/>
            <p:nvPr/>
          </p:nvSpPr>
          <p:spPr>
            <a:xfrm>
              <a:off x="2564329" y="266187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D318542E-588D-2DD6-C3B0-48CEE9E375D4}"/>
                </a:ext>
              </a:extLst>
            </p:cNvPr>
            <p:cNvSpPr txBox="1"/>
            <p:nvPr/>
          </p:nvSpPr>
          <p:spPr>
            <a:xfrm>
              <a:off x="2557278" y="209498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97B20B1B-8995-9A25-FDB1-4F51AC1F8C07}"/>
                </a:ext>
              </a:extLst>
            </p:cNvPr>
            <p:cNvSpPr txBox="1"/>
            <p:nvPr/>
          </p:nvSpPr>
          <p:spPr>
            <a:xfrm>
              <a:off x="2649903"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7965C238-DAB6-28F7-F231-7EA32EE17274}"/>
                </a:ext>
              </a:extLst>
            </p:cNvPr>
            <p:cNvSpPr txBox="1"/>
            <p:nvPr/>
          </p:nvSpPr>
          <p:spPr>
            <a:xfrm>
              <a:off x="2928057"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A2600823-2F69-C999-AC45-6CF32132276A}"/>
                </a:ext>
              </a:extLst>
            </p:cNvPr>
            <p:cNvSpPr txBox="1"/>
            <p:nvPr/>
          </p:nvSpPr>
          <p:spPr>
            <a:xfrm>
              <a:off x="3532522"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C3E340B6-4415-40CE-C864-FB35F46D96D2}"/>
                </a:ext>
              </a:extLst>
            </p:cNvPr>
            <p:cNvSpPr txBox="1"/>
            <p:nvPr/>
          </p:nvSpPr>
          <p:spPr>
            <a:xfrm>
              <a:off x="4070063" y="1671055"/>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5751D23D-5827-59B6-F953-09196E902FC5}"/>
                </a:ext>
              </a:extLst>
            </p:cNvPr>
            <p:cNvSpPr txBox="1"/>
            <p:nvPr/>
          </p:nvSpPr>
          <p:spPr>
            <a:xfrm>
              <a:off x="2564329" y="2373220"/>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0A9A63D9-C503-E613-6CAB-EADA760A7F76}"/>
                </a:ext>
              </a:extLst>
            </p:cNvPr>
            <p:cNvSpPr txBox="1"/>
            <p:nvPr/>
          </p:nvSpPr>
          <p:spPr>
            <a:xfrm>
              <a:off x="2553492" y="185511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93C9EB8E-77CD-422B-CA95-7CEC68579351}"/>
                </a:ext>
              </a:extLst>
            </p:cNvPr>
            <p:cNvSpPr txBox="1"/>
            <p:nvPr/>
          </p:nvSpPr>
          <p:spPr>
            <a:xfrm>
              <a:off x="3225807"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491FB12A-FE66-B53B-4873-3C89D07FDE24}"/>
                </a:ext>
              </a:extLst>
            </p:cNvPr>
            <p:cNvSpPr txBox="1"/>
            <p:nvPr/>
          </p:nvSpPr>
          <p:spPr>
            <a:xfrm>
              <a:off x="4198943" y="264838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521B6EE2-8A0B-199B-634B-C76F0B4DD235}"/>
                </a:ext>
              </a:extLst>
            </p:cNvPr>
            <p:cNvSpPr txBox="1"/>
            <p:nvPr/>
          </p:nvSpPr>
          <p:spPr>
            <a:xfrm>
              <a:off x="4202645" y="316612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537B5F31-3DD3-CE9C-698A-4F5CD3CFCFAE}"/>
                </a:ext>
              </a:extLst>
            </p:cNvPr>
            <p:cNvSpPr txBox="1"/>
            <p:nvPr/>
          </p:nvSpPr>
          <p:spPr>
            <a:xfrm>
              <a:off x="3227001"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E42C6538-C5DB-B3C4-453C-2A9E2F1C9080}"/>
                </a:ext>
              </a:extLst>
            </p:cNvPr>
            <p:cNvSpPr txBox="1"/>
            <p:nvPr/>
          </p:nvSpPr>
          <p:spPr>
            <a:xfrm>
              <a:off x="4075029" y="333856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38" name="그룹 37">
              <a:extLst>
                <a:ext uri="{FF2B5EF4-FFF2-40B4-BE49-F238E27FC236}">
                  <a16:creationId xmlns:a16="http://schemas.microsoft.com/office/drawing/2014/main" id="{852A8C26-0084-1D95-D21A-D7997649EEB2}"/>
                </a:ext>
              </a:extLst>
            </p:cNvPr>
            <p:cNvGrpSpPr/>
            <p:nvPr/>
          </p:nvGrpSpPr>
          <p:grpSpPr>
            <a:xfrm>
              <a:off x="2608988" y="3480251"/>
              <a:ext cx="1665977" cy="307603"/>
              <a:chOff x="2608988" y="3515561"/>
              <a:chExt cx="1665977" cy="307603"/>
            </a:xfrm>
          </p:grpSpPr>
          <p:sp>
            <p:nvSpPr>
              <p:cNvPr id="69" name="직사각형 68">
                <a:extLst>
                  <a:ext uri="{FF2B5EF4-FFF2-40B4-BE49-F238E27FC236}">
                    <a16:creationId xmlns:a16="http://schemas.microsoft.com/office/drawing/2014/main" id="{BF1AA97A-51B4-6158-B262-F56C6CF70061}"/>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1" name="직사각형 70">
                <a:extLst>
                  <a:ext uri="{FF2B5EF4-FFF2-40B4-BE49-F238E27FC236}">
                    <a16:creationId xmlns:a16="http://schemas.microsoft.com/office/drawing/2014/main" id="{C8EF380E-8E5D-29C8-033D-CF5A353DDE3C}"/>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직사각형 71">
                <a:extLst>
                  <a:ext uri="{FF2B5EF4-FFF2-40B4-BE49-F238E27FC236}">
                    <a16:creationId xmlns:a16="http://schemas.microsoft.com/office/drawing/2014/main" id="{56BB39BD-D163-772B-C168-799C7511377C}"/>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직사각형 72">
                <a:extLst>
                  <a:ext uri="{FF2B5EF4-FFF2-40B4-BE49-F238E27FC236}">
                    <a16:creationId xmlns:a16="http://schemas.microsoft.com/office/drawing/2014/main" id="{435FCDBD-D6BA-8B7E-55E5-4E1C4BFCE713}"/>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74" name="그룹 73">
                <a:extLst>
                  <a:ext uri="{FF2B5EF4-FFF2-40B4-BE49-F238E27FC236}">
                    <a16:creationId xmlns:a16="http://schemas.microsoft.com/office/drawing/2014/main" id="{0FE93F95-2ED1-6350-4CEE-9DE97F3B1BB5}"/>
                  </a:ext>
                </a:extLst>
              </p:cNvPr>
              <p:cNvGrpSpPr/>
              <p:nvPr/>
            </p:nvGrpSpPr>
            <p:grpSpPr>
              <a:xfrm>
                <a:off x="2608988" y="3515561"/>
                <a:ext cx="223838" cy="306640"/>
                <a:chOff x="2608988" y="3515561"/>
                <a:chExt cx="223838" cy="306640"/>
              </a:xfrm>
            </p:grpSpPr>
            <p:sp>
              <p:nvSpPr>
                <p:cNvPr id="78" name="사각형: 잘린 한쪽 모서리 77">
                  <a:extLst>
                    <a:ext uri="{FF2B5EF4-FFF2-40B4-BE49-F238E27FC236}">
                      <a16:creationId xmlns:a16="http://schemas.microsoft.com/office/drawing/2014/main" id="{6559258F-5D49-4B45-BC7E-2B17A4648D32}"/>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9" name="TextBox 78">
                  <a:extLst>
                    <a:ext uri="{FF2B5EF4-FFF2-40B4-BE49-F238E27FC236}">
                      <a16:creationId xmlns:a16="http://schemas.microsoft.com/office/drawing/2014/main" id="{A31A8334-E783-08D6-1B89-53C662FB4ADD}"/>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5" name="그룹 74">
                <a:extLst>
                  <a:ext uri="{FF2B5EF4-FFF2-40B4-BE49-F238E27FC236}">
                    <a16:creationId xmlns:a16="http://schemas.microsoft.com/office/drawing/2014/main" id="{05F2C1B4-54C2-6A02-6042-1FD6C5F80474}"/>
                  </a:ext>
                </a:extLst>
              </p:cNvPr>
              <p:cNvGrpSpPr/>
              <p:nvPr/>
            </p:nvGrpSpPr>
            <p:grpSpPr>
              <a:xfrm>
                <a:off x="4051127" y="3515563"/>
                <a:ext cx="223838" cy="307601"/>
                <a:chOff x="4051127" y="3515563"/>
                <a:chExt cx="223838" cy="307601"/>
              </a:xfrm>
            </p:grpSpPr>
            <p:sp>
              <p:nvSpPr>
                <p:cNvPr id="76" name="사각형: 잘린 한쪽 모서리 75">
                  <a:extLst>
                    <a:ext uri="{FF2B5EF4-FFF2-40B4-BE49-F238E27FC236}">
                      <a16:creationId xmlns:a16="http://schemas.microsoft.com/office/drawing/2014/main" id="{B3E8082E-9FCE-3BF5-FAF2-37F102B1A325}"/>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87DBB409-D85A-71B0-CFBB-6E99ADC2A9DB}"/>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39" name="그룹 38">
              <a:extLst>
                <a:ext uri="{FF2B5EF4-FFF2-40B4-BE49-F238E27FC236}">
                  <a16:creationId xmlns:a16="http://schemas.microsoft.com/office/drawing/2014/main" id="{8EA72372-378B-C74A-2A74-4A77691ED513}"/>
                </a:ext>
              </a:extLst>
            </p:cNvPr>
            <p:cNvGrpSpPr/>
            <p:nvPr/>
          </p:nvGrpSpPr>
          <p:grpSpPr>
            <a:xfrm rot="16200000">
              <a:off x="3693955" y="2412975"/>
              <a:ext cx="1665977" cy="307603"/>
              <a:chOff x="2608988" y="3515561"/>
              <a:chExt cx="1665977" cy="307603"/>
            </a:xfrm>
          </p:grpSpPr>
          <p:sp>
            <p:nvSpPr>
              <p:cNvPr id="59" name="직사각형 58">
                <a:extLst>
                  <a:ext uri="{FF2B5EF4-FFF2-40B4-BE49-F238E27FC236}">
                    <a16:creationId xmlns:a16="http://schemas.microsoft.com/office/drawing/2014/main" id="{83E45D84-B3D1-EB5C-B487-1C09E856E19B}"/>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0" name="직사각형 59">
                <a:extLst>
                  <a:ext uri="{FF2B5EF4-FFF2-40B4-BE49-F238E27FC236}">
                    <a16:creationId xmlns:a16="http://schemas.microsoft.com/office/drawing/2014/main" id="{84EE3A99-3DF0-38A3-1A3F-624ED6FF3C7D}"/>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1" name="직사각형 60">
                <a:extLst>
                  <a:ext uri="{FF2B5EF4-FFF2-40B4-BE49-F238E27FC236}">
                    <a16:creationId xmlns:a16="http://schemas.microsoft.com/office/drawing/2014/main" id="{F1218125-3952-F4ED-DBF5-9E391BDF9128}"/>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32D3B947-557F-56B0-2B04-FC8A3ACB8E11}"/>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63" name="그룹 62">
                <a:extLst>
                  <a:ext uri="{FF2B5EF4-FFF2-40B4-BE49-F238E27FC236}">
                    <a16:creationId xmlns:a16="http://schemas.microsoft.com/office/drawing/2014/main" id="{3D60589C-3A7C-7178-B8BD-1033E19728FA}"/>
                  </a:ext>
                </a:extLst>
              </p:cNvPr>
              <p:cNvGrpSpPr/>
              <p:nvPr/>
            </p:nvGrpSpPr>
            <p:grpSpPr>
              <a:xfrm>
                <a:off x="2608988" y="3515561"/>
                <a:ext cx="223838" cy="306640"/>
                <a:chOff x="2608988" y="3515561"/>
                <a:chExt cx="223838" cy="306640"/>
              </a:xfrm>
            </p:grpSpPr>
            <p:sp>
              <p:nvSpPr>
                <p:cNvPr id="67" name="사각형: 잘린 한쪽 모서리 66">
                  <a:extLst>
                    <a:ext uri="{FF2B5EF4-FFF2-40B4-BE49-F238E27FC236}">
                      <a16:creationId xmlns:a16="http://schemas.microsoft.com/office/drawing/2014/main" id="{660AB7EF-AE4B-B84F-B705-2C1EBB75CC23}"/>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DF0E63E6-9C21-5B85-FC96-4D2A2DF34965}"/>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64" name="그룹 63">
                <a:extLst>
                  <a:ext uri="{FF2B5EF4-FFF2-40B4-BE49-F238E27FC236}">
                    <a16:creationId xmlns:a16="http://schemas.microsoft.com/office/drawing/2014/main" id="{AB2B47CD-1D2A-ECBA-D023-DDBB1767F9D5}"/>
                  </a:ext>
                </a:extLst>
              </p:cNvPr>
              <p:cNvGrpSpPr/>
              <p:nvPr/>
            </p:nvGrpSpPr>
            <p:grpSpPr>
              <a:xfrm>
                <a:off x="4051127" y="3515563"/>
                <a:ext cx="223838" cy="307601"/>
                <a:chOff x="4051127" y="3515563"/>
                <a:chExt cx="223838" cy="307601"/>
              </a:xfrm>
            </p:grpSpPr>
            <p:sp>
              <p:nvSpPr>
                <p:cNvPr id="65" name="사각형: 잘린 한쪽 모서리 64">
                  <a:extLst>
                    <a:ext uri="{FF2B5EF4-FFF2-40B4-BE49-F238E27FC236}">
                      <a16:creationId xmlns:a16="http://schemas.microsoft.com/office/drawing/2014/main" id="{613F1CC5-E5F3-DDCB-3C1D-B97A609C13F0}"/>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D21F2B1B-BBE3-C07F-7E12-2C8DED2C5C64}"/>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0" name="그룹 39">
              <a:extLst>
                <a:ext uri="{FF2B5EF4-FFF2-40B4-BE49-F238E27FC236}">
                  <a16:creationId xmlns:a16="http://schemas.microsoft.com/office/drawing/2014/main" id="{7BA9F156-AA5A-04FB-94AB-ADC66FC4FBD2}"/>
                </a:ext>
              </a:extLst>
            </p:cNvPr>
            <p:cNvGrpSpPr/>
            <p:nvPr/>
          </p:nvGrpSpPr>
          <p:grpSpPr>
            <a:xfrm rot="5400000">
              <a:off x="1535989" y="2428593"/>
              <a:ext cx="1665977" cy="307603"/>
              <a:chOff x="2608988" y="3515561"/>
              <a:chExt cx="1665977" cy="307603"/>
            </a:xfrm>
          </p:grpSpPr>
          <p:sp>
            <p:nvSpPr>
              <p:cNvPr id="49" name="직사각형 48">
                <a:extLst>
                  <a:ext uri="{FF2B5EF4-FFF2-40B4-BE49-F238E27FC236}">
                    <a16:creationId xmlns:a16="http://schemas.microsoft.com/office/drawing/2014/main" id="{940EA58E-6362-39B6-FAFE-BFE544D9ED1A}"/>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A34FE7A-04D0-461D-AE23-E0A837B7B01B}"/>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547CBC9D-F381-DD9D-EBD0-4259731F150B}"/>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E1BC4323-8824-2A79-312F-B64B81A1B231}"/>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3" name="그룹 52">
                <a:extLst>
                  <a:ext uri="{FF2B5EF4-FFF2-40B4-BE49-F238E27FC236}">
                    <a16:creationId xmlns:a16="http://schemas.microsoft.com/office/drawing/2014/main" id="{1DD16827-FD64-70AD-57A6-E834B847C1EA}"/>
                  </a:ext>
                </a:extLst>
              </p:cNvPr>
              <p:cNvGrpSpPr/>
              <p:nvPr/>
            </p:nvGrpSpPr>
            <p:grpSpPr>
              <a:xfrm>
                <a:off x="2608988" y="3515561"/>
                <a:ext cx="223838" cy="306640"/>
                <a:chOff x="2608988" y="3515561"/>
                <a:chExt cx="223838" cy="306640"/>
              </a:xfrm>
            </p:grpSpPr>
            <p:sp>
              <p:nvSpPr>
                <p:cNvPr id="57" name="사각형: 잘린 한쪽 모서리 56">
                  <a:extLst>
                    <a:ext uri="{FF2B5EF4-FFF2-40B4-BE49-F238E27FC236}">
                      <a16:creationId xmlns:a16="http://schemas.microsoft.com/office/drawing/2014/main" id="{3885C52B-93AE-438B-BBD9-65C4E8C8744E}"/>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8" name="TextBox 57">
                  <a:extLst>
                    <a:ext uri="{FF2B5EF4-FFF2-40B4-BE49-F238E27FC236}">
                      <a16:creationId xmlns:a16="http://schemas.microsoft.com/office/drawing/2014/main" id="{C10205CF-257D-A9CB-F1A8-74BE1EBF8ADE}"/>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4" name="그룹 53">
                <a:extLst>
                  <a:ext uri="{FF2B5EF4-FFF2-40B4-BE49-F238E27FC236}">
                    <a16:creationId xmlns:a16="http://schemas.microsoft.com/office/drawing/2014/main" id="{846AF311-3BA8-2391-50B6-014F9D105F6F}"/>
                  </a:ext>
                </a:extLst>
              </p:cNvPr>
              <p:cNvGrpSpPr/>
              <p:nvPr/>
            </p:nvGrpSpPr>
            <p:grpSpPr>
              <a:xfrm>
                <a:off x="4051127" y="3515563"/>
                <a:ext cx="223838" cy="307601"/>
                <a:chOff x="4051127" y="3515563"/>
                <a:chExt cx="223838" cy="307601"/>
              </a:xfrm>
            </p:grpSpPr>
            <p:sp>
              <p:nvSpPr>
                <p:cNvPr id="55" name="사각형: 잘린 한쪽 모서리 54">
                  <a:extLst>
                    <a:ext uri="{FF2B5EF4-FFF2-40B4-BE49-F238E27FC236}">
                      <a16:creationId xmlns:a16="http://schemas.microsoft.com/office/drawing/2014/main" id="{1BEA0B19-DFEA-D474-A640-C248930F3174}"/>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7EDD4042-F01C-019C-D7EF-BC4C346AF232}"/>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1" name="그룹 40">
              <a:extLst>
                <a:ext uri="{FF2B5EF4-FFF2-40B4-BE49-F238E27FC236}">
                  <a16:creationId xmlns:a16="http://schemas.microsoft.com/office/drawing/2014/main" id="{1E826BCF-FD1D-EBEB-85EA-49420709981D}"/>
                </a:ext>
              </a:extLst>
            </p:cNvPr>
            <p:cNvGrpSpPr/>
            <p:nvPr/>
          </p:nvGrpSpPr>
          <p:grpSpPr>
            <a:xfrm>
              <a:off x="2608988" y="1357613"/>
              <a:ext cx="223838" cy="307601"/>
              <a:chOff x="2608988" y="1395304"/>
              <a:chExt cx="223838" cy="307601"/>
            </a:xfrm>
          </p:grpSpPr>
          <p:sp>
            <p:nvSpPr>
              <p:cNvPr id="47" name="사각형: 잘린 한쪽 모서리 46">
                <a:extLst>
                  <a:ext uri="{FF2B5EF4-FFF2-40B4-BE49-F238E27FC236}">
                    <a16:creationId xmlns:a16="http://schemas.microsoft.com/office/drawing/2014/main" id="{C5143237-16BB-4B5E-0FC1-D98575B4C965}"/>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18FCCC7A-93E0-58ED-A149-B9989FEEDE30}"/>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42" name="그룹 41">
              <a:extLst>
                <a:ext uri="{FF2B5EF4-FFF2-40B4-BE49-F238E27FC236}">
                  <a16:creationId xmlns:a16="http://schemas.microsoft.com/office/drawing/2014/main" id="{6B780F3B-8A78-94E0-FBE1-FBDC2FBC6176}"/>
                </a:ext>
              </a:extLst>
            </p:cNvPr>
            <p:cNvGrpSpPr/>
            <p:nvPr/>
          </p:nvGrpSpPr>
          <p:grpSpPr>
            <a:xfrm>
              <a:off x="4051127" y="1354141"/>
              <a:ext cx="223838" cy="307601"/>
              <a:chOff x="4051127" y="1389451"/>
              <a:chExt cx="223838" cy="307601"/>
            </a:xfrm>
          </p:grpSpPr>
          <p:sp>
            <p:nvSpPr>
              <p:cNvPr id="45" name="사각형: 잘린 한쪽 모서리 44">
                <a:extLst>
                  <a:ext uri="{FF2B5EF4-FFF2-40B4-BE49-F238E27FC236}">
                    <a16:creationId xmlns:a16="http://schemas.microsoft.com/office/drawing/2014/main" id="{CFDEBDEC-9F28-6CFF-10D1-06829A275B4C}"/>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F4C7BCFB-3489-5961-8184-360414AB56AD}"/>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43" name="TextBox 42">
              <a:extLst>
                <a:ext uri="{FF2B5EF4-FFF2-40B4-BE49-F238E27FC236}">
                  <a16:creationId xmlns:a16="http://schemas.microsoft.com/office/drawing/2014/main" id="{8602773F-28BF-3502-1935-A8E9B3025F21}"/>
                </a:ext>
              </a:extLst>
            </p:cNvPr>
            <p:cNvSpPr txBox="1"/>
            <p:nvPr/>
          </p:nvSpPr>
          <p:spPr>
            <a:xfrm>
              <a:off x="3783224" y="1686612"/>
              <a:ext cx="209994"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FBI</a:t>
              </a:r>
              <a:r>
                <a:rPr lang="en-US" altLang="ko-KR" sz="700" dirty="0">
                  <a:latin typeface="+mn-ea"/>
                </a:rPr>
                <a:t>/</a:t>
              </a:r>
            </a:p>
            <a:p>
              <a:pPr algn="ctr" latinLnBrk="1">
                <a:lnSpc>
                  <a:spcPts val="700"/>
                </a:lnSpc>
                <a:defRPr/>
              </a:pPr>
              <a:r>
                <a:rPr lang="en-US" altLang="ko-KR" sz="700" dirty="0">
                  <a:solidFill>
                    <a:srgbClr val="FF00FF"/>
                  </a:solidFill>
                  <a:latin typeface="+mn-ea"/>
                </a:rPr>
                <a:t>VSO</a:t>
              </a:r>
              <a:r>
                <a:rPr lang="en-US" altLang="ko-KR" sz="700" dirty="0">
                  <a:latin typeface="+mn-ea"/>
                </a:rPr>
                <a:t>/</a:t>
              </a:r>
            </a:p>
            <a:p>
              <a:pPr algn="ctr" latinLnBrk="1">
                <a:lnSpc>
                  <a:spcPts val="700"/>
                </a:lnSpc>
                <a:defRPr/>
              </a:pPr>
              <a:r>
                <a:rPr lang="en-US" altLang="ko-KR" sz="700" dirty="0">
                  <a:solidFill>
                    <a:srgbClr val="00CC00"/>
                  </a:solidFill>
                  <a:latin typeface="+mn-ea"/>
                </a:rPr>
                <a:t>VSI</a:t>
              </a:r>
            </a:p>
          </p:txBody>
        </p:sp>
        <p:sp>
          <p:nvSpPr>
            <p:cNvPr id="44" name="TextBox 43">
              <a:extLst>
                <a:ext uri="{FF2B5EF4-FFF2-40B4-BE49-F238E27FC236}">
                  <a16:creationId xmlns:a16="http://schemas.microsoft.com/office/drawing/2014/main" id="{9B026E90-719C-91AA-48B6-24BDEB903BBE}"/>
                </a:ext>
              </a:extLst>
            </p:cNvPr>
            <p:cNvSpPr txBox="1"/>
            <p:nvPr/>
          </p:nvSpPr>
          <p:spPr>
            <a:xfrm>
              <a:off x="3779745" y="3212665"/>
              <a:ext cx="201978"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FBO</a:t>
              </a:r>
              <a:r>
                <a:rPr lang="en-US" altLang="ko-KR" sz="700" dirty="0">
                  <a:latin typeface="+mn-ea"/>
                </a:rPr>
                <a:t>/</a:t>
              </a:r>
            </a:p>
            <a:p>
              <a:pPr algn="ctr" latinLnBrk="1">
                <a:lnSpc>
                  <a:spcPts val="700"/>
                </a:lnSpc>
                <a:defRPr/>
              </a:pPr>
              <a:r>
                <a:rPr lang="en-US" altLang="ko-KR" sz="700" dirty="0">
                  <a:solidFill>
                    <a:srgbClr val="FF00FF"/>
                  </a:solidFill>
                  <a:latin typeface="+mn-ea"/>
                </a:rPr>
                <a:t>VSI</a:t>
              </a:r>
              <a:r>
                <a:rPr lang="en-US" altLang="ko-KR" sz="700" dirty="0">
                  <a:latin typeface="+mn-ea"/>
                </a:rPr>
                <a:t>/</a:t>
              </a:r>
              <a:endParaRPr lang="en-US" altLang="ko-KR" sz="700" dirty="0">
                <a:solidFill>
                  <a:srgbClr val="00CC00"/>
                </a:solidFill>
                <a:latin typeface="+mn-ea"/>
              </a:endParaRPr>
            </a:p>
            <a:p>
              <a:pPr algn="ctr" latinLnBrk="1">
                <a:lnSpc>
                  <a:spcPts val="700"/>
                </a:lnSpc>
                <a:defRPr/>
              </a:pPr>
              <a:r>
                <a:rPr lang="en-US" altLang="ko-KR" sz="700" dirty="0">
                  <a:solidFill>
                    <a:srgbClr val="00CC00"/>
                  </a:solidFill>
                  <a:latin typeface="+mn-ea"/>
                </a:rPr>
                <a:t>FBO</a:t>
              </a: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1856984213"/>
              </p:ext>
            </p:extLst>
          </p:nvPr>
        </p:nvGraphicFramePr>
        <p:xfrm>
          <a:off x="386557" y="1129061"/>
          <a:ext cx="6084887" cy="2959350"/>
        </p:xfrm>
        <a:graphic>
          <a:graphicData uri="http://schemas.openxmlformats.org/drawingml/2006/table">
            <a:tbl>
              <a:tblPr>
                <a:tableStyleId>{5C22544A-7EE6-4342-B048-85BDC9FD1C3A}</a:tableStyleId>
              </a:tblPr>
              <a:tblGrid>
                <a:gridCol w="772513">
                  <a:extLst>
                    <a:ext uri="{9D8B030D-6E8A-4147-A177-3AD203B41FA5}">
                      <a16:colId xmlns:a16="http://schemas.microsoft.com/office/drawing/2014/main" val="1199541810"/>
                    </a:ext>
                  </a:extLst>
                </a:gridCol>
                <a:gridCol w="556131">
                  <a:extLst>
                    <a:ext uri="{9D8B030D-6E8A-4147-A177-3AD203B41FA5}">
                      <a16:colId xmlns:a16="http://schemas.microsoft.com/office/drawing/2014/main" val="2771136683"/>
                    </a:ext>
                  </a:extLst>
                </a:gridCol>
                <a:gridCol w="524352">
                  <a:extLst>
                    <a:ext uri="{9D8B030D-6E8A-4147-A177-3AD203B41FA5}">
                      <a16:colId xmlns:a16="http://schemas.microsoft.com/office/drawing/2014/main" val="112759525"/>
                    </a:ext>
                  </a:extLst>
                </a:gridCol>
                <a:gridCol w="929351">
                  <a:extLst>
                    <a:ext uri="{9D8B030D-6E8A-4147-A177-3AD203B41FA5}">
                      <a16:colId xmlns:a16="http://schemas.microsoft.com/office/drawing/2014/main" val="3900317923"/>
                    </a:ext>
                  </a:extLst>
                </a:gridCol>
                <a:gridCol w="1798415">
                  <a:extLst>
                    <a:ext uri="{9D8B030D-6E8A-4147-A177-3AD203B41FA5}">
                      <a16:colId xmlns:a16="http://schemas.microsoft.com/office/drawing/2014/main" val="3382103366"/>
                    </a:ext>
                  </a:extLst>
                </a:gridCol>
                <a:gridCol w="1504125">
                  <a:extLst>
                    <a:ext uri="{9D8B030D-6E8A-4147-A177-3AD203B41FA5}">
                      <a16:colId xmlns:a16="http://schemas.microsoft.com/office/drawing/2014/main" val="915546717"/>
                    </a:ext>
                  </a:extLst>
                </a:gridCol>
              </a:tblGrid>
              <a:tr h="0">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90000" marB="90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13545" y="775694"/>
            <a:ext cx="603091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3" name="object 16">
            <a:extLst>
              <a:ext uri="{FF2B5EF4-FFF2-40B4-BE49-F238E27FC236}">
                <a16:creationId xmlns:a16="http://schemas.microsoft.com/office/drawing/2014/main" id="{1B9588A1-C9D4-BAE9-8BAB-3EE9754B6949}"/>
              </a:ext>
            </a:extLst>
          </p:cNvPr>
          <p:cNvSpPr txBox="1"/>
          <p:nvPr/>
        </p:nvSpPr>
        <p:spPr>
          <a:xfrm>
            <a:off x="393239" y="4199039"/>
            <a:ext cx="6071521" cy="302647"/>
          </a:xfrm>
          <a:prstGeom prst="rect">
            <a:avLst/>
          </a:prstGeom>
        </p:spPr>
        <p:txBody>
          <a:bodyPr vert="horz" wrap="square" lIns="0" tIns="12700" rIns="0" bIns="0" rtlCol="0">
            <a:spAutoFit/>
          </a:bodyPr>
          <a:lstStyle/>
          <a:p>
            <a:pPr marL="38100">
              <a:lnSpc>
                <a:spcPct val="100000"/>
              </a:lnSpc>
              <a:spcBef>
                <a:spcPts val="100"/>
              </a:spcBef>
            </a:pPr>
            <a:r>
              <a:rPr lang="en-US" altLang="ko-KR" sz="900" dirty="0">
                <a:latin typeface="Arial" panose="020B0604020202020204" pitchFamily="34" charset="0"/>
                <a:cs typeface="Arial" panose="020B0604020202020204" pitchFamily="34" charset="0"/>
              </a:rPr>
              <a:t>Note :  1) The pin function can be configured through the IO_MODE register bits.  If the pin will be used as the FBO,</a:t>
            </a:r>
          </a:p>
          <a:p>
            <a:pPr marL="38100">
              <a:lnSpc>
                <a:spcPct val="100000"/>
              </a:lnSpc>
              <a:spcBef>
                <a:spcPts val="100"/>
              </a:spcBef>
            </a:pPr>
            <a:r>
              <a:rPr lang="en-US" altLang="ko-KR" sz="900" dirty="0">
                <a:latin typeface="Arial" panose="020B0604020202020204" pitchFamily="34" charset="0"/>
                <a:cs typeface="Arial" panose="020B0604020202020204" pitchFamily="34" charset="0"/>
              </a:rPr>
              <a:t>                then the pin acts as an Open-drain output. (external PU resistor should be attached)</a:t>
            </a:r>
          </a:p>
        </p:txBody>
      </p:sp>
      <p:sp>
        <p:nvSpPr>
          <p:cNvPr id="15" name="object 11">
            <a:extLst>
              <a:ext uri="{FF2B5EF4-FFF2-40B4-BE49-F238E27FC236}">
                <a16:creationId xmlns:a16="http://schemas.microsoft.com/office/drawing/2014/main" id="{F15F5F2C-C4BC-2DCA-D0D7-C5FB1AB5D872}"/>
              </a:ext>
            </a:extLst>
          </p:cNvPr>
          <p:cNvSpPr txBox="1"/>
          <p:nvPr/>
        </p:nvSpPr>
        <p:spPr>
          <a:xfrm>
            <a:off x="2732911" y="4660898"/>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01B8125A-2F1D-C1B5-CCE4-A822902F94F7}"/>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FC3CAB6A-607C-6114-3285-96B7E70D000F}"/>
              </a:ext>
            </a:extLst>
          </p:cNvPr>
          <p:cNvGraphicFramePr>
            <a:graphicFrameLocks noGrp="1"/>
          </p:cNvGraphicFramePr>
          <p:nvPr>
            <p:extLst>
              <p:ext uri="{D42A27DB-BD31-4B8C-83A1-F6EECF244321}">
                <p14:modId xmlns:p14="http://schemas.microsoft.com/office/powerpoint/2010/main" val="1638563947"/>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9BC7A143-B331-F0C3-05AD-0E3D4551EF4B}"/>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6BC1F573-9836-7558-29BD-8E6528B588CE}"/>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0CA1CBF2-AAB9-DD4D-9A50-C3A7875D71CA}"/>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E659F85A-C6D3-D90F-645C-30B1394C245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9C51FAF0-A352-C460-E8DD-762061CD185A}"/>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EE7576AD-0B0A-B330-DBA2-FC7CE8904845}"/>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D7EF4648-AABA-1CD5-24E1-24C2630C2B78}"/>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EBE3FC16-A889-1ECD-238A-559AD0FF8653}"/>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BF19711D-0A37-7B2D-12FD-65B6A21B167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871CF594-F2C7-2852-15B2-CC002B9EDA58}"/>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3E84D35D-BE7F-278F-1221-96EC8FE221A2}"/>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DA434B88-E734-BD4A-8811-048F67C52305}"/>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55B9B4E6-5AB4-5256-46F2-DCE1F13EF19B}"/>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3F4EF56E-19C0-F19A-22F5-D81259C8BC8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28C4FC93-20C3-218C-EA18-0AD01F8A946E}"/>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3BD4A86F-3590-8BF4-BE69-BBAD8BD99800}"/>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9B1752C7-631F-982E-F8D1-4CA57383AA0E}"/>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5F678D79-5DA4-693B-6FE9-58492C5098A5}"/>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0CFAA332-0DB6-059D-874C-7FF912A432F0}"/>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07051324-19BF-352A-25EE-6F695E0DAE49}"/>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DBD6576A-048D-705B-1481-6F44F878790E}"/>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ABDA96E-6D4A-508A-7E58-0D405F8F42CD}"/>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19897" y="777807"/>
            <a:ext cx="603091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2" name="object 84">
            <a:extLst>
              <a:ext uri="{FF2B5EF4-FFF2-40B4-BE49-F238E27FC236}">
                <a16:creationId xmlns:a16="http://schemas.microsoft.com/office/drawing/2014/main" id="{5D3E3116-3BE2-8277-9AD0-2AF5D38BCFA4}"/>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7" name="표 6">
            <a:extLst>
              <a:ext uri="{FF2B5EF4-FFF2-40B4-BE49-F238E27FC236}">
                <a16:creationId xmlns:a16="http://schemas.microsoft.com/office/drawing/2014/main" id="{E30D4FC0-5202-20D5-A6D9-750D768CD447}"/>
              </a:ext>
            </a:extLst>
          </p:cNvPr>
          <p:cNvGraphicFramePr>
            <a:graphicFrameLocks noGrp="1"/>
          </p:cNvGraphicFramePr>
          <p:nvPr>
            <p:extLst>
              <p:ext uri="{D42A27DB-BD31-4B8C-83A1-F6EECF244321}">
                <p14:modId xmlns:p14="http://schemas.microsoft.com/office/powerpoint/2010/main" val="2931274874"/>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Output (OD)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FB Output (Open-drain)</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Output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VSYNC Input</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8" name="그림 7">
            <a:extLst>
              <a:ext uri="{FF2B5EF4-FFF2-40B4-BE49-F238E27FC236}">
                <a16:creationId xmlns:a16="http://schemas.microsoft.com/office/drawing/2014/main" id="{44514BEC-F9CF-48E5-E0A8-1C126400495A}"/>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11" name="그룹 10">
            <a:extLst>
              <a:ext uri="{FF2B5EF4-FFF2-40B4-BE49-F238E27FC236}">
                <a16:creationId xmlns:a16="http://schemas.microsoft.com/office/drawing/2014/main" id="{0B8844C4-1C84-95FF-6B16-C6CDECA0FA18}"/>
              </a:ext>
            </a:extLst>
          </p:cNvPr>
          <p:cNvGrpSpPr/>
          <p:nvPr/>
        </p:nvGrpSpPr>
        <p:grpSpPr>
          <a:xfrm>
            <a:off x="2807104" y="4142420"/>
            <a:ext cx="1038538" cy="974255"/>
            <a:chOff x="2687819" y="3003631"/>
            <a:chExt cx="1094210" cy="1114062"/>
          </a:xfrm>
        </p:grpSpPr>
        <p:pic>
          <p:nvPicPr>
            <p:cNvPr id="16" name="그림 15">
              <a:extLst>
                <a:ext uri="{FF2B5EF4-FFF2-40B4-BE49-F238E27FC236}">
                  <a16:creationId xmlns:a16="http://schemas.microsoft.com/office/drawing/2014/main" id="{8390B11A-9756-BF22-FE14-847138A6A802}"/>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9" name="TextBox 152">
              <a:extLst>
                <a:ext uri="{FF2B5EF4-FFF2-40B4-BE49-F238E27FC236}">
                  <a16:creationId xmlns:a16="http://schemas.microsoft.com/office/drawing/2014/main" id="{6B113D06-3055-EBCE-057D-306AD4A4E7F3}"/>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20" name="그림 19">
            <a:extLst>
              <a:ext uri="{FF2B5EF4-FFF2-40B4-BE49-F238E27FC236}">
                <a16:creationId xmlns:a16="http://schemas.microsoft.com/office/drawing/2014/main" id="{03229608-716D-DF81-17B6-439B1F3153E8}"/>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63" name="그림 62">
            <a:extLst>
              <a:ext uri="{FF2B5EF4-FFF2-40B4-BE49-F238E27FC236}">
                <a16:creationId xmlns:a16="http://schemas.microsoft.com/office/drawing/2014/main" id="{4A03BEA9-2B51-717C-FF23-14F896B83B1D}"/>
              </a:ext>
            </a:extLst>
          </p:cNvPr>
          <p:cNvPicPr>
            <a:picLocks noChangeAspect="1"/>
          </p:cNvPicPr>
          <p:nvPr/>
        </p:nvPicPr>
        <p:blipFill>
          <a:blip r:embed="rId4"/>
          <a:stretch>
            <a:fillRect/>
          </a:stretch>
        </p:blipFill>
        <p:spPr>
          <a:xfrm>
            <a:off x="2721895" y="6567253"/>
            <a:ext cx="1183605" cy="984325"/>
          </a:xfrm>
          <a:prstGeom prst="rect">
            <a:avLst/>
          </a:prstGeom>
        </p:spPr>
      </p:pic>
      <p:pic>
        <p:nvPicPr>
          <p:cNvPr id="64" name="그림 63">
            <a:extLst>
              <a:ext uri="{FF2B5EF4-FFF2-40B4-BE49-F238E27FC236}">
                <a16:creationId xmlns:a16="http://schemas.microsoft.com/office/drawing/2014/main" id="{3E6EE9EC-8AB4-C3E9-5B75-7DB392ADBB77}"/>
              </a:ext>
            </a:extLst>
          </p:cNvPr>
          <p:cNvPicPr>
            <a:picLocks noChangeAspect="1"/>
          </p:cNvPicPr>
          <p:nvPr/>
        </p:nvPicPr>
        <p:blipFill>
          <a:blip r:embed="rId5"/>
          <a:stretch>
            <a:fillRect/>
          </a:stretch>
        </p:blipFill>
        <p:spPr>
          <a:xfrm>
            <a:off x="2767654" y="5420134"/>
            <a:ext cx="1077988" cy="88920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390600" y="274753"/>
            <a:ext cx="607680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20036" y="774866"/>
            <a:ext cx="604800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955553897"/>
              </p:ext>
            </p:extLst>
          </p:nvPr>
        </p:nvGraphicFramePr>
        <p:xfrm>
          <a:off x="386557" y="1151755"/>
          <a:ext cx="6084887" cy="3998409"/>
        </p:xfrm>
        <a:graphic>
          <a:graphicData uri="http://schemas.openxmlformats.org/drawingml/2006/table">
            <a:tbl>
              <a:tblPr>
                <a:tableStyleId>{5C22544A-7EE6-4342-B048-85BDC9FD1C3A}</a:tableStyleId>
              </a:tblPr>
              <a:tblGrid>
                <a:gridCol w="2444900">
                  <a:extLst>
                    <a:ext uri="{9D8B030D-6E8A-4147-A177-3AD203B41FA5}">
                      <a16:colId xmlns:a16="http://schemas.microsoft.com/office/drawing/2014/main" val="1199541810"/>
                    </a:ext>
                  </a:extLst>
                </a:gridCol>
                <a:gridCol w="941455">
                  <a:extLst>
                    <a:ext uri="{9D8B030D-6E8A-4147-A177-3AD203B41FA5}">
                      <a16:colId xmlns:a16="http://schemas.microsoft.com/office/drawing/2014/main" val="2771136683"/>
                    </a:ext>
                  </a:extLst>
                </a:gridCol>
                <a:gridCol w="2132683">
                  <a:extLst>
                    <a:ext uri="{9D8B030D-6E8A-4147-A177-3AD203B41FA5}">
                      <a16:colId xmlns:a16="http://schemas.microsoft.com/office/drawing/2014/main" val="112759525"/>
                    </a:ext>
                  </a:extLst>
                </a:gridCol>
                <a:gridCol w="565849">
                  <a:extLst>
                    <a:ext uri="{9D8B030D-6E8A-4147-A177-3AD203B41FA5}">
                      <a16:colId xmlns:a16="http://schemas.microsoft.com/office/drawing/2014/main" val="3900317923"/>
                    </a:ext>
                  </a:extLst>
                </a:gridCol>
              </a:tblGrid>
              <a:tr h="24524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90000" marB="90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90000" marB="90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64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4" name="object 16">
            <a:extLst>
              <a:ext uri="{FF2B5EF4-FFF2-40B4-BE49-F238E27FC236}">
                <a16:creationId xmlns:a16="http://schemas.microsoft.com/office/drawing/2014/main" id="{B8EE87AF-0E59-9154-E426-02B132D5E156}"/>
              </a:ext>
            </a:extLst>
          </p:cNvPr>
          <p:cNvSpPr txBox="1"/>
          <p:nvPr/>
        </p:nvSpPr>
        <p:spPr>
          <a:xfrm>
            <a:off x="400853" y="5249697"/>
            <a:ext cx="604466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362DA98D-0BBC-2A8F-1FD6-4E2467EBC0FA}"/>
              </a:ext>
            </a:extLst>
          </p:cNvPr>
          <p:cNvGraphicFramePr>
            <a:graphicFrameLocks noGrp="1"/>
          </p:cNvGraphicFramePr>
          <p:nvPr>
            <p:extLst>
              <p:ext uri="{D42A27DB-BD31-4B8C-83A1-F6EECF244321}">
                <p14:modId xmlns:p14="http://schemas.microsoft.com/office/powerpoint/2010/main" val="2516771627"/>
              </p:ext>
            </p:extLst>
          </p:nvPr>
        </p:nvGraphicFramePr>
        <p:xfrm>
          <a:off x="400853" y="6778467"/>
          <a:ext cx="6048621" cy="1158313"/>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2" name="TextBox 11">
            <a:extLst>
              <a:ext uri="{FF2B5EF4-FFF2-40B4-BE49-F238E27FC236}">
                <a16:creationId xmlns:a16="http://schemas.microsoft.com/office/drawing/2014/main" id="{453186D2-6ABB-E3B1-207B-45F7B524DED4}"/>
              </a:ext>
            </a:extLst>
          </p:cNvPr>
          <p:cNvSpPr txBox="1"/>
          <p:nvPr/>
        </p:nvSpPr>
        <p:spPr>
          <a:xfrm>
            <a:off x="400853" y="6383797"/>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
        <p:nvSpPr>
          <p:cNvPr id="13" name="object 11">
            <a:extLst>
              <a:ext uri="{FF2B5EF4-FFF2-40B4-BE49-F238E27FC236}">
                <a16:creationId xmlns:a16="http://schemas.microsoft.com/office/drawing/2014/main" id="{42B86B8D-A181-9881-EE41-413D34D04E85}"/>
              </a:ext>
            </a:extLst>
          </p:cNvPr>
          <p:cNvSpPr txBox="1"/>
          <p:nvPr/>
        </p:nvSpPr>
        <p:spPr>
          <a:xfrm>
            <a:off x="2554451" y="8111019"/>
            <a:ext cx="179613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Electrostatic Discharge</a:t>
            </a:r>
          </a:p>
        </p:txBody>
      </p:sp>
      <p:sp>
        <p:nvSpPr>
          <p:cNvPr id="14" name="object 11">
            <a:extLst>
              <a:ext uri="{FF2B5EF4-FFF2-40B4-BE49-F238E27FC236}">
                <a16:creationId xmlns:a16="http://schemas.microsoft.com/office/drawing/2014/main" id="{E4403F7C-A05C-40B9-F31B-3D3867FE9B30}"/>
              </a:ext>
            </a:extLst>
          </p:cNvPr>
          <p:cNvSpPr txBox="1"/>
          <p:nvPr/>
        </p:nvSpPr>
        <p:spPr>
          <a:xfrm>
            <a:off x="2412906" y="5713883"/>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4217660581"/>
              </p:ext>
            </p:extLst>
          </p:nvPr>
        </p:nvGraphicFramePr>
        <p:xfrm>
          <a:off x="404812" y="1146142"/>
          <a:ext cx="6084887" cy="6490024"/>
        </p:xfrm>
        <a:graphic>
          <a:graphicData uri="http://schemas.openxmlformats.org/drawingml/2006/table">
            <a:tbl>
              <a:tblPr>
                <a:tableStyleId>{5C22544A-7EE6-4342-B048-85BDC9FD1C3A}</a:tableStyleId>
              </a:tblPr>
              <a:tblGrid>
                <a:gridCol w="1410931">
                  <a:extLst>
                    <a:ext uri="{9D8B030D-6E8A-4147-A177-3AD203B41FA5}">
                      <a16:colId xmlns:a16="http://schemas.microsoft.com/office/drawing/2014/main" val="1199541810"/>
                    </a:ext>
                  </a:extLst>
                </a:gridCol>
                <a:gridCol w="688128">
                  <a:extLst>
                    <a:ext uri="{9D8B030D-6E8A-4147-A177-3AD203B41FA5}">
                      <a16:colId xmlns:a16="http://schemas.microsoft.com/office/drawing/2014/main" val="2771136683"/>
                    </a:ext>
                  </a:extLst>
                </a:gridCol>
                <a:gridCol w="1820466">
                  <a:extLst>
                    <a:ext uri="{9D8B030D-6E8A-4147-A177-3AD203B41FA5}">
                      <a16:colId xmlns:a16="http://schemas.microsoft.com/office/drawing/2014/main" val="112759525"/>
                    </a:ext>
                  </a:extLst>
                </a:gridCol>
                <a:gridCol w="533171">
                  <a:extLst>
                    <a:ext uri="{9D8B030D-6E8A-4147-A177-3AD203B41FA5}">
                      <a16:colId xmlns:a16="http://schemas.microsoft.com/office/drawing/2014/main" val="2315189607"/>
                    </a:ext>
                  </a:extLst>
                </a:gridCol>
                <a:gridCol w="533171">
                  <a:extLst>
                    <a:ext uri="{9D8B030D-6E8A-4147-A177-3AD203B41FA5}">
                      <a16:colId xmlns:a16="http://schemas.microsoft.com/office/drawing/2014/main" val="1695008994"/>
                    </a:ext>
                  </a:extLst>
                </a:gridCol>
                <a:gridCol w="533171">
                  <a:extLst>
                    <a:ext uri="{9D8B030D-6E8A-4147-A177-3AD203B41FA5}">
                      <a16:colId xmlns:a16="http://schemas.microsoft.com/office/drawing/2014/main" val="1448189180"/>
                    </a:ext>
                  </a:extLst>
                </a:gridCol>
                <a:gridCol w="565849">
                  <a:extLst>
                    <a:ext uri="{9D8B030D-6E8A-4147-A177-3AD203B41FA5}">
                      <a16:colId xmlns:a16="http://schemas.microsoft.com/office/drawing/2014/main" val="3900317923"/>
                    </a:ext>
                  </a:extLst>
                </a:gridCol>
              </a:tblGrid>
              <a:tr h="142908">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3330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00107">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0010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0010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00107">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00107">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200107">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0010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14.746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00107">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00107">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00107">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00107">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00107">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00107">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00107">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00107">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00107">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00107">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00107">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998610"/>
                  </a:ext>
                </a:extLst>
              </a:tr>
              <a:tr h="200107">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383269"/>
                  </a:ext>
                </a:extLst>
              </a:tr>
              <a:tr h="868922">
                <a:tc>
                  <a:txBody>
                    <a:bodyPr/>
                    <a:lstStyle/>
                    <a:p>
                      <a:pPr algn="r" fontAlgn="ct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6704114"/>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그룹 38">
            <a:extLst>
              <a:ext uri="{FF2B5EF4-FFF2-40B4-BE49-F238E27FC236}">
                <a16:creationId xmlns:a16="http://schemas.microsoft.com/office/drawing/2014/main" id="{A822BD45-7C3F-A56B-2707-1B54E2C364AB}"/>
              </a:ext>
            </a:extLst>
          </p:cNvPr>
          <p:cNvGrpSpPr/>
          <p:nvPr/>
        </p:nvGrpSpPr>
        <p:grpSpPr>
          <a:xfrm>
            <a:off x="2808266" y="6899313"/>
            <a:ext cx="3145228" cy="600900"/>
            <a:chOff x="1832248" y="5427240"/>
            <a:chExt cx="3333652" cy="580812"/>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832248" y="5427240"/>
              <a:ext cx="3331009" cy="135033"/>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04720" y="5602561"/>
              <a:ext cx="0" cy="39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539246" y="5606248"/>
              <a:ext cx="0" cy="39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163246" y="5612052"/>
              <a:ext cx="0" cy="39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2921795" y="5795235"/>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04720" y="5717955"/>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148845" y="5819491"/>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545900" y="5721640"/>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451854" y="5590263"/>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120217" y="5610615"/>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06058" y="591112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2926485" y="5911122"/>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154161" y="5916438"/>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540196" y="5909491"/>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263618" y="5791180"/>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08771" y="5786038"/>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728385" y="5795235"/>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538057" y="5791909"/>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651D06D4-172E-C78F-B0FB-9D2D425EF53B}"/>
              </a:ext>
            </a:extLst>
          </p:cNvPr>
          <p:cNvSpPr txBox="1"/>
          <p:nvPr/>
        </p:nvSpPr>
        <p:spPr>
          <a:xfrm>
            <a:off x="404812" y="7729265"/>
            <a:ext cx="6086677" cy="7566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The conditions, </a:t>
            </a:r>
            <a:r>
              <a:rPr lang="en-US" altLang="ko-KR" dirty="0">
                <a:ea typeface="맑은 고딕" panose="020B0503020000020004" pitchFamily="50" charset="-127"/>
              </a:rPr>
              <a:t>①</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1H </a:t>
            </a:r>
            <a:r>
              <a:rPr lang="en-US" altLang="ko-KR" sz="900" b="0" i="0" u="none" strike="noStrike" dirty="0">
                <a:solidFill>
                  <a:srgbClr val="000000"/>
                </a:solidFill>
                <a:effectLst/>
                <a:ea typeface="굴림" panose="020B0600000101010101" pitchFamily="50" charset="-127"/>
              </a:rPr>
              <a:t> ≥ </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ea typeface="맑은 고딕" panose="020B0503020000020004" pitchFamily="50" charset="-127"/>
              </a:rPr>
              <a:t>②</a:t>
            </a:r>
            <a:r>
              <a:rPr lang="en-US" altLang="ko-KR" sz="900" b="0" i="0" u="none" strike="noStrike" baseline="-25000" dirty="0">
                <a:solidFill>
                  <a:srgbClr val="000000"/>
                </a:solidFill>
                <a:effectLst/>
                <a:ea typeface="굴림" panose="020B0600000101010101" pitchFamily="50" charset="-127"/>
              </a:rPr>
              <a:t> </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0L</a:t>
            </a:r>
            <a:r>
              <a:rPr lang="en-US" altLang="ko-KR" sz="900" b="0" i="0" u="none" strike="noStrike" baseline="0" dirty="0">
                <a:solidFill>
                  <a:srgbClr val="000000"/>
                </a:solidFill>
                <a:effectLst/>
                <a:ea typeface="굴림" panose="020B0600000101010101" pitchFamily="50" charset="-127"/>
              </a:rPr>
              <a:t> </a:t>
            </a:r>
            <a:r>
              <a:rPr lang="en-US" altLang="ko-KR" sz="900" b="0" i="0" u="none" strike="noStrike" dirty="0">
                <a:solidFill>
                  <a:srgbClr val="000000"/>
                </a:solidFill>
                <a:effectLst/>
                <a:ea typeface="굴림" panose="020B0600000101010101" pitchFamily="50" charset="-127"/>
              </a:rPr>
              <a:t>≥ </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1H </a:t>
            </a:r>
            <a:r>
              <a:rPr lang="en-US" altLang="ko-KR" sz="900" b="0" i="0" u="none" strike="noStrike" dirty="0">
                <a:solidFill>
                  <a:srgbClr val="000000"/>
                </a:solidFill>
                <a:effectLst/>
                <a:ea typeface="굴림" panose="020B0600000101010101" pitchFamily="50" charset="-127"/>
              </a:rPr>
              <a:t>+</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0H</a:t>
            </a:r>
            <a:r>
              <a:rPr lang="en-US" altLang="ko-KR" sz="900" b="0" i="0" u="none" strike="noStrike" baseline="0" dirty="0">
                <a:solidFill>
                  <a:srgbClr val="000000"/>
                </a:solidFill>
                <a:effectLst/>
                <a:ea typeface="굴림" panose="020B0600000101010101" pitchFamily="50" charset="-127"/>
              </a:rPr>
              <a:t>) = (T</a:t>
            </a:r>
            <a:r>
              <a:rPr lang="en-US" altLang="ko-KR" sz="900" b="0" i="0" u="none" strike="noStrike" baseline="-25000" dirty="0">
                <a:solidFill>
                  <a:srgbClr val="000000"/>
                </a:solidFill>
                <a:effectLst/>
                <a:ea typeface="굴림" panose="020B0600000101010101" pitchFamily="50" charset="-127"/>
              </a:rPr>
              <a:t>0L</a:t>
            </a:r>
            <a:r>
              <a:rPr lang="en-US" altLang="ko-KR" sz="900" b="0" i="0" u="none" strike="noStrike" dirty="0">
                <a:solidFill>
                  <a:srgbClr val="000000"/>
                </a:solidFill>
                <a:effectLst/>
                <a:ea typeface="굴림" panose="020B0600000101010101" pitchFamily="50" charset="-127"/>
              </a:rPr>
              <a:t>+</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r>
              <a:rPr lang="en-US" altLang="ko-KR" dirty="0">
                <a:solidFill>
                  <a:srgbClr val="000000"/>
                </a:solidFill>
                <a:ea typeface="굴림" panose="020B0600000101010101" pitchFamily="50" charset="-127"/>
              </a:rPr>
              <a:t>            3)  On downstreaming (or upstreaming), the </a:t>
            </a:r>
            <a:r>
              <a:rPr lang="en-US" altLang="ko-KR" sz="900" dirty="0"/>
              <a:t>T</a:t>
            </a:r>
            <a:r>
              <a:rPr lang="en-US" altLang="ko-KR" sz="900" baseline="-25000" dirty="0"/>
              <a:t>1H  </a:t>
            </a:r>
            <a:r>
              <a:rPr lang="en-US" altLang="ko-KR" sz="900" dirty="0"/>
              <a:t>of </a:t>
            </a:r>
            <a:r>
              <a:rPr lang="en-US" altLang="ko-KR" sz="900" b="0" i="0" u="none" strike="noStrike" dirty="0">
                <a:solidFill>
                  <a:schemeClr val="tx1"/>
                </a:solidFill>
                <a:effectLst/>
                <a:ea typeface="굴림" panose="020B0600000101010101" pitchFamily="50" charset="-127"/>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ea typeface="굴림" panose="020B0600000101010101" pitchFamily="50" charset="-127"/>
              </a:rPr>
              <a:t>DIO</a:t>
            </a:r>
            <a:r>
              <a:rPr lang="en-US" altLang="ko-KR" sz="900" b="0" i="0" u="none" strike="noStrike" dirty="0">
                <a:solidFill>
                  <a:schemeClr val="tx1"/>
                </a:solidFill>
                <a:effectLst/>
                <a:ea typeface="굴림" panose="020B0600000101010101" pitchFamily="50" charset="-127"/>
              </a:rPr>
              <a:t> (or </a:t>
            </a:r>
            <a:r>
              <a:rPr lang="en-US" altLang="ko-KR" sz="900" dirty="0"/>
              <a:t>T</a:t>
            </a:r>
            <a:r>
              <a:rPr lang="en-US" altLang="ko-KR" sz="900" baseline="-25000" dirty="0"/>
              <a:t>1H  </a:t>
            </a:r>
            <a:r>
              <a:rPr lang="en-US" altLang="ko-KR" sz="900" dirty="0"/>
              <a:t>of </a:t>
            </a:r>
            <a:r>
              <a:rPr lang="en-US" altLang="ko-KR" sz="900" b="0" i="0" u="none" strike="noStrike" dirty="0">
                <a:solidFill>
                  <a:schemeClr val="tx1"/>
                </a:solidFill>
                <a:effectLst/>
                <a:ea typeface="굴림" panose="020B0600000101010101" pitchFamily="50" charset="-127"/>
              </a:rPr>
              <a:t>D</a:t>
            </a:r>
            <a:r>
              <a:rPr lang="en-US" altLang="ko-KR" sz="900" b="0" i="0" u="none" strike="noStrike" baseline="-25000" dirty="0">
                <a:solidFill>
                  <a:schemeClr val="tx1"/>
                </a:solidFill>
                <a:effectLst/>
                <a:ea typeface="굴림" panose="020B0600000101010101" pitchFamily="50" charset="-127"/>
              </a:rPr>
              <a:t>DIO</a:t>
            </a:r>
            <a:r>
              <a:rPr lang="en-US" altLang="ko-KR" sz="900" b="0" i="0" u="none" strike="noStrike" dirty="0">
                <a:solidFill>
                  <a:schemeClr val="tx1"/>
                </a:solidFill>
                <a:effectLst/>
                <a:ea typeface="굴림" panose="020B0600000101010101" pitchFamily="50" charset="-127"/>
              </a:rPr>
              <a:t>) is shorted as many as </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ea typeface="굴림" panose="020B0600000101010101" pitchFamily="50" charset="-127"/>
              </a:rPr>
              <a:t>or</a:t>
            </a:r>
            <a:r>
              <a:rPr lang="en-US" altLang="ko-KR" baseline="0" dirty="0">
                <a:solidFill>
                  <a:srgbClr val="000000"/>
                </a:solidFill>
                <a:ea typeface="굴림" panose="020B0600000101010101" pitchFamily="50" charset="-127"/>
              </a:rPr>
              <a:t>           </a:t>
            </a:r>
          </a:p>
          <a:p>
            <a:r>
              <a:rPr lang="en-US" altLang="ko-KR" sz="900" b="0" i="0" u="none" strike="noStrike" dirty="0">
                <a:solidFill>
                  <a:srgbClr val="000000"/>
                </a:solidFill>
                <a:effectLst/>
                <a:ea typeface="굴림" panose="020B0600000101010101" pitchFamily="50" charset="-127"/>
              </a:rPr>
              <a:t>                  </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ea typeface="굴림" panose="020B0600000101010101" pitchFamily="50" charset="-127"/>
              </a:rPr>
              <a:t>T</a:t>
            </a:r>
            <a:r>
              <a:rPr lang="en-US" altLang="ko-KR" sz="900" b="0" i="1" u="none" strike="noStrike" baseline="-25000" dirty="0">
                <a:solidFill>
                  <a:srgbClr val="000000"/>
                </a:solidFill>
                <a:ea typeface="굴림" panose="020B0600000101010101" pitchFamily="50" charset="-127"/>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ea typeface="굴림" panose="020B0600000101010101" pitchFamily="50" charset="-127"/>
              </a:rPr>
              <a:t>and T</a:t>
            </a:r>
            <a:r>
              <a:rPr lang="en-US" altLang="ko-KR" sz="900" b="0" i="1" u="none" strike="noStrike" baseline="-25000" dirty="0">
                <a:solidFill>
                  <a:srgbClr val="000000"/>
                </a:solidFill>
                <a:ea typeface="굴림" panose="020B0600000101010101" pitchFamily="50" charset="-127"/>
              </a:rPr>
              <a:t>0L </a:t>
            </a:r>
            <a:r>
              <a:rPr lang="en-US" altLang="ko-KR" b="0" i="1" dirty="0">
                <a:solidFill>
                  <a:srgbClr val="000000"/>
                </a:solidFill>
              </a:rPr>
              <a:t>must be</a:t>
            </a:r>
          </a:p>
          <a:p>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2688898757"/>
              </p:ext>
            </p:extLst>
          </p:nvPr>
        </p:nvGraphicFramePr>
        <p:xfrm>
          <a:off x="404812" y="1143002"/>
          <a:ext cx="6084887" cy="6539707"/>
        </p:xfrm>
        <a:graphic>
          <a:graphicData uri="http://schemas.openxmlformats.org/drawingml/2006/table">
            <a:tbl>
              <a:tblPr>
                <a:tableStyleId>{5C22544A-7EE6-4342-B048-85BDC9FD1C3A}</a:tableStyleId>
              </a:tblPr>
              <a:tblGrid>
                <a:gridCol w="1410931">
                  <a:extLst>
                    <a:ext uri="{9D8B030D-6E8A-4147-A177-3AD203B41FA5}">
                      <a16:colId xmlns:a16="http://schemas.microsoft.com/office/drawing/2014/main" val="1783343538"/>
                    </a:ext>
                  </a:extLst>
                </a:gridCol>
                <a:gridCol w="688128">
                  <a:extLst>
                    <a:ext uri="{9D8B030D-6E8A-4147-A177-3AD203B41FA5}">
                      <a16:colId xmlns:a16="http://schemas.microsoft.com/office/drawing/2014/main" val="3180006436"/>
                    </a:ext>
                  </a:extLst>
                </a:gridCol>
                <a:gridCol w="1820466">
                  <a:extLst>
                    <a:ext uri="{9D8B030D-6E8A-4147-A177-3AD203B41FA5}">
                      <a16:colId xmlns:a16="http://schemas.microsoft.com/office/drawing/2014/main" val="1629708029"/>
                    </a:ext>
                  </a:extLst>
                </a:gridCol>
                <a:gridCol w="533171">
                  <a:extLst>
                    <a:ext uri="{9D8B030D-6E8A-4147-A177-3AD203B41FA5}">
                      <a16:colId xmlns:a16="http://schemas.microsoft.com/office/drawing/2014/main" val="3514095092"/>
                    </a:ext>
                  </a:extLst>
                </a:gridCol>
                <a:gridCol w="533171">
                  <a:extLst>
                    <a:ext uri="{9D8B030D-6E8A-4147-A177-3AD203B41FA5}">
                      <a16:colId xmlns:a16="http://schemas.microsoft.com/office/drawing/2014/main" val="2256908222"/>
                    </a:ext>
                  </a:extLst>
                </a:gridCol>
                <a:gridCol w="533171">
                  <a:extLst>
                    <a:ext uri="{9D8B030D-6E8A-4147-A177-3AD203B41FA5}">
                      <a16:colId xmlns:a16="http://schemas.microsoft.com/office/drawing/2014/main" val="2915946677"/>
                    </a:ext>
                  </a:extLst>
                </a:gridCol>
                <a:gridCol w="565849">
                  <a:extLst>
                    <a:ext uri="{9D8B030D-6E8A-4147-A177-3AD203B41FA5}">
                      <a16:colId xmlns:a16="http://schemas.microsoft.com/office/drawing/2014/main" val="2559142005"/>
                    </a:ext>
                  </a:extLst>
                </a:gridCol>
              </a:tblGrid>
              <a:tr h="152398">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139700">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36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68131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46355" indent="0">
                        <a:lnSpc>
                          <a:spcPct val="100000"/>
                        </a:lnSpc>
                        <a:spcBef>
                          <a:spcPts val="85"/>
                        </a:spcBef>
                      </a:pPr>
                      <a:r>
                        <a:rPr lang="en-US" sz="900" spc="-5" dirty="0">
                          <a:solidFill>
                            <a:schemeClr val="tx1"/>
                          </a:solidFill>
                          <a:latin typeface="Arial"/>
                          <a:cs typeface="Arial"/>
                        </a:rPr>
                        <a:t>          </a:t>
                      </a:r>
                      <a:r>
                        <a:rPr sz="900" spc="-5" dirty="0">
                          <a:solidFill>
                            <a:schemeClr val="tx1"/>
                          </a:solidFill>
                          <a:latin typeface="Arial"/>
                          <a:cs typeface="Arial"/>
                        </a:rPr>
                        <a:t>Headroom voltage </a:t>
                      </a:r>
                      <a:r>
                        <a:rPr sz="900" spc="-5" dirty="0" err="1">
                          <a:solidFill>
                            <a:schemeClr val="tx1"/>
                          </a:solidFill>
                          <a:latin typeface="Arial"/>
                          <a:cs typeface="Arial"/>
                        </a:rPr>
                        <a:t>V</a:t>
                      </a:r>
                      <a:r>
                        <a:rPr lang="en-US" sz="900" spc="-7" baseline="-18518" dirty="0" err="1">
                          <a:solidFill>
                            <a:schemeClr val="tx1"/>
                          </a:solidFill>
                          <a:latin typeface="Arial"/>
                          <a:cs typeface="Arial"/>
                        </a:rPr>
                        <a:t>H</a:t>
                      </a:r>
                      <a:r>
                        <a:rPr sz="900" spc="-7" baseline="-18518" dirty="0" err="1">
                          <a:solidFill>
                            <a:schemeClr val="tx1"/>
                          </a:solidFill>
                          <a:latin typeface="Arial"/>
                          <a:cs typeface="Arial"/>
                        </a:rPr>
                        <a:t>D</a:t>
                      </a:r>
                      <a:r>
                        <a:rPr sz="900" baseline="-18518" dirty="0">
                          <a:solidFill>
                            <a:schemeClr val="tx1"/>
                          </a:solidFill>
                          <a:latin typeface="Arial"/>
                          <a:cs typeface="Arial"/>
                        </a:rPr>
                        <a:t> </a:t>
                      </a:r>
                      <a:r>
                        <a:rPr lang="en-US" sz="900" baseline="0" dirty="0">
                          <a:solidFill>
                            <a:schemeClr val="tx1"/>
                          </a:solidFill>
                          <a:latin typeface="Arial"/>
                          <a:cs typeface="Arial"/>
                        </a:rPr>
                        <a:t> </a:t>
                      </a:r>
                      <a:r>
                        <a:rPr sz="900" baseline="0" dirty="0">
                          <a:solidFill>
                            <a:schemeClr val="tx1"/>
                          </a:solidFill>
                          <a:latin typeface="Arial"/>
                          <a:cs typeface="Arial"/>
                        </a:rPr>
                        <a:t>:</a:t>
                      </a:r>
                      <a:endParaRPr lang="en-US" sz="900" baseline="0" dirty="0">
                        <a:solidFill>
                          <a:schemeClr val="tx1"/>
                        </a:solidFill>
                        <a:latin typeface="Arial"/>
                        <a:cs typeface="Arial"/>
                      </a:endParaRPr>
                    </a:p>
                    <a:p>
                      <a:pPr marL="0" marR="46355" indent="0">
                        <a:lnSpc>
                          <a:spcPct val="100000"/>
                        </a:lnSpc>
                        <a:spcBef>
                          <a:spcPts val="85"/>
                        </a:spcBef>
                      </a:pPr>
                      <a:r>
                        <a:rPr lang="en-US" sz="900" spc="-5" dirty="0">
                          <a:solidFill>
                            <a:schemeClr val="tx1"/>
                          </a:solidFill>
                          <a:latin typeface="Arial"/>
                          <a:cs typeface="Arial"/>
                        </a:rPr>
                        <a:t>  0.60V</a:t>
                      </a:r>
                      <a:r>
                        <a:rPr sz="700" spc="-5" dirty="0">
                          <a:solidFill>
                            <a:schemeClr val="tx1"/>
                          </a:solidFill>
                          <a:latin typeface="Arial"/>
                          <a:cs typeface="Arial"/>
                        </a:rPr>
                        <a:t>@</a:t>
                      </a:r>
                      <a:r>
                        <a:rPr sz="700" spc="-15"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  </a:t>
                      </a:r>
                      <a:r>
                        <a:rPr sz="900" spc="187" baseline="-18518" dirty="0">
                          <a:solidFill>
                            <a:schemeClr val="tx1"/>
                          </a:solidFill>
                          <a:latin typeface="Arial"/>
                          <a:cs typeface="Arial"/>
                        </a:rPr>
                        <a:t> </a:t>
                      </a:r>
                      <a:r>
                        <a:rPr sz="900" dirty="0">
                          <a:solidFill>
                            <a:schemeClr val="tx1"/>
                          </a:solidFill>
                          <a:latin typeface="Arial"/>
                          <a:cs typeface="Arial"/>
                        </a:rPr>
                        <a:t>4mA,</a:t>
                      </a:r>
                      <a:r>
                        <a:rPr sz="900" spc="-30" dirty="0">
                          <a:solidFill>
                            <a:schemeClr val="tx1"/>
                          </a:solidFill>
                          <a:latin typeface="Arial"/>
                          <a:cs typeface="Arial"/>
                        </a:rPr>
                        <a:t> </a:t>
                      </a:r>
                      <a:r>
                        <a:rPr sz="900" dirty="0">
                          <a:solidFill>
                            <a:schemeClr val="tx1"/>
                          </a:solidFill>
                          <a:latin typeface="Arial"/>
                          <a:cs typeface="Arial"/>
                        </a:rPr>
                        <a:t>0.</a:t>
                      </a:r>
                      <a:r>
                        <a:rPr lang="en-US" sz="900" dirty="0">
                          <a:solidFill>
                            <a:schemeClr val="tx1"/>
                          </a:solidFill>
                          <a:latin typeface="Arial"/>
                          <a:cs typeface="Arial"/>
                        </a:rPr>
                        <a:t>65</a:t>
                      </a:r>
                      <a:r>
                        <a:rPr sz="900" dirty="0">
                          <a:solidFill>
                            <a:schemeClr val="tx1"/>
                          </a:solidFill>
                          <a:latin typeface="Arial"/>
                          <a:cs typeface="Arial"/>
                        </a:rPr>
                        <a:t>V</a:t>
                      </a:r>
                      <a:r>
                        <a:rPr sz="700" dirty="0">
                          <a:solidFill>
                            <a:schemeClr val="tx1"/>
                          </a:solidFill>
                          <a:latin typeface="Arial"/>
                          <a:cs typeface="Arial"/>
                        </a:rPr>
                        <a:t>@</a:t>
                      </a:r>
                      <a:r>
                        <a:rPr sz="700" spc="-15"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  </a:t>
                      </a:r>
                      <a:r>
                        <a:rPr sz="900" spc="195" baseline="-18518" dirty="0">
                          <a:solidFill>
                            <a:schemeClr val="tx1"/>
                          </a:solidFill>
                          <a:latin typeface="Arial"/>
                          <a:cs typeface="Arial"/>
                        </a:rPr>
                        <a:t> </a:t>
                      </a:r>
                      <a:r>
                        <a:rPr sz="900" dirty="0">
                          <a:solidFill>
                            <a:schemeClr val="tx1"/>
                          </a:solidFill>
                          <a:latin typeface="Arial"/>
                          <a:cs typeface="Arial"/>
                        </a:rPr>
                        <a:t>8mA</a:t>
                      </a:r>
                    </a:p>
                    <a:p>
                      <a:pPr marL="0" indent="0">
                        <a:lnSpc>
                          <a:spcPct val="100000"/>
                        </a:lnSpc>
                      </a:pPr>
                      <a:r>
                        <a:rPr lang="en-US" sz="900" spc="-5" dirty="0">
                          <a:solidFill>
                            <a:schemeClr val="tx1"/>
                          </a:solidFill>
                          <a:latin typeface="Arial"/>
                          <a:cs typeface="Arial"/>
                        </a:rPr>
                        <a:t>  0.70V</a:t>
                      </a:r>
                      <a:r>
                        <a:rPr sz="700" spc="-5"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12mA,</a:t>
                      </a:r>
                      <a:r>
                        <a:rPr sz="900" spc="-40" dirty="0">
                          <a:solidFill>
                            <a:schemeClr val="tx1"/>
                          </a:solidFill>
                          <a:latin typeface="Arial"/>
                          <a:cs typeface="Arial"/>
                        </a:rPr>
                        <a:t> </a:t>
                      </a:r>
                      <a:r>
                        <a:rPr sz="900" dirty="0">
                          <a:solidFill>
                            <a:schemeClr val="tx1"/>
                          </a:solidFill>
                          <a:latin typeface="Arial"/>
                          <a:cs typeface="Arial"/>
                        </a:rPr>
                        <a:t>0.</a:t>
                      </a:r>
                      <a:r>
                        <a:rPr lang="en-US" sz="900" dirty="0">
                          <a:solidFill>
                            <a:schemeClr val="tx1"/>
                          </a:solidFill>
                          <a:latin typeface="Arial"/>
                          <a:cs typeface="Arial"/>
                        </a:rPr>
                        <a:t>7</a:t>
                      </a:r>
                      <a:r>
                        <a:rPr sz="900" dirty="0">
                          <a:solidFill>
                            <a:schemeClr val="tx1"/>
                          </a:solidFill>
                          <a:latin typeface="Arial"/>
                          <a:cs typeface="Arial"/>
                        </a:rPr>
                        <a:t>5V</a:t>
                      </a:r>
                      <a:r>
                        <a:rPr sz="700"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16mA</a:t>
                      </a:r>
                    </a:p>
                    <a:p>
                      <a:pPr marL="0" indent="0">
                        <a:lnSpc>
                          <a:spcPct val="100000"/>
                        </a:lnSpc>
                      </a:pPr>
                      <a:r>
                        <a:rPr lang="en-US" sz="900" spc="-5" dirty="0">
                          <a:solidFill>
                            <a:schemeClr val="tx1"/>
                          </a:solidFill>
                          <a:latin typeface="Arial"/>
                          <a:cs typeface="Arial"/>
                        </a:rPr>
                        <a:t>  0.80V</a:t>
                      </a:r>
                      <a:r>
                        <a:rPr sz="700" spc="-5"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24mA,</a:t>
                      </a:r>
                      <a:r>
                        <a:rPr sz="900" spc="-40" dirty="0">
                          <a:solidFill>
                            <a:schemeClr val="tx1"/>
                          </a:solidFill>
                          <a:latin typeface="Arial"/>
                          <a:cs typeface="Arial"/>
                        </a:rPr>
                        <a:t> </a:t>
                      </a:r>
                      <a:r>
                        <a:rPr sz="900" dirty="0">
                          <a:solidFill>
                            <a:schemeClr val="tx1"/>
                          </a:solidFill>
                          <a:latin typeface="Arial"/>
                          <a:cs typeface="Arial"/>
                        </a:rPr>
                        <a:t>0.</a:t>
                      </a:r>
                      <a:r>
                        <a:rPr lang="en-US" sz="900" dirty="0">
                          <a:solidFill>
                            <a:schemeClr val="tx1"/>
                          </a:solidFill>
                          <a:latin typeface="Arial"/>
                          <a:cs typeface="Arial"/>
                        </a:rPr>
                        <a:t>85</a:t>
                      </a:r>
                      <a:r>
                        <a:rPr sz="900" dirty="0">
                          <a:solidFill>
                            <a:schemeClr val="tx1"/>
                          </a:solidFill>
                          <a:latin typeface="Arial"/>
                          <a:cs typeface="Arial"/>
                        </a:rPr>
                        <a:t>V</a:t>
                      </a:r>
                      <a:r>
                        <a:rPr sz="700"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32mA</a:t>
                      </a:r>
                    </a:p>
                    <a:p>
                      <a:pPr marL="0" indent="0">
                        <a:lnSpc>
                          <a:spcPct val="100000"/>
                        </a:lnSpc>
                      </a:pPr>
                      <a:r>
                        <a:rPr lang="en-US" sz="900" spc="-5" dirty="0">
                          <a:solidFill>
                            <a:schemeClr val="tx1"/>
                          </a:solidFill>
                          <a:latin typeface="Arial"/>
                          <a:cs typeface="Arial"/>
                        </a:rPr>
                        <a:t>  </a:t>
                      </a:r>
                      <a:r>
                        <a:rPr lang="en-US" altLang="ko-KR" sz="900" spc="-5" dirty="0">
                          <a:solidFill>
                            <a:schemeClr val="tx1"/>
                          </a:solidFill>
                          <a:latin typeface="Arial"/>
                          <a:cs typeface="Arial"/>
                        </a:rPr>
                        <a:t>0.90V</a:t>
                      </a:r>
                      <a:r>
                        <a:rPr lang="en-US" altLang="ko-KR" sz="700" spc="-5"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46mA,</a:t>
                      </a:r>
                      <a:r>
                        <a:rPr sz="900" spc="-25" dirty="0">
                          <a:solidFill>
                            <a:schemeClr val="tx1"/>
                          </a:solidFill>
                          <a:latin typeface="Arial"/>
                          <a:cs typeface="Arial"/>
                        </a:rPr>
                        <a:t> </a:t>
                      </a:r>
                      <a:r>
                        <a:rPr sz="900" spc="-5" dirty="0">
                          <a:solidFill>
                            <a:schemeClr val="tx1"/>
                          </a:solidFill>
                          <a:latin typeface="Arial"/>
                          <a:cs typeface="Arial"/>
                        </a:rPr>
                        <a:t>0.90V</a:t>
                      </a:r>
                      <a:r>
                        <a:rPr sz="700" spc="-5" dirty="0">
                          <a:solidFill>
                            <a:schemeClr val="tx1"/>
                          </a:solidFill>
                          <a:latin typeface="Arial"/>
                          <a:cs typeface="Arial"/>
                        </a:rPr>
                        <a:t>@</a:t>
                      </a:r>
                      <a:r>
                        <a:rPr sz="700" spc="-1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64mA</a:t>
                      </a:r>
                    </a:p>
                  </a:txBody>
                  <a:tcPr marL="0" marR="0" marT="10795"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9063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3b’000=3V,</a:t>
                      </a:r>
                      <a:r>
                        <a:rPr sz="900" spc="16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4</a:t>
                      </a:r>
                      <a:r>
                        <a:rPr sz="900" dirty="0">
                          <a:solidFill>
                            <a:schemeClr val="tx1"/>
                          </a:solidFill>
                          <a:latin typeface="Arial"/>
                          <a:cs typeface="Arial"/>
                        </a:rPr>
                        <a:t>V</a:t>
                      </a:r>
                    </a:p>
                    <a:p>
                      <a:pPr marL="275590">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6</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8</a:t>
                      </a:r>
                      <a:r>
                        <a:rPr sz="900" dirty="0">
                          <a:solidFill>
                            <a:schemeClr val="tx1"/>
                          </a:solidFill>
                          <a:latin typeface="Arial"/>
                          <a:cs typeface="Arial"/>
                        </a:rPr>
                        <a:t>V</a:t>
                      </a:r>
                    </a:p>
                    <a:p>
                      <a:pPr marL="275590">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12</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16</a:t>
                      </a:r>
                      <a:r>
                        <a:rPr sz="900" spc="-5" dirty="0">
                          <a:solidFill>
                            <a:schemeClr val="tx1"/>
                          </a:solidFill>
                          <a:latin typeface="Arial"/>
                          <a:cs typeface="Arial"/>
                        </a:rPr>
                        <a:t>V</a:t>
                      </a:r>
                      <a:endParaRPr sz="900" dirty="0">
                        <a:solidFill>
                          <a:schemeClr val="tx1"/>
                        </a:solidFill>
                        <a:latin typeface="Arial"/>
                        <a:cs typeface="Arial"/>
                      </a:endParaRPr>
                    </a:p>
                    <a:p>
                      <a:pPr marL="275590">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24</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3b’111=36V</a:t>
                      </a:r>
                    </a:p>
                  </a:txBody>
                  <a:tcPr marL="0" marR="0" marT="2032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36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670758">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12mA, 3’b011 = 16mA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24mA, 3’b101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46mA, 3’b111 = 64mA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538246">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318135" marR="318770" indent="46990" algn="ctr">
                        <a:lnSpc>
                          <a:spcPct val="100000"/>
                        </a:lnSpc>
                        <a:spcBef>
                          <a:spcPts val="120"/>
                        </a:spcBef>
                      </a:pPr>
                      <a:r>
                        <a:rPr sz="1050" spc="-7" baseline="3968" dirty="0">
                          <a:latin typeface="Arial"/>
                          <a:cs typeface="Arial"/>
                        </a:rPr>
                        <a:t>@ </a:t>
                      </a:r>
                      <a:r>
                        <a:rPr sz="900" dirty="0">
                          <a:latin typeface="Arial"/>
                          <a:cs typeface="Arial"/>
                        </a:rPr>
                        <a:t>I</a:t>
                      </a:r>
                      <a:r>
                        <a:rPr sz="900" baseline="-9259" dirty="0">
                          <a:latin typeface="Arial"/>
                          <a:cs typeface="Arial"/>
                        </a:rPr>
                        <a:t>O </a:t>
                      </a:r>
                      <a:r>
                        <a:rPr sz="900" dirty="0">
                          <a:latin typeface="Arial"/>
                          <a:cs typeface="Arial"/>
                        </a:rPr>
                        <a:t>=</a:t>
                      </a:r>
                      <a:r>
                        <a:rPr lang="en-US" sz="900" dirty="0">
                          <a:latin typeface="Arial"/>
                          <a:cs typeface="Arial"/>
                        </a:rPr>
                        <a:t>Imax(8</a:t>
                      </a:r>
                      <a:r>
                        <a:rPr lang="en-US" altLang="ko-KR" sz="900" dirty="0">
                          <a:latin typeface="Arial"/>
                          <a:cs typeface="Arial"/>
                        </a:rPr>
                        <a:t>mA)</a:t>
                      </a:r>
                      <a:r>
                        <a:rPr lang="en-US" sz="900" dirty="0">
                          <a:latin typeface="Arial"/>
                          <a:cs typeface="Arial"/>
                        </a:rPr>
                        <a:t>*0.</a:t>
                      </a:r>
                      <a:r>
                        <a:rPr lang="en-US" sz="900" spc="5" dirty="0">
                          <a:latin typeface="Arial"/>
                          <a:cs typeface="Arial"/>
                        </a:rPr>
                        <a:t>02</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73715">
                <a:tc vMerge="1">
                  <a:txBody>
                    <a:bodyPr/>
                    <a:lstStyle/>
                    <a:p>
                      <a:pPr latinLnBrk="1"/>
                      <a:endParaRPr lang="ko-KR" altLang="en-US"/>
                    </a:p>
                  </a:txBody>
                  <a:tcPr/>
                </a:tc>
                <a:tc vMerge="1">
                  <a:txBody>
                    <a:bodyPr/>
                    <a:lstStyle/>
                    <a:p>
                      <a:pPr latinLnBrk="1"/>
                      <a:endParaRPr lang="ko-KR" altLang="en-US"/>
                    </a:p>
                  </a:txBody>
                  <a:tcPr/>
                </a:tc>
                <a:tc>
                  <a:txBody>
                    <a:bodyPr/>
                    <a:lstStyle/>
                    <a:p>
                      <a:pPr marL="318135" marR="318770" indent="4699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Imax(8mA)*0.</a:t>
                      </a:r>
                      <a:r>
                        <a:rPr lang="en-US" altLang="ko-KR" sz="900" spc="5" dirty="0">
                          <a:latin typeface="Arial"/>
                          <a:cs typeface="Arial"/>
                        </a:rPr>
                        <a:t>1</a:t>
                      </a:r>
                      <a:endParaRPr lang="en-US" altLang="ko-K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73715">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18135" marR="318770" indent="4699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Imax(8mA)*1</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36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40V</a:t>
                      </a:r>
                      <a:endParaRPr sz="900" dirty="0">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36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680074">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0.50V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0.60V,  3’b011 = 0.70V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0.85V,  3’b101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1.15V,  3’b111 = 1.30V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36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36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00112">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472863">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20"/>
                        </a:spcBef>
                      </a:pPr>
                      <a:endParaRPr sz="1350" dirty="0">
                        <a:latin typeface="Times New Roman"/>
                        <a:cs typeface="Times New Roman"/>
                      </a:endParaRPr>
                    </a:p>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254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L="170180">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4</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1" y="7765672"/>
            <a:ext cx="6084887"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2708044868"/>
              </p:ext>
            </p:extLst>
          </p:nvPr>
        </p:nvGraphicFramePr>
        <p:xfrm>
          <a:off x="404812" y="1146851"/>
          <a:ext cx="6084887" cy="2578184"/>
        </p:xfrm>
        <a:graphic>
          <a:graphicData uri="http://schemas.openxmlformats.org/drawingml/2006/table">
            <a:tbl>
              <a:tblPr>
                <a:tableStyleId>{5C22544A-7EE6-4342-B048-85BDC9FD1C3A}</a:tableStyleId>
              </a:tblPr>
              <a:tblGrid>
                <a:gridCol w="1410931">
                  <a:extLst>
                    <a:ext uri="{9D8B030D-6E8A-4147-A177-3AD203B41FA5}">
                      <a16:colId xmlns:a16="http://schemas.microsoft.com/office/drawing/2014/main" val="1783343538"/>
                    </a:ext>
                  </a:extLst>
                </a:gridCol>
                <a:gridCol w="688128">
                  <a:extLst>
                    <a:ext uri="{9D8B030D-6E8A-4147-A177-3AD203B41FA5}">
                      <a16:colId xmlns:a16="http://schemas.microsoft.com/office/drawing/2014/main" val="3180006436"/>
                    </a:ext>
                  </a:extLst>
                </a:gridCol>
                <a:gridCol w="1820466">
                  <a:extLst>
                    <a:ext uri="{9D8B030D-6E8A-4147-A177-3AD203B41FA5}">
                      <a16:colId xmlns:a16="http://schemas.microsoft.com/office/drawing/2014/main" val="1629708029"/>
                    </a:ext>
                  </a:extLst>
                </a:gridCol>
                <a:gridCol w="533171">
                  <a:extLst>
                    <a:ext uri="{9D8B030D-6E8A-4147-A177-3AD203B41FA5}">
                      <a16:colId xmlns:a16="http://schemas.microsoft.com/office/drawing/2014/main" val="3514095092"/>
                    </a:ext>
                  </a:extLst>
                </a:gridCol>
                <a:gridCol w="533171">
                  <a:extLst>
                    <a:ext uri="{9D8B030D-6E8A-4147-A177-3AD203B41FA5}">
                      <a16:colId xmlns:a16="http://schemas.microsoft.com/office/drawing/2014/main" val="2256908222"/>
                    </a:ext>
                  </a:extLst>
                </a:gridCol>
                <a:gridCol w="533171">
                  <a:extLst>
                    <a:ext uri="{9D8B030D-6E8A-4147-A177-3AD203B41FA5}">
                      <a16:colId xmlns:a16="http://schemas.microsoft.com/office/drawing/2014/main" val="2915946677"/>
                    </a:ext>
                  </a:extLst>
                </a:gridCol>
                <a:gridCol w="565849">
                  <a:extLst>
                    <a:ext uri="{9D8B030D-6E8A-4147-A177-3AD203B41FA5}">
                      <a16:colId xmlns:a16="http://schemas.microsoft.com/office/drawing/2014/main" val="2559142005"/>
                    </a:ext>
                  </a:extLst>
                </a:gridCol>
              </a:tblGrid>
              <a:tr h="161249">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184150">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3490188"/>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16,383</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2" y="3796669"/>
            <a:ext cx="603964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329857" y="6157747"/>
            <a:ext cx="1783970" cy="215444"/>
          </a:xfrm>
          <a:prstGeom prst="rect">
            <a:avLst/>
          </a:prstGeom>
        </p:spPr>
        <p:txBody>
          <a:bodyPr vert="horz" wrap="square" lIns="0" tIns="0" rIns="0" bIns="0" rtlCol="0" anchor="ctr">
            <a:spAutoFit/>
          </a:bodyPr>
          <a:lstStyle/>
          <a:p>
            <a:pPr>
              <a:lnSpc>
                <a:spcPct val="100000"/>
              </a:lnSpc>
              <a:spcBef>
                <a:spcPts val="0"/>
              </a:spcBef>
            </a:pPr>
            <a:r>
              <a:rPr sz="1400" b="1" spc="35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4966128"/>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grpSp>
        <p:nvGrpSpPr>
          <p:cNvPr id="99" name="그룹 98">
            <a:extLst>
              <a:ext uri="{FF2B5EF4-FFF2-40B4-BE49-F238E27FC236}">
                <a16:creationId xmlns:a16="http://schemas.microsoft.com/office/drawing/2014/main" id="{3E19F6FF-4CF0-2264-E0BC-1F1A66ED4B28}"/>
              </a:ext>
            </a:extLst>
          </p:cNvPr>
          <p:cNvGrpSpPr/>
          <p:nvPr/>
        </p:nvGrpSpPr>
        <p:grpSpPr>
          <a:xfrm>
            <a:off x="404812" y="6767510"/>
            <a:ext cx="5993913" cy="1423788"/>
            <a:chOff x="203750" y="5928093"/>
            <a:chExt cx="5993913" cy="1423788"/>
          </a:xfrm>
        </p:grpSpPr>
        <p:sp>
          <p:nvSpPr>
            <p:cNvPr id="7" name="TextBox 6">
              <a:extLst>
                <a:ext uri="{FF2B5EF4-FFF2-40B4-BE49-F238E27FC236}">
                  <a16:creationId xmlns:a16="http://schemas.microsoft.com/office/drawing/2014/main" id="{51E41E0C-F97E-DC2C-B132-285C0A6987B6}"/>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8" name="직선 연결선 7">
              <a:extLst>
                <a:ext uri="{FF2B5EF4-FFF2-40B4-BE49-F238E27FC236}">
                  <a16:creationId xmlns:a16="http://schemas.microsoft.com/office/drawing/2014/main" id="{30FB1430-5245-E926-D50F-F52BBFB8D435}"/>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 8">
              <a:extLst>
                <a:ext uri="{FF2B5EF4-FFF2-40B4-BE49-F238E27FC236}">
                  <a16:creationId xmlns:a16="http://schemas.microsoft.com/office/drawing/2014/main" id="{69BEB4D3-3FE5-4992-D1D9-0F5D8B1FAF02}"/>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750F1C70-25E3-F6C8-B3FC-EC78F5F55D26}"/>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C744C7E-23D2-74BC-A133-1B13BB13E0A2}"/>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2" name="직선 연결선 21">
              <a:extLst>
                <a:ext uri="{FF2B5EF4-FFF2-40B4-BE49-F238E27FC236}">
                  <a16:creationId xmlns:a16="http://schemas.microsoft.com/office/drawing/2014/main" id="{025BA22A-72F7-8604-95FA-9D80558274E7}"/>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62D7AD6D-11E0-F131-BCB5-4DD99EB85279}"/>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23A33594-99A5-8F08-8259-D7B7AC58B8D2}"/>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3E4CB3A4-5257-090C-3B25-2CFD84032579}"/>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28" name="TextBox 27">
              <a:extLst>
                <a:ext uri="{FF2B5EF4-FFF2-40B4-BE49-F238E27FC236}">
                  <a16:creationId xmlns:a16="http://schemas.microsoft.com/office/drawing/2014/main" id="{0945055E-2A1A-6447-34D7-770AC7F8599F}"/>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0" name="직선 연결선 29">
              <a:extLst>
                <a:ext uri="{FF2B5EF4-FFF2-40B4-BE49-F238E27FC236}">
                  <a16:creationId xmlns:a16="http://schemas.microsoft.com/office/drawing/2014/main" id="{DBACEF08-A3CA-3B4E-D1BD-9DD9FFCCDF09}"/>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DB249E1E-EECC-95A2-5EFD-CDE191E17045}"/>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177761B5-7242-6427-656D-345A161852CB}"/>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24062926-E2D1-712A-93A6-B207420A8D6F}"/>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61" name="TextBox 60">
              <a:extLst>
                <a:ext uri="{FF2B5EF4-FFF2-40B4-BE49-F238E27FC236}">
                  <a16:creationId xmlns:a16="http://schemas.microsoft.com/office/drawing/2014/main" id="{831FDEF1-65DB-DA14-7D1A-7E8E433BA126}"/>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62" name="직선 연결선 61">
              <a:extLst>
                <a:ext uri="{FF2B5EF4-FFF2-40B4-BE49-F238E27FC236}">
                  <a16:creationId xmlns:a16="http://schemas.microsoft.com/office/drawing/2014/main" id="{5E8CBD3B-725A-17C0-4E83-48EBD32141A1}"/>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D322B56E-B25E-D485-0473-BE8C06739BE7}"/>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46CB0B69-7DEA-F138-98D6-204CE4BB247D}"/>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60BC5FED-41EF-4056-D0CF-1DFA573C4086}"/>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72BBAD47-F206-208D-9528-817546D15E87}"/>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719DB53-FBA1-37EF-D8CE-AAAAE0369F4C}"/>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8" name="TextBox 67">
              <a:extLst>
                <a:ext uri="{FF2B5EF4-FFF2-40B4-BE49-F238E27FC236}">
                  <a16:creationId xmlns:a16="http://schemas.microsoft.com/office/drawing/2014/main" id="{D3C4D866-DFBF-8C47-F174-687940C0BF8B}"/>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69" name="직선 연결선 68">
              <a:extLst>
                <a:ext uri="{FF2B5EF4-FFF2-40B4-BE49-F238E27FC236}">
                  <a16:creationId xmlns:a16="http://schemas.microsoft.com/office/drawing/2014/main" id="{91ACEC3B-4EDD-8062-2295-1E5877822C35}"/>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직사각형 69">
              <a:extLst>
                <a:ext uri="{FF2B5EF4-FFF2-40B4-BE49-F238E27FC236}">
                  <a16:creationId xmlns:a16="http://schemas.microsoft.com/office/drawing/2014/main" id="{93F022D8-4B40-C333-DEEF-DCA138DB97E8}"/>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1" name="직사각형 70">
              <a:extLst>
                <a:ext uri="{FF2B5EF4-FFF2-40B4-BE49-F238E27FC236}">
                  <a16:creationId xmlns:a16="http://schemas.microsoft.com/office/drawing/2014/main" id="{7CDE0094-BCC3-6CB1-1F9A-3CE27D62245F}"/>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95" name="직선 연결선 94">
              <a:extLst>
                <a:ext uri="{FF2B5EF4-FFF2-40B4-BE49-F238E27FC236}">
                  <a16:creationId xmlns:a16="http://schemas.microsoft.com/office/drawing/2014/main" id="{A15C0E05-1150-86A1-316E-132E89C16E28}"/>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6" name="직선 연결선 95">
              <a:extLst>
                <a:ext uri="{FF2B5EF4-FFF2-40B4-BE49-F238E27FC236}">
                  <a16:creationId xmlns:a16="http://schemas.microsoft.com/office/drawing/2014/main" id="{21124B6B-E036-15D1-1779-B4642D746F57}"/>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7" name="직선 연결선 96">
              <a:extLst>
                <a:ext uri="{FF2B5EF4-FFF2-40B4-BE49-F238E27FC236}">
                  <a16:creationId xmlns:a16="http://schemas.microsoft.com/office/drawing/2014/main" id="{94A5AD7F-A90C-78A2-30AB-8C40B8DF5F2B}"/>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F374BE0C-9968-4EF6-518A-D177829B348F}"/>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
        <p:nvSpPr>
          <p:cNvPr id="4" name="object 11">
            <a:extLst>
              <a:ext uri="{FF2B5EF4-FFF2-40B4-BE49-F238E27FC236}">
                <a16:creationId xmlns:a16="http://schemas.microsoft.com/office/drawing/2014/main" id="{CAC222BC-5CB6-3B2D-B6DF-F78BF7E97E4A}"/>
              </a:ext>
            </a:extLst>
          </p:cNvPr>
          <p:cNvSpPr txBox="1"/>
          <p:nvPr/>
        </p:nvSpPr>
        <p:spPr>
          <a:xfrm>
            <a:off x="2494505" y="4451308"/>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14" name="object 84">
            <a:extLst>
              <a:ext uri="{FF2B5EF4-FFF2-40B4-BE49-F238E27FC236}">
                <a16:creationId xmlns:a16="http://schemas.microsoft.com/office/drawing/2014/main" id="{81834235-6177-68D8-EC50-0E997EDB65A9}"/>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1E9AD-295E-4EDD-523A-D4A69C5714F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5B056F58-CD0E-9001-50BD-0D3E8D1EB3BD}"/>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219CBCD-96DE-1074-31FA-D35C15B81F02}"/>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D20B7336-1B6D-4A6F-E5EC-CD06E503673E}"/>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pic>
        <p:nvPicPr>
          <p:cNvPr id="15" name="그림 14">
            <a:extLst>
              <a:ext uri="{FF2B5EF4-FFF2-40B4-BE49-F238E27FC236}">
                <a16:creationId xmlns:a16="http://schemas.microsoft.com/office/drawing/2014/main" id="{4059D635-0C8A-8678-BC7F-EA31EBDF5174}"/>
              </a:ext>
            </a:extLst>
          </p:cNvPr>
          <p:cNvPicPr>
            <a:picLocks noChangeAspect="1"/>
          </p:cNvPicPr>
          <p:nvPr/>
        </p:nvPicPr>
        <p:blipFill>
          <a:blip r:embed="rId2"/>
          <a:stretch>
            <a:fillRect/>
          </a:stretch>
        </p:blipFill>
        <p:spPr>
          <a:xfrm>
            <a:off x="404811" y="1973456"/>
            <a:ext cx="6039641" cy="1716056"/>
          </a:xfrm>
          <a:prstGeom prst="rect">
            <a:avLst/>
          </a:prstGeom>
        </p:spPr>
      </p:pic>
      <p:sp>
        <p:nvSpPr>
          <p:cNvPr id="16" name="TextBox 15">
            <a:extLst>
              <a:ext uri="{FF2B5EF4-FFF2-40B4-BE49-F238E27FC236}">
                <a16:creationId xmlns:a16="http://schemas.microsoft.com/office/drawing/2014/main" id="{675CA35E-01BA-985F-4694-BB1733ED5DED}"/>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18 and 17 as possible in below.</a:t>
            </a:r>
          </a:p>
        </p:txBody>
      </p:sp>
    </p:spTree>
    <p:extLst>
      <p:ext uri="{BB962C8B-B14F-4D97-AF65-F5344CB8AC3E}">
        <p14:creationId xmlns:p14="http://schemas.microsoft.com/office/powerpoint/2010/main" val="1115007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419255" y="775809"/>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6B9D60AF-4F7B-AE48-E1FB-7F6FF1A15B2D}"/>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10" name="TextBox 9">
            <a:extLst>
              <a:ext uri="{FF2B5EF4-FFF2-40B4-BE49-F238E27FC236}">
                <a16:creationId xmlns:a16="http://schemas.microsoft.com/office/drawing/2014/main" id="{1701B2A1-A079-C98D-F2B6-67EC50E28E54}"/>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2" name="TextBox 11">
            <a:extLst>
              <a:ext uri="{FF2B5EF4-FFF2-40B4-BE49-F238E27FC236}">
                <a16:creationId xmlns:a16="http://schemas.microsoft.com/office/drawing/2014/main" id="{4383970E-EB8D-39AE-704F-20525F0D26B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14" name="TextBox 13">
            <a:extLst>
              <a:ext uri="{FF2B5EF4-FFF2-40B4-BE49-F238E27FC236}">
                <a16:creationId xmlns:a16="http://schemas.microsoft.com/office/drawing/2014/main" id="{673951FD-FE33-FC91-F193-C3B74E60F496}"/>
              </a:ext>
            </a:extLst>
          </p:cNvPr>
          <p:cNvSpPr txBox="1"/>
          <p:nvPr/>
        </p:nvSpPr>
        <p:spPr>
          <a:xfrm>
            <a:off x="2351782" y="4406587"/>
            <a:ext cx="2154436"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pic>
        <p:nvPicPr>
          <p:cNvPr id="15" name="그림 14">
            <a:extLst>
              <a:ext uri="{FF2B5EF4-FFF2-40B4-BE49-F238E27FC236}">
                <a16:creationId xmlns:a16="http://schemas.microsoft.com/office/drawing/2014/main" id="{79B6BACB-7DE3-E545-115F-02D9E73FD771}"/>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6" name="그림 15">
            <a:extLst>
              <a:ext uri="{FF2B5EF4-FFF2-40B4-BE49-F238E27FC236}">
                <a16:creationId xmlns:a16="http://schemas.microsoft.com/office/drawing/2014/main" id="{3E7D074D-14B5-B074-72A4-EFF626573C9B}"/>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17" name="TextBox 16">
            <a:extLst>
              <a:ext uri="{FF2B5EF4-FFF2-40B4-BE49-F238E27FC236}">
                <a16:creationId xmlns:a16="http://schemas.microsoft.com/office/drawing/2014/main" id="{795CC8C5-4097-5B9F-214E-13B74FC63DB0}"/>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C2D40-2D3C-96D1-0F96-93012FDAF2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DFB9C9-5C4E-1924-4AC1-771D07F8041D}"/>
              </a:ext>
            </a:extLst>
          </p:cNvPr>
          <p:cNvSpPr txBox="1"/>
          <p:nvPr/>
        </p:nvSpPr>
        <p:spPr>
          <a:xfrm>
            <a:off x="452550" y="1271542"/>
            <a:ext cx="6053975"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Dimming in Normal mode</a:t>
            </a:r>
          </a:p>
        </p:txBody>
      </p:sp>
      <p:cxnSp>
        <p:nvCxnSpPr>
          <p:cNvPr id="84" name="직선 연결선 83">
            <a:extLst>
              <a:ext uri="{FF2B5EF4-FFF2-40B4-BE49-F238E27FC236}">
                <a16:creationId xmlns:a16="http://schemas.microsoft.com/office/drawing/2014/main" id="{AA11A1C0-6BC4-96CD-6506-33966637C61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1D99214-A453-2E2F-834F-0A801787C95B}"/>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D0D502A-D691-3758-AB72-7DC2231ACD6E}"/>
              </a:ext>
            </a:extLst>
          </p:cNvPr>
          <p:cNvSpPr txBox="1"/>
          <p:nvPr/>
        </p:nvSpPr>
        <p:spPr>
          <a:xfrm>
            <a:off x="2744417" y="3031510"/>
            <a:ext cx="1368965"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Head lighting</a:t>
            </a:r>
          </a:p>
        </p:txBody>
      </p:sp>
      <p:pic>
        <p:nvPicPr>
          <p:cNvPr id="4" name="그림 3">
            <a:extLst>
              <a:ext uri="{FF2B5EF4-FFF2-40B4-BE49-F238E27FC236}">
                <a16:creationId xmlns:a16="http://schemas.microsoft.com/office/drawing/2014/main" id="{14A7A95F-49CC-D78C-2FC2-E2A050DD5062}"/>
              </a:ext>
            </a:extLst>
          </p:cNvPr>
          <p:cNvPicPr>
            <a:picLocks noChangeAspect="1"/>
          </p:cNvPicPr>
          <p:nvPr/>
        </p:nvPicPr>
        <p:blipFill>
          <a:blip r:embed="rId2"/>
          <a:stretch>
            <a:fillRect/>
          </a:stretch>
        </p:blipFill>
        <p:spPr>
          <a:xfrm>
            <a:off x="412904" y="1752414"/>
            <a:ext cx="6101154" cy="1194976"/>
          </a:xfrm>
          <a:prstGeom prst="rect">
            <a:avLst/>
          </a:prstGeom>
        </p:spPr>
      </p:pic>
      <p:pic>
        <p:nvPicPr>
          <p:cNvPr id="6" name="그림 5">
            <a:extLst>
              <a:ext uri="{FF2B5EF4-FFF2-40B4-BE49-F238E27FC236}">
                <a16:creationId xmlns:a16="http://schemas.microsoft.com/office/drawing/2014/main" id="{2C1847B9-CCB8-7EA3-5D0C-7E1641871173}"/>
              </a:ext>
            </a:extLst>
          </p:cNvPr>
          <p:cNvPicPr>
            <a:picLocks noChangeAspect="1"/>
          </p:cNvPicPr>
          <p:nvPr/>
        </p:nvPicPr>
        <p:blipFill>
          <a:blip r:embed="rId3"/>
          <a:stretch>
            <a:fillRect/>
          </a:stretch>
        </p:blipFill>
        <p:spPr>
          <a:xfrm>
            <a:off x="399459" y="3392629"/>
            <a:ext cx="6124242" cy="1195200"/>
          </a:xfrm>
          <a:prstGeom prst="rect">
            <a:avLst/>
          </a:prstGeom>
        </p:spPr>
      </p:pic>
      <p:pic>
        <p:nvPicPr>
          <p:cNvPr id="7" name="그림 6">
            <a:extLst>
              <a:ext uri="{FF2B5EF4-FFF2-40B4-BE49-F238E27FC236}">
                <a16:creationId xmlns:a16="http://schemas.microsoft.com/office/drawing/2014/main" id="{5FBC5724-EAF8-0224-6EFA-F5957A34495F}"/>
              </a:ext>
            </a:extLst>
          </p:cNvPr>
          <p:cNvPicPr>
            <a:picLocks noChangeAspect="1"/>
          </p:cNvPicPr>
          <p:nvPr/>
        </p:nvPicPr>
        <p:blipFill>
          <a:blip r:embed="rId4"/>
          <a:stretch>
            <a:fillRect/>
          </a:stretch>
        </p:blipFill>
        <p:spPr>
          <a:xfrm>
            <a:off x="386015" y="5525725"/>
            <a:ext cx="6085771" cy="1368000"/>
          </a:xfrm>
          <a:prstGeom prst="rect">
            <a:avLst/>
          </a:prstGeom>
        </p:spPr>
      </p:pic>
      <p:pic>
        <p:nvPicPr>
          <p:cNvPr id="9" name="그림 8">
            <a:extLst>
              <a:ext uri="{FF2B5EF4-FFF2-40B4-BE49-F238E27FC236}">
                <a16:creationId xmlns:a16="http://schemas.microsoft.com/office/drawing/2014/main" id="{0567FAB3-7668-7B04-6216-7EE4E1075FCE}"/>
              </a:ext>
            </a:extLst>
          </p:cNvPr>
          <p:cNvPicPr>
            <a:picLocks noChangeAspect="1"/>
          </p:cNvPicPr>
          <p:nvPr/>
        </p:nvPicPr>
        <p:blipFill>
          <a:blip r:embed="rId5"/>
          <a:stretch>
            <a:fillRect/>
          </a:stretch>
        </p:blipFill>
        <p:spPr>
          <a:xfrm>
            <a:off x="399459" y="7223879"/>
            <a:ext cx="6027086" cy="1368000"/>
          </a:xfrm>
          <a:prstGeom prst="rect">
            <a:avLst/>
          </a:prstGeom>
        </p:spPr>
      </p:pic>
      <p:sp>
        <p:nvSpPr>
          <p:cNvPr id="13" name="TextBox 12">
            <a:extLst>
              <a:ext uri="{FF2B5EF4-FFF2-40B4-BE49-F238E27FC236}">
                <a16:creationId xmlns:a16="http://schemas.microsoft.com/office/drawing/2014/main" id="{364340AD-BABA-1DF6-86D2-658F02D1D016}"/>
              </a:ext>
            </a:extLst>
          </p:cNvPr>
          <p:cNvSpPr txBox="1"/>
          <p:nvPr/>
        </p:nvSpPr>
        <p:spPr>
          <a:xfrm>
            <a:off x="3540662" y="1427370"/>
            <a:ext cx="720000" cy="461665"/>
          </a:xfrm>
          <a:prstGeom prst="rect">
            <a:avLst/>
          </a:prstGeom>
          <a:noFill/>
          <a:ln w="3175">
            <a:solidFill>
              <a:schemeClr val="bg1">
                <a:lumMod val="75000"/>
              </a:schemeClr>
            </a:solidFill>
          </a:ln>
        </p:spPr>
        <p:txBody>
          <a:bodyPr wrap="square" lIns="36000" tIns="0" rIns="0" bIns="0" rtlCol="0" anchor="ctr" anchorCtr="0">
            <a:spAutoFit/>
          </a:bodyPr>
          <a:lstStyle/>
          <a:p>
            <a:r>
              <a:rPr lang="en-US" altLang="ko-KR" sz="600" dirty="0">
                <a:solidFill>
                  <a:schemeClr val="tx1">
                    <a:lumMod val="65000"/>
                    <a:lumOff val="35000"/>
                  </a:schemeClr>
                </a:solidFill>
                <a:latin typeface="Arial" panose="020B0604020202020204" pitchFamily="34" charset="0"/>
                <a:cs typeface="Arial" panose="020B0604020202020204" pitchFamily="34" charset="0"/>
              </a:rPr>
              <a:t>Dimming data</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LD_MODE/LD_DIR</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MAX_CURR_VREF</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SF_PERIOD</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SF_BFI_SIZE</a:t>
            </a:r>
          </a:p>
        </p:txBody>
      </p:sp>
      <p:sp>
        <p:nvSpPr>
          <p:cNvPr id="26" name="TextBox 25">
            <a:extLst>
              <a:ext uri="{FF2B5EF4-FFF2-40B4-BE49-F238E27FC236}">
                <a16:creationId xmlns:a16="http://schemas.microsoft.com/office/drawing/2014/main" id="{D70AF790-F3F9-9EAD-D62F-EEA8D2F7B677}"/>
              </a:ext>
            </a:extLst>
          </p:cNvPr>
          <p:cNvSpPr txBox="1"/>
          <p:nvPr/>
        </p:nvSpPr>
        <p:spPr>
          <a:xfrm>
            <a:off x="2786096" y="4695983"/>
            <a:ext cx="1285608"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Tail lighting</a:t>
            </a:r>
          </a:p>
        </p:txBody>
      </p:sp>
      <p:sp>
        <p:nvSpPr>
          <p:cNvPr id="28" name="TextBox 27">
            <a:extLst>
              <a:ext uri="{FF2B5EF4-FFF2-40B4-BE49-F238E27FC236}">
                <a16:creationId xmlns:a16="http://schemas.microsoft.com/office/drawing/2014/main" id="{251A9781-280D-2D3C-27F0-1351A773740A}"/>
              </a:ext>
            </a:extLst>
          </p:cNvPr>
          <p:cNvSpPr txBox="1"/>
          <p:nvPr/>
        </p:nvSpPr>
        <p:spPr>
          <a:xfrm>
            <a:off x="452550" y="5102100"/>
            <a:ext cx="6053975"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Dimming in X8 mode</a:t>
            </a:r>
          </a:p>
        </p:txBody>
      </p:sp>
      <p:sp>
        <p:nvSpPr>
          <p:cNvPr id="30" name="TextBox 29">
            <a:extLst>
              <a:ext uri="{FF2B5EF4-FFF2-40B4-BE49-F238E27FC236}">
                <a16:creationId xmlns:a16="http://schemas.microsoft.com/office/drawing/2014/main" id="{BE50E68E-9820-BAC4-D5D5-038F40D46973}"/>
              </a:ext>
            </a:extLst>
          </p:cNvPr>
          <p:cNvSpPr txBox="1"/>
          <p:nvPr/>
        </p:nvSpPr>
        <p:spPr>
          <a:xfrm>
            <a:off x="2744417" y="6953709"/>
            <a:ext cx="1368965"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Head lighting</a:t>
            </a:r>
          </a:p>
        </p:txBody>
      </p:sp>
      <p:sp>
        <p:nvSpPr>
          <p:cNvPr id="31" name="TextBox 30">
            <a:extLst>
              <a:ext uri="{FF2B5EF4-FFF2-40B4-BE49-F238E27FC236}">
                <a16:creationId xmlns:a16="http://schemas.microsoft.com/office/drawing/2014/main" id="{D492A4CE-4153-069D-9803-2AA86FCDE9E8}"/>
              </a:ext>
            </a:extLst>
          </p:cNvPr>
          <p:cNvSpPr txBox="1"/>
          <p:nvPr/>
        </p:nvSpPr>
        <p:spPr>
          <a:xfrm>
            <a:off x="2786096" y="8721113"/>
            <a:ext cx="1285608"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Tail lighting</a:t>
            </a:r>
          </a:p>
        </p:txBody>
      </p:sp>
      <p:sp>
        <p:nvSpPr>
          <p:cNvPr id="19" name="TextBox 18">
            <a:extLst>
              <a:ext uri="{FF2B5EF4-FFF2-40B4-BE49-F238E27FC236}">
                <a16:creationId xmlns:a16="http://schemas.microsoft.com/office/drawing/2014/main" id="{77A794A9-CE00-CDE1-A11E-8DF2B40D346A}"/>
              </a:ext>
            </a:extLst>
          </p:cNvPr>
          <p:cNvSpPr txBox="1"/>
          <p:nvPr/>
        </p:nvSpPr>
        <p:spPr>
          <a:xfrm>
            <a:off x="4325253" y="1614973"/>
            <a:ext cx="2256430" cy="92333"/>
          </a:xfrm>
          <a:prstGeom prst="rect">
            <a:avLst/>
          </a:prstGeom>
          <a:solidFill>
            <a:schemeClr val="bg1"/>
          </a:solidFill>
          <a:ln w="3175">
            <a:noFill/>
          </a:ln>
        </p:spPr>
        <p:txBody>
          <a:bodyPr wrap="square" lIns="0" tIns="0" rIns="0" bIns="0" rtlCol="0" anchor="ctr" anchorCtr="0">
            <a:spAutoFit/>
          </a:bodyPr>
          <a:lstStyle/>
          <a:p>
            <a:r>
              <a:rPr lang="en-US" altLang="ko-KR" sz="600" i="1" dirty="0">
                <a:latin typeface="Arial" panose="020B0604020202020204" pitchFamily="34" charset="0"/>
                <a:cs typeface="Arial" panose="020B0604020202020204" pitchFamily="34" charset="0"/>
              </a:rPr>
              <a:t>These data will be applied at a next vsync after being transmitted</a:t>
            </a:r>
          </a:p>
        </p:txBody>
      </p:sp>
      <p:sp>
        <p:nvSpPr>
          <p:cNvPr id="18" name="자유형: 도형 17">
            <a:extLst>
              <a:ext uri="{FF2B5EF4-FFF2-40B4-BE49-F238E27FC236}">
                <a16:creationId xmlns:a16="http://schemas.microsoft.com/office/drawing/2014/main" id="{F3716663-1ECE-8494-235F-2DD0E1714F9E}"/>
              </a:ext>
            </a:extLst>
          </p:cNvPr>
          <p:cNvSpPr/>
          <p:nvPr/>
        </p:nvSpPr>
        <p:spPr>
          <a:xfrm>
            <a:off x="4260662" y="1575789"/>
            <a:ext cx="910945" cy="239769"/>
          </a:xfrm>
          <a:custGeom>
            <a:avLst/>
            <a:gdLst>
              <a:gd name="connsiteX0" fmla="*/ 0 w 1503336"/>
              <a:gd name="connsiteY0" fmla="*/ 108488 h 231518"/>
              <a:gd name="connsiteX1" fmla="*/ 534692 w 1503336"/>
              <a:gd name="connsiteY1" fmla="*/ 228600 h 231518"/>
              <a:gd name="connsiteX2" fmla="*/ 1011265 w 1503336"/>
              <a:gd name="connsiteY2" fmla="*/ 0 h 231518"/>
              <a:gd name="connsiteX3" fmla="*/ 1503336 w 1503336"/>
              <a:gd name="connsiteY3" fmla="*/ 228600 h 231518"/>
            </a:gdLst>
            <a:ahLst/>
            <a:cxnLst>
              <a:cxn ang="0">
                <a:pos x="connsiteX0" y="connsiteY0"/>
              </a:cxn>
              <a:cxn ang="0">
                <a:pos x="connsiteX1" y="connsiteY1"/>
              </a:cxn>
              <a:cxn ang="0">
                <a:pos x="connsiteX2" y="connsiteY2"/>
              </a:cxn>
              <a:cxn ang="0">
                <a:pos x="connsiteX3" y="connsiteY3"/>
              </a:cxn>
            </a:cxnLst>
            <a:rect l="l" t="t" r="r" b="b"/>
            <a:pathLst>
              <a:path w="1503336" h="231518">
                <a:moveTo>
                  <a:pt x="0" y="108488"/>
                </a:moveTo>
                <a:cubicBezTo>
                  <a:pt x="183074" y="177584"/>
                  <a:pt x="366148" y="246681"/>
                  <a:pt x="534692" y="228600"/>
                </a:cubicBezTo>
                <a:cubicBezTo>
                  <a:pt x="703236" y="210519"/>
                  <a:pt x="849824" y="0"/>
                  <a:pt x="1011265" y="0"/>
                </a:cubicBezTo>
                <a:cubicBezTo>
                  <a:pt x="1172706" y="0"/>
                  <a:pt x="1338021" y="114300"/>
                  <a:pt x="1503336" y="228600"/>
                </a:cubicBezTo>
              </a:path>
            </a:pathLst>
          </a:custGeom>
          <a:noFill/>
          <a:ln w="3175">
            <a:solidFill>
              <a:schemeClr val="bg1">
                <a:lumMod val="50000"/>
              </a:schemeClr>
            </a:solidFill>
            <a:headEnd type="none"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BF9B2ED6-05B3-A08D-5240-88BBB50D0665}"/>
              </a:ext>
            </a:extLst>
          </p:cNvPr>
          <p:cNvSpPr txBox="1"/>
          <p:nvPr/>
        </p:nvSpPr>
        <p:spPr>
          <a:xfrm>
            <a:off x="419255" y="775809"/>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Tree>
    <p:extLst>
      <p:ext uri="{BB962C8B-B14F-4D97-AF65-F5344CB8AC3E}">
        <p14:creationId xmlns:p14="http://schemas.microsoft.com/office/powerpoint/2010/main" val="1389760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D3702-3FB4-106D-4DFA-D515ED11F3F8}"/>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54745B9-182D-E75B-B884-F9CAC94C778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440FCFE-E802-D697-B0BB-E914846E81C2}"/>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8BCB1C4-9994-0890-1BFD-4FF3B1624386}"/>
              </a:ext>
            </a:extLst>
          </p:cNvPr>
          <p:cNvSpPr txBox="1"/>
          <p:nvPr/>
        </p:nvSpPr>
        <p:spPr>
          <a:xfrm>
            <a:off x="2055133" y="4919527"/>
            <a:ext cx="273664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External VSYNC In and Out Scheme</a:t>
            </a:r>
          </a:p>
        </p:txBody>
      </p:sp>
      <p:sp>
        <p:nvSpPr>
          <p:cNvPr id="12" name="TextBox 11">
            <a:extLst>
              <a:ext uri="{FF2B5EF4-FFF2-40B4-BE49-F238E27FC236}">
                <a16:creationId xmlns:a16="http://schemas.microsoft.com/office/drawing/2014/main" id="{52A4CD59-EA4E-0FF2-F34F-D6E62ADF1011}"/>
              </a:ext>
            </a:extLst>
          </p:cNvPr>
          <p:cNvSpPr txBox="1"/>
          <p:nvPr/>
        </p:nvSpPr>
        <p:spPr>
          <a:xfrm>
            <a:off x="2210624" y="6810249"/>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11.  External FBI and FBO Scheme</a:t>
            </a:r>
          </a:p>
        </p:txBody>
      </p:sp>
      <p:grpSp>
        <p:nvGrpSpPr>
          <p:cNvPr id="14" name="그룹 13">
            <a:extLst>
              <a:ext uri="{FF2B5EF4-FFF2-40B4-BE49-F238E27FC236}">
                <a16:creationId xmlns:a16="http://schemas.microsoft.com/office/drawing/2014/main" id="{A9B9B152-31C8-1A90-8128-82617E08862D}"/>
              </a:ext>
            </a:extLst>
          </p:cNvPr>
          <p:cNvGrpSpPr/>
          <p:nvPr/>
        </p:nvGrpSpPr>
        <p:grpSpPr>
          <a:xfrm>
            <a:off x="1710249" y="3656012"/>
            <a:ext cx="1260000" cy="1116000"/>
            <a:chOff x="1016681" y="4339884"/>
            <a:chExt cx="1427516" cy="1242000"/>
          </a:xfrm>
        </p:grpSpPr>
        <p:sp>
          <p:nvSpPr>
            <p:cNvPr id="15" name="직사각형 14">
              <a:extLst>
                <a:ext uri="{FF2B5EF4-FFF2-40B4-BE49-F238E27FC236}">
                  <a16:creationId xmlns:a16="http://schemas.microsoft.com/office/drawing/2014/main" id="{58171C66-C3A1-4D27-6B28-225501FB805B}"/>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6" name="그림 15">
              <a:extLst>
                <a:ext uri="{FF2B5EF4-FFF2-40B4-BE49-F238E27FC236}">
                  <a16:creationId xmlns:a16="http://schemas.microsoft.com/office/drawing/2014/main" id="{331C03C6-0C74-8B3D-4CCC-F2AB7210B63B}"/>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7" name="직선 연결선 16">
              <a:extLst>
                <a:ext uri="{FF2B5EF4-FFF2-40B4-BE49-F238E27FC236}">
                  <a16:creationId xmlns:a16="http://schemas.microsoft.com/office/drawing/2014/main" id="{69DF39E6-1768-8C37-87BD-4CF6053D3D92}"/>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직사각형 19">
              <a:extLst>
                <a:ext uri="{FF2B5EF4-FFF2-40B4-BE49-F238E27FC236}">
                  <a16:creationId xmlns:a16="http://schemas.microsoft.com/office/drawing/2014/main" id="{74836A2D-F027-F07C-1BDA-BF5EDC8CDB24}"/>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21" name="직선 연결선 20">
              <a:extLst>
                <a:ext uri="{FF2B5EF4-FFF2-40B4-BE49-F238E27FC236}">
                  <a16:creationId xmlns:a16="http://schemas.microsoft.com/office/drawing/2014/main" id="{3539E009-7BD7-86DA-78BA-ED7FC36F1F24}"/>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2A907AD8-9A87-41FC-9F38-63610C108F0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23" name="직선 연결선 22">
              <a:extLst>
                <a:ext uri="{FF2B5EF4-FFF2-40B4-BE49-F238E27FC236}">
                  <a16:creationId xmlns:a16="http://schemas.microsoft.com/office/drawing/2014/main" id="{9D2D962F-C48C-54B9-697C-64EFC4E8AFE2}"/>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BCE622DB-4F3D-B37E-EE91-36C82C18E89B}"/>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6D2A2C08-B0B9-52DF-7C38-82AC31DA4C9D}"/>
                </a:ext>
              </a:extLst>
            </p:cNvPr>
            <p:cNvSpPr/>
            <p:nvPr/>
          </p:nvSpPr>
          <p:spPr>
            <a:xfrm>
              <a:off x="1597370" y="4755959"/>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27" name="TextBox 26">
            <a:extLst>
              <a:ext uri="{FF2B5EF4-FFF2-40B4-BE49-F238E27FC236}">
                <a16:creationId xmlns:a16="http://schemas.microsoft.com/office/drawing/2014/main" id="{92BEA8F5-FC42-6580-6395-0E35A6C2FD7C}"/>
              </a:ext>
            </a:extLst>
          </p:cNvPr>
          <p:cNvSpPr txBox="1"/>
          <p:nvPr/>
        </p:nvSpPr>
        <p:spPr>
          <a:xfrm>
            <a:off x="2133097" y="3656262"/>
            <a:ext cx="458780" cy="230832"/>
          </a:xfrm>
          <a:prstGeom prst="rect">
            <a:avLst/>
          </a:prstGeom>
          <a:noFill/>
        </p:spPr>
        <p:txBody>
          <a:bodyPr wrap="none" rtlCol="0">
            <a:spAutoFit/>
          </a:bodyPr>
          <a:lstStyle/>
          <a:p>
            <a:r>
              <a:rPr lang="en-US" altLang="ko-KR" sz="900" dirty="0"/>
              <a:t>XD #n</a:t>
            </a:r>
            <a:endParaRPr lang="ko-KR" altLang="en-US" sz="900" dirty="0"/>
          </a:p>
        </p:txBody>
      </p:sp>
      <p:cxnSp>
        <p:nvCxnSpPr>
          <p:cNvPr id="29" name="직선 연결선 28">
            <a:extLst>
              <a:ext uri="{FF2B5EF4-FFF2-40B4-BE49-F238E27FC236}">
                <a16:creationId xmlns:a16="http://schemas.microsoft.com/office/drawing/2014/main" id="{8A68B854-66DA-DC07-5022-C3226BF9E866}"/>
              </a:ext>
            </a:extLst>
          </p:cNvPr>
          <p:cNvCxnSpPr/>
          <p:nvPr/>
        </p:nvCxnSpPr>
        <p:spPr>
          <a:xfrm>
            <a:off x="5052215" y="422083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D8270661-2D7F-3059-CD70-327205206669}"/>
              </a:ext>
            </a:extLst>
          </p:cNvPr>
          <p:cNvCxnSpPr/>
          <p:nvPr/>
        </p:nvCxnSpPr>
        <p:spPr>
          <a:xfrm>
            <a:off x="1456919" y="4211251"/>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8919DF4E-D928-CEF3-0FDF-B3A81E15785C}"/>
              </a:ext>
            </a:extLst>
          </p:cNvPr>
          <p:cNvCxnSpPr/>
          <p:nvPr/>
        </p:nvCxnSpPr>
        <p:spPr>
          <a:xfrm>
            <a:off x="2969446" y="4211251"/>
            <a:ext cx="828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B78AE91-F1F9-266A-2777-7290C185947A}"/>
              </a:ext>
            </a:extLst>
          </p:cNvPr>
          <p:cNvSpPr txBox="1"/>
          <p:nvPr/>
        </p:nvSpPr>
        <p:spPr>
          <a:xfrm>
            <a:off x="1002362" y="4094192"/>
            <a:ext cx="476412" cy="230832"/>
          </a:xfrm>
          <a:prstGeom prst="rect">
            <a:avLst/>
          </a:prstGeom>
          <a:noFill/>
        </p:spPr>
        <p:txBody>
          <a:bodyPr wrap="none" rtlCol="0">
            <a:spAutoFit/>
          </a:bodyPr>
          <a:lstStyle/>
          <a:p>
            <a:r>
              <a:rPr lang="en-US" altLang="ko-KR" sz="900" dirty="0"/>
              <a:t>#n VSI</a:t>
            </a:r>
            <a:endParaRPr lang="ko-KR" altLang="en-US" sz="900" dirty="0"/>
          </a:p>
        </p:txBody>
      </p:sp>
      <p:sp>
        <p:nvSpPr>
          <p:cNvPr id="35" name="TextBox 34">
            <a:extLst>
              <a:ext uri="{FF2B5EF4-FFF2-40B4-BE49-F238E27FC236}">
                <a16:creationId xmlns:a16="http://schemas.microsoft.com/office/drawing/2014/main" id="{E2FFD0DD-7EF4-9678-0C58-E8A8E55D6366}"/>
              </a:ext>
            </a:extLst>
          </p:cNvPr>
          <p:cNvSpPr txBox="1"/>
          <p:nvPr/>
        </p:nvSpPr>
        <p:spPr>
          <a:xfrm>
            <a:off x="5246169" y="4094192"/>
            <a:ext cx="710451" cy="230832"/>
          </a:xfrm>
          <a:prstGeom prst="rect">
            <a:avLst/>
          </a:prstGeom>
          <a:noFill/>
        </p:spPr>
        <p:txBody>
          <a:bodyPr wrap="none" rtlCol="0">
            <a:spAutoFit/>
          </a:bodyPr>
          <a:lstStyle/>
          <a:p>
            <a:r>
              <a:rPr lang="en-US" altLang="ko-KR" sz="900" dirty="0"/>
              <a:t>#(n+1) VSO</a:t>
            </a:r>
            <a:endParaRPr lang="ko-KR" altLang="en-US" sz="900" dirty="0"/>
          </a:p>
        </p:txBody>
      </p:sp>
      <p:cxnSp>
        <p:nvCxnSpPr>
          <p:cNvPr id="36" name="직선 연결선 35">
            <a:extLst>
              <a:ext uri="{FF2B5EF4-FFF2-40B4-BE49-F238E27FC236}">
                <a16:creationId xmlns:a16="http://schemas.microsoft.com/office/drawing/2014/main" id="{4947F037-E9B6-91E4-553F-C3E9C48B3357}"/>
              </a:ext>
            </a:extLst>
          </p:cNvPr>
          <p:cNvCxnSpPr/>
          <p:nvPr/>
        </p:nvCxnSpPr>
        <p:spPr>
          <a:xfrm>
            <a:off x="5064731" y="6092621"/>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962D46E7-4A0F-3C0F-4024-B3E27756B3EA}"/>
              </a:ext>
            </a:extLst>
          </p:cNvPr>
          <p:cNvCxnSpPr/>
          <p:nvPr/>
        </p:nvCxnSpPr>
        <p:spPr>
          <a:xfrm>
            <a:off x="1454581" y="6079459"/>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3A0939CC-116E-1C92-26DA-4402FD3F728E}"/>
              </a:ext>
            </a:extLst>
          </p:cNvPr>
          <p:cNvCxnSpPr/>
          <p:nvPr/>
        </p:nvCxnSpPr>
        <p:spPr>
          <a:xfrm>
            <a:off x="2969446" y="6079459"/>
            <a:ext cx="86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39" name="그룹 38">
            <a:extLst>
              <a:ext uri="{FF2B5EF4-FFF2-40B4-BE49-F238E27FC236}">
                <a16:creationId xmlns:a16="http://schemas.microsoft.com/office/drawing/2014/main" id="{7B1A385C-4FD0-4E32-E92A-3CD08D443981}"/>
              </a:ext>
            </a:extLst>
          </p:cNvPr>
          <p:cNvGrpSpPr/>
          <p:nvPr/>
        </p:nvGrpSpPr>
        <p:grpSpPr>
          <a:xfrm>
            <a:off x="1707309" y="5520720"/>
            <a:ext cx="1260000" cy="1116000"/>
            <a:chOff x="1710249" y="5520720"/>
            <a:chExt cx="1425650" cy="1242000"/>
          </a:xfrm>
        </p:grpSpPr>
        <p:sp>
          <p:nvSpPr>
            <p:cNvPr id="40" name="직사각형 39">
              <a:extLst>
                <a:ext uri="{FF2B5EF4-FFF2-40B4-BE49-F238E27FC236}">
                  <a16:creationId xmlns:a16="http://schemas.microsoft.com/office/drawing/2014/main" id="{0421B15B-DFCD-8A82-A59A-EE90364EE6BC}"/>
                </a:ext>
              </a:extLst>
            </p:cNvPr>
            <p:cNvSpPr/>
            <p:nvPr/>
          </p:nvSpPr>
          <p:spPr>
            <a:xfrm>
              <a:off x="1805772" y="552072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41" name="그림 40">
              <a:extLst>
                <a:ext uri="{FF2B5EF4-FFF2-40B4-BE49-F238E27FC236}">
                  <a16:creationId xmlns:a16="http://schemas.microsoft.com/office/drawing/2014/main" id="{4D33E3C3-7B6F-FC54-83CF-1F3B5639D61F}"/>
                </a:ext>
              </a:extLst>
            </p:cNvPr>
            <p:cNvPicPr>
              <a:picLocks noChangeAspect="1"/>
            </p:cNvPicPr>
            <p:nvPr/>
          </p:nvPicPr>
          <p:blipFill>
            <a:blip r:embed="rId3"/>
            <a:stretch>
              <a:fillRect/>
            </a:stretch>
          </p:blipFill>
          <p:spPr>
            <a:xfrm flipH="1">
              <a:off x="2182938" y="6279640"/>
              <a:ext cx="216000" cy="115821"/>
            </a:xfrm>
            <a:prstGeom prst="rect">
              <a:avLst/>
            </a:prstGeom>
          </p:spPr>
        </p:pic>
        <p:sp>
          <p:nvSpPr>
            <p:cNvPr id="42" name="직사각형 41">
              <a:extLst>
                <a:ext uri="{FF2B5EF4-FFF2-40B4-BE49-F238E27FC236}">
                  <a16:creationId xmlns:a16="http://schemas.microsoft.com/office/drawing/2014/main" id="{FD64EA4B-51F6-267A-7E5F-420E674DD603}"/>
                </a:ext>
              </a:extLst>
            </p:cNvPr>
            <p:cNvSpPr/>
            <p:nvPr/>
          </p:nvSpPr>
          <p:spPr>
            <a:xfrm>
              <a:off x="2280598" y="608602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43" name="그룹 42">
              <a:extLst>
                <a:ext uri="{FF2B5EF4-FFF2-40B4-BE49-F238E27FC236}">
                  <a16:creationId xmlns:a16="http://schemas.microsoft.com/office/drawing/2014/main" id="{61769630-9172-43B0-0FBA-D66198180433}"/>
                </a:ext>
              </a:extLst>
            </p:cNvPr>
            <p:cNvGrpSpPr/>
            <p:nvPr/>
          </p:nvGrpSpPr>
          <p:grpSpPr>
            <a:xfrm>
              <a:off x="2727037" y="5877564"/>
              <a:ext cx="108000" cy="252000"/>
              <a:chOff x="4029465" y="4076226"/>
              <a:chExt cx="108000" cy="252000"/>
            </a:xfrm>
          </p:grpSpPr>
          <p:pic>
            <p:nvPicPr>
              <p:cNvPr id="65" name="그림 64">
                <a:extLst>
                  <a:ext uri="{FF2B5EF4-FFF2-40B4-BE49-F238E27FC236}">
                    <a16:creationId xmlns:a16="http://schemas.microsoft.com/office/drawing/2014/main" id="{3D256343-F1E8-3460-026B-342D5072C21F}"/>
                  </a:ext>
                </a:extLst>
              </p:cNvPr>
              <p:cNvPicPr>
                <a:picLocks noChangeAspect="1"/>
              </p:cNvPicPr>
              <p:nvPr/>
            </p:nvPicPr>
            <p:blipFill>
              <a:blip r:embed="rId4"/>
              <a:stretch>
                <a:fillRect/>
              </a:stretch>
            </p:blipFill>
            <p:spPr>
              <a:xfrm>
                <a:off x="4048886" y="4076226"/>
                <a:ext cx="65825" cy="252000"/>
              </a:xfrm>
              <a:prstGeom prst="rect">
                <a:avLst/>
              </a:prstGeom>
            </p:spPr>
          </p:pic>
          <p:cxnSp>
            <p:nvCxnSpPr>
              <p:cNvPr id="66" name="직선 연결선 65">
                <a:extLst>
                  <a:ext uri="{FF2B5EF4-FFF2-40B4-BE49-F238E27FC236}">
                    <a16:creationId xmlns:a16="http://schemas.microsoft.com/office/drawing/2014/main" id="{3DD30026-AD29-F01C-59FB-D8C2525B214F}"/>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그룹 43">
              <a:extLst>
                <a:ext uri="{FF2B5EF4-FFF2-40B4-BE49-F238E27FC236}">
                  <a16:creationId xmlns:a16="http://schemas.microsoft.com/office/drawing/2014/main" id="{0859FB3A-70FF-A953-44F9-CB06659477C3}"/>
                </a:ext>
              </a:extLst>
            </p:cNvPr>
            <p:cNvGrpSpPr/>
            <p:nvPr/>
          </p:nvGrpSpPr>
          <p:grpSpPr>
            <a:xfrm>
              <a:off x="1978383" y="6217989"/>
              <a:ext cx="234000" cy="399680"/>
              <a:chOff x="2505005" y="3797258"/>
              <a:chExt cx="234000" cy="399680"/>
            </a:xfrm>
          </p:grpSpPr>
          <p:pic>
            <p:nvPicPr>
              <p:cNvPr id="62" name="그림 61">
                <a:extLst>
                  <a:ext uri="{FF2B5EF4-FFF2-40B4-BE49-F238E27FC236}">
                    <a16:creationId xmlns:a16="http://schemas.microsoft.com/office/drawing/2014/main" id="{6D1D604B-CCB3-35B8-BFEF-7ED9B0608554}"/>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63" name="그림 62">
                <a:extLst>
                  <a:ext uri="{FF2B5EF4-FFF2-40B4-BE49-F238E27FC236}">
                    <a16:creationId xmlns:a16="http://schemas.microsoft.com/office/drawing/2014/main" id="{518B831E-9238-BD59-FA14-8716BED8C5FB}"/>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64" name="직선 연결선 63">
                <a:extLst>
                  <a:ext uri="{FF2B5EF4-FFF2-40B4-BE49-F238E27FC236}">
                    <a16:creationId xmlns:a16="http://schemas.microsoft.com/office/drawing/2014/main" id="{AF024AFB-1F5B-05C4-29C3-20C0057720A5}"/>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5" name="직선 연결선 44">
              <a:extLst>
                <a:ext uri="{FF2B5EF4-FFF2-40B4-BE49-F238E27FC236}">
                  <a16:creationId xmlns:a16="http://schemas.microsoft.com/office/drawing/2014/main" id="{9BD3E1D9-562B-21FB-51CB-3F713BE1E0C2}"/>
                </a:ext>
              </a:extLst>
            </p:cNvPr>
            <p:cNvCxnSpPr>
              <a:cxnSpLocks/>
            </p:cNvCxnSpPr>
            <p:nvPr/>
          </p:nvCxnSpPr>
          <p:spPr>
            <a:xfrm flipV="1">
              <a:off x="2050077" y="613720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B281402E-6C3F-3D34-EC9D-04ECEBF315BB}"/>
                </a:ext>
              </a:extLst>
            </p:cNvPr>
            <p:cNvCxnSpPr>
              <a:cxnSpLocks/>
            </p:cNvCxnSpPr>
            <p:nvPr/>
          </p:nvCxnSpPr>
          <p:spPr>
            <a:xfrm>
              <a:off x="1772175" y="613925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직사각형 46">
              <a:extLst>
                <a:ext uri="{FF2B5EF4-FFF2-40B4-BE49-F238E27FC236}">
                  <a16:creationId xmlns:a16="http://schemas.microsoft.com/office/drawing/2014/main" id="{C8E2A17B-7D65-E760-020F-CAB776CD4594}"/>
                </a:ext>
              </a:extLst>
            </p:cNvPr>
            <p:cNvSpPr/>
            <p:nvPr/>
          </p:nvSpPr>
          <p:spPr>
            <a:xfrm>
              <a:off x="1710249" y="608491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48" name="직선 연결선 47">
              <a:extLst>
                <a:ext uri="{FF2B5EF4-FFF2-40B4-BE49-F238E27FC236}">
                  <a16:creationId xmlns:a16="http://schemas.microsoft.com/office/drawing/2014/main" id="{0A54B736-9029-FCB1-2C16-CCBC29E65AAE}"/>
                </a:ext>
              </a:extLst>
            </p:cNvPr>
            <p:cNvCxnSpPr>
              <a:cxnSpLocks/>
            </p:cNvCxnSpPr>
            <p:nvPr/>
          </p:nvCxnSpPr>
          <p:spPr>
            <a:xfrm>
              <a:off x="2144800" y="633845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직사각형 48">
              <a:extLst>
                <a:ext uri="{FF2B5EF4-FFF2-40B4-BE49-F238E27FC236}">
                  <a16:creationId xmlns:a16="http://schemas.microsoft.com/office/drawing/2014/main" id="{5617E4D9-6E43-C5BE-BABF-272F98E33664}"/>
                </a:ext>
              </a:extLst>
            </p:cNvPr>
            <p:cNvSpPr/>
            <p:nvPr/>
          </p:nvSpPr>
          <p:spPr>
            <a:xfrm>
              <a:off x="2144800" y="638676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0" name="직선 연결선 49">
              <a:extLst>
                <a:ext uri="{FF2B5EF4-FFF2-40B4-BE49-F238E27FC236}">
                  <a16:creationId xmlns:a16="http://schemas.microsoft.com/office/drawing/2014/main" id="{B6DD8469-6C49-6907-0041-85BB2E9180F8}"/>
                </a:ext>
              </a:extLst>
            </p:cNvPr>
            <p:cNvCxnSpPr>
              <a:cxnSpLocks/>
            </p:cNvCxnSpPr>
            <p:nvPr/>
          </p:nvCxnSpPr>
          <p:spPr>
            <a:xfrm>
              <a:off x="2353255" y="631158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04F28DA3-93E0-C274-FA15-306F8EE2F31A}"/>
                </a:ext>
              </a:extLst>
            </p:cNvPr>
            <p:cNvCxnSpPr>
              <a:cxnSpLocks/>
            </p:cNvCxnSpPr>
            <p:nvPr/>
          </p:nvCxnSpPr>
          <p:spPr>
            <a:xfrm flipV="1">
              <a:off x="2457294" y="618284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타원 51">
              <a:extLst>
                <a:ext uri="{FF2B5EF4-FFF2-40B4-BE49-F238E27FC236}">
                  <a16:creationId xmlns:a16="http://schemas.microsoft.com/office/drawing/2014/main" id="{432D55E2-1AD3-801B-C82D-FC6521EEEE14}"/>
                </a:ext>
              </a:extLst>
            </p:cNvPr>
            <p:cNvSpPr/>
            <p:nvPr/>
          </p:nvSpPr>
          <p:spPr>
            <a:xfrm>
              <a:off x="2351712" y="629718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3" name="직선 연결선 52">
              <a:extLst>
                <a:ext uri="{FF2B5EF4-FFF2-40B4-BE49-F238E27FC236}">
                  <a16:creationId xmlns:a16="http://schemas.microsoft.com/office/drawing/2014/main" id="{DF8765B1-EAE4-42D6-339F-4877A928BB63}"/>
                </a:ext>
              </a:extLst>
            </p:cNvPr>
            <p:cNvCxnSpPr>
              <a:cxnSpLocks/>
            </p:cNvCxnSpPr>
            <p:nvPr/>
          </p:nvCxnSpPr>
          <p:spPr>
            <a:xfrm flipH="1" flipV="1">
              <a:off x="2783339" y="608583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54678486-C5FB-753C-5D86-78222464FE60}"/>
                </a:ext>
              </a:extLst>
            </p:cNvPr>
            <p:cNvCxnSpPr>
              <a:cxnSpLocks/>
            </p:cNvCxnSpPr>
            <p:nvPr/>
          </p:nvCxnSpPr>
          <p:spPr>
            <a:xfrm>
              <a:off x="2781852" y="614520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직사각형 54">
              <a:extLst>
                <a:ext uri="{FF2B5EF4-FFF2-40B4-BE49-F238E27FC236}">
                  <a16:creationId xmlns:a16="http://schemas.microsoft.com/office/drawing/2014/main" id="{07B3DC11-2ED5-D8C4-9BAC-9B4DC87C04E5}"/>
                </a:ext>
              </a:extLst>
            </p:cNvPr>
            <p:cNvSpPr/>
            <p:nvPr/>
          </p:nvSpPr>
          <p:spPr>
            <a:xfrm>
              <a:off x="2955899" y="609037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56" name="TextBox 55">
              <a:extLst>
                <a:ext uri="{FF2B5EF4-FFF2-40B4-BE49-F238E27FC236}">
                  <a16:creationId xmlns:a16="http://schemas.microsoft.com/office/drawing/2014/main" id="{5546C5FC-8D3D-2939-A023-EC2C97FB002F}"/>
                </a:ext>
              </a:extLst>
            </p:cNvPr>
            <p:cNvSpPr txBox="1"/>
            <p:nvPr/>
          </p:nvSpPr>
          <p:spPr>
            <a:xfrm>
              <a:off x="2150379" y="5521637"/>
              <a:ext cx="458780" cy="230832"/>
            </a:xfrm>
            <a:prstGeom prst="rect">
              <a:avLst/>
            </a:prstGeom>
            <a:noFill/>
          </p:spPr>
          <p:txBody>
            <a:bodyPr wrap="none" rtlCol="0">
              <a:spAutoFit/>
            </a:bodyPr>
            <a:lstStyle/>
            <a:p>
              <a:r>
                <a:rPr lang="en-US" altLang="ko-KR" sz="900" dirty="0"/>
                <a:t>XD #n</a:t>
              </a:r>
              <a:endParaRPr lang="ko-KR" altLang="en-US" sz="900" dirty="0"/>
            </a:p>
          </p:txBody>
        </p:sp>
        <p:sp>
          <p:nvSpPr>
            <p:cNvPr id="57" name="직사각형 56">
              <a:extLst>
                <a:ext uri="{FF2B5EF4-FFF2-40B4-BE49-F238E27FC236}">
                  <a16:creationId xmlns:a16="http://schemas.microsoft.com/office/drawing/2014/main" id="{0F01B714-8629-553F-D239-2E4322A7B2EC}"/>
                </a:ext>
              </a:extLst>
            </p:cNvPr>
            <p:cNvSpPr/>
            <p:nvPr/>
          </p:nvSpPr>
          <p:spPr>
            <a:xfrm>
              <a:off x="2354178" y="633107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8" name="직선 연결선 57">
              <a:extLst>
                <a:ext uri="{FF2B5EF4-FFF2-40B4-BE49-F238E27FC236}">
                  <a16:creationId xmlns:a16="http://schemas.microsoft.com/office/drawing/2014/main" id="{B8DC7470-1698-1052-EFC7-CD8106679F90}"/>
                </a:ext>
              </a:extLst>
            </p:cNvPr>
            <p:cNvCxnSpPr>
              <a:cxnSpLocks/>
            </p:cNvCxnSpPr>
            <p:nvPr/>
          </p:nvCxnSpPr>
          <p:spPr>
            <a:xfrm>
              <a:off x="2354571" y="634361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0E68641C-E039-FFFC-A812-C9B531C3F024}"/>
                </a:ext>
              </a:extLst>
            </p:cNvPr>
            <p:cNvCxnSpPr>
              <a:cxnSpLocks/>
            </p:cNvCxnSpPr>
            <p:nvPr/>
          </p:nvCxnSpPr>
          <p:spPr>
            <a:xfrm>
              <a:off x="2350443" y="637482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30CB0F55-082C-3304-8ECA-09921BC8EA1D}"/>
                </a:ext>
              </a:extLst>
            </p:cNvPr>
            <p:cNvCxnSpPr>
              <a:cxnSpLocks/>
            </p:cNvCxnSpPr>
            <p:nvPr/>
          </p:nvCxnSpPr>
          <p:spPr>
            <a:xfrm flipV="1">
              <a:off x="2777552" y="637816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직사각형 60">
              <a:extLst>
                <a:ext uri="{FF2B5EF4-FFF2-40B4-BE49-F238E27FC236}">
                  <a16:creationId xmlns:a16="http://schemas.microsoft.com/office/drawing/2014/main" id="{1922C4AD-4F32-6630-55E9-BA9D4664E9E3}"/>
                </a:ext>
              </a:extLst>
            </p:cNvPr>
            <p:cNvSpPr/>
            <p:nvPr/>
          </p:nvSpPr>
          <p:spPr>
            <a:xfrm>
              <a:off x="2581395" y="648459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grpSp>
        <p:nvGrpSpPr>
          <p:cNvPr id="67" name="그룹 66">
            <a:extLst>
              <a:ext uri="{FF2B5EF4-FFF2-40B4-BE49-F238E27FC236}">
                <a16:creationId xmlns:a16="http://schemas.microsoft.com/office/drawing/2014/main" id="{7530E7CE-2AC4-6C12-D34D-DF638F05D6DB}"/>
              </a:ext>
            </a:extLst>
          </p:cNvPr>
          <p:cNvGrpSpPr/>
          <p:nvPr/>
        </p:nvGrpSpPr>
        <p:grpSpPr>
          <a:xfrm>
            <a:off x="3803983" y="5536434"/>
            <a:ext cx="1260000" cy="1116000"/>
            <a:chOff x="3851023" y="5521734"/>
            <a:chExt cx="1425650" cy="1243428"/>
          </a:xfrm>
        </p:grpSpPr>
        <p:sp>
          <p:nvSpPr>
            <p:cNvPr id="68" name="직사각형 67">
              <a:extLst>
                <a:ext uri="{FF2B5EF4-FFF2-40B4-BE49-F238E27FC236}">
                  <a16:creationId xmlns:a16="http://schemas.microsoft.com/office/drawing/2014/main" id="{4E2AF30E-63BA-9E04-A6E2-DD51F117FBAB}"/>
                </a:ext>
              </a:extLst>
            </p:cNvPr>
            <p:cNvSpPr/>
            <p:nvPr/>
          </p:nvSpPr>
          <p:spPr>
            <a:xfrm>
              <a:off x="3946546" y="552316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9" name="그림 68">
              <a:extLst>
                <a:ext uri="{FF2B5EF4-FFF2-40B4-BE49-F238E27FC236}">
                  <a16:creationId xmlns:a16="http://schemas.microsoft.com/office/drawing/2014/main" id="{B780A26A-6F21-32F6-A041-E58918A37F60}"/>
                </a:ext>
              </a:extLst>
            </p:cNvPr>
            <p:cNvPicPr>
              <a:picLocks noChangeAspect="1"/>
            </p:cNvPicPr>
            <p:nvPr/>
          </p:nvPicPr>
          <p:blipFill>
            <a:blip r:embed="rId3"/>
            <a:stretch>
              <a:fillRect/>
            </a:stretch>
          </p:blipFill>
          <p:spPr>
            <a:xfrm flipH="1">
              <a:off x="4323712" y="6282082"/>
              <a:ext cx="216000" cy="115821"/>
            </a:xfrm>
            <a:prstGeom prst="rect">
              <a:avLst/>
            </a:prstGeom>
          </p:spPr>
        </p:pic>
        <p:sp>
          <p:nvSpPr>
            <p:cNvPr id="70" name="직사각형 69">
              <a:extLst>
                <a:ext uri="{FF2B5EF4-FFF2-40B4-BE49-F238E27FC236}">
                  <a16:creationId xmlns:a16="http://schemas.microsoft.com/office/drawing/2014/main" id="{C047AF00-445C-6BF0-1BCB-05FC8951123B}"/>
                </a:ext>
              </a:extLst>
            </p:cNvPr>
            <p:cNvSpPr/>
            <p:nvPr/>
          </p:nvSpPr>
          <p:spPr>
            <a:xfrm>
              <a:off x="4421372" y="608846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71" name="그룹 70">
              <a:extLst>
                <a:ext uri="{FF2B5EF4-FFF2-40B4-BE49-F238E27FC236}">
                  <a16:creationId xmlns:a16="http://schemas.microsoft.com/office/drawing/2014/main" id="{E72747DF-6B25-5A5F-7C64-2DFA20CDC1F6}"/>
                </a:ext>
              </a:extLst>
            </p:cNvPr>
            <p:cNvGrpSpPr/>
            <p:nvPr/>
          </p:nvGrpSpPr>
          <p:grpSpPr>
            <a:xfrm>
              <a:off x="4867811" y="5880006"/>
              <a:ext cx="108000" cy="252000"/>
              <a:chOff x="4029465" y="4076226"/>
              <a:chExt cx="108000" cy="252000"/>
            </a:xfrm>
          </p:grpSpPr>
          <p:pic>
            <p:nvPicPr>
              <p:cNvPr id="94" name="그림 93">
                <a:extLst>
                  <a:ext uri="{FF2B5EF4-FFF2-40B4-BE49-F238E27FC236}">
                    <a16:creationId xmlns:a16="http://schemas.microsoft.com/office/drawing/2014/main" id="{F8A59E9C-C04D-7FEC-88AD-274730BBC934}"/>
                  </a:ext>
                </a:extLst>
              </p:cNvPr>
              <p:cNvPicPr>
                <a:picLocks noChangeAspect="1"/>
              </p:cNvPicPr>
              <p:nvPr/>
            </p:nvPicPr>
            <p:blipFill>
              <a:blip r:embed="rId4"/>
              <a:stretch>
                <a:fillRect/>
              </a:stretch>
            </p:blipFill>
            <p:spPr>
              <a:xfrm>
                <a:off x="4045946" y="4076226"/>
                <a:ext cx="65825" cy="252000"/>
              </a:xfrm>
              <a:prstGeom prst="rect">
                <a:avLst/>
              </a:prstGeom>
            </p:spPr>
          </p:pic>
          <p:cxnSp>
            <p:nvCxnSpPr>
              <p:cNvPr id="95" name="직선 연결선 94">
                <a:extLst>
                  <a:ext uri="{FF2B5EF4-FFF2-40B4-BE49-F238E27FC236}">
                    <a16:creationId xmlns:a16="http://schemas.microsoft.com/office/drawing/2014/main" id="{C9F65BB7-D3A6-CA89-E790-A52A7E45B6D8}"/>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2" name="그룹 71">
              <a:extLst>
                <a:ext uri="{FF2B5EF4-FFF2-40B4-BE49-F238E27FC236}">
                  <a16:creationId xmlns:a16="http://schemas.microsoft.com/office/drawing/2014/main" id="{2785E19C-B333-2E9D-3C57-ED36D30E6BE1}"/>
                </a:ext>
              </a:extLst>
            </p:cNvPr>
            <p:cNvGrpSpPr/>
            <p:nvPr/>
          </p:nvGrpSpPr>
          <p:grpSpPr>
            <a:xfrm>
              <a:off x="4119157" y="6220431"/>
              <a:ext cx="234000" cy="399680"/>
              <a:chOff x="2505005" y="3797258"/>
              <a:chExt cx="234000" cy="399680"/>
            </a:xfrm>
          </p:grpSpPr>
          <p:pic>
            <p:nvPicPr>
              <p:cNvPr id="91" name="그림 90">
                <a:extLst>
                  <a:ext uri="{FF2B5EF4-FFF2-40B4-BE49-F238E27FC236}">
                    <a16:creationId xmlns:a16="http://schemas.microsoft.com/office/drawing/2014/main" id="{37AF93A0-00DE-7ED6-BA8F-B8389FEB04EF}"/>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92" name="그림 91">
                <a:extLst>
                  <a:ext uri="{FF2B5EF4-FFF2-40B4-BE49-F238E27FC236}">
                    <a16:creationId xmlns:a16="http://schemas.microsoft.com/office/drawing/2014/main" id="{8712E4CF-A56C-14EB-CA54-5247370DA851}"/>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93" name="직선 연결선 92">
                <a:extLst>
                  <a:ext uri="{FF2B5EF4-FFF2-40B4-BE49-F238E27FC236}">
                    <a16:creationId xmlns:a16="http://schemas.microsoft.com/office/drawing/2014/main" id="{BC3DD87A-E438-6C69-417E-36697B4AD335}"/>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3" name="직선 연결선 72">
              <a:extLst>
                <a:ext uri="{FF2B5EF4-FFF2-40B4-BE49-F238E27FC236}">
                  <a16:creationId xmlns:a16="http://schemas.microsoft.com/office/drawing/2014/main" id="{1631AB78-F73F-4C79-5705-0EC245EAB57E}"/>
                </a:ext>
              </a:extLst>
            </p:cNvPr>
            <p:cNvCxnSpPr>
              <a:cxnSpLocks/>
            </p:cNvCxnSpPr>
            <p:nvPr/>
          </p:nvCxnSpPr>
          <p:spPr>
            <a:xfrm flipV="1">
              <a:off x="4190851" y="613964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직선 연결선 73">
              <a:extLst>
                <a:ext uri="{FF2B5EF4-FFF2-40B4-BE49-F238E27FC236}">
                  <a16:creationId xmlns:a16="http://schemas.microsoft.com/office/drawing/2014/main" id="{FEE2AB3E-6531-C656-DE12-120996E7C132}"/>
                </a:ext>
              </a:extLst>
            </p:cNvPr>
            <p:cNvCxnSpPr>
              <a:cxnSpLocks/>
            </p:cNvCxnSpPr>
            <p:nvPr/>
          </p:nvCxnSpPr>
          <p:spPr>
            <a:xfrm>
              <a:off x="3912949" y="614169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직사각형 74">
              <a:extLst>
                <a:ext uri="{FF2B5EF4-FFF2-40B4-BE49-F238E27FC236}">
                  <a16:creationId xmlns:a16="http://schemas.microsoft.com/office/drawing/2014/main" id="{F76B9398-A990-EB39-B5BC-34E984999F56}"/>
                </a:ext>
              </a:extLst>
            </p:cNvPr>
            <p:cNvSpPr/>
            <p:nvPr/>
          </p:nvSpPr>
          <p:spPr>
            <a:xfrm>
              <a:off x="3851023" y="608735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76" name="직선 연결선 75">
              <a:extLst>
                <a:ext uri="{FF2B5EF4-FFF2-40B4-BE49-F238E27FC236}">
                  <a16:creationId xmlns:a16="http://schemas.microsoft.com/office/drawing/2014/main" id="{9DD989FA-038A-F8B4-73DF-56663EB40726}"/>
                </a:ext>
              </a:extLst>
            </p:cNvPr>
            <p:cNvCxnSpPr>
              <a:cxnSpLocks/>
            </p:cNvCxnSpPr>
            <p:nvPr/>
          </p:nvCxnSpPr>
          <p:spPr>
            <a:xfrm>
              <a:off x="4285574" y="634089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직사각형 76">
              <a:extLst>
                <a:ext uri="{FF2B5EF4-FFF2-40B4-BE49-F238E27FC236}">
                  <a16:creationId xmlns:a16="http://schemas.microsoft.com/office/drawing/2014/main" id="{9F34D4BA-9112-8930-32DD-55A6A77928AF}"/>
                </a:ext>
              </a:extLst>
            </p:cNvPr>
            <p:cNvSpPr/>
            <p:nvPr/>
          </p:nvSpPr>
          <p:spPr>
            <a:xfrm>
              <a:off x="4285574" y="638920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8" name="직선 연결선 77">
              <a:extLst>
                <a:ext uri="{FF2B5EF4-FFF2-40B4-BE49-F238E27FC236}">
                  <a16:creationId xmlns:a16="http://schemas.microsoft.com/office/drawing/2014/main" id="{1A0A123B-1B0D-61F8-8CD3-9BA279EA6EDF}"/>
                </a:ext>
              </a:extLst>
            </p:cNvPr>
            <p:cNvCxnSpPr>
              <a:cxnSpLocks/>
            </p:cNvCxnSpPr>
            <p:nvPr/>
          </p:nvCxnSpPr>
          <p:spPr>
            <a:xfrm>
              <a:off x="4494029" y="631402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8DB1D884-8EFD-395B-DE17-8F4F3FFF87DC}"/>
                </a:ext>
              </a:extLst>
            </p:cNvPr>
            <p:cNvCxnSpPr>
              <a:cxnSpLocks/>
            </p:cNvCxnSpPr>
            <p:nvPr/>
          </p:nvCxnSpPr>
          <p:spPr>
            <a:xfrm flipV="1">
              <a:off x="4598068" y="618529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타원 79">
              <a:extLst>
                <a:ext uri="{FF2B5EF4-FFF2-40B4-BE49-F238E27FC236}">
                  <a16:creationId xmlns:a16="http://schemas.microsoft.com/office/drawing/2014/main" id="{43F090DD-FF53-B503-80BF-885B6FE6FB7D}"/>
                </a:ext>
              </a:extLst>
            </p:cNvPr>
            <p:cNvSpPr/>
            <p:nvPr/>
          </p:nvSpPr>
          <p:spPr>
            <a:xfrm>
              <a:off x="4492486" y="629962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1" name="직선 연결선 80">
              <a:extLst>
                <a:ext uri="{FF2B5EF4-FFF2-40B4-BE49-F238E27FC236}">
                  <a16:creationId xmlns:a16="http://schemas.microsoft.com/office/drawing/2014/main" id="{7A5EF94D-4968-6969-39E1-A5B0989F8C70}"/>
                </a:ext>
              </a:extLst>
            </p:cNvPr>
            <p:cNvCxnSpPr>
              <a:cxnSpLocks/>
            </p:cNvCxnSpPr>
            <p:nvPr/>
          </p:nvCxnSpPr>
          <p:spPr>
            <a:xfrm flipH="1" flipV="1">
              <a:off x="4924113" y="609240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AD7A9DC5-9127-DE74-D282-1C69CD9B8D68}"/>
                </a:ext>
              </a:extLst>
            </p:cNvPr>
            <p:cNvCxnSpPr>
              <a:cxnSpLocks/>
            </p:cNvCxnSpPr>
            <p:nvPr/>
          </p:nvCxnSpPr>
          <p:spPr>
            <a:xfrm>
              <a:off x="4922626" y="614764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직사각형 82">
              <a:extLst>
                <a:ext uri="{FF2B5EF4-FFF2-40B4-BE49-F238E27FC236}">
                  <a16:creationId xmlns:a16="http://schemas.microsoft.com/office/drawing/2014/main" id="{81B11FA8-BEB5-4ACD-2760-CCD58811A24D}"/>
                </a:ext>
              </a:extLst>
            </p:cNvPr>
            <p:cNvSpPr/>
            <p:nvPr/>
          </p:nvSpPr>
          <p:spPr>
            <a:xfrm>
              <a:off x="5096673" y="60928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85" name="TextBox 84">
              <a:extLst>
                <a:ext uri="{FF2B5EF4-FFF2-40B4-BE49-F238E27FC236}">
                  <a16:creationId xmlns:a16="http://schemas.microsoft.com/office/drawing/2014/main" id="{414E48A5-FFB8-2E3E-48CD-3D3A814E0554}"/>
                </a:ext>
              </a:extLst>
            </p:cNvPr>
            <p:cNvSpPr txBox="1"/>
            <p:nvPr/>
          </p:nvSpPr>
          <p:spPr>
            <a:xfrm>
              <a:off x="4260402" y="5521734"/>
              <a:ext cx="670376" cy="230832"/>
            </a:xfrm>
            <a:prstGeom prst="rect">
              <a:avLst/>
            </a:prstGeom>
            <a:noFill/>
          </p:spPr>
          <p:txBody>
            <a:bodyPr wrap="none" rtlCol="0">
              <a:spAutoFit/>
            </a:bodyPr>
            <a:lstStyle/>
            <a:p>
              <a:r>
                <a:rPr lang="en-US" altLang="ko-KR" sz="900" dirty="0"/>
                <a:t>XD #(n+1)</a:t>
              </a:r>
              <a:endParaRPr lang="ko-KR" altLang="en-US" sz="900" dirty="0"/>
            </a:p>
          </p:txBody>
        </p:sp>
        <p:sp>
          <p:nvSpPr>
            <p:cNvPr id="86" name="직사각형 85">
              <a:extLst>
                <a:ext uri="{FF2B5EF4-FFF2-40B4-BE49-F238E27FC236}">
                  <a16:creationId xmlns:a16="http://schemas.microsoft.com/office/drawing/2014/main" id="{20E33567-1DD3-B395-99E8-30D1329A62BD}"/>
                </a:ext>
              </a:extLst>
            </p:cNvPr>
            <p:cNvSpPr/>
            <p:nvPr/>
          </p:nvSpPr>
          <p:spPr>
            <a:xfrm>
              <a:off x="4496237" y="633210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7" name="직선 연결선 86">
              <a:extLst>
                <a:ext uri="{FF2B5EF4-FFF2-40B4-BE49-F238E27FC236}">
                  <a16:creationId xmlns:a16="http://schemas.microsoft.com/office/drawing/2014/main" id="{F565880D-FC67-B90D-89D7-B23249296EF9}"/>
                </a:ext>
              </a:extLst>
            </p:cNvPr>
            <p:cNvCxnSpPr>
              <a:cxnSpLocks/>
            </p:cNvCxnSpPr>
            <p:nvPr/>
          </p:nvCxnSpPr>
          <p:spPr>
            <a:xfrm>
              <a:off x="4496630" y="634463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직선 연결선 87">
              <a:extLst>
                <a:ext uri="{FF2B5EF4-FFF2-40B4-BE49-F238E27FC236}">
                  <a16:creationId xmlns:a16="http://schemas.microsoft.com/office/drawing/2014/main" id="{82088B12-2F58-1325-6D55-C63969ABACD1}"/>
                </a:ext>
              </a:extLst>
            </p:cNvPr>
            <p:cNvCxnSpPr>
              <a:cxnSpLocks/>
            </p:cNvCxnSpPr>
            <p:nvPr/>
          </p:nvCxnSpPr>
          <p:spPr>
            <a:xfrm>
              <a:off x="4492502" y="637584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직선 연결선 88">
              <a:extLst>
                <a:ext uri="{FF2B5EF4-FFF2-40B4-BE49-F238E27FC236}">
                  <a16:creationId xmlns:a16="http://schemas.microsoft.com/office/drawing/2014/main" id="{EE932F73-0001-175E-364E-EB481908129A}"/>
                </a:ext>
              </a:extLst>
            </p:cNvPr>
            <p:cNvCxnSpPr>
              <a:cxnSpLocks/>
            </p:cNvCxnSpPr>
            <p:nvPr/>
          </p:nvCxnSpPr>
          <p:spPr>
            <a:xfrm flipV="1">
              <a:off x="4919611" y="637918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직사각형 89">
              <a:extLst>
                <a:ext uri="{FF2B5EF4-FFF2-40B4-BE49-F238E27FC236}">
                  <a16:creationId xmlns:a16="http://schemas.microsoft.com/office/drawing/2014/main" id="{3C948585-6FA5-1A28-3DD9-9B106F2777E3}"/>
                </a:ext>
              </a:extLst>
            </p:cNvPr>
            <p:cNvSpPr/>
            <p:nvPr/>
          </p:nvSpPr>
          <p:spPr>
            <a:xfrm>
              <a:off x="4723454" y="648562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96" name="TextBox 95">
            <a:extLst>
              <a:ext uri="{FF2B5EF4-FFF2-40B4-BE49-F238E27FC236}">
                <a16:creationId xmlns:a16="http://schemas.microsoft.com/office/drawing/2014/main" id="{DCD4C79E-4462-E9CA-03EE-830BA679B544}"/>
              </a:ext>
            </a:extLst>
          </p:cNvPr>
          <p:cNvSpPr txBox="1"/>
          <p:nvPr/>
        </p:nvSpPr>
        <p:spPr>
          <a:xfrm>
            <a:off x="986068" y="5965243"/>
            <a:ext cx="521297" cy="230832"/>
          </a:xfrm>
          <a:prstGeom prst="rect">
            <a:avLst/>
          </a:prstGeom>
          <a:noFill/>
        </p:spPr>
        <p:txBody>
          <a:bodyPr wrap="none" rtlCol="0">
            <a:spAutoFit/>
          </a:bodyPr>
          <a:lstStyle/>
          <a:p>
            <a:r>
              <a:rPr lang="en-US" altLang="ko-KR" sz="900" dirty="0"/>
              <a:t>#n FBO</a:t>
            </a:r>
            <a:endParaRPr lang="ko-KR" altLang="en-US" sz="900" dirty="0"/>
          </a:p>
        </p:txBody>
      </p:sp>
      <p:sp>
        <p:nvSpPr>
          <p:cNvPr id="97" name="TextBox 96">
            <a:extLst>
              <a:ext uri="{FF2B5EF4-FFF2-40B4-BE49-F238E27FC236}">
                <a16:creationId xmlns:a16="http://schemas.microsoft.com/office/drawing/2014/main" id="{E1B050A7-E398-2D00-435D-4DCEA44DD044}"/>
              </a:ext>
            </a:extLst>
          </p:cNvPr>
          <p:cNvSpPr txBox="1"/>
          <p:nvPr/>
        </p:nvSpPr>
        <p:spPr>
          <a:xfrm>
            <a:off x="5264675" y="5964383"/>
            <a:ext cx="659155" cy="230832"/>
          </a:xfrm>
          <a:prstGeom prst="rect">
            <a:avLst/>
          </a:prstGeom>
          <a:noFill/>
        </p:spPr>
        <p:txBody>
          <a:bodyPr wrap="none" rtlCol="0">
            <a:spAutoFit/>
          </a:bodyPr>
          <a:lstStyle/>
          <a:p>
            <a:r>
              <a:rPr lang="en-US" altLang="ko-KR" sz="900" dirty="0"/>
              <a:t>#(n+1) FBI</a:t>
            </a:r>
            <a:endParaRPr lang="ko-KR" altLang="en-US" sz="900" dirty="0"/>
          </a:p>
        </p:txBody>
      </p:sp>
      <p:sp>
        <p:nvSpPr>
          <p:cNvPr id="98" name="TextBox 97">
            <a:extLst>
              <a:ext uri="{FF2B5EF4-FFF2-40B4-BE49-F238E27FC236}">
                <a16:creationId xmlns:a16="http://schemas.microsoft.com/office/drawing/2014/main" id="{2A527A70-CB2F-48C6-D867-7A19D027E92C}"/>
              </a:ext>
            </a:extLst>
          </p:cNvPr>
          <p:cNvSpPr txBox="1"/>
          <p:nvPr/>
        </p:nvSpPr>
        <p:spPr>
          <a:xfrm>
            <a:off x="407554" y="1556966"/>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3 external signal IO modes which can be configured through the IO_MODE bits in the LD MODE register. This function of each mode and the connection scheme is shown as follows.</a:t>
            </a:r>
          </a:p>
        </p:txBody>
      </p:sp>
      <p:sp>
        <p:nvSpPr>
          <p:cNvPr id="99" name="TextBox 98">
            <a:extLst>
              <a:ext uri="{FF2B5EF4-FFF2-40B4-BE49-F238E27FC236}">
                <a16:creationId xmlns:a16="http://schemas.microsoft.com/office/drawing/2014/main" id="{89FCD265-789C-5243-C30D-1A3EB4295AE4}"/>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external VSYNC and FB</a:t>
            </a:r>
          </a:p>
        </p:txBody>
      </p:sp>
      <p:sp>
        <p:nvSpPr>
          <p:cNvPr id="100" name="TextBox 99">
            <a:extLst>
              <a:ext uri="{FF2B5EF4-FFF2-40B4-BE49-F238E27FC236}">
                <a16:creationId xmlns:a16="http://schemas.microsoft.com/office/drawing/2014/main" id="{BECAAEA6-9B32-D4C5-52B6-6D67FBC3B73A}"/>
              </a:ext>
            </a:extLst>
          </p:cNvPr>
          <p:cNvSpPr txBox="1"/>
          <p:nvPr/>
        </p:nvSpPr>
        <p:spPr>
          <a:xfrm>
            <a:off x="2904664" y="4010564"/>
            <a:ext cx="524503" cy="230832"/>
          </a:xfrm>
          <a:prstGeom prst="rect">
            <a:avLst/>
          </a:prstGeom>
          <a:noFill/>
        </p:spPr>
        <p:txBody>
          <a:bodyPr wrap="none" rtlCol="0">
            <a:spAutoFit/>
          </a:bodyPr>
          <a:lstStyle/>
          <a:p>
            <a:r>
              <a:rPr lang="en-US" altLang="ko-KR" sz="900" dirty="0"/>
              <a:t>#n VSO</a:t>
            </a:r>
            <a:endParaRPr lang="ko-KR" altLang="en-US" sz="900" dirty="0"/>
          </a:p>
        </p:txBody>
      </p:sp>
      <p:graphicFrame>
        <p:nvGraphicFramePr>
          <p:cNvPr id="101" name="표 100">
            <a:extLst>
              <a:ext uri="{FF2B5EF4-FFF2-40B4-BE49-F238E27FC236}">
                <a16:creationId xmlns:a16="http://schemas.microsoft.com/office/drawing/2014/main" id="{EF25D819-22C6-AAAD-5E55-5DCCF2E5D88C}"/>
              </a:ext>
            </a:extLst>
          </p:cNvPr>
          <p:cNvGraphicFramePr>
            <a:graphicFrameLocks noGrp="1"/>
          </p:cNvGraphicFramePr>
          <p:nvPr>
            <p:extLst>
              <p:ext uri="{D42A27DB-BD31-4B8C-83A1-F6EECF244321}">
                <p14:modId xmlns:p14="http://schemas.microsoft.com/office/powerpoint/2010/main" val="681487272"/>
              </p:ext>
            </p:extLst>
          </p:nvPr>
        </p:nvGraphicFramePr>
        <p:xfrm>
          <a:off x="407553" y="1955313"/>
          <a:ext cx="6048000" cy="1377120"/>
        </p:xfrm>
        <a:graphic>
          <a:graphicData uri="http://schemas.openxmlformats.org/drawingml/2006/table">
            <a:tbl>
              <a:tblPr firstRow="1" bandRow="1">
                <a:tableStyleId>{5C22544A-7EE6-4342-B048-85BDC9FD1C3A}</a:tableStyleId>
              </a:tblPr>
              <a:tblGrid>
                <a:gridCol w="578453">
                  <a:extLst>
                    <a:ext uri="{9D8B030D-6E8A-4147-A177-3AD203B41FA5}">
                      <a16:colId xmlns:a16="http://schemas.microsoft.com/office/drawing/2014/main" val="2861869108"/>
                    </a:ext>
                  </a:extLst>
                </a:gridCol>
                <a:gridCol w="1071671">
                  <a:extLst>
                    <a:ext uri="{9D8B030D-6E8A-4147-A177-3AD203B41FA5}">
                      <a16:colId xmlns:a16="http://schemas.microsoft.com/office/drawing/2014/main" val="3471461862"/>
                    </a:ext>
                  </a:extLst>
                </a:gridCol>
                <a:gridCol w="487597">
                  <a:extLst>
                    <a:ext uri="{9D8B030D-6E8A-4147-A177-3AD203B41FA5}">
                      <a16:colId xmlns:a16="http://schemas.microsoft.com/office/drawing/2014/main" val="4138367841"/>
                    </a:ext>
                  </a:extLst>
                </a:gridCol>
                <a:gridCol w="487597">
                  <a:extLst>
                    <a:ext uri="{9D8B030D-6E8A-4147-A177-3AD203B41FA5}">
                      <a16:colId xmlns:a16="http://schemas.microsoft.com/office/drawing/2014/main" val="3589866634"/>
                    </a:ext>
                  </a:extLst>
                </a:gridCol>
                <a:gridCol w="487597">
                  <a:extLst>
                    <a:ext uri="{9D8B030D-6E8A-4147-A177-3AD203B41FA5}">
                      <a16:colId xmlns:a16="http://schemas.microsoft.com/office/drawing/2014/main" val="203027085"/>
                    </a:ext>
                  </a:extLst>
                </a:gridCol>
                <a:gridCol w="487597">
                  <a:extLst>
                    <a:ext uri="{9D8B030D-6E8A-4147-A177-3AD203B41FA5}">
                      <a16:colId xmlns:a16="http://schemas.microsoft.com/office/drawing/2014/main" val="1213780966"/>
                    </a:ext>
                  </a:extLst>
                </a:gridCol>
                <a:gridCol w="2447488">
                  <a:extLst>
                    <a:ext uri="{9D8B030D-6E8A-4147-A177-3AD203B41FA5}">
                      <a16:colId xmlns:a16="http://schemas.microsoft.com/office/drawing/2014/main" val="4000803811"/>
                    </a:ext>
                  </a:extLst>
                </a:gridCol>
              </a:tblGrid>
              <a:tr h="193193">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IO_MODE</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287019">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pins, 5 and 14, can be connected to GND.</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The FB and VSYNC signal can be replaced by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 the communication method.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non-daisy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and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grpSp>
        <p:nvGrpSpPr>
          <p:cNvPr id="102" name="그룹 101">
            <a:extLst>
              <a:ext uri="{FF2B5EF4-FFF2-40B4-BE49-F238E27FC236}">
                <a16:creationId xmlns:a16="http://schemas.microsoft.com/office/drawing/2014/main" id="{6F1221A9-C188-4ACF-18C9-7F312DA7B559}"/>
              </a:ext>
            </a:extLst>
          </p:cNvPr>
          <p:cNvGrpSpPr/>
          <p:nvPr/>
        </p:nvGrpSpPr>
        <p:grpSpPr>
          <a:xfrm>
            <a:off x="3803795" y="3669248"/>
            <a:ext cx="1260000" cy="1116000"/>
            <a:chOff x="3803795" y="3654548"/>
            <a:chExt cx="1260000" cy="1116000"/>
          </a:xfrm>
        </p:grpSpPr>
        <p:grpSp>
          <p:nvGrpSpPr>
            <p:cNvPr id="103" name="그룹 102">
              <a:extLst>
                <a:ext uri="{FF2B5EF4-FFF2-40B4-BE49-F238E27FC236}">
                  <a16:creationId xmlns:a16="http://schemas.microsoft.com/office/drawing/2014/main" id="{F1584148-91DB-43CD-8E79-EB40C0E0B87B}"/>
                </a:ext>
              </a:extLst>
            </p:cNvPr>
            <p:cNvGrpSpPr/>
            <p:nvPr/>
          </p:nvGrpSpPr>
          <p:grpSpPr>
            <a:xfrm>
              <a:off x="3803795" y="3654548"/>
              <a:ext cx="1260000" cy="1116000"/>
              <a:chOff x="1016681" y="4339884"/>
              <a:chExt cx="1427516" cy="1242000"/>
            </a:xfrm>
          </p:grpSpPr>
          <p:sp>
            <p:nvSpPr>
              <p:cNvPr id="106" name="직사각형 105">
                <a:extLst>
                  <a:ext uri="{FF2B5EF4-FFF2-40B4-BE49-F238E27FC236}">
                    <a16:creationId xmlns:a16="http://schemas.microsoft.com/office/drawing/2014/main" id="{8C1DB4FE-3F77-A2A9-6DA9-CF739412400D}"/>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07" name="그림 106">
                <a:extLst>
                  <a:ext uri="{FF2B5EF4-FFF2-40B4-BE49-F238E27FC236}">
                    <a16:creationId xmlns:a16="http://schemas.microsoft.com/office/drawing/2014/main" id="{E0F57D28-CD79-17A3-0D60-38A97A8187A5}"/>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08" name="직선 연결선 107">
                <a:extLst>
                  <a:ext uri="{FF2B5EF4-FFF2-40B4-BE49-F238E27FC236}">
                    <a16:creationId xmlns:a16="http://schemas.microsoft.com/office/drawing/2014/main" id="{27FEA9B7-CDDF-1D78-2439-E5406F60CB01}"/>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직사각형 108">
                <a:extLst>
                  <a:ext uri="{FF2B5EF4-FFF2-40B4-BE49-F238E27FC236}">
                    <a16:creationId xmlns:a16="http://schemas.microsoft.com/office/drawing/2014/main" id="{7D4D9AD9-4266-9199-6028-F6C927AA69E1}"/>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10" name="직선 연결선 109">
                <a:extLst>
                  <a:ext uri="{FF2B5EF4-FFF2-40B4-BE49-F238E27FC236}">
                    <a16:creationId xmlns:a16="http://schemas.microsoft.com/office/drawing/2014/main" id="{08A195FF-C659-141E-4B89-663E56B96BD8}"/>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직사각형 110">
                <a:extLst>
                  <a:ext uri="{FF2B5EF4-FFF2-40B4-BE49-F238E27FC236}">
                    <a16:creationId xmlns:a16="http://schemas.microsoft.com/office/drawing/2014/main" id="{87B1BA43-087F-F54C-6153-09A44F593A91}"/>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12" name="직선 연결선 111">
                <a:extLst>
                  <a:ext uri="{FF2B5EF4-FFF2-40B4-BE49-F238E27FC236}">
                    <a16:creationId xmlns:a16="http://schemas.microsoft.com/office/drawing/2014/main" id="{18CE2BA2-121B-867C-C88F-E81AB7649D57}"/>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직선 연결선 112">
                <a:extLst>
                  <a:ext uri="{FF2B5EF4-FFF2-40B4-BE49-F238E27FC236}">
                    <a16:creationId xmlns:a16="http://schemas.microsoft.com/office/drawing/2014/main" id="{BFBB7947-2DC2-54C4-A7F4-3D41A4CF9B40}"/>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4" name="TextBox 103">
              <a:extLst>
                <a:ext uri="{FF2B5EF4-FFF2-40B4-BE49-F238E27FC236}">
                  <a16:creationId xmlns:a16="http://schemas.microsoft.com/office/drawing/2014/main" id="{088E3FE4-E03E-53B7-F90D-0DF026754B51}"/>
                </a:ext>
              </a:extLst>
            </p:cNvPr>
            <p:cNvSpPr txBox="1"/>
            <p:nvPr/>
          </p:nvSpPr>
          <p:spPr>
            <a:xfrm>
              <a:off x="4087587" y="3664558"/>
              <a:ext cx="644728" cy="230832"/>
            </a:xfrm>
            <a:prstGeom prst="rect">
              <a:avLst/>
            </a:prstGeom>
            <a:noFill/>
          </p:spPr>
          <p:txBody>
            <a:bodyPr wrap="none" rtlCol="0">
              <a:spAutoFit/>
            </a:bodyPr>
            <a:lstStyle/>
            <a:p>
              <a:r>
                <a:rPr lang="en-US" altLang="ko-KR" sz="900" dirty="0"/>
                <a:t>XD #(n+1)</a:t>
              </a:r>
              <a:endParaRPr lang="ko-KR" altLang="en-US" sz="900" dirty="0"/>
            </a:p>
          </p:txBody>
        </p:sp>
        <p:sp>
          <p:nvSpPr>
            <p:cNvPr id="105" name="직사각형 104">
              <a:extLst>
                <a:ext uri="{FF2B5EF4-FFF2-40B4-BE49-F238E27FC236}">
                  <a16:creationId xmlns:a16="http://schemas.microsoft.com/office/drawing/2014/main" id="{CFFE0CAD-52F0-FEF7-83C7-7D4CB2DB349B}"/>
                </a:ext>
              </a:extLst>
            </p:cNvPr>
            <p:cNvSpPr/>
            <p:nvPr/>
          </p:nvSpPr>
          <p:spPr>
            <a:xfrm>
              <a:off x="4278404" y="402031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14" name="TextBox 113">
            <a:extLst>
              <a:ext uri="{FF2B5EF4-FFF2-40B4-BE49-F238E27FC236}">
                <a16:creationId xmlns:a16="http://schemas.microsoft.com/office/drawing/2014/main" id="{046782E7-66A4-7E28-BC82-11D421F5A740}"/>
              </a:ext>
            </a:extLst>
          </p:cNvPr>
          <p:cNvSpPr txBox="1"/>
          <p:nvPr/>
        </p:nvSpPr>
        <p:spPr>
          <a:xfrm>
            <a:off x="2958347" y="5886001"/>
            <a:ext cx="473206" cy="230832"/>
          </a:xfrm>
          <a:prstGeom prst="rect">
            <a:avLst/>
          </a:prstGeom>
          <a:noFill/>
        </p:spPr>
        <p:txBody>
          <a:bodyPr wrap="none" rtlCol="0">
            <a:spAutoFit/>
          </a:bodyPr>
          <a:lstStyle/>
          <a:p>
            <a:r>
              <a:rPr lang="en-US" altLang="ko-KR" sz="900" dirty="0"/>
              <a:t>#n FBI</a:t>
            </a:r>
            <a:endParaRPr lang="ko-KR" altLang="en-US" sz="900" dirty="0"/>
          </a:p>
        </p:txBody>
      </p:sp>
      <p:sp>
        <p:nvSpPr>
          <p:cNvPr id="115" name="TextBox 114">
            <a:extLst>
              <a:ext uri="{FF2B5EF4-FFF2-40B4-BE49-F238E27FC236}">
                <a16:creationId xmlns:a16="http://schemas.microsoft.com/office/drawing/2014/main" id="{C95DFDFB-5F78-D8F7-C4A3-033BD6D9F1F8}"/>
              </a:ext>
            </a:extLst>
          </p:cNvPr>
          <p:cNvSpPr txBox="1"/>
          <p:nvPr/>
        </p:nvSpPr>
        <p:spPr>
          <a:xfrm>
            <a:off x="2210624" y="8690366"/>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12.  External FBO and VSI Scheme</a:t>
            </a:r>
          </a:p>
        </p:txBody>
      </p:sp>
      <p:cxnSp>
        <p:nvCxnSpPr>
          <p:cNvPr id="116" name="직선 연결선 115">
            <a:extLst>
              <a:ext uri="{FF2B5EF4-FFF2-40B4-BE49-F238E27FC236}">
                <a16:creationId xmlns:a16="http://schemas.microsoft.com/office/drawing/2014/main" id="{21522562-F0C1-38A5-3125-5DF65CF37D83}"/>
              </a:ext>
            </a:extLst>
          </p:cNvPr>
          <p:cNvCxnSpPr/>
          <p:nvPr/>
        </p:nvCxnSpPr>
        <p:spPr>
          <a:xfrm>
            <a:off x="2639223" y="7924725"/>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FF8A721C-05B0-59E2-A244-0067AEC919B8}"/>
              </a:ext>
            </a:extLst>
          </p:cNvPr>
          <p:cNvSpPr txBox="1"/>
          <p:nvPr/>
        </p:nvSpPr>
        <p:spPr>
          <a:xfrm>
            <a:off x="2290553" y="7804491"/>
            <a:ext cx="377026" cy="230832"/>
          </a:xfrm>
          <a:prstGeom prst="rect">
            <a:avLst/>
          </a:prstGeom>
          <a:noFill/>
        </p:spPr>
        <p:txBody>
          <a:bodyPr wrap="none" rtlCol="0">
            <a:spAutoFit/>
          </a:bodyPr>
          <a:lstStyle/>
          <a:p>
            <a:r>
              <a:rPr lang="en-US" altLang="ko-KR" sz="900" dirty="0"/>
              <a:t>FBO</a:t>
            </a:r>
            <a:endParaRPr lang="ko-KR" altLang="en-US" sz="900" dirty="0"/>
          </a:p>
        </p:txBody>
      </p:sp>
      <p:cxnSp>
        <p:nvCxnSpPr>
          <p:cNvPr id="118" name="직선 연결선 117">
            <a:extLst>
              <a:ext uri="{FF2B5EF4-FFF2-40B4-BE49-F238E27FC236}">
                <a16:creationId xmlns:a16="http://schemas.microsoft.com/office/drawing/2014/main" id="{8C788C0A-F5A8-378B-ACCF-F2AF69DC79BC}"/>
              </a:ext>
            </a:extLst>
          </p:cNvPr>
          <p:cNvCxnSpPr>
            <a:cxnSpLocks/>
          </p:cNvCxnSpPr>
          <p:nvPr/>
        </p:nvCxnSpPr>
        <p:spPr>
          <a:xfrm flipH="1">
            <a:off x="4162267" y="7921905"/>
            <a:ext cx="252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5183351A-5215-7C8D-4602-55DBB3F2402E}"/>
              </a:ext>
            </a:extLst>
          </p:cNvPr>
          <p:cNvSpPr txBox="1"/>
          <p:nvPr/>
        </p:nvSpPr>
        <p:spPr>
          <a:xfrm>
            <a:off x="4369966" y="7807431"/>
            <a:ext cx="332142" cy="230832"/>
          </a:xfrm>
          <a:prstGeom prst="rect">
            <a:avLst/>
          </a:prstGeom>
          <a:noFill/>
        </p:spPr>
        <p:txBody>
          <a:bodyPr wrap="none" rtlCol="0">
            <a:spAutoFit/>
          </a:bodyPr>
          <a:lstStyle/>
          <a:p>
            <a:r>
              <a:rPr lang="en-US" altLang="ko-KR" sz="900" dirty="0"/>
              <a:t>VSI</a:t>
            </a:r>
            <a:endParaRPr lang="ko-KR" altLang="en-US" sz="900" dirty="0"/>
          </a:p>
        </p:txBody>
      </p:sp>
      <p:grpSp>
        <p:nvGrpSpPr>
          <p:cNvPr id="120" name="그룹 119">
            <a:extLst>
              <a:ext uri="{FF2B5EF4-FFF2-40B4-BE49-F238E27FC236}">
                <a16:creationId xmlns:a16="http://schemas.microsoft.com/office/drawing/2014/main" id="{1179BA43-F2D9-B9C4-BC7E-6DE5580EACAD}"/>
              </a:ext>
            </a:extLst>
          </p:cNvPr>
          <p:cNvGrpSpPr/>
          <p:nvPr/>
        </p:nvGrpSpPr>
        <p:grpSpPr>
          <a:xfrm>
            <a:off x="2895027" y="7363609"/>
            <a:ext cx="1260000" cy="1116000"/>
            <a:chOff x="2988890" y="7363609"/>
            <a:chExt cx="1425650" cy="1242622"/>
          </a:xfrm>
        </p:grpSpPr>
        <p:sp>
          <p:nvSpPr>
            <p:cNvPr id="121" name="직사각형 120">
              <a:extLst>
                <a:ext uri="{FF2B5EF4-FFF2-40B4-BE49-F238E27FC236}">
                  <a16:creationId xmlns:a16="http://schemas.microsoft.com/office/drawing/2014/main" id="{9AC3C9FA-0900-703C-804C-536B7D61ED7D}"/>
                </a:ext>
              </a:extLst>
            </p:cNvPr>
            <p:cNvSpPr/>
            <p:nvPr/>
          </p:nvSpPr>
          <p:spPr>
            <a:xfrm>
              <a:off x="3084413" y="7364231"/>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22" name="그림 121">
              <a:extLst>
                <a:ext uri="{FF2B5EF4-FFF2-40B4-BE49-F238E27FC236}">
                  <a16:creationId xmlns:a16="http://schemas.microsoft.com/office/drawing/2014/main" id="{8E4F018D-86C6-437C-92FE-A921FDB63DAD}"/>
                </a:ext>
              </a:extLst>
            </p:cNvPr>
            <p:cNvPicPr>
              <a:picLocks noChangeAspect="1"/>
            </p:cNvPicPr>
            <p:nvPr/>
          </p:nvPicPr>
          <p:blipFill>
            <a:blip r:embed="rId3"/>
            <a:stretch>
              <a:fillRect/>
            </a:stretch>
          </p:blipFill>
          <p:spPr>
            <a:xfrm flipH="1">
              <a:off x="3461579" y="8123151"/>
              <a:ext cx="216000" cy="115821"/>
            </a:xfrm>
            <a:prstGeom prst="rect">
              <a:avLst/>
            </a:prstGeom>
          </p:spPr>
        </p:pic>
        <p:sp>
          <p:nvSpPr>
            <p:cNvPr id="123" name="직사각형 122">
              <a:extLst>
                <a:ext uri="{FF2B5EF4-FFF2-40B4-BE49-F238E27FC236}">
                  <a16:creationId xmlns:a16="http://schemas.microsoft.com/office/drawing/2014/main" id="{3C052A2B-65BF-1F22-7D6D-77B94AB3A10E}"/>
                </a:ext>
              </a:extLst>
            </p:cNvPr>
            <p:cNvSpPr/>
            <p:nvPr/>
          </p:nvSpPr>
          <p:spPr>
            <a:xfrm>
              <a:off x="3559239" y="7929532"/>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24" name="그룹 123">
              <a:extLst>
                <a:ext uri="{FF2B5EF4-FFF2-40B4-BE49-F238E27FC236}">
                  <a16:creationId xmlns:a16="http://schemas.microsoft.com/office/drawing/2014/main" id="{E6FF7224-0C43-CD68-E3A0-F3D57E4F3629}"/>
                </a:ext>
              </a:extLst>
            </p:cNvPr>
            <p:cNvGrpSpPr/>
            <p:nvPr/>
          </p:nvGrpSpPr>
          <p:grpSpPr>
            <a:xfrm>
              <a:off x="3257024" y="8061500"/>
              <a:ext cx="234000" cy="399680"/>
              <a:chOff x="2505005" y="3797258"/>
              <a:chExt cx="234000" cy="399680"/>
            </a:xfrm>
          </p:grpSpPr>
          <p:pic>
            <p:nvPicPr>
              <p:cNvPr id="141" name="그림 140">
                <a:extLst>
                  <a:ext uri="{FF2B5EF4-FFF2-40B4-BE49-F238E27FC236}">
                    <a16:creationId xmlns:a16="http://schemas.microsoft.com/office/drawing/2014/main" id="{CF1A2088-C391-3ABB-5D53-8F8A11E1D92E}"/>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42" name="그림 141">
                <a:extLst>
                  <a:ext uri="{FF2B5EF4-FFF2-40B4-BE49-F238E27FC236}">
                    <a16:creationId xmlns:a16="http://schemas.microsoft.com/office/drawing/2014/main" id="{A3ECD2AD-9C41-DB07-3AA3-FC340BBE7F99}"/>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43" name="직선 연결선 142">
                <a:extLst>
                  <a:ext uri="{FF2B5EF4-FFF2-40B4-BE49-F238E27FC236}">
                    <a16:creationId xmlns:a16="http://schemas.microsoft.com/office/drawing/2014/main" id="{9AAE7F91-EC40-92CB-CF96-C2DF948001A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5" name="직선 연결선 124">
              <a:extLst>
                <a:ext uri="{FF2B5EF4-FFF2-40B4-BE49-F238E27FC236}">
                  <a16:creationId xmlns:a16="http://schemas.microsoft.com/office/drawing/2014/main" id="{D3016DAA-FF01-F0B3-CF67-0CC5ABC938A7}"/>
                </a:ext>
              </a:extLst>
            </p:cNvPr>
            <p:cNvCxnSpPr>
              <a:cxnSpLocks/>
            </p:cNvCxnSpPr>
            <p:nvPr/>
          </p:nvCxnSpPr>
          <p:spPr>
            <a:xfrm flipV="1">
              <a:off x="3328718" y="7980712"/>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직선 연결선 125">
              <a:extLst>
                <a:ext uri="{FF2B5EF4-FFF2-40B4-BE49-F238E27FC236}">
                  <a16:creationId xmlns:a16="http://schemas.microsoft.com/office/drawing/2014/main" id="{01B204D2-EF9C-DC82-2BBD-017268126BE2}"/>
                </a:ext>
              </a:extLst>
            </p:cNvPr>
            <p:cNvCxnSpPr>
              <a:cxnSpLocks/>
            </p:cNvCxnSpPr>
            <p:nvPr/>
          </p:nvCxnSpPr>
          <p:spPr>
            <a:xfrm>
              <a:off x="3050816" y="7982761"/>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직사각형 126">
              <a:extLst>
                <a:ext uri="{FF2B5EF4-FFF2-40B4-BE49-F238E27FC236}">
                  <a16:creationId xmlns:a16="http://schemas.microsoft.com/office/drawing/2014/main" id="{4398194D-240B-3067-DF0F-F6D358357C9C}"/>
                </a:ext>
              </a:extLst>
            </p:cNvPr>
            <p:cNvSpPr/>
            <p:nvPr/>
          </p:nvSpPr>
          <p:spPr>
            <a:xfrm>
              <a:off x="2988890" y="79284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28" name="직선 연결선 127">
              <a:extLst>
                <a:ext uri="{FF2B5EF4-FFF2-40B4-BE49-F238E27FC236}">
                  <a16:creationId xmlns:a16="http://schemas.microsoft.com/office/drawing/2014/main" id="{4834F270-7096-1D08-F785-9C5957BFDA76}"/>
                </a:ext>
              </a:extLst>
            </p:cNvPr>
            <p:cNvCxnSpPr>
              <a:cxnSpLocks/>
            </p:cNvCxnSpPr>
            <p:nvPr/>
          </p:nvCxnSpPr>
          <p:spPr>
            <a:xfrm>
              <a:off x="3423441" y="8181966"/>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직사각형 128">
              <a:extLst>
                <a:ext uri="{FF2B5EF4-FFF2-40B4-BE49-F238E27FC236}">
                  <a16:creationId xmlns:a16="http://schemas.microsoft.com/office/drawing/2014/main" id="{664869B2-0FDA-BA6E-D1DB-91AC508EDACE}"/>
                </a:ext>
              </a:extLst>
            </p:cNvPr>
            <p:cNvSpPr/>
            <p:nvPr/>
          </p:nvSpPr>
          <p:spPr>
            <a:xfrm>
              <a:off x="3423441" y="8230276"/>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30" name="직선 연결선 129">
              <a:extLst>
                <a:ext uri="{FF2B5EF4-FFF2-40B4-BE49-F238E27FC236}">
                  <a16:creationId xmlns:a16="http://schemas.microsoft.com/office/drawing/2014/main" id="{41CBD166-B1F4-DC70-7FF3-D37E0BDBADF9}"/>
                </a:ext>
              </a:extLst>
            </p:cNvPr>
            <p:cNvCxnSpPr>
              <a:cxnSpLocks/>
            </p:cNvCxnSpPr>
            <p:nvPr/>
          </p:nvCxnSpPr>
          <p:spPr>
            <a:xfrm>
              <a:off x="3631896" y="8155094"/>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a:extLst>
                <a:ext uri="{FF2B5EF4-FFF2-40B4-BE49-F238E27FC236}">
                  <a16:creationId xmlns:a16="http://schemas.microsoft.com/office/drawing/2014/main" id="{3C7E8C06-95E3-07AE-646D-68D16E443CA2}"/>
                </a:ext>
              </a:extLst>
            </p:cNvPr>
            <p:cNvCxnSpPr>
              <a:cxnSpLocks/>
            </p:cNvCxnSpPr>
            <p:nvPr/>
          </p:nvCxnSpPr>
          <p:spPr>
            <a:xfrm flipV="1">
              <a:off x="3735935" y="802635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타원 131">
              <a:extLst>
                <a:ext uri="{FF2B5EF4-FFF2-40B4-BE49-F238E27FC236}">
                  <a16:creationId xmlns:a16="http://schemas.microsoft.com/office/drawing/2014/main" id="{AF2BC833-45B6-A5E2-7B83-7AD2936607F3}"/>
                </a:ext>
              </a:extLst>
            </p:cNvPr>
            <p:cNvSpPr/>
            <p:nvPr/>
          </p:nvSpPr>
          <p:spPr>
            <a:xfrm>
              <a:off x="3630353" y="8140694"/>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3" name="직사각형 132">
              <a:extLst>
                <a:ext uri="{FF2B5EF4-FFF2-40B4-BE49-F238E27FC236}">
                  <a16:creationId xmlns:a16="http://schemas.microsoft.com/office/drawing/2014/main" id="{E8D49661-E413-0D1D-FDEB-9C4C1C75514B}"/>
                </a:ext>
              </a:extLst>
            </p:cNvPr>
            <p:cNvSpPr/>
            <p:nvPr/>
          </p:nvSpPr>
          <p:spPr>
            <a:xfrm>
              <a:off x="4234540" y="793389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34" name="TextBox 133">
              <a:extLst>
                <a:ext uri="{FF2B5EF4-FFF2-40B4-BE49-F238E27FC236}">
                  <a16:creationId xmlns:a16="http://schemas.microsoft.com/office/drawing/2014/main" id="{8BF30B8E-6F19-0A48-B05B-31AB27FF6BAB}"/>
                </a:ext>
              </a:extLst>
            </p:cNvPr>
            <p:cNvSpPr txBox="1"/>
            <p:nvPr/>
          </p:nvSpPr>
          <p:spPr>
            <a:xfrm>
              <a:off x="3546556" y="7363609"/>
              <a:ext cx="314510" cy="230832"/>
            </a:xfrm>
            <a:prstGeom prst="rect">
              <a:avLst/>
            </a:prstGeom>
            <a:noFill/>
          </p:spPr>
          <p:txBody>
            <a:bodyPr wrap="none" rtlCol="0">
              <a:spAutoFit/>
            </a:bodyPr>
            <a:lstStyle/>
            <a:p>
              <a:r>
                <a:rPr lang="en-US" altLang="ko-KR" sz="900" dirty="0"/>
                <a:t>XD</a:t>
              </a:r>
              <a:endParaRPr lang="ko-KR" altLang="en-US" sz="900" dirty="0"/>
            </a:p>
          </p:txBody>
        </p:sp>
        <p:sp>
          <p:nvSpPr>
            <p:cNvPr id="135" name="직사각형 134">
              <a:extLst>
                <a:ext uri="{FF2B5EF4-FFF2-40B4-BE49-F238E27FC236}">
                  <a16:creationId xmlns:a16="http://schemas.microsoft.com/office/drawing/2014/main" id="{6625CCB2-D629-34B4-7DD8-6C9DD881F47D}"/>
                </a:ext>
              </a:extLst>
            </p:cNvPr>
            <p:cNvSpPr/>
            <p:nvPr/>
          </p:nvSpPr>
          <p:spPr>
            <a:xfrm>
              <a:off x="3632819" y="8174583"/>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36" name="직선 연결선 135">
              <a:extLst>
                <a:ext uri="{FF2B5EF4-FFF2-40B4-BE49-F238E27FC236}">
                  <a16:creationId xmlns:a16="http://schemas.microsoft.com/office/drawing/2014/main" id="{5EE303B3-5355-B09E-21BB-DD4C43E1D0DB}"/>
                </a:ext>
              </a:extLst>
            </p:cNvPr>
            <p:cNvCxnSpPr>
              <a:cxnSpLocks/>
            </p:cNvCxnSpPr>
            <p:nvPr/>
          </p:nvCxnSpPr>
          <p:spPr>
            <a:xfrm>
              <a:off x="3629084" y="8218332"/>
              <a:ext cx="50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직선 연결선 136">
              <a:extLst>
                <a:ext uri="{FF2B5EF4-FFF2-40B4-BE49-F238E27FC236}">
                  <a16:creationId xmlns:a16="http://schemas.microsoft.com/office/drawing/2014/main" id="{5B81B309-B098-BCE0-B9DD-CDF9C21AB0B9}"/>
                </a:ext>
              </a:extLst>
            </p:cNvPr>
            <p:cNvCxnSpPr>
              <a:cxnSpLocks/>
            </p:cNvCxnSpPr>
            <p:nvPr/>
          </p:nvCxnSpPr>
          <p:spPr>
            <a:xfrm flipV="1">
              <a:off x="3738436" y="821814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19E22056-464E-F81A-26E0-04EB4DD46B38}"/>
                </a:ext>
              </a:extLst>
            </p:cNvPr>
            <p:cNvSpPr/>
            <p:nvPr/>
          </p:nvSpPr>
          <p:spPr>
            <a:xfrm>
              <a:off x="3549341" y="832810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pic>
          <p:nvPicPr>
            <p:cNvPr id="139" name="그림 138">
              <a:extLst>
                <a:ext uri="{FF2B5EF4-FFF2-40B4-BE49-F238E27FC236}">
                  <a16:creationId xmlns:a16="http://schemas.microsoft.com/office/drawing/2014/main" id="{764C7CEE-E0EA-1086-7756-83EC811318C7}"/>
                </a:ext>
              </a:extLst>
            </p:cNvPr>
            <p:cNvPicPr>
              <a:picLocks noChangeAspect="1"/>
            </p:cNvPicPr>
            <p:nvPr/>
          </p:nvPicPr>
          <p:blipFill>
            <a:blip r:embed="rId2"/>
            <a:stretch>
              <a:fillRect/>
            </a:stretch>
          </p:blipFill>
          <p:spPr>
            <a:xfrm rot="10641360">
              <a:off x="4013600" y="7927439"/>
              <a:ext cx="216000" cy="149104"/>
            </a:xfrm>
            <a:prstGeom prst="rect">
              <a:avLst/>
            </a:prstGeom>
          </p:spPr>
        </p:pic>
        <p:cxnSp>
          <p:nvCxnSpPr>
            <p:cNvPr id="140" name="직선 연결선 139">
              <a:extLst>
                <a:ext uri="{FF2B5EF4-FFF2-40B4-BE49-F238E27FC236}">
                  <a16:creationId xmlns:a16="http://schemas.microsoft.com/office/drawing/2014/main" id="{14F605FA-D34C-4F61-9B16-ABBB03B92F44}"/>
                </a:ext>
              </a:extLst>
            </p:cNvPr>
            <p:cNvCxnSpPr>
              <a:cxnSpLocks/>
            </p:cNvCxnSpPr>
            <p:nvPr/>
          </p:nvCxnSpPr>
          <p:spPr>
            <a:xfrm flipV="1">
              <a:off x="4134822" y="8054264"/>
              <a:ext cx="1283" cy="16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4" name="TextBox 143">
            <a:extLst>
              <a:ext uri="{FF2B5EF4-FFF2-40B4-BE49-F238E27FC236}">
                <a16:creationId xmlns:a16="http://schemas.microsoft.com/office/drawing/2014/main" id="{8574E76A-D8EB-91F1-6C87-CD4C61BB6486}"/>
              </a:ext>
            </a:extLst>
          </p:cNvPr>
          <p:cNvSpPr txBox="1"/>
          <p:nvPr/>
        </p:nvSpPr>
        <p:spPr>
          <a:xfrm>
            <a:off x="419255" y="775809"/>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Tree>
    <p:extLst>
      <p:ext uri="{BB962C8B-B14F-4D97-AF65-F5344CB8AC3E}">
        <p14:creationId xmlns:p14="http://schemas.microsoft.com/office/powerpoint/2010/main" val="213165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0532" y="776213"/>
            <a:ext cx="606163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413543" y="274753"/>
            <a:ext cx="6048623"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528287869"/>
              </p:ext>
            </p:extLst>
          </p:nvPr>
        </p:nvGraphicFramePr>
        <p:xfrm>
          <a:off x="410318" y="2156360"/>
          <a:ext cx="6044195" cy="1830787"/>
        </p:xfrm>
        <a:graphic>
          <a:graphicData uri="http://schemas.openxmlformats.org/drawingml/2006/table">
            <a:tbl>
              <a:tblPr firstRow="1" bandRow="1">
                <a:tableStyleId>{5C22544A-7EE6-4342-B048-85BDC9FD1C3A}</a:tableStyleId>
              </a:tblPr>
              <a:tblGrid>
                <a:gridCol w="410964">
                  <a:extLst>
                    <a:ext uri="{9D8B030D-6E8A-4147-A177-3AD203B41FA5}">
                      <a16:colId xmlns:a16="http://schemas.microsoft.com/office/drawing/2014/main" val="4170535043"/>
                    </a:ext>
                  </a:extLst>
                </a:gridCol>
                <a:gridCol w="594301">
                  <a:extLst>
                    <a:ext uri="{9D8B030D-6E8A-4147-A177-3AD203B41FA5}">
                      <a16:colId xmlns:a16="http://schemas.microsoft.com/office/drawing/2014/main" val="2079070694"/>
                    </a:ext>
                  </a:extLst>
                </a:gridCol>
                <a:gridCol w="287750">
                  <a:extLst>
                    <a:ext uri="{9D8B030D-6E8A-4147-A177-3AD203B41FA5}">
                      <a16:colId xmlns:a16="http://schemas.microsoft.com/office/drawing/2014/main" val="3858367650"/>
                    </a:ext>
                  </a:extLst>
                </a:gridCol>
                <a:gridCol w="4751180">
                  <a:extLst>
                    <a:ext uri="{9D8B030D-6E8A-4147-A177-3AD203B41FA5}">
                      <a16:colId xmlns:a16="http://schemas.microsoft.com/office/drawing/2014/main" val="32595803"/>
                    </a:ext>
                  </a:extLst>
                </a:gridCol>
              </a:tblGrid>
              <a:tr h="26254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6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initializing.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99240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 will receive the ID-Gen command from the XC24 controller, then the ID value is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186898864"/>
              </p:ext>
            </p:extLst>
          </p:nvPr>
        </p:nvGraphicFramePr>
        <p:xfrm>
          <a:off x="413541" y="1730617"/>
          <a:ext cx="6034056" cy="372600"/>
        </p:xfrm>
        <a:graphic>
          <a:graphicData uri="http://schemas.openxmlformats.org/drawingml/2006/table">
            <a:tbl>
              <a:tblPr firstRow="1" bandRow="1">
                <a:tableStyleId>{5C22544A-7EE6-4342-B048-85BDC9FD1C3A}</a:tableStyleId>
              </a:tblPr>
              <a:tblGrid>
                <a:gridCol w="277693">
                  <a:extLst>
                    <a:ext uri="{9D8B030D-6E8A-4147-A177-3AD203B41FA5}">
                      <a16:colId xmlns:a16="http://schemas.microsoft.com/office/drawing/2014/main" val="657570846"/>
                    </a:ext>
                  </a:extLst>
                </a:gridCol>
                <a:gridCol w="331674">
                  <a:extLst>
                    <a:ext uri="{9D8B030D-6E8A-4147-A177-3AD203B41FA5}">
                      <a16:colId xmlns:a16="http://schemas.microsoft.com/office/drawing/2014/main" val="3259894497"/>
                    </a:ext>
                  </a:extLst>
                </a:gridCol>
                <a:gridCol w="413801">
                  <a:extLst>
                    <a:ext uri="{9D8B030D-6E8A-4147-A177-3AD203B41FA5}">
                      <a16:colId xmlns:a16="http://schemas.microsoft.com/office/drawing/2014/main" val="4170535043"/>
                    </a:ext>
                  </a:extLst>
                </a:gridCol>
                <a:gridCol w="417574">
                  <a:extLst>
                    <a:ext uri="{9D8B030D-6E8A-4147-A177-3AD203B41FA5}">
                      <a16:colId xmlns:a16="http://schemas.microsoft.com/office/drawing/2014/main" val="2079070694"/>
                    </a:ext>
                  </a:extLst>
                </a:gridCol>
                <a:gridCol w="417574">
                  <a:extLst>
                    <a:ext uri="{9D8B030D-6E8A-4147-A177-3AD203B41FA5}">
                      <a16:colId xmlns:a16="http://schemas.microsoft.com/office/drawing/2014/main" val="4213315911"/>
                    </a:ext>
                  </a:extLst>
                </a:gridCol>
                <a:gridCol w="417574">
                  <a:extLst>
                    <a:ext uri="{9D8B030D-6E8A-4147-A177-3AD203B41FA5}">
                      <a16:colId xmlns:a16="http://schemas.microsoft.com/office/drawing/2014/main" val="2769999950"/>
                    </a:ext>
                  </a:extLst>
                </a:gridCol>
                <a:gridCol w="417574">
                  <a:extLst>
                    <a:ext uri="{9D8B030D-6E8A-4147-A177-3AD203B41FA5}">
                      <a16:colId xmlns:a16="http://schemas.microsoft.com/office/drawing/2014/main" val="135637185"/>
                    </a:ext>
                  </a:extLst>
                </a:gridCol>
                <a:gridCol w="417574">
                  <a:extLst>
                    <a:ext uri="{9D8B030D-6E8A-4147-A177-3AD203B41FA5}">
                      <a16:colId xmlns:a16="http://schemas.microsoft.com/office/drawing/2014/main" val="3038050475"/>
                    </a:ext>
                  </a:extLst>
                </a:gridCol>
                <a:gridCol w="417574">
                  <a:extLst>
                    <a:ext uri="{9D8B030D-6E8A-4147-A177-3AD203B41FA5}">
                      <a16:colId xmlns:a16="http://schemas.microsoft.com/office/drawing/2014/main" val="1979433044"/>
                    </a:ext>
                  </a:extLst>
                </a:gridCol>
                <a:gridCol w="417574">
                  <a:extLst>
                    <a:ext uri="{9D8B030D-6E8A-4147-A177-3AD203B41FA5}">
                      <a16:colId xmlns:a16="http://schemas.microsoft.com/office/drawing/2014/main" val="4270661649"/>
                    </a:ext>
                  </a:extLst>
                </a:gridCol>
                <a:gridCol w="417574">
                  <a:extLst>
                    <a:ext uri="{9D8B030D-6E8A-4147-A177-3AD203B41FA5}">
                      <a16:colId xmlns:a16="http://schemas.microsoft.com/office/drawing/2014/main" val="3027041370"/>
                    </a:ext>
                  </a:extLst>
                </a:gridCol>
                <a:gridCol w="417574">
                  <a:extLst>
                    <a:ext uri="{9D8B030D-6E8A-4147-A177-3AD203B41FA5}">
                      <a16:colId xmlns:a16="http://schemas.microsoft.com/office/drawing/2014/main" val="2852526216"/>
                    </a:ext>
                  </a:extLst>
                </a:gridCol>
                <a:gridCol w="417574">
                  <a:extLst>
                    <a:ext uri="{9D8B030D-6E8A-4147-A177-3AD203B41FA5}">
                      <a16:colId xmlns:a16="http://schemas.microsoft.com/office/drawing/2014/main" val="103420222"/>
                    </a:ext>
                  </a:extLst>
                </a:gridCol>
                <a:gridCol w="417574">
                  <a:extLst>
                    <a:ext uri="{9D8B030D-6E8A-4147-A177-3AD203B41FA5}">
                      <a16:colId xmlns:a16="http://schemas.microsoft.com/office/drawing/2014/main" val="1470405609"/>
                    </a:ext>
                  </a:extLst>
                </a:gridCol>
                <a:gridCol w="4175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0531" y="1465288"/>
            <a:ext cx="6061635" cy="261610"/>
          </a:xfrm>
          <a:prstGeom prst="rect">
            <a:avLst/>
          </a:prstGeom>
          <a:noFill/>
        </p:spPr>
        <p:txBody>
          <a:bodyPr wrap="square" lIns="0" rIns="36000" rtlCol="0" anchor="t" anchorCtr="0">
            <a:spAutoFit/>
          </a:bodyPr>
          <a:lstStyle/>
          <a:p>
            <a:r>
              <a:rPr lang="en-US" altLang="ko-KR" sz="1100" b="1" dirty="0">
                <a:latin typeface="Arial" panose="020B0604020202020204" pitchFamily="34" charset="0"/>
                <a:cs typeface="Arial" panose="020B0604020202020204" pitchFamily="34" charset="0"/>
              </a:rPr>
              <a:t> RESET / ID</a:t>
            </a: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2324876848"/>
              </p:ext>
            </p:extLst>
          </p:nvPr>
        </p:nvGraphicFramePr>
        <p:xfrm>
          <a:off x="410318" y="4917274"/>
          <a:ext cx="6044197" cy="4036225"/>
        </p:xfrm>
        <a:graphic>
          <a:graphicData uri="http://schemas.openxmlformats.org/drawingml/2006/table">
            <a:tbl>
              <a:tblPr firstRow="1" bandRow="1">
                <a:tableStyleId>{5C22544A-7EE6-4342-B048-85BDC9FD1C3A}</a:tableStyleId>
              </a:tblPr>
              <a:tblGrid>
                <a:gridCol w="443164">
                  <a:extLst>
                    <a:ext uri="{9D8B030D-6E8A-4147-A177-3AD203B41FA5}">
                      <a16:colId xmlns:a16="http://schemas.microsoft.com/office/drawing/2014/main" val="4170535043"/>
                    </a:ext>
                  </a:extLst>
                </a:gridCol>
                <a:gridCol w="983634">
                  <a:extLst>
                    <a:ext uri="{9D8B030D-6E8A-4147-A177-3AD203B41FA5}">
                      <a16:colId xmlns:a16="http://schemas.microsoft.com/office/drawing/2014/main" val="2079070694"/>
                    </a:ext>
                  </a:extLst>
                </a:gridCol>
                <a:gridCol w="4617399">
                  <a:extLst>
                    <a:ext uri="{9D8B030D-6E8A-4147-A177-3AD203B41FA5}">
                      <a16:colId xmlns:a16="http://schemas.microsoft.com/office/drawing/2014/main" val="32595803"/>
                    </a:ext>
                  </a:extLst>
                </a:gridCol>
              </a:tblGrid>
              <a:tr h="30673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8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current frame, the dimming sequence will keep the current mode to complete the current frame until a next frame start, and then, the new frame according to the changed LD_MODE or LD_DIR will begin dimming at a next SYNC command.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5182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IO_MODE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FB and VSYNC functional usage as a pin. Refer to below table.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8491822"/>
                  </a:ext>
                </a:extLst>
              </a:tr>
              <a:tr h="64241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internal vsync.  For details, refer to Fig. 6,7,8 and 9.</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78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dimming mode, Normal or X8 mode. The Normal mode is for general dimming sequence and the X8 mode is for 8 times repeated dimming sequence in one frame.  For details, Fig. 6,7,8 and 9.</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sp>
        <p:nvSpPr>
          <p:cNvPr id="8" name="TextBox 7">
            <a:extLst>
              <a:ext uri="{FF2B5EF4-FFF2-40B4-BE49-F238E27FC236}">
                <a16:creationId xmlns:a16="http://schemas.microsoft.com/office/drawing/2014/main" id="{B95B7302-A701-2F6E-01C8-AE410810F15B}"/>
              </a:ext>
            </a:extLst>
          </p:cNvPr>
          <p:cNvSpPr txBox="1"/>
          <p:nvPr/>
        </p:nvSpPr>
        <p:spPr>
          <a:xfrm>
            <a:off x="410315" y="4224430"/>
            <a:ext cx="6044198" cy="261610"/>
          </a:xfrm>
          <a:prstGeom prst="rect">
            <a:avLst/>
          </a:prstGeom>
          <a:noFill/>
        </p:spPr>
        <p:txBody>
          <a:bodyPr wrap="square" lIns="0" rIns="36000" rtlCol="0">
            <a:spAutoFit/>
          </a:bodyPr>
          <a:lstStyle/>
          <a:p>
            <a:r>
              <a:rPr lang="en-US" altLang="ko-KR" sz="1100" b="1" dirty="0">
                <a:latin typeface="Arial" panose="020B0604020202020204" pitchFamily="34" charset="0"/>
                <a:cs typeface="Arial" panose="020B0604020202020204" pitchFamily="34" charset="0"/>
              </a:rPr>
              <a:t>LD</a:t>
            </a:r>
            <a:r>
              <a:rPr lang="ko-KR" altLang="en-US" sz="1100" b="1" dirty="0">
                <a:latin typeface="Arial" panose="020B0604020202020204" pitchFamily="34" charset="0"/>
                <a:cs typeface="Arial" panose="020B0604020202020204" pitchFamily="34" charset="0"/>
              </a:rPr>
              <a:t> </a:t>
            </a:r>
            <a:r>
              <a:rPr lang="en-US" altLang="ko-KR" sz="1100" b="1" dirty="0">
                <a:latin typeface="Arial" panose="020B0604020202020204" pitchFamily="34" charset="0"/>
                <a:cs typeface="Arial" panose="020B0604020202020204" pitchFamily="34" charset="0"/>
              </a:rPr>
              <a:t>MODE</a:t>
            </a:r>
          </a:p>
        </p:txBody>
      </p:sp>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1199065599"/>
              </p:ext>
            </p:extLst>
          </p:nvPr>
        </p:nvGraphicFramePr>
        <p:xfrm>
          <a:off x="410317" y="4488505"/>
          <a:ext cx="6037277" cy="372600"/>
        </p:xfrm>
        <a:graphic>
          <a:graphicData uri="http://schemas.openxmlformats.org/drawingml/2006/table">
            <a:tbl>
              <a:tblPr firstRow="1" bandRow="1">
                <a:tableStyleId>{5C22544A-7EE6-4342-B048-85BDC9FD1C3A}</a:tableStyleId>
              </a:tblPr>
              <a:tblGrid>
                <a:gridCol w="270229">
                  <a:extLst>
                    <a:ext uri="{9D8B030D-6E8A-4147-A177-3AD203B41FA5}">
                      <a16:colId xmlns:a16="http://schemas.microsoft.com/office/drawing/2014/main" val="657570846"/>
                    </a:ext>
                  </a:extLst>
                </a:gridCol>
                <a:gridCol w="328870">
                  <a:extLst>
                    <a:ext uri="{9D8B030D-6E8A-4147-A177-3AD203B41FA5}">
                      <a16:colId xmlns:a16="http://schemas.microsoft.com/office/drawing/2014/main" val="3259894497"/>
                    </a:ext>
                  </a:extLst>
                </a:gridCol>
                <a:gridCol w="420574">
                  <a:extLst>
                    <a:ext uri="{9D8B030D-6E8A-4147-A177-3AD203B41FA5}">
                      <a16:colId xmlns:a16="http://schemas.microsoft.com/office/drawing/2014/main" val="4170535043"/>
                    </a:ext>
                  </a:extLst>
                </a:gridCol>
                <a:gridCol w="408938">
                  <a:extLst>
                    <a:ext uri="{9D8B030D-6E8A-4147-A177-3AD203B41FA5}">
                      <a16:colId xmlns:a16="http://schemas.microsoft.com/office/drawing/2014/main" val="2079070694"/>
                    </a:ext>
                  </a:extLst>
                </a:gridCol>
                <a:gridCol w="408938">
                  <a:extLst>
                    <a:ext uri="{9D8B030D-6E8A-4147-A177-3AD203B41FA5}">
                      <a16:colId xmlns:a16="http://schemas.microsoft.com/office/drawing/2014/main" val="4213315911"/>
                    </a:ext>
                  </a:extLst>
                </a:gridCol>
                <a:gridCol w="408938">
                  <a:extLst>
                    <a:ext uri="{9D8B030D-6E8A-4147-A177-3AD203B41FA5}">
                      <a16:colId xmlns:a16="http://schemas.microsoft.com/office/drawing/2014/main" val="2769999950"/>
                    </a:ext>
                  </a:extLst>
                </a:gridCol>
                <a:gridCol w="408938">
                  <a:extLst>
                    <a:ext uri="{9D8B030D-6E8A-4147-A177-3AD203B41FA5}">
                      <a16:colId xmlns:a16="http://schemas.microsoft.com/office/drawing/2014/main" val="135637185"/>
                    </a:ext>
                  </a:extLst>
                </a:gridCol>
                <a:gridCol w="408938">
                  <a:extLst>
                    <a:ext uri="{9D8B030D-6E8A-4147-A177-3AD203B41FA5}">
                      <a16:colId xmlns:a16="http://schemas.microsoft.com/office/drawing/2014/main" val="3038050475"/>
                    </a:ext>
                  </a:extLst>
                </a:gridCol>
                <a:gridCol w="408938">
                  <a:extLst>
                    <a:ext uri="{9D8B030D-6E8A-4147-A177-3AD203B41FA5}">
                      <a16:colId xmlns:a16="http://schemas.microsoft.com/office/drawing/2014/main" val="1979433044"/>
                    </a:ext>
                  </a:extLst>
                </a:gridCol>
                <a:gridCol w="408938">
                  <a:extLst>
                    <a:ext uri="{9D8B030D-6E8A-4147-A177-3AD203B41FA5}">
                      <a16:colId xmlns:a16="http://schemas.microsoft.com/office/drawing/2014/main" val="4270661649"/>
                    </a:ext>
                  </a:extLst>
                </a:gridCol>
                <a:gridCol w="408938">
                  <a:extLst>
                    <a:ext uri="{9D8B030D-6E8A-4147-A177-3AD203B41FA5}">
                      <a16:colId xmlns:a16="http://schemas.microsoft.com/office/drawing/2014/main" val="3027041370"/>
                    </a:ext>
                  </a:extLst>
                </a:gridCol>
                <a:gridCol w="408938">
                  <a:extLst>
                    <a:ext uri="{9D8B030D-6E8A-4147-A177-3AD203B41FA5}">
                      <a16:colId xmlns:a16="http://schemas.microsoft.com/office/drawing/2014/main" val="2852526216"/>
                    </a:ext>
                  </a:extLst>
                </a:gridCol>
                <a:gridCol w="408938">
                  <a:extLst>
                    <a:ext uri="{9D8B030D-6E8A-4147-A177-3AD203B41FA5}">
                      <a16:colId xmlns:a16="http://schemas.microsoft.com/office/drawing/2014/main" val="103420222"/>
                    </a:ext>
                  </a:extLst>
                </a:gridCol>
                <a:gridCol w="408938">
                  <a:extLst>
                    <a:ext uri="{9D8B030D-6E8A-4147-A177-3AD203B41FA5}">
                      <a16:colId xmlns:a16="http://schemas.microsoft.com/office/drawing/2014/main" val="1470405609"/>
                    </a:ext>
                  </a:extLst>
                </a:gridCol>
                <a:gridCol w="5192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IO_MODE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 name="표 3">
            <a:extLst>
              <a:ext uri="{FF2B5EF4-FFF2-40B4-BE49-F238E27FC236}">
                <a16:creationId xmlns:a16="http://schemas.microsoft.com/office/drawing/2014/main" id="{A4CC5C54-F63B-5530-B156-D9EBC94F4EC6}"/>
              </a:ext>
            </a:extLst>
          </p:cNvPr>
          <p:cNvGraphicFramePr>
            <a:graphicFrameLocks noGrp="1"/>
          </p:cNvGraphicFramePr>
          <p:nvPr>
            <p:extLst>
              <p:ext uri="{D42A27DB-BD31-4B8C-83A1-F6EECF244321}">
                <p14:modId xmlns:p14="http://schemas.microsoft.com/office/powerpoint/2010/main" val="4221474391"/>
              </p:ext>
            </p:extLst>
          </p:nvPr>
        </p:nvGraphicFramePr>
        <p:xfrm>
          <a:off x="1888067" y="6243194"/>
          <a:ext cx="4550051" cy="1135505"/>
        </p:xfrm>
        <a:graphic>
          <a:graphicData uri="http://schemas.openxmlformats.org/drawingml/2006/table">
            <a:tbl>
              <a:tblPr firstRow="1" bandRow="1">
                <a:tableStyleId>{5C22544A-7EE6-4342-B048-85BDC9FD1C3A}</a:tableStyleId>
              </a:tblPr>
              <a:tblGrid>
                <a:gridCol w="298799">
                  <a:extLst>
                    <a:ext uri="{9D8B030D-6E8A-4147-A177-3AD203B41FA5}">
                      <a16:colId xmlns:a16="http://schemas.microsoft.com/office/drawing/2014/main" val="2861869108"/>
                    </a:ext>
                  </a:extLst>
                </a:gridCol>
                <a:gridCol w="748109">
                  <a:extLst>
                    <a:ext uri="{9D8B030D-6E8A-4147-A177-3AD203B41FA5}">
                      <a16:colId xmlns:a16="http://schemas.microsoft.com/office/drawing/2014/main" val="3471461862"/>
                    </a:ext>
                  </a:extLst>
                </a:gridCol>
                <a:gridCol w="258967">
                  <a:extLst>
                    <a:ext uri="{9D8B030D-6E8A-4147-A177-3AD203B41FA5}">
                      <a16:colId xmlns:a16="http://schemas.microsoft.com/office/drawing/2014/main" val="4138367841"/>
                    </a:ext>
                  </a:extLst>
                </a:gridCol>
                <a:gridCol w="258967">
                  <a:extLst>
                    <a:ext uri="{9D8B030D-6E8A-4147-A177-3AD203B41FA5}">
                      <a16:colId xmlns:a16="http://schemas.microsoft.com/office/drawing/2014/main" val="3589866634"/>
                    </a:ext>
                  </a:extLst>
                </a:gridCol>
                <a:gridCol w="258967">
                  <a:extLst>
                    <a:ext uri="{9D8B030D-6E8A-4147-A177-3AD203B41FA5}">
                      <a16:colId xmlns:a16="http://schemas.microsoft.com/office/drawing/2014/main" val="203027085"/>
                    </a:ext>
                  </a:extLst>
                </a:gridCol>
                <a:gridCol w="258967">
                  <a:extLst>
                    <a:ext uri="{9D8B030D-6E8A-4147-A177-3AD203B41FA5}">
                      <a16:colId xmlns:a16="http://schemas.microsoft.com/office/drawing/2014/main" val="1213780966"/>
                    </a:ext>
                  </a:extLst>
                </a:gridCol>
                <a:gridCol w="2467275">
                  <a:extLst>
                    <a:ext uri="{9D8B030D-6E8A-4147-A177-3AD203B41FA5}">
                      <a16:colId xmlns:a16="http://schemas.microsoft.com/office/drawing/2014/main" val="4000803811"/>
                    </a:ext>
                  </a:extLst>
                </a:gridCol>
              </a:tblGrid>
              <a:tr h="154929">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Value</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Description</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FBI</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FBO</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VSI</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VSO</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Remark</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245144">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00</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NOP (default)</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75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750" dirty="0">
                        <a:solidFill>
                          <a:schemeClr val="tx1"/>
                        </a:solidFill>
                        <a:latin typeface="Arial" panose="020B0604020202020204" pitchFamily="34" charset="0"/>
                        <a:ea typeface="+mn-ea"/>
                        <a:cs typeface="Arial" panose="020B0604020202020204" pitchFamily="34" charset="0"/>
                      </a:endParaRPr>
                    </a:p>
                    <a:p>
                      <a:pPr algn="l" latinLnBrk="1"/>
                      <a:r>
                        <a:rPr lang="en-US" altLang="ko-KR" sz="750" dirty="0">
                          <a:solidFill>
                            <a:schemeClr val="tx1"/>
                          </a:solidFill>
                          <a:latin typeface="Arial" panose="020B0604020202020204" pitchFamily="34" charset="0"/>
                          <a:ea typeface="+mn-ea"/>
                          <a:cs typeface="Arial" panose="020B0604020202020204" pitchFamily="34" charset="0"/>
                        </a:rPr>
                        <a:t>The pins, 5 and 14, can be connected to GND.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245144">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01</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VSYNC daisy</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750" dirty="0">
                          <a:solidFill>
                            <a:schemeClr val="tx1"/>
                          </a:solidFill>
                          <a:latin typeface="Arial" panose="020B0604020202020204" pitchFamily="34" charset="0"/>
                          <a:ea typeface="+mn-ea"/>
                          <a:cs typeface="Arial" panose="020B0604020202020204" pitchFamily="34" charset="0"/>
                        </a:rPr>
                        <a:t>External VSYNC signal scheme in a daisy</a:t>
                      </a:r>
                    </a:p>
                    <a:p>
                      <a:pPr algn="l" latinLnBrk="1"/>
                      <a:r>
                        <a:rPr lang="en-US" altLang="ko-KR" sz="750" dirty="0">
                          <a:solidFill>
                            <a:schemeClr val="tx1"/>
                          </a:solidFill>
                          <a:latin typeface="Arial" panose="020B0604020202020204" pitchFamily="34" charset="0"/>
                          <a:ea typeface="+mn-ea"/>
                          <a:cs typeface="Arial" panose="020B0604020202020204" pitchFamily="34" charset="0"/>
                        </a:rPr>
                        <a:t>FB can be got through a communication.</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245144">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10</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FB daisy</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750" dirty="0">
                          <a:solidFill>
                            <a:schemeClr val="tx1"/>
                          </a:solidFill>
                          <a:latin typeface="Arial" panose="020B0604020202020204" pitchFamily="34" charset="0"/>
                          <a:ea typeface="+mn-ea"/>
                          <a:cs typeface="Arial" panose="020B0604020202020204" pitchFamily="34" charset="0"/>
                        </a:rPr>
                        <a:t>External FB signal scheme in a daisy</a:t>
                      </a:r>
                    </a:p>
                    <a:p>
                      <a:pPr algn="l" latinLnBrk="1"/>
                      <a:r>
                        <a:rPr lang="en-US" altLang="ko-KR" sz="750" dirty="0">
                          <a:solidFill>
                            <a:schemeClr val="tx1"/>
                          </a:solidFill>
                          <a:latin typeface="Arial" panose="020B0604020202020204" pitchFamily="34" charset="0"/>
                          <a:ea typeface="+mn-ea"/>
                          <a:cs typeface="Arial" panose="020B0604020202020204" pitchFamily="34" charset="0"/>
                        </a:rPr>
                        <a:t>VSYNC can be got through a communication.</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245144">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11</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750" dirty="0">
                          <a:solidFill>
                            <a:schemeClr val="tx1"/>
                          </a:solidFill>
                          <a:latin typeface="Arial" panose="020B0604020202020204" pitchFamily="34" charset="0"/>
                          <a:ea typeface="+mn-ea"/>
                          <a:cs typeface="Arial" panose="020B0604020202020204" pitchFamily="34" charset="0"/>
                        </a:rPr>
                        <a:t>non-daisy</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750" dirty="0">
                          <a:solidFill>
                            <a:schemeClr val="tx1"/>
                          </a:solidFill>
                          <a:latin typeface="Arial" panose="020B0604020202020204" pitchFamily="34" charset="0"/>
                          <a:ea typeface="+mn-ea"/>
                          <a:cs typeface="Arial" panose="020B0604020202020204" pitchFamily="34" charset="0"/>
                        </a:rPr>
                        <a:t>External VSYNC and FB signal scheme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75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spTree>
    <p:extLst>
      <p:ext uri="{BB962C8B-B14F-4D97-AF65-F5344CB8AC3E}">
        <p14:creationId xmlns:p14="http://schemas.microsoft.com/office/powerpoint/2010/main" val="3517499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34234862"/>
              </p:ext>
            </p:extLst>
          </p:nvPr>
        </p:nvGraphicFramePr>
        <p:xfrm>
          <a:off x="407945" y="1541367"/>
          <a:ext cx="6045482" cy="1439320"/>
        </p:xfrm>
        <a:graphic>
          <a:graphicData uri="http://schemas.openxmlformats.org/drawingml/2006/table">
            <a:tbl>
              <a:tblPr firstRow="1" bandRow="1">
                <a:tableStyleId>{5C22544A-7EE6-4342-B048-85BDC9FD1C3A}</a:tableStyleId>
              </a:tblPr>
              <a:tblGrid>
                <a:gridCol w="444016">
                  <a:extLst>
                    <a:ext uri="{9D8B030D-6E8A-4147-A177-3AD203B41FA5}">
                      <a16:colId xmlns:a16="http://schemas.microsoft.com/office/drawing/2014/main" val="4170535043"/>
                    </a:ext>
                  </a:extLst>
                </a:gridCol>
                <a:gridCol w="1055077">
                  <a:extLst>
                    <a:ext uri="{9D8B030D-6E8A-4147-A177-3AD203B41FA5}">
                      <a16:colId xmlns:a16="http://schemas.microsoft.com/office/drawing/2014/main" val="2079070694"/>
                    </a:ext>
                  </a:extLst>
                </a:gridCol>
                <a:gridCol w="4546389">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86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SF_PERIOD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length of sub-frame shown in Fig. 6, and if the value will be changed in the middle of a frame, the value will be applied in the next frame. Therefore, this advantage will be useful to switch the frame period during dimming without any flicker. If the value will be increased or decreased gradually to be met the changed frame period,100</a:t>
                      </a:r>
                      <a:r>
                        <a:rPr lang="en-US" altLang="ko-KR" sz="900" b="0" dirty="0">
                          <a:solidFill>
                            <a:schemeClr val="tx1"/>
                          </a:solidFill>
                          <a:latin typeface="맑은 고딕" panose="020B0503020000020004" pitchFamily="50" charset="-127"/>
                          <a:ea typeface="+mn-ea"/>
                          <a:cs typeface="Arial" panose="020B0604020202020204" pitchFamily="34" charset="0"/>
                        </a:rPr>
                        <a:t>↔120hz, </a:t>
                      </a:r>
                      <a:r>
                        <a:rPr lang="en-US" altLang="ko-KR" sz="900" b="0" dirty="0">
                          <a:solidFill>
                            <a:schemeClr val="tx1"/>
                          </a:solidFill>
                          <a:latin typeface="Arial" panose="020B0604020202020204" pitchFamily="34" charset="0"/>
                          <a:ea typeface="+mn-ea"/>
                          <a:cs typeface="Arial" panose="020B0604020202020204" pitchFamily="34" charset="0"/>
                        </a:rPr>
                        <a:t>it results in nearly flicker-less. It needs to be careful to determine the SF_PERIOD that the value should be </a:t>
                      </a:r>
                      <a:r>
                        <a:rPr lang="en-US" altLang="ko-KR" sz="900" b="0" i="1" dirty="0">
                          <a:solidFill>
                            <a:schemeClr val="tx1"/>
                          </a:solidFill>
                          <a:latin typeface="Arial" panose="020B0604020202020204" pitchFamily="34" charset="0"/>
                          <a:ea typeface="+mn-ea"/>
                          <a:cs typeface="Arial" panose="020B0604020202020204" pitchFamily="34" charset="0"/>
                        </a:rPr>
                        <a:t>an integer number </a:t>
                      </a:r>
                      <a:r>
                        <a:rPr lang="en-US" altLang="ko-KR" sz="900" b="0" dirty="0">
                          <a:solidFill>
                            <a:schemeClr val="tx1"/>
                          </a:solidFill>
                          <a:latin typeface="Arial" panose="020B0604020202020204" pitchFamily="34" charset="0"/>
                          <a:ea typeface="+mn-ea"/>
                          <a:cs typeface="Arial" panose="020B0604020202020204" pitchFamily="34" charset="0"/>
                        </a:rPr>
                        <a:t>after being calculated by a follow formula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SF_PERIOD = (the frame period / SF_SIZE) / MCLK</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926104611"/>
              </p:ext>
            </p:extLst>
          </p:nvPr>
        </p:nvGraphicFramePr>
        <p:xfrm>
          <a:off x="381027" y="3817414"/>
          <a:ext cx="6066701" cy="479200"/>
        </p:xfrm>
        <a:graphic>
          <a:graphicData uri="http://schemas.openxmlformats.org/drawingml/2006/table">
            <a:tbl>
              <a:tblPr firstRow="1" bandRow="1">
                <a:tableStyleId>{5C22544A-7EE6-4342-B048-85BDC9FD1C3A}</a:tableStyleId>
              </a:tblPr>
              <a:tblGrid>
                <a:gridCol w="442117">
                  <a:extLst>
                    <a:ext uri="{9D8B030D-6E8A-4147-A177-3AD203B41FA5}">
                      <a16:colId xmlns:a16="http://schemas.microsoft.com/office/drawing/2014/main" val="4170535043"/>
                    </a:ext>
                  </a:extLst>
                </a:gridCol>
                <a:gridCol w="1050567">
                  <a:extLst>
                    <a:ext uri="{9D8B030D-6E8A-4147-A177-3AD203B41FA5}">
                      <a16:colId xmlns:a16="http://schemas.microsoft.com/office/drawing/2014/main" val="2079070694"/>
                    </a:ext>
                  </a:extLst>
                </a:gridCol>
                <a:gridCol w="4574017">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781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SF_SIZE determines the total number of sub-frames in one frame shown in Fig. 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407945" y="3122374"/>
            <a:ext cx="60629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SF SIZE</a:t>
            </a:r>
          </a:p>
        </p:txBody>
      </p: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3785671372"/>
              </p:ext>
            </p:extLst>
          </p:nvPr>
        </p:nvGraphicFramePr>
        <p:xfrm>
          <a:off x="381021" y="5259790"/>
          <a:ext cx="6066701" cy="1301595"/>
        </p:xfrm>
        <a:graphic>
          <a:graphicData uri="http://schemas.openxmlformats.org/drawingml/2006/table">
            <a:tbl>
              <a:tblPr firstRow="1" bandRow="1">
                <a:tableStyleId>{5C22544A-7EE6-4342-B048-85BDC9FD1C3A}</a:tableStyleId>
              </a:tblPr>
              <a:tblGrid>
                <a:gridCol w="442117">
                  <a:extLst>
                    <a:ext uri="{9D8B030D-6E8A-4147-A177-3AD203B41FA5}">
                      <a16:colId xmlns:a16="http://schemas.microsoft.com/office/drawing/2014/main" val="4170535043"/>
                    </a:ext>
                  </a:extLst>
                </a:gridCol>
                <a:gridCol w="1050567">
                  <a:extLst>
                    <a:ext uri="{9D8B030D-6E8A-4147-A177-3AD203B41FA5}">
                      <a16:colId xmlns:a16="http://schemas.microsoft.com/office/drawing/2014/main" val="2079070694"/>
                    </a:ext>
                  </a:extLst>
                </a:gridCol>
                <a:gridCol w="4574017">
                  <a:extLst>
                    <a:ext uri="{9D8B030D-6E8A-4147-A177-3AD203B41FA5}">
                      <a16:colId xmlns:a16="http://schemas.microsoft.com/office/drawing/2014/main" val="32595803"/>
                    </a:ext>
                  </a:extLst>
                </a:gridCol>
              </a:tblGrid>
              <a:tr h="26165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674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24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SF_X8_SIZE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SF_X8_SIZE</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determines the number of sub-frame to be repeated 8 times in a frame, so the set value must be divided the SF_SIZE by 8. For more details, refer to the Fig. 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9349171"/>
                  </a:ext>
                </a:extLst>
              </a:tr>
            </a:tbl>
          </a:graphicData>
        </a:graphic>
      </p:graphicFrame>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0467CCE9-B058-A9D3-D5AD-CF31F006F2AB}"/>
              </a:ext>
            </a:extLst>
          </p:cNvPr>
          <p:cNvGraphicFramePr>
            <a:graphicFrameLocks noGrp="1"/>
          </p:cNvGraphicFramePr>
          <p:nvPr>
            <p:extLst>
              <p:ext uri="{D42A27DB-BD31-4B8C-83A1-F6EECF244321}">
                <p14:modId xmlns:p14="http://schemas.microsoft.com/office/powerpoint/2010/main" val="1260380268"/>
              </p:ext>
            </p:extLst>
          </p:nvPr>
        </p:nvGraphicFramePr>
        <p:xfrm>
          <a:off x="399211" y="1139567"/>
          <a:ext cx="6054216" cy="372600"/>
        </p:xfrm>
        <a:graphic>
          <a:graphicData uri="http://schemas.openxmlformats.org/drawingml/2006/table">
            <a:tbl>
              <a:tblPr firstRow="1" bandRow="1">
                <a:tableStyleId>{5C22544A-7EE6-4342-B048-85BDC9FD1C3A}</a:tableStyleId>
              </a:tblPr>
              <a:tblGrid>
                <a:gridCol w="271753">
                  <a:extLst>
                    <a:ext uri="{9D8B030D-6E8A-4147-A177-3AD203B41FA5}">
                      <a16:colId xmlns:a16="http://schemas.microsoft.com/office/drawing/2014/main" val="657570846"/>
                    </a:ext>
                  </a:extLst>
                </a:gridCol>
                <a:gridCol w="321166">
                  <a:extLst>
                    <a:ext uri="{9D8B030D-6E8A-4147-A177-3AD203B41FA5}">
                      <a16:colId xmlns:a16="http://schemas.microsoft.com/office/drawing/2014/main" val="3259894497"/>
                    </a:ext>
                  </a:extLst>
                </a:gridCol>
                <a:gridCol w="424837">
                  <a:extLst>
                    <a:ext uri="{9D8B030D-6E8A-4147-A177-3AD203B41FA5}">
                      <a16:colId xmlns:a16="http://schemas.microsoft.com/office/drawing/2014/main" val="4170535043"/>
                    </a:ext>
                  </a:extLst>
                </a:gridCol>
                <a:gridCol w="419705">
                  <a:extLst>
                    <a:ext uri="{9D8B030D-6E8A-4147-A177-3AD203B41FA5}">
                      <a16:colId xmlns:a16="http://schemas.microsoft.com/office/drawing/2014/main" val="2079070694"/>
                    </a:ext>
                  </a:extLst>
                </a:gridCol>
                <a:gridCol w="419705">
                  <a:extLst>
                    <a:ext uri="{9D8B030D-6E8A-4147-A177-3AD203B41FA5}">
                      <a16:colId xmlns:a16="http://schemas.microsoft.com/office/drawing/2014/main" val="4213315911"/>
                    </a:ext>
                  </a:extLst>
                </a:gridCol>
                <a:gridCol w="419705">
                  <a:extLst>
                    <a:ext uri="{9D8B030D-6E8A-4147-A177-3AD203B41FA5}">
                      <a16:colId xmlns:a16="http://schemas.microsoft.com/office/drawing/2014/main" val="2769999950"/>
                    </a:ext>
                  </a:extLst>
                </a:gridCol>
                <a:gridCol w="419705">
                  <a:extLst>
                    <a:ext uri="{9D8B030D-6E8A-4147-A177-3AD203B41FA5}">
                      <a16:colId xmlns:a16="http://schemas.microsoft.com/office/drawing/2014/main" val="135637185"/>
                    </a:ext>
                  </a:extLst>
                </a:gridCol>
                <a:gridCol w="419705">
                  <a:extLst>
                    <a:ext uri="{9D8B030D-6E8A-4147-A177-3AD203B41FA5}">
                      <a16:colId xmlns:a16="http://schemas.microsoft.com/office/drawing/2014/main" val="3038050475"/>
                    </a:ext>
                  </a:extLst>
                </a:gridCol>
                <a:gridCol w="419705">
                  <a:extLst>
                    <a:ext uri="{9D8B030D-6E8A-4147-A177-3AD203B41FA5}">
                      <a16:colId xmlns:a16="http://schemas.microsoft.com/office/drawing/2014/main" val="1979433044"/>
                    </a:ext>
                  </a:extLst>
                </a:gridCol>
                <a:gridCol w="419705">
                  <a:extLst>
                    <a:ext uri="{9D8B030D-6E8A-4147-A177-3AD203B41FA5}">
                      <a16:colId xmlns:a16="http://schemas.microsoft.com/office/drawing/2014/main" val="4270661649"/>
                    </a:ext>
                  </a:extLst>
                </a:gridCol>
                <a:gridCol w="419705">
                  <a:extLst>
                    <a:ext uri="{9D8B030D-6E8A-4147-A177-3AD203B41FA5}">
                      <a16:colId xmlns:a16="http://schemas.microsoft.com/office/drawing/2014/main" val="3027041370"/>
                    </a:ext>
                  </a:extLst>
                </a:gridCol>
                <a:gridCol w="419705">
                  <a:extLst>
                    <a:ext uri="{9D8B030D-6E8A-4147-A177-3AD203B41FA5}">
                      <a16:colId xmlns:a16="http://schemas.microsoft.com/office/drawing/2014/main" val="2852526216"/>
                    </a:ext>
                  </a:extLst>
                </a:gridCol>
                <a:gridCol w="419705">
                  <a:extLst>
                    <a:ext uri="{9D8B030D-6E8A-4147-A177-3AD203B41FA5}">
                      <a16:colId xmlns:a16="http://schemas.microsoft.com/office/drawing/2014/main" val="103420222"/>
                    </a:ext>
                  </a:extLst>
                </a:gridCol>
                <a:gridCol w="419705">
                  <a:extLst>
                    <a:ext uri="{9D8B030D-6E8A-4147-A177-3AD203B41FA5}">
                      <a16:colId xmlns:a16="http://schemas.microsoft.com/office/drawing/2014/main" val="1470405609"/>
                    </a:ext>
                  </a:extLst>
                </a:gridCol>
                <a:gridCol w="41970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SF_PERIOD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DELAY_SIZE [6:0]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457784A5-338A-F324-10D9-9B221E9FA7A8}"/>
              </a:ext>
            </a:extLst>
          </p:cNvPr>
          <p:cNvSpPr txBox="1"/>
          <p:nvPr/>
        </p:nvSpPr>
        <p:spPr>
          <a:xfrm>
            <a:off x="389762" y="4582185"/>
            <a:ext cx="605796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 SIZE / SF X8 SIZE</a:t>
            </a:r>
          </a:p>
        </p:txBody>
      </p:sp>
      <p:graphicFrame>
        <p:nvGraphicFramePr>
          <p:cNvPr id="7" name="표 6">
            <a:extLst>
              <a:ext uri="{FF2B5EF4-FFF2-40B4-BE49-F238E27FC236}">
                <a16:creationId xmlns:a16="http://schemas.microsoft.com/office/drawing/2014/main" id="{FC56CDC0-43AB-5A02-B5E6-5B6E811D962D}"/>
              </a:ext>
            </a:extLst>
          </p:cNvPr>
          <p:cNvGraphicFramePr>
            <a:graphicFrameLocks noGrp="1"/>
          </p:cNvGraphicFramePr>
          <p:nvPr>
            <p:extLst>
              <p:ext uri="{D42A27DB-BD31-4B8C-83A1-F6EECF244321}">
                <p14:modId xmlns:p14="http://schemas.microsoft.com/office/powerpoint/2010/main" val="2761599346"/>
              </p:ext>
            </p:extLst>
          </p:nvPr>
        </p:nvGraphicFramePr>
        <p:xfrm>
          <a:off x="389763" y="3386265"/>
          <a:ext cx="6057965" cy="387840"/>
        </p:xfrm>
        <a:graphic>
          <a:graphicData uri="http://schemas.openxmlformats.org/drawingml/2006/table">
            <a:tbl>
              <a:tblPr firstRow="1" bandRow="1">
                <a:tableStyleId>{5C22544A-7EE6-4342-B048-85BDC9FD1C3A}</a:tableStyleId>
              </a:tblPr>
              <a:tblGrid>
                <a:gridCol w="271976">
                  <a:extLst>
                    <a:ext uri="{9D8B030D-6E8A-4147-A177-3AD203B41FA5}">
                      <a16:colId xmlns:a16="http://schemas.microsoft.com/office/drawing/2014/main" val="657570846"/>
                    </a:ext>
                  </a:extLst>
                </a:gridCol>
                <a:gridCol w="332788">
                  <a:extLst>
                    <a:ext uri="{9D8B030D-6E8A-4147-A177-3AD203B41FA5}">
                      <a16:colId xmlns:a16="http://schemas.microsoft.com/office/drawing/2014/main" val="3259894497"/>
                    </a:ext>
                  </a:extLst>
                </a:gridCol>
                <a:gridCol w="418361">
                  <a:extLst>
                    <a:ext uri="{9D8B030D-6E8A-4147-A177-3AD203B41FA5}">
                      <a16:colId xmlns:a16="http://schemas.microsoft.com/office/drawing/2014/main" val="4170535043"/>
                    </a:ext>
                  </a:extLst>
                </a:gridCol>
                <a:gridCol w="419570">
                  <a:extLst>
                    <a:ext uri="{9D8B030D-6E8A-4147-A177-3AD203B41FA5}">
                      <a16:colId xmlns:a16="http://schemas.microsoft.com/office/drawing/2014/main" val="2079070694"/>
                    </a:ext>
                  </a:extLst>
                </a:gridCol>
                <a:gridCol w="419570">
                  <a:extLst>
                    <a:ext uri="{9D8B030D-6E8A-4147-A177-3AD203B41FA5}">
                      <a16:colId xmlns:a16="http://schemas.microsoft.com/office/drawing/2014/main" val="4213315911"/>
                    </a:ext>
                  </a:extLst>
                </a:gridCol>
                <a:gridCol w="419570">
                  <a:extLst>
                    <a:ext uri="{9D8B030D-6E8A-4147-A177-3AD203B41FA5}">
                      <a16:colId xmlns:a16="http://schemas.microsoft.com/office/drawing/2014/main" val="2769999950"/>
                    </a:ext>
                  </a:extLst>
                </a:gridCol>
                <a:gridCol w="419570">
                  <a:extLst>
                    <a:ext uri="{9D8B030D-6E8A-4147-A177-3AD203B41FA5}">
                      <a16:colId xmlns:a16="http://schemas.microsoft.com/office/drawing/2014/main" val="135637185"/>
                    </a:ext>
                  </a:extLst>
                </a:gridCol>
                <a:gridCol w="419570">
                  <a:extLst>
                    <a:ext uri="{9D8B030D-6E8A-4147-A177-3AD203B41FA5}">
                      <a16:colId xmlns:a16="http://schemas.microsoft.com/office/drawing/2014/main" val="3038050475"/>
                    </a:ext>
                  </a:extLst>
                </a:gridCol>
                <a:gridCol w="419570">
                  <a:extLst>
                    <a:ext uri="{9D8B030D-6E8A-4147-A177-3AD203B41FA5}">
                      <a16:colId xmlns:a16="http://schemas.microsoft.com/office/drawing/2014/main" val="1979433044"/>
                    </a:ext>
                  </a:extLst>
                </a:gridCol>
                <a:gridCol w="419570">
                  <a:extLst>
                    <a:ext uri="{9D8B030D-6E8A-4147-A177-3AD203B41FA5}">
                      <a16:colId xmlns:a16="http://schemas.microsoft.com/office/drawing/2014/main" val="4270661649"/>
                    </a:ext>
                  </a:extLst>
                </a:gridCol>
                <a:gridCol w="419570">
                  <a:extLst>
                    <a:ext uri="{9D8B030D-6E8A-4147-A177-3AD203B41FA5}">
                      <a16:colId xmlns:a16="http://schemas.microsoft.com/office/drawing/2014/main" val="3027041370"/>
                    </a:ext>
                  </a:extLst>
                </a:gridCol>
                <a:gridCol w="419570">
                  <a:extLst>
                    <a:ext uri="{9D8B030D-6E8A-4147-A177-3AD203B41FA5}">
                      <a16:colId xmlns:a16="http://schemas.microsoft.com/office/drawing/2014/main" val="2852526216"/>
                    </a:ext>
                  </a:extLst>
                </a:gridCol>
                <a:gridCol w="419570">
                  <a:extLst>
                    <a:ext uri="{9D8B030D-6E8A-4147-A177-3AD203B41FA5}">
                      <a16:colId xmlns:a16="http://schemas.microsoft.com/office/drawing/2014/main" val="103420222"/>
                    </a:ext>
                  </a:extLst>
                </a:gridCol>
                <a:gridCol w="419570">
                  <a:extLst>
                    <a:ext uri="{9D8B030D-6E8A-4147-A177-3AD203B41FA5}">
                      <a16:colId xmlns:a16="http://schemas.microsoft.com/office/drawing/2014/main" val="1470405609"/>
                    </a:ext>
                  </a:extLst>
                </a:gridCol>
                <a:gridCol w="41957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x</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x</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x</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SF_SIZE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2408139"/>
                  </a:ext>
                </a:extLst>
              </a:tr>
            </a:tbl>
          </a:graphicData>
        </a:graphic>
      </p:graphicFrame>
      <p:graphicFrame>
        <p:nvGraphicFramePr>
          <p:cNvPr id="8" name="표 7">
            <a:extLst>
              <a:ext uri="{FF2B5EF4-FFF2-40B4-BE49-F238E27FC236}">
                <a16:creationId xmlns:a16="http://schemas.microsoft.com/office/drawing/2014/main" id="{F1E21CAF-1E60-AB6F-37D3-6ED4315D7014}"/>
              </a:ext>
            </a:extLst>
          </p:cNvPr>
          <p:cNvGraphicFramePr>
            <a:graphicFrameLocks noGrp="1"/>
          </p:cNvGraphicFramePr>
          <p:nvPr>
            <p:extLst>
              <p:ext uri="{D42A27DB-BD31-4B8C-83A1-F6EECF244321}">
                <p14:modId xmlns:p14="http://schemas.microsoft.com/office/powerpoint/2010/main" val="290131855"/>
              </p:ext>
            </p:extLst>
          </p:nvPr>
        </p:nvGraphicFramePr>
        <p:xfrm>
          <a:off x="381029" y="4843540"/>
          <a:ext cx="6066705" cy="372600"/>
        </p:xfrm>
        <a:graphic>
          <a:graphicData uri="http://schemas.openxmlformats.org/drawingml/2006/table">
            <a:tbl>
              <a:tblPr firstRow="1" bandRow="1">
                <a:tableStyleId>{5C22544A-7EE6-4342-B048-85BDC9FD1C3A}</a:tableStyleId>
              </a:tblPr>
              <a:tblGrid>
                <a:gridCol w="279109">
                  <a:extLst>
                    <a:ext uri="{9D8B030D-6E8A-4147-A177-3AD203B41FA5}">
                      <a16:colId xmlns:a16="http://schemas.microsoft.com/office/drawing/2014/main" val="657570846"/>
                    </a:ext>
                  </a:extLst>
                </a:gridCol>
                <a:gridCol w="326718">
                  <a:extLst>
                    <a:ext uri="{9D8B030D-6E8A-4147-A177-3AD203B41FA5}">
                      <a16:colId xmlns:a16="http://schemas.microsoft.com/office/drawing/2014/main" val="3259894497"/>
                    </a:ext>
                  </a:extLst>
                </a:gridCol>
                <a:gridCol w="418706">
                  <a:extLst>
                    <a:ext uri="{9D8B030D-6E8A-4147-A177-3AD203B41FA5}">
                      <a16:colId xmlns:a16="http://schemas.microsoft.com/office/drawing/2014/main" val="4170535043"/>
                    </a:ext>
                  </a:extLst>
                </a:gridCol>
                <a:gridCol w="420181">
                  <a:extLst>
                    <a:ext uri="{9D8B030D-6E8A-4147-A177-3AD203B41FA5}">
                      <a16:colId xmlns:a16="http://schemas.microsoft.com/office/drawing/2014/main" val="2079070694"/>
                    </a:ext>
                  </a:extLst>
                </a:gridCol>
                <a:gridCol w="420181">
                  <a:extLst>
                    <a:ext uri="{9D8B030D-6E8A-4147-A177-3AD203B41FA5}">
                      <a16:colId xmlns:a16="http://schemas.microsoft.com/office/drawing/2014/main" val="4213315911"/>
                    </a:ext>
                  </a:extLst>
                </a:gridCol>
                <a:gridCol w="420181">
                  <a:extLst>
                    <a:ext uri="{9D8B030D-6E8A-4147-A177-3AD203B41FA5}">
                      <a16:colId xmlns:a16="http://schemas.microsoft.com/office/drawing/2014/main" val="2769999950"/>
                    </a:ext>
                  </a:extLst>
                </a:gridCol>
                <a:gridCol w="420181">
                  <a:extLst>
                    <a:ext uri="{9D8B030D-6E8A-4147-A177-3AD203B41FA5}">
                      <a16:colId xmlns:a16="http://schemas.microsoft.com/office/drawing/2014/main" val="135637185"/>
                    </a:ext>
                  </a:extLst>
                </a:gridCol>
                <a:gridCol w="420181">
                  <a:extLst>
                    <a:ext uri="{9D8B030D-6E8A-4147-A177-3AD203B41FA5}">
                      <a16:colId xmlns:a16="http://schemas.microsoft.com/office/drawing/2014/main" val="3038050475"/>
                    </a:ext>
                  </a:extLst>
                </a:gridCol>
                <a:gridCol w="420181">
                  <a:extLst>
                    <a:ext uri="{9D8B030D-6E8A-4147-A177-3AD203B41FA5}">
                      <a16:colId xmlns:a16="http://schemas.microsoft.com/office/drawing/2014/main" val="1979433044"/>
                    </a:ext>
                  </a:extLst>
                </a:gridCol>
                <a:gridCol w="420181">
                  <a:extLst>
                    <a:ext uri="{9D8B030D-6E8A-4147-A177-3AD203B41FA5}">
                      <a16:colId xmlns:a16="http://schemas.microsoft.com/office/drawing/2014/main" val="4270661649"/>
                    </a:ext>
                  </a:extLst>
                </a:gridCol>
                <a:gridCol w="420181">
                  <a:extLst>
                    <a:ext uri="{9D8B030D-6E8A-4147-A177-3AD203B41FA5}">
                      <a16:colId xmlns:a16="http://schemas.microsoft.com/office/drawing/2014/main" val="3027041370"/>
                    </a:ext>
                  </a:extLst>
                </a:gridCol>
                <a:gridCol w="420181">
                  <a:extLst>
                    <a:ext uri="{9D8B030D-6E8A-4147-A177-3AD203B41FA5}">
                      <a16:colId xmlns:a16="http://schemas.microsoft.com/office/drawing/2014/main" val="2852526216"/>
                    </a:ext>
                  </a:extLst>
                </a:gridCol>
                <a:gridCol w="420181">
                  <a:extLst>
                    <a:ext uri="{9D8B030D-6E8A-4147-A177-3AD203B41FA5}">
                      <a16:colId xmlns:a16="http://schemas.microsoft.com/office/drawing/2014/main" val="103420222"/>
                    </a:ext>
                  </a:extLst>
                </a:gridCol>
                <a:gridCol w="420181">
                  <a:extLst>
                    <a:ext uri="{9D8B030D-6E8A-4147-A177-3AD203B41FA5}">
                      <a16:colId xmlns:a16="http://schemas.microsoft.com/office/drawing/2014/main" val="1470405609"/>
                    </a:ext>
                  </a:extLst>
                </a:gridCol>
                <a:gridCol w="4201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LD_SIZE [3:0]</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SF_X8_SIZE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9589405"/>
                  </a:ext>
                </a:extLst>
              </a:tr>
            </a:tbl>
          </a:graphicData>
        </a:graphic>
      </p:graphicFrame>
      <p:graphicFrame>
        <p:nvGraphicFramePr>
          <p:cNvPr id="3" name="표 2">
            <a:extLst>
              <a:ext uri="{FF2B5EF4-FFF2-40B4-BE49-F238E27FC236}">
                <a16:creationId xmlns:a16="http://schemas.microsoft.com/office/drawing/2014/main" id="{3FFE0055-74EF-8AD2-C210-61FEF432AFB7}"/>
              </a:ext>
            </a:extLst>
          </p:cNvPr>
          <p:cNvGraphicFramePr>
            <a:graphicFrameLocks noGrp="1"/>
          </p:cNvGraphicFramePr>
          <p:nvPr>
            <p:extLst>
              <p:ext uri="{D42A27DB-BD31-4B8C-83A1-F6EECF244321}">
                <p14:modId xmlns:p14="http://schemas.microsoft.com/office/powerpoint/2010/main" val="764100346"/>
              </p:ext>
            </p:extLst>
          </p:nvPr>
        </p:nvGraphicFramePr>
        <p:xfrm>
          <a:off x="347134" y="7456651"/>
          <a:ext cx="6100587" cy="1439320"/>
        </p:xfrm>
        <a:graphic>
          <a:graphicData uri="http://schemas.openxmlformats.org/drawingml/2006/table">
            <a:tbl>
              <a:tblPr firstRow="1" bandRow="1">
                <a:tableStyleId>{5C22544A-7EE6-4342-B048-85BDC9FD1C3A}</a:tableStyleId>
              </a:tblPr>
              <a:tblGrid>
                <a:gridCol w="444587">
                  <a:extLst>
                    <a:ext uri="{9D8B030D-6E8A-4147-A177-3AD203B41FA5}">
                      <a16:colId xmlns:a16="http://schemas.microsoft.com/office/drawing/2014/main" val="4170535043"/>
                    </a:ext>
                  </a:extLst>
                </a:gridCol>
                <a:gridCol w="1056434">
                  <a:extLst>
                    <a:ext uri="{9D8B030D-6E8A-4147-A177-3AD203B41FA5}">
                      <a16:colId xmlns:a16="http://schemas.microsoft.com/office/drawing/2014/main" val="2079070694"/>
                    </a:ext>
                  </a:extLst>
                </a:gridCol>
                <a:gridCol w="459956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SF_BFI</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SF_BFI_SIZE determines how many sub-frames are turned-off in a frame. The number should be less than the SF_SIZE in a Normal mode and the SF_X8_SIZE in a X8 mode and can be set to 0 to fully turn-on for a frame time.  Even if the value will be changed, the value is kept until completing the current frame, and applied from a next frame.  For more details, refer to the Fig. 6,7,8,9 and the number of sub-frame turned-on is as follows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(SF_SIZE – SF_BFI_SIZE) @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(SF_X8_SIZE – SF_BFI_SIZE) @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6757228"/>
                  </a:ext>
                </a:extLst>
              </a:tr>
            </a:tbl>
          </a:graphicData>
        </a:graphic>
      </p:graphicFrame>
      <p:sp>
        <p:nvSpPr>
          <p:cNvPr id="4" name="TextBox 3">
            <a:extLst>
              <a:ext uri="{FF2B5EF4-FFF2-40B4-BE49-F238E27FC236}">
                <a16:creationId xmlns:a16="http://schemas.microsoft.com/office/drawing/2014/main" id="{2B4BD9C3-16B9-44A7-5DB9-0511570391D9}"/>
              </a:ext>
            </a:extLst>
          </p:cNvPr>
          <p:cNvSpPr txBox="1"/>
          <p:nvPr/>
        </p:nvSpPr>
        <p:spPr>
          <a:xfrm>
            <a:off x="381021" y="6776169"/>
            <a:ext cx="60667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SF BFI SIZE</a:t>
            </a:r>
          </a:p>
        </p:txBody>
      </p:sp>
      <p:graphicFrame>
        <p:nvGraphicFramePr>
          <p:cNvPr id="9" name="표 8">
            <a:extLst>
              <a:ext uri="{FF2B5EF4-FFF2-40B4-BE49-F238E27FC236}">
                <a16:creationId xmlns:a16="http://schemas.microsoft.com/office/drawing/2014/main" id="{A2E8440B-1BB2-DC20-CF7D-B322BEED7CFF}"/>
              </a:ext>
            </a:extLst>
          </p:cNvPr>
          <p:cNvGraphicFramePr>
            <a:graphicFrameLocks noGrp="1"/>
          </p:cNvGraphicFramePr>
          <p:nvPr>
            <p:extLst>
              <p:ext uri="{D42A27DB-BD31-4B8C-83A1-F6EECF244321}">
                <p14:modId xmlns:p14="http://schemas.microsoft.com/office/powerpoint/2010/main" val="3757778268"/>
              </p:ext>
            </p:extLst>
          </p:nvPr>
        </p:nvGraphicFramePr>
        <p:xfrm>
          <a:off x="381021" y="7037524"/>
          <a:ext cx="6066708" cy="372600"/>
        </p:xfrm>
        <a:graphic>
          <a:graphicData uri="http://schemas.openxmlformats.org/drawingml/2006/table">
            <a:tbl>
              <a:tblPr firstRow="1" bandRow="1">
                <a:tableStyleId>{5C22544A-7EE6-4342-B048-85BDC9FD1C3A}</a:tableStyleId>
              </a:tblPr>
              <a:tblGrid>
                <a:gridCol w="273696">
                  <a:extLst>
                    <a:ext uri="{9D8B030D-6E8A-4147-A177-3AD203B41FA5}">
                      <a16:colId xmlns:a16="http://schemas.microsoft.com/office/drawing/2014/main" val="657570846"/>
                    </a:ext>
                  </a:extLst>
                </a:gridCol>
                <a:gridCol w="329890">
                  <a:extLst>
                    <a:ext uri="{9D8B030D-6E8A-4147-A177-3AD203B41FA5}">
                      <a16:colId xmlns:a16="http://schemas.microsoft.com/office/drawing/2014/main" val="3259894497"/>
                    </a:ext>
                  </a:extLst>
                </a:gridCol>
                <a:gridCol w="418706">
                  <a:extLst>
                    <a:ext uri="{9D8B030D-6E8A-4147-A177-3AD203B41FA5}">
                      <a16:colId xmlns:a16="http://schemas.microsoft.com/office/drawing/2014/main" val="4170535043"/>
                    </a:ext>
                  </a:extLst>
                </a:gridCol>
                <a:gridCol w="420368">
                  <a:extLst>
                    <a:ext uri="{9D8B030D-6E8A-4147-A177-3AD203B41FA5}">
                      <a16:colId xmlns:a16="http://schemas.microsoft.com/office/drawing/2014/main" val="2079070694"/>
                    </a:ext>
                  </a:extLst>
                </a:gridCol>
                <a:gridCol w="420368">
                  <a:extLst>
                    <a:ext uri="{9D8B030D-6E8A-4147-A177-3AD203B41FA5}">
                      <a16:colId xmlns:a16="http://schemas.microsoft.com/office/drawing/2014/main" val="4213315911"/>
                    </a:ext>
                  </a:extLst>
                </a:gridCol>
                <a:gridCol w="420368">
                  <a:extLst>
                    <a:ext uri="{9D8B030D-6E8A-4147-A177-3AD203B41FA5}">
                      <a16:colId xmlns:a16="http://schemas.microsoft.com/office/drawing/2014/main" val="2769999950"/>
                    </a:ext>
                  </a:extLst>
                </a:gridCol>
                <a:gridCol w="420368">
                  <a:extLst>
                    <a:ext uri="{9D8B030D-6E8A-4147-A177-3AD203B41FA5}">
                      <a16:colId xmlns:a16="http://schemas.microsoft.com/office/drawing/2014/main" val="135637185"/>
                    </a:ext>
                  </a:extLst>
                </a:gridCol>
                <a:gridCol w="420368">
                  <a:extLst>
                    <a:ext uri="{9D8B030D-6E8A-4147-A177-3AD203B41FA5}">
                      <a16:colId xmlns:a16="http://schemas.microsoft.com/office/drawing/2014/main" val="3038050475"/>
                    </a:ext>
                  </a:extLst>
                </a:gridCol>
                <a:gridCol w="420368">
                  <a:extLst>
                    <a:ext uri="{9D8B030D-6E8A-4147-A177-3AD203B41FA5}">
                      <a16:colId xmlns:a16="http://schemas.microsoft.com/office/drawing/2014/main" val="1979433044"/>
                    </a:ext>
                  </a:extLst>
                </a:gridCol>
                <a:gridCol w="420368">
                  <a:extLst>
                    <a:ext uri="{9D8B030D-6E8A-4147-A177-3AD203B41FA5}">
                      <a16:colId xmlns:a16="http://schemas.microsoft.com/office/drawing/2014/main" val="4270661649"/>
                    </a:ext>
                  </a:extLst>
                </a:gridCol>
                <a:gridCol w="420368">
                  <a:extLst>
                    <a:ext uri="{9D8B030D-6E8A-4147-A177-3AD203B41FA5}">
                      <a16:colId xmlns:a16="http://schemas.microsoft.com/office/drawing/2014/main" val="3027041370"/>
                    </a:ext>
                  </a:extLst>
                </a:gridCol>
                <a:gridCol w="420368">
                  <a:extLst>
                    <a:ext uri="{9D8B030D-6E8A-4147-A177-3AD203B41FA5}">
                      <a16:colId xmlns:a16="http://schemas.microsoft.com/office/drawing/2014/main" val="2852526216"/>
                    </a:ext>
                  </a:extLst>
                </a:gridCol>
                <a:gridCol w="420368">
                  <a:extLst>
                    <a:ext uri="{9D8B030D-6E8A-4147-A177-3AD203B41FA5}">
                      <a16:colId xmlns:a16="http://schemas.microsoft.com/office/drawing/2014/main" val="103420222"/>
                    </a:ext>
                  </a:extLst>
                </a:gridCol>
                <a:gridCol w="420368">
                  <a:extLst>
                    <a:ext uri="{9D8B030D-6E8A-4147-A177-3AD203B41FA5}">
                      <a16:colId xmlns:a16="http://schemas.microsoft.com/office/drawing/2014/main" val="1470405609"/>
                    </a:ext>
                  </a:extLst>
                </a:gridCol>
                <a:gridCol w="42036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SF_BFI_SIZE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6474633"/>
                  </a:ext>
                </a:extLst>
              </a:tr>
            </a:tbl>
          </a:graphicData>
        </a:graphic>
      </p:graphicFrame>
      <p:sp>
        <p:nvSpPr>
          <p:cNvPr id="12" name="TextBox 11">
            <a:extLst>
              <a:ext uri="{FF2B5EF4-FFF2-40B4-BE49-F238E27FC236}">
                <a16:creationId xmlns:a16="http://schemas.microsoft.com/office/drawing/2014/main" id="{A59C9265-29A4-447A-61F5-78D3E9C3AE23}"/>
              </a:ext>
            </a:extLst>
          </p:cNvPr>
          <p:cNvSpPr txBox="1"/>
          <p:nvPr/>
        </p:nvSpPr>
        <p:spPr>
          <a:xfrm>
            <a:off x="399212" y="871566"/>
            <a:ext cx="60629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SF PERIOD</a:t>
            </a:r>
          </a:p>
        </p:txBody>
      </p:sp>
    </p:spTree>
    <p:extLst>
      <p:ext uri="{BB962C8B-B14F-4D97-AF65-F5344CB8AC3E}">
        <p14:creationId xmlns:p14="http://schemas.microsoft.com/office/powerpoint/2010/main" val="2708730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1833" y="3671684"/>
            <a:ext cx="605239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2649202661"/>
              </p:ext>
            </p:extLst>
          </p:nvPr>
        </p:nvGraphicFramePr>
        <p:xfrm>
          <a:off x="393894" y="6162482"/>
          <a:ext cx="6060332" cy="372600"/>
        </p:xfrm>
        <a:graphic>
          <a:graphicData uri="http://schemas.openxmlformats.org/drawingml/2006/table">
            <a:tbl>
              <a:tblPr firstRow="1" bandRow="1">
                <a:tableStyleId>{5C22544A-7EE6-4342-B048-85BDC9FD1C3A}</a:tableStyleId>
              </a:tblPr>
              <a:tblGrid>
                <a:gridCol w="277694">
                  <a:extLst>
                    <a:ext uri="{9D8B030D-6E8A-4147-A177-3AD203B41FA5}">
                      <a16:colId xmlns:a16="http://schemas.microsoft.com/office/drawing/2014/main" val="657570846"/>
                    </a:ext>
                  </a:extLst>
                </a:gridCol>
                <a:gridCol w="323910">
                  <a:extLst>
                    <a:ext uri="{9D8B030D-6E8A-4147-A177-3AD203B41FA5}">
                      <a16:colId xmlns:a16="http://schemas.microsoft.com/office/drawing/2014/main" val="3259894497"/>
                    </a:ext>
                  </a:extLst>
                </a:gridCol>
                <a:gridCol w="431880">
                  <a:extLst>
                    <a:ext uri="{9D8B030D-6E8A-4147-A177-3AD203B41FA5}">
                      <a16:colId xmlns:a16="http://schemas.microsoft.com/office/drawing/2014/main" val="4170535043"/>
                    </a:ext>
                  </a:extLst>
                </a:gridCol>
                <a:gridCol w="418904">
                  <a:extLst>
                    <a:ext uri="{9D8B030D-6E8A-4147-A177-3AD203B41FA5}">
                      <a16:colId xmlns:a16="http://schemas.microsoft.com/office/drawing/2014/main" val="2079070694"/>
                    </a:ext>
                  </a:extLst>
                </a:gridCol>
                <a:gridCol w="418904">
                  <a:extLst>
                    <a:ext uri="{9D8B030D-6E8A-4147-A177-3AD203B41FA5}">
                      <a16:colId xmlns:a16="http://schemas.microsoft.com/office/drawing/2014/main" val="4213315911"/>
                    </a:ext>
                  </a:extLst>
                </a:gridCol>
                <a:gridCol w="418904">
                  <a:extLst>
                    <a:ext uri="{9D8B030D-6E8A-4147-A177-3AD203B41FA5}">
                      <a16:colId xmlns:a16="http://schemas.microsoft.com/office/drawing/2014/main" val="2769999950"/>
                    </a:ext>
                  </a:extLst>
                </a:gridCol>
                <a:gridCol w="418904">
                  <a:extLst>
                    <a:ext uri="{9D8B030D-6E8A-4147-A177-3AD203B41FA5}">
                      <a16:colId xmlns:a16="http://schemas.microsoft.com/office/drawing/2014/main" val="135637185"/>
                    </a:ext>
                  </a:extLst>
                </a:gridCol>
                <a:gridCol w="418904">
                  <a:extLst>
                    <a:ext uri="{9D8B030D-6E8A-4147-A177-3AD203B41FA5}">
                      <a16:colId xmlns:a16="http://schemas.microsoft.com/office/drawing/2014/main" val="3038050475"/>
                    </a:ext>
                  </a:extLst>
                </a:gridCol>
                <a:gridCol w="418904">
                  <a:extLst>
                    <a:ext uri="{9D8B030D-6E8A-4147-A177-3AD203B41FA5}">
                      <a16:colId xmlns:a16="http://schemas.microsoft.com/office/drawing/2014/main" val="1979433044"/>
                    </a:ext>
                  </a:extLst>
                </a:gridCol>
                <a:gridCol w="418904">
                  <a:extLst>
                    <a:ext uri="{9D8B030D-6E8A-4147-A177-3AD203B41FA5}">
                      <a16:colId xmlns:a16="http://schemas.microsoft.com/office/drawing/2014/main" val="4270661649"/>
                    </a:ext>
                  </a:extLst>
                </a:gridCol>
                <a:gridCol w="418904">
                  <a:extLst>
                    <a:ext uri="{9D8B030D-6E8A-4147-A177-3AD203B41FA5}">
                      <a16:colId xmlns:a16="http://schemas.microsoft.com/office/drawing/2014/main" val="3027041370"/>
                    </a:ext>
                  </a:extLst>
                </a:gridCol>
                <a:gridCol w="418904">
                  <a:extLst>
                    <a:ext uri="{9D8B030D-6E8A-4147-A177-3AD203B41FA5}">
                      <a16:colId xmlns:a16="http://schemas.microsoft.com/office/drawing/2014/main" val="2852526216"/>
                    </a:ext>
                  </a:extLst>
                </a:gridCol>
                <a:gridCol w="418904">
                  <a:extLst>
                    <a:ext uri="{9D8B030D-6E8A-4147-A177-3AD203B41FA5}">
                      <a16:colId xmlns:a16="http://schemas.microsoft.com/office/drawing/2014/main" val="103420222"/>
                    </a:ext>
                  </a:extLst>
                </a:gridCol>
                <a:gridCol w="418904">
                  <a:extLst>
                    <a:ext uri="{9D8B030D-6E8A-4147-A177-3AD203B41FA5}">
                      <a16:colId xmlns:a16="http://schemas.microsoft.com/office/drawing/2014/main" val="1470405609"/>
                    </a:ext>
                  </a:extLst>
                </a:gridCol>
                <a:gridCol w="4189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212570897"/>
              </p:ext>
            </p:extLst>
          </p:nvPr>
        </p:nvGraphicFramePr>
        <p:xfrm>
          <a:off x="389338" y="4359803"/>
          <a:ext cx="6058537" cy="1165000"/>
        </p:xfrm>
        <a:graphic>
          <a:graphicData uri="http://schemas.openxmlformats.org/drawingml/2006/table">
            <a:tbl>
              <a:tblPr firstRow="1" bandRow="1">
                <a:tableStyleId>{5C22544A-7EE6-4342-B048-85BDC9FD1C3A}</a:tableStyleId>
              </a:tblPr>
              <a:tblGrid>
                <a:gridCol w="374083">
                  <a:extLst>
                    <a:ext uri="{9D8B030D-6E8A-4147-A177-3AD203B41FA5}">
                      <a16:colId xmlns:a16="http://schemas.microsoft.com/office/drawing/2014/main" val="4170535043"/>
                    </a:ext>
                  </a:extLst>
                </a:gridCol>
                <a:gridCol w="1116592">
                  <a:extLst>
                    <a:ext uri="{9D8B030D-6E8A-4147-A177-3AD203B41FA5}">
                      <a16:colId xmlns:a16="http://schemas.microsoft.com/office/drawing/2014/main" val="2079070694"/>
                    </a:ext>
                  </a:extLst>
                </a:gridCol>
                <a:gridCol w="4567862">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 value will come into effect at the next internal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17071C8F-EA75-1BCF-7B88-D66AE747CB85}"/>
              </a:ext>
            </a:extLst>
          </p:cNvPr>
          <p:cNvSpPr txBox="1"/>
          <p:nvPr/>
        </p:nvSpPr>
        <p:spPr>
          <a:xfrm>
            <a:off x="389338" y="5899290"/>
            <a:ext cx="605853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1502481556"/>
              </p:ext>
            </p:extLst>
          </p:nvPr>
        </p:nvGraphicFramePr>
        <p:xfrm>
          <a:off x="389337" y="3934134"/>
          <a:ext cx="6064893" cy="372600"/>
        </p:xfrm>
        <a:graphic>
          <a:graphicData uri="http://schemas.openxmlformats.org/drawingml/2006/table">
            <a:tbl>
              <a:tblPr firstRow="1" bandRow="1">
                <a:tableStyleId>{5C22544A-7EE6-4342-B048-85BDC9FD1C3A}</a:tableStyleId>
              </a:tblPr>
              <a:tblGrid>
                <a:gridCol w="277384">
                  <a:extLst>
                    <a:ext uri="{9D8B030D-6E8A-4147-A177-3AD203B41FA5}">
                      <a16:colId xmlns:a16="http://schemas.microsoft.com/office/drawing/2014/main" val="657570846"/>
                    </a:ext>
                  </a:extLst>
                </a:gridCol>
                <a:gridCol w="323751">
                  <a:extLst>
                    <a:ext uri="{9D8B030D-6E8A-4147-A177-3AD203B41FA5}">
                      <a16:colId xmlns:a16="http://schemas.microsoft.com/office/drawing/2014/main" val="3259894497"/>
                    </a:ext>
                  </a:extLst>
                </a:gridCol>
                <a:gridCol w="430082">
                  <a:extLst>
                    <a:ext uri="{9D8B030D-6E8A-4147-A177-3AD203B41FA5}">
                      <a16:colId xmlns:a16="http://schemas.microsoft.com/office/drawing/2014/main" val="4170535043"/>
                    </a:ext>
                  </a:extLst>
                </a:gridCol>
                <a:gridCol w="419473">
                  <a:extLst>
                    <a:ext uri="{9D8B030D-6E8A-4147-A177-3AD203B41FA5}">
                      <a16:colId xmlns:a16="http://schemas.microsoft.com/office/drawing/2014/main" val="2079070694"/>
                    </a:ext>
                  </a:extLst>
                </a:gridCol>
                <a:gridCol w="419473">
                  <a:extLst>
                    <a:ext uri="{9D8B030D-6E8A-4147-A177-3AD203B41FA5}">
                      <a16:colId xmlns:a16="http://schemas.microsoft.com/office/drawing/2014/main" val="4213315911"/>
                    </a:ext>
                  </a:extLst>
                </a:gridCol>
                <a:gridCol w="419473">
                  <a:extLst>
                    <a:ext uri="{9D8B030D-6E8A-4147-A177-3AD203B41FA5}">
                      <a16:colId xmlns:a16="http://schemas.microsoft.com/office/drawing/2014/main" val="2769999950"/>
                    </a:ext>
                  </a:extLst>
                </a:gridCol>
                <a:gridCol w="419473">
                  <a:extLst>
                    <a:ext uri="{9D8B030D-6E8A-4147-A177-3AD203B41FA5}">
                      <a16:colId xmlns:a16="http://schemas.microsoft.com/office/drawing/2014/main" val="135637185"/>
                    </a:ext>
                  </a:extLst>
                </a:gridCol>
                <a:gridCol w="419473">
                  <a:extLst>
                    <a:ext uri="{9D8B030D-6E8A-4147-A177-3AD203B41FA5}">
                      <a16:colId xmlns:a16="http://schemas.microsoft.com/office/drawing/2014/main" val="3038050475"/>
                    </a:ext>
                  </a:extLst>
                </a:gridCol>
                <a:gridCol w="419473">
                  <a:extLst>
                    <a:ext uri="{9D8B030D-6E8A-4147-A177-3AD203B41FA5}">
                      <a16:colId xmlns:a16="http://schemas.microsoft.com/office/drawing/2014/main" val="1979433044"/>
                    </a:ext>
                  </a:extLst>
                </a:gridCol>
                <a:gridCol w="419473">
                  <a:extLst>
                    <a:ext uri="{9D8B030D-6E8A-4147-A177-3AD203B41FA5}">
                      <a16:colId xmlns:a16="http://schemas.microsoft.com/office/drawing/2014/main" val="4270661649"/>
                    </a:ext>
                  </a:extLst>
                </a:gridCol>
                <a:gridCol w="419473">
                  <a:extLst>
                    <a:ext uri="{9D8B030D-6E8A-4147-A177-3AD203B41FA5}">
                      <a16:colId xmlns:a16="http://schemas.microsoft.com/office/drawing/2014/main" val="3027041370"/>
                    </a:ext>
                  </a:extLst>
                </a:gridCol>
                <a:gridCol w="419473">
                  <a:extLst>
                    <a:ext uri="{9D8B030D-6E8A-4147-A177-3AD203B41FA5}">
                      <a16:colId xmlns:a16="http://schemas.microsoft.com/office/drawing/2014/main" val="2852526216"/>
                    </a:ext>
                  </a:extLst>
                </a:gridCol>
                <a:gridCol w="419473">
                  <a:extLst>
                    <a:ext uri="{9D8B030D-6E8A-4147-A177-3AD203B41FA5}">
                      <a16:colId xmlns:a16="http://schemas.microsoft.com/office/drawing/2014/main" val="103420222"/>
                    </a:ext>
                  </a:extLst>
                </a:gridCol>
                <a:gridCol w="419473">
                  <a:extLst>
                    <a:ext uri="{9D8B030D-6E8A-4147-A177-3AD203B41FA5}">
                      <a16:colId xmlns:a16="http://schemas.microsoft.com/office/drawing/2014/main" val="1470405609"/>
                    </a:ext>
                  </a:extLst>
                </a:gridCol>
                <a:gridCol w="41947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7D1A3AD-711E-55B7-D628-AE9B100E153B}"/>
              </a:ext>
            </a:extLst>
          </p:cNvPr>
          <p:cNvGraphicFramePr>
            <a:graphicFrameLocks noGrp="1"/>
          </p:cNvGraphicFramePr>
          <p:nvPr>
            <p:extLst>
              <p:ext uri="{D42A27DB-BD31-4B8C-83A1-F6EECF244321}">
                <p14:modId xmlns:p14="http://schemas.microsoft.com/office/powerpoint/2010/main" val="1684076478"/>
              </p:ext>
            </p:extLst>
          </p:nvPr>
        </p:nvGraphicFramePr>
        <p:xfrm>
          <a:off x="393894" y="2236807"/>
          <a:ext cx="6060335" cy="1027840"/>
        </p:xfrm>
        <a:graphic>
          <a:graphicData uri="http://schemas.openxmlformats.org/drawingml/2006/table">
            <a:tbl>
              <a:tblPr firstRow="1" bandRow="1">
                <a:tableStyleId>{5C22544A-7EE6-4342-B048-85BDC9FD1C3A}</a:tableStyleId>
              </a:tblPr>
              <a:tblGrid>
                <a:gridCol w="441653">
                  <a:extLst>
                    <a:ext uri="{9D8B030D-6E8A-4147-A177-3AD203B41FA5}">
                      <a16:colId xmlns:a16="http://schemas.microsoft.com/office/drawing/2014/main" val="4170535043"/>
                    </a:ext>
                  </a:extLst>
                </a:gridCol>
                <a:gridCol w="1049464">
                  <a:extLst>
                    <a:ext uri="{9D8B030D-6E8A-4147-A177-3AD203B41FA5}">
                      <a16:colId xmlns:a16="http://schemas.microsoft.com/office/drawing/2014/main" val="2079070694"/>
                    </a:ext>
                  </a:extLst>
                </a:gridCol>
                <a:gridCol w="4569218">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70786">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LD_FIX register is used to continuously out a fixed value written in this register instead of LD data to be transmitted form a Host, regardless of the frame sync signal. This function can be used 2 ways, one is for device testing along with the TEST_EN bit  and the LD_FIX_EN bit, and the other is for the vsync missing detected. When the vsync missing is detected, then the LD data is out with these registers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5709856C-2E86-DC40-C611-2C3007EB3584}"/>
              </a:ext>
            </a:extLst>
          </p:cNvPr>
          <p:cNvGraphicFramePr>
            <a:graphicFrameLocks noGrp="1"/>
          </p:cNvGraphicFramePr>
          <p:nvPr>
            <p:extLst>
              <p:ext uri="{D42A27DB-BD31-4B8C-83A1-F6EECF244321}">
                <p14:modId xmlns:p14="http://schemas.microsoft.com/office/powerpoint/2010/main" val="290187441"/>
              </p:ext>
            </p:extLst>
          </p:nvPr>
        </p:nvGraphicFramePr>
        <p:xfrm>
          <a:off x="395630" y="1818397"/>
          <a:ext cx="6060337" cy="372600"/>
        </p:xfrm>
        <a:graphic>
          <a:graphicData uri="http://schemas.openxmlformats.org/drawingml/2006/table">
            <a:tbl>
              <a:tblPr firstRow="1" bandRow="1">
                <a:tableStyleId>{5C22544A-7EE6-4342-B048-85BDC9FD1C3A}</a:tableStyleId>
              </a:tblPr>
              <a:tblGrid>
                <a:gridCol w="274217">
                  <a:extLst>
                    <a:ext uri="{9D8B030D-6E8A-4147-A177-3AD203B41FA5}">
                      <a16:colId xmlns:a16="http://schemas.microsoft.com/office/drawing/2014/main" val="657570846"/>
                    </a:ext>
                  </a:extLst>
                </a:gridCol>
                <a:gridCol w="326680">
                  <a:extLst>
                    <a:ext uri="{9D8B030D-6E8A-4147-A177-3AD203B41FA5}">
                      <a16:colId xmlns:a16="http://schemas.microsoft.com/office/drawing/2014/main" val="3259894497"/>
                    </a:ext>
                  </a:extLst>
                </a:gridCol>
                <a:gridCol w="431344">
                  <a:extLst>
                    <a:ext uri="{9D8B030D-6E8A-4147-A177-3AD203B41FA5}">
                      <a16:colId xmlns:a16="http://schemas.microsoft.com/office/drawing/2014/main" val="4170535043"/>
                    </a:ext>
                  </a:extLst>
                </a:gridCol>
                <a:gridCol w="419008">
                  <a:extLst>
                    <a:ext uri="{9D8B030D-6E8A-4147-A177-3AD203B41FA5}">
                      <a16:colId xmlns:a16="http://schemas.microsoft.com/office/drawing/2014/main" val="2079070694"/>
                    </a:ext>
                  </a:extLst>
                </a:gridCol>
                <a:gridCol w="419008">
                  <a:extLst>
                    <a:ext uri="{9D8B030D-6E8A-4147-A177-3AD203B41FA5}">
                      <a16:colId xmlns:a16="http://schemas.microsoft.com/office/drawing/2014/main" val="4213315911"/>
                    </a:ext>
                  </a:extLst>
                </a:gridCol>
                <a:gridCol w="419008">
                  <a:extLst>
                    <a:ext uri="{9D8B030D-6E8A-4147-A177-3AD203B41FA5}">
                      <a16:colId xmlns:a16="http://schemas.microsoft.com/office/drawing/2014/main" val="2769999950"/>
                    </a:ext>
                  </a:extLst>
                </a:gridCol>
                <a:gridCol w="419008">
                  <a:extLst>
                    <a:ext uri="{9D8B030D-6E8A-4147-A177-3AD203B41FA5}">
                      <a16:colId xmlns:a16="http://schemas.microsoft.com/office/drawing/2014/main" val="135637185"/>
                    </a:ext>
                  </a:extLst>
                </a:gridCol>
                <a:gridCol w="419008">
                  <a:extLst>
                    <a:ext uri="{9D8B030D-6E8A-4147-A177-3AD203B41FA5}">
                      <a16:colId xmlns:a16="http://schemas.microsoft.com/office/drawing/2014/main" val="3038050475"/>
                    </a:ext>
                  </a:extLst>
                </a:gridCol>
                <a:gridCol w="419008">
                  <a:extLst>
                    <a:ext uri="{9D8B030D-6E8A-4147-A177-3AD203B41FA5}">
                      <a16:colId xmlns:a16="http://schemas.microsoft.com/office/drawing/2014/main" val="1979433044"/>
                    </a:ext>
                  </a:extLst>
                </a:gridCol>
                <a:gridCol w="419008">
                  <a:extLst>
                    <a:ext uri="{9D8B030D-6E8A-4147-A177-3AD203B41FA5}">
                      <a16:colId xmlns:a16="http://schemas.microsoft.com/office/drawing/2014/main" val="4270661649"/>
                    </a:ext>
                  </a:extLst>
                </a:gridCol>
                <a:gridCol w="419008">
                  <a:extLst>
                    <a:ext uri="{9D8B030D-6E8A-4147-A177-3AD203B41FA5}">
                      <a16:colId xmlns:a16="http://schemas.microsoft.com/office/drawing/2014/main" val="3027041370"/>
                    </a:ext>
                  </a:extLst>
                </a:gridCol>
                <a:gridCol w="419008">
                  <a:extLst>
                    <a:ext uri="{9D8B030D-6E8A-4147-A177-3AD203B41FA5}">
                      <a16:colId xmlns:a16="http://schemas.microsoft.com/office/drawing/2014/main" val="2852526216"/>
                    </a:ext>
                  </a:extLst>
                </a:gridCol>
                <a:gridCol w="419008">
                  <a:extLst>
                    <a:ext uri="{9D8B030D-6E8A-4147-A177-3AD203B41FA5}">
                      <a16:colId xmlns:a16="http://schemas.microsoft.com/office/drawing/2014/main" val="103420222"/>
                    </a:ext>
                  </a:extLst>
                </a:gridCol>
                <a:gridCol w="419008">
                  <a:extLst>
                    <a:ext uri="{9D8B030D-6E8A-4147-A177-3AD203B41FA5}">
                      <a16:colId xmlns:a16="http://schemas.microsoft.com/office/drawing/2014/main" val="1470405609"/>
                    </a:ext>
                  </a:extLst>
                </a:gridCol>
                <a:gridCol w="41900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1D8580F7-F2E4-8053-4A99-A58314104D97}"/>
              </a:ext>
            </a:extLst>
          </p:cNvPr>
          <p:cNvSpPr txBox="1"/>
          <p:nvPr/>
        </p:nvSpPr>
        <p:spPr>
          <a:xfrm>
            <a:off x="408538" y="1557146"/>
            <a:ext cx="603933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FIX 2</a:t>
            </a:r>
          </a:p>
        </p:txBody>
      </p:sp>
      <p:graphicFrame>
        <p:nvGraphicFramePr>
          <p:cNvPr id="17" name="표 16">
            <a:extLst>
              <a:ext uri="{FF2B5EF4-FFF2-40B4-BE49-F238E27FC236}">
                <a16:creationId xmlns:a16="http://schemas.microsoft.com/office/drawing/2014/main" id="{A092D8A5-A411-6844-D949-F1443BF38479}"/>
              </a:ext>
            </a:extLst>
          </p:cNvPr>
          <p:cNvGraphicFramePr>
            <a:graphicFrameLocks noGrp="1"/>
          </p:cNvGraphicFramePr>
          <p:nvPr>
            <p:extLst>
              <p:ext uri="{D42A27DB-BD31-4B8C-83A1-F6EECF244321}">
                <p14:modId xmlns:p14="http://schemas.microsoft.com/office/powerpoint/2010/main" val="49283788"/>
              </p:ext>
            </p:extLst>
          </p:nvPr>
        </p:nvGraphicFramePr>
        <p:xfrm>
          <a:off x="401833" y="1133895"/>
          <a:ext cx="6060335" cy="372600"/>
        </p:xfrm>
        <a:graphic>
          <a:graphicData uri="http://schemas.openxmlformats.org/drawingml/2006/table">
            <a:tbl>
              <a:tblPr firstRow="1" bandRow="1">
                <a:tableStyleId>{5C22544A-7EE6-4342-B048-85BDC9FD1C3A}</a:tableStyleId>
              </a:tblPr>
              <a:tblGrid>
                <a:gridCol w="275760">
                  <a:extLst>
                    <a:ext uri="{9D8B030D-6E8A-4147-A177-3AD203B41FA5}">
                      <a16:colId xmlns:a16="http://schemas.microsoft.com/office/drawing/2014/main" val="657570846"/>
                    </a:ext>
                  </a:extLst>
                </a:gridCol>
                <a:gridCol w="326413">
                  <a:extLst>
                    <a:ext uri="{9D8B030D-6E8A-4147-A177-3AD203B41FA5}">
                      <a16:colId xmlns:a16="http://schemas.microsoft.com/office/drawing/2014/main" val="3259894497"/>
                    </a:ext>
                  </a:extLst>
                </a:gridCol>
                <a:gridCol w="424654">
                  <a:extLst>
                    <a:ext uri="{9D8B030D-6E8A-4147-A177-3AD203B41FA5}">
                      <a16:colId xmlns:a16="http://schemas.microsoft.com/office/drawing/2014/main" val="4170535043"/>
                    </a:ext>
                  </a:extLst>
                </a:gridCol>
                <a:gridCol w="419459">
                  <a:extLst>
                    <a:ext uri="{9D8B030D-6E8A-4147-A177-3AD203B41FA5}">
                      <a16:colId xmlns:a16="http://schemas.microsoft.com/office/drawing/2014/main" val="2079070694"/>
                    </a:ext>
                  </a:extLst>
                </a:gridCol>
                <a:gridCol w="419459">
                  <a:extLst>
                    <a:ext uri="{9D8B030D-6E8A-4147-A177-3AD203B41FA5}">
                      <a16:colId xmlns:a16="http://schemas.microsoft.com/office/drawing/2014/main" val="4213315911"/>
                    </a:ext>
                  </a:extLst>
                </a:gridCol>
                <a:gridCol w="419459">
                  <a:extLst>
                    <a:ext uri="{9D8B030D-6E8A-4147-A177-3AD203B41FA5}">
                      <a16:colId xmlns:a16="http://schemas.microsoft.com/office/drawing/2014/main" val="2769999950"/>
                    </a:ext>
                  </a:extLst>
                </a:gridCol>
                <a:gridCol w="419459">
                  <a:extLst>
                    <a:ext uri="{9D8B030D-6E8A-4147-A177-3AD203B41FA5}">
                      <a16:colId xmlns:a16="http://schemas.microsoft.com/office/drawing/2014/main" val="135637185"/>
                    </a:ext>
                  </a:extLst>
                </a:gridCol>
                <a:gridCol w="419459">
                  <a:extLst>
                    <a:ext uri="{9D8B030D-6E8A-4147-A177-3AD203B41FA5}">
                      <a16:colId xmlns:a16="http://schemas.microsoft.com/office/drawing/2014/main" val="3038050475"/>
                    </a:ext>
                  </a:extLst>
                </a:gridCol>
                <a:gridCol w="419459">
                  <a:extLst>
                    <a:ext uri="{9D8B030D-6E8A-4147-A177-3AD203B41FA5}">
                      <a16:colId xmlns:a16="http://schemas.microsoft.com/office/drawing/2014/main" val="1979433044"/>
                    </a:ext>
                  </a:extLst>
                </a:gridCol>
                <a:gridCol w="419459">
                  <a:extLst>
                    <a:ext uri="{9D8B030D-6E8A-4147-A177-3AD203B41FA5}">
                      <a16:colId xmlns:a16="http://schemas.microsoft.com/office/drawing/2014/main" val="4270661649"/>
                    </a:ext>
                  </a:extLst>
                </a:gridCol>
                <a:gridCol w="419459">
                  <a:extLst>
                    <a:ext uri="{9D8B030D-6E8A-4147-A177-3AD203B41FA5}">
                      <a16:colId xmlns:a16="http://schemas.microsoft.com/office/drawing/2014/main" val="3027041370"/>
                    </a:ext>
                  </a:extLst>
                </a:gridCol>
                <a:gridCol w="419459">
                  <a:extLst>
                    <a:ext uri="{9D8B030D-6E8A-4147-A177-3AD203B41FA5}">
                      <a16:colId xmlns:a16="http://schemas.microsoft.com/office/drawing/2014/main" val="2852526216"/>
                    </a:ext>
                  </a:extLst>
                </a:gridCol>
                <a:gridCol w="419459">
                  <a:extLst>
                    <a:ext uri="{9D8B030D-6E8A-4147-A177-3AD203B41FA5}">
                      <a16:colId xmlns:a16="http://schemas.microsoft.com/office/drawing/2014/main" val="103420222"/>
                    </a:ext>
                  </a:extLst>
                </a:gridCol>
                <a:gridCol w="419459">
                  <a:extLst>
                    <a:ext uri="{9D8B030D-6E8A-4147-A177-3AD203B41FA5}">
                      <a16:colId xmlns:a16="http://schemas.microsoft.com/office/drawing/2014/main" val="1470405609"/>
                    </a:ext>
                  </a:extLst>
                </a:gridCol>
                <a:gridCol w="41945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CE3B5FEB-A084-7AE5-02B7-4C21818E7B3D}"/>
              </a:ext>
            </a:extLst>
          </p:cNvPr>
          <p:cNvSpPr txBox="1"/>
          <p:nvPr/>
        </p:nvSpPr>
        <p:spPr>
          <a:xfrm>
            <a:off x="404813" y="871566"/>
            <a:ext cx="604306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FIX1</a:t>
            </a:r>
          </a:p>
        </p:txBody>
      </p:sp>
      <p:graphicFrame>
        <p:nvGraphicFramePr>
          <p:cNvPr id="8" name="표 7">
            <a:extLst>
              <a:ext uri="{FF2B5EF4-FFF2-40B4-BE49-F238E27FC236}">
                <a16:creationId xmlns:a16="http://schemas.microsoft.com/office/drawing/2014/main" id="{97111597-06D4-E24B-066B-F502EEE30499}"/>
              </a:ext>
            </a:extLst>
          </p:cNvPr>
          <p:cNvGraphicFramePr>
            <a:graphicFrameLocks noGrp="1"/>
          </p:cNvGraphicFramePr>
          <p:nvPr>
            <p:extLst>
              <p:ext uri="{D42A27DB-BD31-4B8C-83A1-F6EECF244321}">
                <p14:modId xmlns:p14="http://schemas.microsoft.com/office/powerpoint/2010/main" val="4094512459"/>
              </p:ext>
            </p:extLst>
          </p:nvPr>
        </p:nvGraphicFramePr>
        <p:xfrm>
          <a:off x="389761" y="6576423"/>
          <a:ext cx="6058367" cy="202503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but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can</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if</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any</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channel</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is</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graphicFrame>
        <p:nvGraphicFramePr>
          <p:cNvPr id="9" name="표 8">
            <a:extLst>
              <a:ext uri="{FF2B5EF4-FFF2-40B4-BE49-F238E27FC236}">
                <a16:creationId xmlns:a16="http://schemas.microsoft.com/office/drawing/2014/main" id="{85A064BC-A0CF-8729-0287-DF3C76B7FB83}"/>
              </a:ext>
            </a:extLst>
          </p:cNvPr>
          <p:cNvGraphicFramePr>
            <a:graphicFrameLocks noGrp="1"/>
          </p:cNvGraphicFramePr>
          <p:nvPr>
            <p:extLst>
              <p:ext uri="{D42A27DB-BD31-4B8C-83A1-F6EECF244321}">
                <p14:modId xmlns:p14="http://schemas.microsoft.com/office/powerpoint/2010/main" val="2019396286"/>
              </p:ext>
            </p:extLst>
          </p:nvPr>
        </p:nvGraphicFramePr>
        <p:xfrm>
          <a:off x="1913829" y="7777158"/>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10" name="TextBox 9">
            <a:extLst>
              <a:ext uri="{FF2B5EF4-FFF2-40B4-BE49-F238E27FC236}">
                <a16:creationId xmlns:a16="http://schemas.microsoft.com/office/drawing/2014/main" id="{C8A5E23F-D969-D3E8-16F2-BA7A70CCE531}"/>
              </a:ext>
            </a:extLst>
          </p:cNvPr>
          <p:cNvSpPr txBox="1"/>
          <p:nvPr/>
        </p:nvSpPr>
        <p:spPr>
          <a:xfrm>
            <a:off x="5452503" y="7789474"/>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16" name="직선 화살표 연결선 15">
            <a:extLst>
              <a:ext uri="{FF2B5EF4-FFF2-40B4-BE49-F238E27FC236}">
                <a16:creationId xmlns:a16="http://schemas.microsoft.com/office/drawing/2014/main" id="{F0F94BF4-DF94-B6B9-17B5-22665EB6687E}"/>
              </a:ext>
            </a:extLst>
          </p:cNvPr>
          <p:cNvCxnSpPr>
            <a:cxnSpLocks/>
          </p:cNvCxnSpPr>
          <p:nvPr/>
        </p:nvCxnSpPr>
        <p:spPr>
          <a:xfrm>
            <a:off x="1906186" y="8250567"/>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B838D90-973D-5F79-3608-97709249A45B}"/>
              </a:ext>
            </a:extLst>
          </p:cNvPr>
          <p:cNvSpPr txBox="1"/>
          <p:nvPr/>
        </p:nvSpPr>
        <p:spPr>
          <a:xfrm>
            <a:off x="2222643" y="8150797"/>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19" name="직선 연결선 18">
            <a:extLst>
              <a:ext uri="{FF2B5EF4-FFF2-40B4-BE49-F238E27FC236}">
                <a16:creationId xmlns:a16="http://schemas.microsoft.com/office/drawing/2014/main" id="{0EFAC6BA-ED3A-F6CC-110E-3561FF3B754E}"/>
              </a:ext>
            </a:extLst>
          </p:cNvPr>
          <p:cNvCxnSpPr/>
          <p:nvPr/>
        </p:nvCxnSpPr>
        <p:spPr>
          <a:xfrm>
            <a:off x="1913829" y="8068469"/>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8B44F42A-5EC9-EF79-57A0-C54B1BA8B34F}"/>
              </a:ext>
            </a:extLst>
          </p:cNvPr>
          <p:cNvCxnSpPr/>
          <p:nvPr/>
        </p:nvCxnSpPr>
        <p:spPr>
          <a:xfrm>
            <a:off x="4570186" y="8064495"/>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85F3709-7F46-CE83-CEC6-D55F0795FAEC}"/>
              </a:ext>
            </a:extLst>
          </p:cNvPr>
          <p:cNvSpPr txBox="1"/>
          <p:nvPr/>
        </p:nvSpPr>
        <p:spPr>
          <a:xfrm>
            <a:off x="2239076" y="8419893"/>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225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3999865627"/>
              </p:ext>
            </p:extLst>
          </p:nvPr>
        </p:nvGraphicFramePr>
        <p:xfrm>
          <a:off x="399453" y="1573469"/>
          <a:ext cx="6053982" cy="6116084"/>
        </p:xfrm>
        <a:graphic>
          <a:graphicData uri="http://schemas.openxmlformats.org/drawingml/2006/table">
            <a:tbl>
              <a:tblPr firstRow="1" bandRow="1">
                <a:tableStyleId>{5C22544A-7EE6-4342-B048-85BDC9FD1C3A}</a:tableStyleId>
              </a:tblPr>
              <a:tblGrid>
                <a:gridCol w="433076">
                  <a:extLst>
                    <a:ext uri="{9D8B030D-6E8A-4147-A177-3AD203B41FA5}">
                      <a16:colId xmlns:a16="http://schemas.microsoft.com/office/drawing/2014/main" val="4170535043"/>
                    </a:ext>
                  </a:extLst>
                </a:gridCol>
                <a:gridCol w="752560">
                  <a:extLst>
                    <a:ext uri="{9D8B030D-6E8A-4147-A177-3AD203B41FA5}">
                      <a16:colId xmlns:a16="http://schemas.microsoft.com/office/drawing/2014/main" val="2079070694"/>
                    </a:ext>
                  </a:extLst>
                </a:gridCol>
                <a:gridCol w="4868346">
                  <a:extLst>
                    <a:ext uri="{9D8B030D-6E8A-4147-A177-3AD203B41FA5}">
                      <a16:colId xmlns:a16="http://schemas.microsoft.com/office/drawing/2014/main" val="32595803"/>
                    </a:ext>
                  </a:extLst>
                </a:gridCol>
              </a:tblGrid>
              <a:tr h="277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563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563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OV15 indicates whether the internal LDO keeps over 1.8V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3603462"/>
                  </a:ext>
                </a:extLst>
              </a:tr>
              <a:tr h="38563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UV15 indicates whether the internal LDO keeps under 1.2V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3823765"/>
                  </a:ext>
                </a:extLst>
              </a:tr>
              <a:tr h="130201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XD12 device has internally a thermal event from overheating due to high current for a long time.  This bit will keep asserted as long as the internal THERMAL event is not cleared. The THERMAL threshold can be set by the OFS_TEMP of the LD CONTROL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MODE register is set, all output sink drivers will be turned-off under the THERMAL bit is set until the internal temperature goes down below the set level of the OFS_TEMP. This bit involves other fault events in the readout information, MISS_VS,OV15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6956073"/>
                  </a:ext>
                </a:extLst>
              </a:tr>
              <a:tr h="130201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XD12 output pin is short to a VLED line due to any soldering condition. The detection condition can be set by the SHORT_LEVEL of the FAULT LEVEL register and the SHORT ENABLE LEVEL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the SHORT_DEC_EN1/2 bit is set and the SHORT event occurs in even one of the activated channels, and then, will be auto-cleared after readout this register, but the bit will be set again as long as the SHORT event is still valid. If the S_OFF_E bit of the FAULT MODE register is set, the corresponding output sink driver will be turned-off under this bit is set until the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13868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XD12 output pin is open in spite of being activated. The open level is fixed to 0.25V.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the OPEN_DEC_EN bit is set and the OPEN event occurs in even one of the activated channels and then, will be auto-cleared after readout this register, but the bit will be set again as long as the OPEN event is still valid. If the O_OFF_E bit of the FAULT MODE register is set, the corresponding output sink driver will be turned-off under this bit is set until the event is cleared. It needs to follow below to determine the validity of the OPEN event.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 in case that the OPEN and FB are simultaneously-asserted even if the LD data are all 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 in case that the OPEN and FB are simultaneously-asserted even if the VLED remains at the max level for a long time.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910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XD12 output pin’s headroom voltage is below the value set by FB_LEVEL of the FAULT LEVEL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FB event occurs in even one of the activated channels and then, will be auto-cleared after readout this register. This bit will be set again after readout as long as the FB event is still valid.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386399510"/>
              </p:ext>
            </p:extLst>
          </p:nvPr>
        </p:nvGraphicFramePr>
        <p:xfrm>
          <a:off x="404814" y="1139247"/>
          <a:ext cx="6044930" cy="372600"/>
        </p:xfrm>
        <a:graphic>
          <a:graphicData uri="http://schemas.openxmlformats.org/drawingml/2006/table">
            <a:tbl>
              <a:tblPr firstRow="1" bandRow="1">
                <a:tableStyleId>{5C22544A-7EE6-4342-B048-85BDC9FD1C3A}</a:tableStyleId>
              </a:tblPr>
              <a:tblGrid>
                <a:gridCol w="318117">
                  <a:extLst>
                    <a:ext uri="{9D8B030D-6E8A-4147-A177-3AD203B41FA5}">
                      <a16:colId xmlns:a16="http://schemas.microsoft.com/office/drawing/2014/main" val="657570846"/>
                    </a:ext>
                  </a:extLst>
                </a:gridCol>
                <a:gridCol w="315636">
                  <a:extLst>
                    <a:ext uri="{9D8B030D-6E8A-4147-A177-3AD203B41FA5}">
                      <a16:colId xmlns:a16="http://schemas.microsoft.com/office/drawing/2014/main" val="3259894497"/>
                    </a:ext>
                  </a:extLst>
                </a:gridCol>
                <a:gridCol w="423301">
                  <a:extLst>
                    <a:ext uri="{9D8B030D-6E8A-4147-A177-3AD203B41FA5}">
                      <a16:colId xmlns:a16="http://schemas.microsoft.com/office/drawing/2014/main" val="4170535043"/>
                    </a:ext>
                  </a:extLst>
                </a:gridCol>
                <a:gridCol w="481786">
                  <a:extLst>
                    <a:ext uri="{9D8B030D-6E8A-4147-A177-3AD203B41FA5}">
                      <a16:colId xmlns:a16="http://schemas.microsoft.com/office/drawing/2014/main" val="2079070694"/>
                    </a:ext>
                  </a:extLst>
                </a:gridCol>
                <a:gridCol w="406154">
                  <a:extLst>
                    <a:ext uri="{9D8B030D-6E8A-4147-A177-3AD203B41FA5}">
                      <a16:colId xmlns:a16="http://schemas.microsoft.com/office/drawing/2014/main" val="2769999950"/>
                    </a:ext>
                  </a:extLst>
                </a:gridCol>
                <a:gridCol w="428469">
                  <a:extLst>
                    <a:ext uri="{9D8B030D-6E8A-4147-A177-3AD203B41FA5}">
                      <a16:colId xmlns:a16="http://schemas.microsoft.com/office/drawing/2014/main" val="3038050475"/>
                    </a:ext>
                  </a:extLst>
                </a:gridCol>
                <a:gridCol w="417691">
                  <a:extLst>
                    <a:ext uri="{9D8B030D-6E8A-4147-A177-3AD203B41FA5}">
                      <a16:colId xmlns:a16="http://schemas.microsoft.com/office/drawing/2014/main" val="4270661649"/>
                    </a:ext>
                  </a:extLst>
                </a:gridCol>
                <a:gridCol w="406154">
                  <a:extLst>
                    <a:ext uri="{9D8B030D-6E8A-4147-A177-3AD203B41FA5}">
                      <a16:colId xmlns:a16="http://schemas.microsoft.com/office/drawing/2014/main" val="2852526216"/>
                    </a:ext>
                  </a:extLst>
                </a:gridCol>
                <a:gridCol w="406154">
                  <a:extLst>
                    <a:ext uri="{9D8B030D-6E8A-4147-A177-3AD203B41FA5}">
                      <a16:colId xmlns:a16="http://schemas.microsoft.com/office/drawing/2014/main" val="1470405609"/>
                    </a:ext>
                  </a:extLst>
                </a:gridCol>
                <a:gridCol w="406154">
                  <a:extLst>
                    <a:ext uri="{9D8B030D-6E8A-4147-A177-3AD203B41FA5}">
                      <a16:colId xmlns:a16="http://schemas.microsoft.com/office/drawing/2014/main" val="1218351508"/>
                    </a:ext>
                  </a:extLst>
                </a:gridCol>
                <a:gridCol w="406154">
                  <a:extLst>
                    <a:ext uri="{9D8B030D-6E8A-4147-A177-3AD203B41FA5}">
                      <a16:colId xmlns:a16="http://schemas.microsoft.com/office/drawing/2014/main" val="4005485702"/>
                    </a:ext>
                  </a:extLst>
                </a:gridCol>
                <a:gridCol w="526603">
                  <a:extLst>
                    <a:ext uri="{9D8B030D-6E8A-4147-A177-3AD203B41FA5}">
                      <a16:colId xmlns:a16="http://schemas.microsoft.com/office/drawing/2014/main" val="458505686"/>
                    </a:ext>
                  </a:extLst>
                </a:gridCol>
                <a:gridCol w="394018">
                  <a:extLst>
                    <a:ext uri="{9D8B030D-6E8A-4147-A177-3AD203B41FA5}">
                      <a16:colId xmlns:a16="http://schemas.microsoft.com/office/drawing/2014/main" val="2230129811"/>
                    </a:ext>
                  </a:extLst>
                </a:gridCol>
                <a:gridCol w="324926">
                  <a:extLst>
                    <a:ext uri="{9D8B030D-6E8A-4147-A177-3AD203B41FA5}">
                      <a16:colId xmlns:a16="http://schemas.microsoft.com/office/drawing/2014/main" val="1744565479"/>
                    </a:ext>
                  </a:extLst>
                </a:gridCol>
                <a:gridCol w="383613">
                  <a:extLst>
                    <a:ext uri="{9D8B030D-6E8A-4147-A177-3AD203B41FA5}">
                      <a16:colId xmlns:a16="http://schemas.microsoft.com/office/drawing/2014/main" val="16527049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B9</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UV15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95471C2E-7A3C-451F-A0B2-BCFB1084CC9E}"/>
              </a:ext>
            </a:extLst>
          </p:cNvPr>
          <p:cNvSpPr txBox="1"/>
          <p:nvPr/>
        </p:nvSpPr>
        <p:spPr>
          <a:xfrm>
            <a:off x="399454" y="871566"/>
            <a:ext cx="606271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02008-B45F-3F26-DB8D-ADADCE973357}"/>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BF5BE9D4-CAC6-8B39-FD00-4CB36D4B08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AEE7D0A9-4644-D6EF-4D56-D7AFB94B7F55}"/>
              </a:ext>
            </a:extLst>
          </p:cNvPr>
          <p:cNvGraphicFramePr>
            <a:graphicFrameLocks noGrp="1"/>
          </p:cNvGraphicFramePr>
          <p:nvPr>
            <p:extLst>
              <p:ext uri="{D42A27DB-BD31-4B8C-83A1-F6EECF244321}">
                <p14:modId xmlns:p14="http://schemas.microsoft.com/office/powerpoint/2010/main" val="449901955"/>
              </p:ext>
            </p:extLst>
          </p:nvPr>
        </p:nvGraphicFramePr>
        <p:xfrm>
          <a:off x="404810" y="1552875"/>
          <a:ext cx="6048623" cy="2471164"/>
        </p:xfrm>
        <a:graphic>
          <a:graphicData uri="http://schemas.openxmlformats.org/drawingml/2006/table">
            <a:tbl>
              <a:tblPr firstRow="1" bandRow="1">
                <a:tableStyleId>{5C22544A-7EE6-4342-B048-85BDC9FD1C3A}</a:tableStyleId>
              </a:tblPr>
              <a:tblGrid>
                <a:gridCol w="353208">
                  <a:extLst>
                    <a:ext uri="{9D8B030D-6E8A-4147-A177-3AD203B41FA5}">
                      <a16:colId xmlns:a16="http://schemas.microsoft.com/office/drawing/2014/main" val="4170535043"/>
                    </a:ext>
                  </a:extLst>
                </a:gridCol>
                <a:gridCol w="1457002">
                  <a:extLst>
                    <a:ext uri="{9D8B030D-6E8A-4147-A177-3AD203B41FA5}">
                      <a16:colId xmlns:a16="http://schemas.microsoft.com/office/drawing/2014/main" val="2079070694"/>
                    </a:ext>
                  </a:extLst>
                </a:gridCol>
                <a:gridCol w="4238413">
                  <a:extLst>
                    <a:ext uri="{9D8B030D-6E8A-4147-A177-3AD203B41FA5}">
                      <a16:colId xmlns:a16="http://schemas.microsoft.com/office/drawing/2014/main" val="32595803"/>
                    </a:ext>
                  </a:extLst>
                </a:gridCol>
              </a:tblGrid>
              <a:tr h="29709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0708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4mA           3b’011 : max 16mA           3b’110 : max 46mA</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3b’001 : max   8mA           3b’100 : max 24mA           3b’111 : max 64mA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3b’010 : max 12mA           3b’101 : max 32mA</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554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above   3V           3b’011 : above   8V           3b’110 : above 24V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3b’001 : above   4V           3b’100 : above 12V           3b’111 : above 36V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3b’010 : above   6V           3b’101 : above 16V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61153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below  0.40V       3b’011 : below 0.70V         3b’110 : below 1.15V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3b’001 : below  0.50V       3b’100 : below 0.85V         3b’111 : below 1.30V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3b’010 : below  0.60V       3b’101 : below 1.00V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graphicFrame>
        <p:nvGraphicFramePr>
          <p:cNvPr id="8" name="표 7">
            <a:extLst>
              <a:ext uri="{FF2B5EF4-FFF2-40B4-BE49-F238E27FC236}">
                <a16:creationId xmlns:a16="http://schemas.microsoft.com/office/drawing/2014/main" id="{62AD2B7E-11D6-64EA-B321-2C0CCC2151A9}"/>
              </a:ext>
            </a:extLst>
          </p:cNvPr>
          <p:cNvGraphicFramePr>
            <a:graphicFrameLocks noGrp="1"/>
          </p:cNvGraphicFramePr>
          <p:nvPr>
            <p:extLst>
              <p:ext uri="{D42A27DB-BD31-4B8C-83A1-F6EECF244321}">
                <p14:modId xmlns:p14="http://schemas.microsoft.com/office/powerpoint/2010/main" val="1504365211"/>
              </p:ext>
            </p:extLst>
          </p:nvPr>
        </p:nvGraphicFramePr>
        <p:xfrm>
          <a:off x="404811" y="1132673"/>
          <a:ext cx="6048623" cy="372600"/>
        </p:xfrm>
        <a:graphic>
          <a:graphicData uri="http://schemas.openxmlformats.org/drawingml/2006/table">
            <a:tbl>
              <a:tblPr firstRow="1" bandRow="1">
                <a:tableStyleId>{5C22544A-7EE6-4342-B048-85BDC9FD1C3A}</a:tableStyleId>
              </a:tblPr>
              <a:tblGrid>
                <a:gridCol w="273644">
                  <a:extLst>
                    <a:ext uri="{9D8B030D-6E8A-4147-A177-3AD203B41FA5}">
                      <a16:colId xmlns:a16="http://schemas.microsoft.com/office/drawing/2014/main" val="657570846"/>
                    </a:ext>
                  </a:extLst>
                </a:gridCol>
                <a:gridCol w="321449">
                  <a:extLst>
                    <a:ext uri="{9D8B030D-6E8A-4147-A177-3AD203B41FA5}">
                      <a16:colId xmlns:a16="http://schemas.microsoft.com/office/drawing/2014/main" val="3259894497"/>
                    </a:ext>
                  </a:extLst>
                </a:gridCol>
                <a:gridCol w="435646">
                  <a:extLst>
                    <a:ext uri="{9D8B030D-6E8A-4147-A177-3AD203B41FA5}">
                      <a16:colId xmlns:a16="http://schemas.microsoft.com/office/drawing/2014/main" val="4170535043"/>
                    </a:ext>
                  </a:extLst>
                </a:gridCol>
                <a:gridCol w="418157">
                  <a:extLst>
                    <a:ext uri="{9D8B030D-6E8A-4147-A177-3AD203B41FA5}">
                      <a16:colId xmlns:a16="http://schemas.microsoft.com/office/drawing/2014/main" val="2079070694"/>
                    </a:ext>
                  </a:extLst>
                </a:gridCol>
                <a:gridCol w="418157">
                  <a:extLst>
                    <a:ext uri="{9D8B030D-6E8A-4147-A177-3AD203B41FA5}">
                      <a16:colId xmlns:a16="http://schemas.microsoft.com/office/drawing/2014/main" val="4213315911"/>
                    </a:ext>
                  </a:extLst>
                </a:gridCol>
                <a:gridCol w="418157">
                  <a:extLst>
                    <a:ext uri="{9D8B030D-6E8A-4147-A177-3AD203B41FA5}">
                      <a16:colId xmlns:a16="http://schemas.microsoft.com/office/drawing/2014/main" val="2769999950"/>
                    </a:ext>
                  </a:extLst>
                </a:gridCol>
                <a:gridCol w="418157">
                  <a:extLst>
                    <a:ext uri="{9D8B030D-6E8A-4147-A177-3AD203B41FA5}">
                      <a16:colId xmlns:a16="http://schemas.microsoft.com/office/drawing/2014/main" val="135637185"/>
                    </a:ext>
                  </a:extLst>
                </a:gridCol>
                <a:gridCol w="418157">
                  <a:extLst>
                    <a:ext uri="{9D8B030D-6E8A-4147-A177-3AD203B41FA5}">
                      <a16:colId xmlns:a16="http://schemas.microsoft.com/office/drawing/2014/main" val="3038050475"/>
                    </a:ext>
                  </a:extLst>
                </a:gridCol>
                <a:gridCol w="418157">
                  <a:extLst>
                    <a:ext uri="{9D8B030D-6E8A-4147-A177-3AD203B41FA5}">
                      <a16:colId xmlns:a16="http://schemas.microsoft.com/office/drawing/2014/main" val="1979433044"/>
                    </a:ext>
                  </a:extLst>
                </a:gridCol>
                <a:gridCol w="418157">
                  <a:extLst>
                    <a:ext uri="{9D8B030D-6E8A-4147-A177-3AD203B41FA5}">
                      <a16:colId xmlns:a16="http://schemas.microsoft.com/office/drawing/2014/main" val="4270661649"/>
                    </a:ext>
                  </a:extLst>
                </a:gridCol>
                <a:gridCol w="418157">
                  <a:extLst>
                    <a:ext uri="{9D8B030D-6E8A-4147-A177-3AD203B41FA5}">
                      <a16:colId xmlns:a16="http://schemas.microsoft.com/office/drawing/2014/main" val="3027041370"/>
                    </a:ext>
                  </a:extLst>
                </a:gridCol>
                <a:gridCol w="418157">
                  <a:extLst>
                    <a:ext uri="{9D8B030D-6E8A-4147-A177-3AD203B41FA5}">
                      <a16:colId xmlns:a16="http://schemas.microsoft.com/office/drawing/2014/main" val="2852526216"/>
                    </a:ext>
                  </a:extLst>
                </a:gridCol>
                <a:gridCol w="418157">
                  <a:extLst>
                    <a:ext uri="{9D8B030D-6E8A-4147-A177-3AD203B41FA5}">
                      <a16:colId xmlns:a16="http://schemas.microsoft.com/office/drawing/2014/main" val="103420222"/>
                    </a:ext>
                  </a:extLst>
                </a:gridCol>
                <a:gridCol w="418157">
                  <a:extLst>
                    <a:ext uri="{9D8B030D-6E8A-4147-A177-3AD203B41FA5}">
                      <a16:colId xmlns:a16="http://schemas.microsoft.com/office/drawing/2014/main" val="1470405609"/>
                    </a:ext>
                  </a:extLst>
                </a:gridCol>
                <a:gridCol w="4181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7F6B6A49-0669-D252-9A40-F3BE5451E05B}"/>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83EED0C-0B97-C30F-69ED-D8B8EDE03289}"/>
              </a:ext>
            </a:extLst>
          </p:cNvPr>
          <p:cNvSpPr txBox="1"/>
          <p:nvPr/>
        </p:nvSpPr>
        <p:spPr>
          <a:xfrm>
            <a:off x="399454" y="871566"/>
            <a:ext cx="606271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spTree>
    <p:extLst>
      <p:ext uri="{BB962C8B-B14F-4D97-AF65-F5344CB8AC3E}">
        <p14:creationId xmlns:p14="http://schemas.microsoft.com/office/powerpoint/2010/main" val="2610677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839726453"/>
              </p:ext>
            </p:extLst>
          </p:nvPr>
        </p:nvGraphicFramePr>
        <p:xfrm>
          <a:off x="399453" y="1566631"/>
          <a:ext cx="6053980" cy="7096478"/>
        </p:xfrm>
        <a:graphic>
          <a:graphicData uri="http://schemas.openxmlformats.org/drawingml/2006/table">
            <a:tbl>
              <a:tblPr firstRow="1" bandRow="1">
                <a:tableStyleId>{5C22544A-7EE6-4342-B048-85BDC9FD1C3A}</a:tableStyleId>
              </a:tblPr>
              <a:tblGrid>
                <a:gridCol w="282696">
                  <a:extLst>
                    <a:ext uri="{9D8B030D-6E8A-4147-A177-3AD203B41FA5}">
                      <a16:colId xmlns:a16="http://schemas.microsoft.com/office/drawing/2014/main" val="4170535043"/>
                    </a:ext>
                  </a:extLst>
                </a:gridCol>
                <a:gridCol w="1042133">
                  <a:extLst>
                    <a:ext uri="{9D8B030D-6E8A-4147-A177-3AD203B41FA5}">
                      <a16:colId xmlns:a16="http://schemas.microsoft.com/office/drawing/2014/main" val="2079070694"/>
                    </a:ext>
                  </a:extLst>
                </a:gridCol>
                <a:gridCol w="227380">
                  <a:extLst>
                    <a:ext uri="{9D8B030D-6E8A-4147-A177-3AD203B41FA5}">
                      <a16:colId xmlns:a16="http://schemas.microsoft.com/office/drawing/2014/main" val="3082338701"/>
                    </a:ext>
                  </a:extLst>
                </a:gridCol>
                <a:gridCol w="4501771">
                  <a:extLst>
                    <a:ext uri="{9D8B030D-6E8A-4147-A177-3AD203B41FA5}">
                      <a16:colId xmlns:a16="http://schemas.microsoft.com/office/drawing/2014/main" val="32595803"/>
                    </a:ext>
                  </a:extLst>
                </a:gridCol>
              </a:tblGrid>
              <a:tr h="29179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308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from receiving some read-back command and stops after receiving the first response bit from daisied devices. If the timer will be expired due to any no response, internal communication logics will be recovered to the standby state. The timeout counter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expires at approximately 1100us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2932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OVUV15_EN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enables the detection of OV15 and UV15 of the internal LDO output.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3595832"/>
                  </a:ext>
                </a:extLst>
              </a:tr>
              <a:tr h="5300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will be automatically fixed to the LD FIX 1/2 and the VREF FIX value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3260266"/>
                  </a:ext>
                </a:extLst>
              </a:tr>
              <a:tr h="5300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35ms,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430546"/>
                  </a:ext>
                </a:extLst>
              </a:tr>
              <a:tr h="5300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OPEN_DET_EN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 the LED OPEN detection that can work under only the LD data are all zeros. In case that the LD data are all zero and the output headroom goes below 0.25V, then the OPEN event will be asserted.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68046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SHORT_DET_EN2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LED SHORT detection that can work under only the LD data’s MSB 5 bits are not all zeros. In case that MSB 4 bits are not all zeros and the SHORT_LEVEL is set to 3V, the SHORT event will be asserted if the corresponding channel’s headroom goes above 3V.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68046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SHORT_DET_EN1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LED SHORT detection that can work under only the LD data’s MSB 4 bits are not all zeros. In case that MSB 4 bits are not all zeros and the SHORT_LEVEL is set to 3V, the SHORT event will be asserted if the corresponding channel’s headroom goes above 3V.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308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0, even if the THERMAL event happens, all channels’ output will be not off, but the flag can be visible through the FAULT STATUS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1, if the THERMAL event happens, all channels’ output will be off, and the flag can be visible through the FAULT STATUS register. It is </a:t>
                      </a:r>
                      <a:r>
                        <a:rPr lang="en-US" altLang="ko-KR" sz="900" b="0" i="1" dirty="0">
                          <a:solidFill>
                            <a:schemeClr val="tx1"/>
                          </a:solidFill>
                          <a:latin typeface="Arial" panose="020B0604020202020204" pitchFamily="34" charset="0"/>
                          <a:ea typeface="+mn-ea"/>
                          <a:cs typeface="Arial" panose="020B0604020202020204" pitchFamily="34" charset="0"/>
                        </a:rPr>
                        <a:t>recommended to be set </a:t>
                      </a:r>
                      <a:r>
                        <a:rPr lang="en-US" altLang="ko-KR" sz="900" b="0" dirty="0">
                          <a:solidFill>
                            <a:schemeClr val="tx1"/>
                          </a:solidFill>
                          <a:latin typeface="Arial" panose="020B0604020202020204" pitchFamily="34" charset="0"/>
                          <a:ea typeface="+mn-ea"/>
                          <a:cs typeface="Arial" panose="020B0604020202020204" pitchFamily="34" charset="0"/>
                        </a:rPr>
                        <a:t>for a safety and for the operating condition, refer to the Electrical characteristics.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11316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0, even if the LED SHORT event happens, the corresponding channel output will be not off, but the flag can be visible through the FAULT STATUS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1, if the LED SHORT event happens, the corresponding channel output will be off, and the flag can be visible through the FAULT STATUS register. The LED short detection condition can be configurable through the SHORT_LEVEL, the S1_EN bit and S2_EN bit is set. It is </a:t>
                      </a:r>
                      <a:r>
                        <a:rPr lang="en-US" altLang="ko-KR" sz="900" b="0" i="1" dirty="0">
                          <a:solidFill>
                            <a:schemeClr val="tx1"/>
                          </a:solidFill>
                          <a:latin typeface="Arial" panose="020B0604020202020204" pitchFamily="34" charset="0"/>
                          <a:ea typeface="+mn-ea"/>
                          <a:cs typeface="Arial" panose="020B0604020202020204" pitchFamily="34" charset="0"/>
                        </a:rPr>
                        <a:t>recommended to be set </a:t>
                      </a:r>
                      <a:r>
                        <a:rPr lang="en-US" altLang="ko-KR" sz="900" b="0" dirty="0">
                          <a:solidFill>
                            <a:schemeClr val="tx1"/>
                          </a:solidFill>
                          <a:latin typeface="Arial" panose="020B0604020202020204" pitchFamily="34" charset="0"/>
                          <a:ea typeface="+mn-ea"/>
                          <a:cs typeface="Arial" panose="020B0604020202020204" pitchFamily="34" charset="0"/>
                        </a:rPr>
                        <a:t>for a safe operation.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8308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0, even if the LED OPEN event happens, the corresponding channel output will be not off, but the flag can be visible through the FAULT STATUS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1, if the LED OPEN event happens, the corresponding channel output will be off, and the flag can be visible through the FAULT STATUS register. The LED OPEN event can be detected if the channel headroom goes down below 0.25V.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907523476"/>
              </p:ext>
            </p:extLst>
          </p:nvPr>
        </p:nvGraphicFramePr>
        <p:xfrm>
          <a:off x="399453" y="1135405"/>
          <a:ext cx="6053980" cy="372600"/>
        </p:xfrm>
        <a:graphic>
          <a:graphicData uri="http://schemas.openxmlformats.org/drawingml/2006/table">
            <a:tbl>
              <a:tblPr firstRow="1" bandRow="1">
                <a:tableStyleId>{5C22544A-7EE6-4342-B048-85BDC9FD1C3A}</a:tableStyleId>
              </a:tblPr>
              <a:tblGrid>
                <a:gridCol w="293546">
                  <a:extLst>
                    <a:ext uri="{9D8B030D-6E8A-4147-A177-3AD203B41FA5}">
                      <a16:colId xmlns:a16="http://schemas.microsoft.com/office/drawing/2014/main" val="657570846"/>
                    </a:ext>
                  </a:extLst>
                </a:gridCol>
                <a:gridCol w="336723">
                  <a:extLst>
                    <a:ext uri="{9D8B030D-6E8A-4147-A177-3AD203B41FA5}">
                      <a16:colId xmlns:a16="http://schemas.microsoft.com/office/drawing/2014/main" val="3259894497"/>
                    </a:ext>
                  </a:extLst>
                </a:gridCol>
                <a:gridCol w="451580">
                  <a:extLst>
                    <a:ext uri="{9D8B030D-6E8A-4147-A177-3AD203B41FA5}">
                      <a16:colId xmlns:a16="http://schemas.microsoft.com/office/drawing/2014/main" val="4170535043"/>
                    </a:ext>
                  </a:extLst>
                </a:gridCol>
                <a:gridCol w="543880">
                  <a:extLst>
                    <a:ext uri="{9D8B030D-6E8A-4147-A177-3AD203B41FA5}">
                      <a16:colId xmlns:a16="http://schemas.microsoft.com/office/drawing/2014/main" val="2079070694"/>
                    </a:ext>
                  </a:extLst>
                </a:gridCol>
                <a:gridCol w="501655">
                  <a:extLst>
                    <a:ext uri="{9D8B030D-6E8A-4147-A177-3AD203B41FA5}">
                      <a16:colId xmlns:a16="http://schemas.microsoft.com/office/drawing/2014/main" val="4213315911"/>
                    </a:ext>
                  </a:extLst>
                </a:gridCol>
                <a:gridCol w="240447">
                  <a:extLst>
                    <a:ext uri="{9D8B030D-6E8A-4147-A177-3AD203B41FA5}">
                      <a16:colId xmlns:a16="http://schemas.microsoft.com/office/drawing/2014/main" val="2769999950"/>
                    </a:ext>
                  </a:extLst>
                </a:gridCol>
                <a:gridCol w="240447">
                  <a:extLst>
                    <a:ext uri="{9D8B030D-6E8A-4147-A177-3AD203B41FA5}">
                      <a16:colId xmlns:a16="http://schemas.microsoft.com/office/drawing/2014/main" val="135637185"/>
                    </a:ext>
                  </a:extLst>
                </a:gridCol>
                <a:gridCol w="635090">
                  <a:extLst>
                    <a:ext uri="{9D8B030D-6E8A-4147-A177-3AD203B41FA5}">
                      <a16:colId xmlns:a16="http://schemas.microsoft.com/office/drawing/2014/main" val="3038050475"/>
                    </a:ext>
                  </a:extLst>
                </a:gridCol>
                <a:gridCol w="680694">
                  <a:extLst>
                    <a:ext uri="{9D8B030D-6E8A-4147-A177-3AD203B41FA5}">
                      <a16:colId xmlns:a16="http://schemas.microsoft.com/office/drawing/2014/main" val="1979433044"/>
                    </a:ext>
                  </a:extLst>
                </a:gridCol>
                <a:gridCol w="243226">
                  <a:extLst>
                    <a:ext uri="{9D8B030D-6E8A-4147-A177-3AD203B41FA5}">
                      <a16:colId xmlns:a16="http://schemas.microsoft.com/office/drawing/2014/main" val="4270661649"/>
                    </a:ext>
                  </a:extLst>
                </a:gridCol>
                <a:gridCol w="280386">
                  <a:extLst>
                    <a:ext uri="{9D8B030D-6E8A-4147-A177-3AD203B41FA5}">
                      <a16:colId xmlns:a16="http://schemas.microsoft.com/office/drawing/2014/main" val="3027041370"/>
                    </a:ext>
                  </a:extLst>
                </a:gridCol>
                <a:gridCol w="280386">
                  <a:extLst>
                    <a:ext uri="{9D8B030D-6E8A-4147-A177-3AD203B41FA5}">
                      <a16:colId xmlns:a16="http://schemas.microsoft.com/office/drawing/2014/main" val="2852526216"/>
                    </a:ext>
                  </a:extLst>
                </a:gridCol>
                <a:gridCol w="435780">
                  <a:extLst>
                    <a:ext uri="{9D8B030D-6E8A-4147-A177-3AD203B41FA5}">
                      <a16:colId xmlns:a16="http://schemas.microsoft.com/office/drawing/2014/main" val="103420222"/>
                    </a:ext>
                  </a:extLst>
                </a:gridCol>
                <a:gridCol w="440848">
                  <a:extLst>
                    <a:ext uri="{9D8B030D-6E8A-4147-A177-3AD203B41FA5}">
                      <a16:colId xmlns:a16="http://schemas.microsoft.com/office/drawing/2014/main" val="1470405609"/>
                    </a:ext>
                  </a:extLst>
                </a:gridCol>
                <a:gridCol w="4492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TIMEOUT_EN</a:t>
                      </a: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OVUV15_EN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MISS_VS_DIMM</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MISS_VS_DET_E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S2_EN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S1_EN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90F48FBE-C7A9-E123-61AE-5DC42FE63F97}"/>
              </a:ext>
            </a:extLst>
          </p:cNvPr>
          <p:cNvSpPr txBox="1"/>
          <p:nvPr/>
        </p:nvSpPr>
        <p:spPr>
          <a:xfrm>
            <a:off x="399454" y="87156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extLst>
              <p:ext uri="{D42A27DB-BD31-4B8C-83A1-F6EECF244321}">
                <p14:modId xmlns:p14="http://schemas.microsoft.com/office/powerpoint/2010/main" val="453720056"/>
              </p:ext>
            </p:extLst>
          </p:nvPr>
        </p:nvGraphicFramePr>
        <p:xfrm>
          <a:off x="408209" y="1139134"/>
          <a:ext cx="6053958"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4285">
                  <a:extLst>
                    <a:ext uri="{9D8B030D-6E8A-4147-A177-3AD203B41FA5}">
                      <a16:colId xmlns:a16="http://schemas.microsoft.com/office/drawing/2014/main" val="3259894497"/>
                    </a:ext>
                  </a:extLst>
                </a:gridCol>
                <a:gridCol w="423942">
                  <a:extLst>
                    <a:ext uri="{9D8B030D-6E8A-4147-A177-3AD203B41FA5}">
                      <a16:colId xmlns:a16="http://schemas.microsoft.com/office/drawing/2014/main" val="4170535043"/>
                    </a:ext>
                  </a:extLst>
                </a:gridCol>
                <a:gridCol w="419152">
                  <a:extLst>
                    <a:ext uri="{9D8B030D-6E8A-4147-A177-3AD203B41FA5}">
                      <a16:colId xmlns:a16="http://schemas.microsoft.com/office/drawing/2014/main" val="2079070694"/>
                    </a:ext>
                  </a:extLst>
                </a:gridCol>
                <a:gridCol w="419152">
                  <a:extLst>
                    <a:ext uri="{9D8B030D-6E8A-4147-A177-3AD203B41FA5}">
                      <a16:colId xmlns:a16="http://schemas.microsoft.com/office/drawing/2014/main" val="4213315911"/>
                    </a:ext>
                  </a:extLst>
                </a:gridCol>
                <a:gridCol w="419152">
                  <a:extLst>
                    <a:ext uri="{9D8B030D-6E8A-4147-A177-3AD203B41FA5}">
                      <a16:colId xmlns:a16="http://schemas.microsoft.com/office/drawing/2014/main" val="2769999950"/>
                    </a:ext>
                  </a:extLst>
                </a:gridCol>
                <a:gridCol w="419152">
                  <a:extLst>
                    <a:ext uri="{9D8B030D-6E8A-4147-A177-3AD203B41FA5}">
                      <a16:colId xmlns:a16="http://schemas.microsoft.com/office/drawing/2014/main" val="135637185"/>
                    </a:ext>
                  </a:extLst>
                </a:gridCol>
                <a:gridCol w="419152">
                  <a:extLst>
                    <a:ext uri="{9D8B030D-6E8A-4147-A177-3AD203B41FA5}">
                      <a16:colId xmlns:a16="http://schemas.microsoft.com/office/drawing/2014/main" val="3038050475"/>
                    </a:ext>
                  </a:extLst>
                </a:gridCol>
                <a:gridCol w="419152">
                  <a:extLst>
                    <a:ext uri="{9D8B030D-6E8A-4147-A177-3AD203B41FA5}">
                      <a16:colId xmlns:a16="http://schemas.microsoft.com/office/drawing/2014/main" val="1979433044"/>
                    </a:ext>
                  </a:extLst>
                </a:gridCol>
                <a:gridCol w="419152">
                  <a:extLst>
                    <a:ext uri="{9D8B030D-6E8A-4147-A177-3AD203B41FA5}">
                      <a16:colId xmlns:a16="http://schemas.microsoft.com/office/drawing/2014/main" val="4270661649"/>
                    </a:ext>
                  </a:extLst>
                </a:gridCol>
                <a:gridCol w="419152">
                  <a:extLst>
                    <a:ext uri="{9D8B030D-6E8A-4147-A177-3AD203B41FA5}">
                      <a16:colId xmlns:a16="http://schemas.microsoft.com/office/drawing/2014/main" val="3027041370"/>
                    </a:ext>
                  </a:extLst>
                </a:gridCol>
                <a:gridCol w="419152">
                  <a:extLst>
                    <a:ext uri="{9D8B030D-6E8A-4147-A177-3AD203B41FA5}">
                      <a16:colId xmlns:a16="http://schemas.microsoft.com/office/drawing/2014/main" val="2852526216"/>
                    </a:ext>
                  </a:extLst>
                </a:gridCol>
                <a:gridCol w="419152">
                  <a:extLst>
                    <a:ext uri="{9D8B030D-6E8A-4147-A177-3AD203B41FA5}">
                      <a16:colId xmlns:a16="http://schemas.microsoft.com/office/drawing/2014/main" val="103420222"/>
                    </a:ext>
                  </a:extLst>
                </a:gridCol>
                <a:gridCol w="419152">
                  <a:extLst>
                    <a:ext uri="{9D8B030D-6E8A-4147-A177-3AD203B41FA5}">
                      <a16:colId xmlns:a16="http://schemas.microsoft.com/office/drawing/2014/main" val="1470405609"/>
                    </a:ext>
                  </a:extLst>
                </a:gridCol>
                <a:gridCol w="41915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22288" y="1682475"/>
            <a:ext cx="603360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413982" y="2480556"/>
            <a:ext cx="60394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404574" y="3278637"/>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DELAY_CH4</a:t>
            </a:r>
          </a:p>
        </p:txBody>
      </p:sp>
      <p:sp>
        <p:nvSpPr>
          <p:cNvPr id="23" name="TextBox 22">
            <a:extLst>
              <a:ext uri="{FF2B5EF4-FFF2-40B4-BE49-F238E27FC236}">
                <a16:creationId xmlns:a16="http://schemas.microsoft.com/office/drawing/2014/main" id="{E32B801D-6888-0426-D0E7-F982E65CA0DC}"/>
              </a:ext>
            </a:extLst>
          </p:cNvPr>
          <p:cNvSpPr txBox="1"/>
          <p:nvPr/>
        </p:nvSpPr>
        <p:spPr>
          <a:xfrm>
            <a:off x="399464" y="4076718"/>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DELAY_CH5</a:t>
            </a:r>
          </a:p>
        </p:txBody>
      </p:sp>
      <p:sp>
        <p:nvSpPr>
          <p:cNvPr id="26" name="TextBox 25">
            <a:extLst>
              <a:ext uri="{FF2B5EF4-FFF2-40B4-BE49-F238E27FC236}">
                <a16:creationId xmlns:a16="http://schemas.microsoft.com/office/drawing/2014/main" id="{6C90861D-FBAC-7667-8717-58192ECD3417}"/>
              </a:ext>
            </a:extLst>
          </p:cNvPr>
          <p:cNvSpPr txBox="1"/>
          <p:nvPr/>
        </p:nvSpPr>
        <p:spPr>
          <a:xfrm>
            <a:off x="399464" y="4874799"/>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DELAY_CH6</a:t>
            </a:r>
          </a:p>
        </p:txBody>
      </p:sp>
      <p:sp>
        <p:nvSpPr>
          <p:cNvPr id="28" name="TextBox 27">
            <a:extLst>
              <a:ext uri="{FF2B5EF4-FFF2-40B4-BE49-F238E27FC236}">
                <a16:creationId xmlns:a16="http://schemas.microsoft.com/office/drawing/2014/main" id="{46F71A86-4DD6-C848-44D6-CB304A051B81}"/>
              </a:ext>
            </a:extLst>
          </p:cNvPr>
          <p:cNvSpPr txBox="1"/>
          <p:nvPr/>
        </p:nvSpPr>
        <p:spPr>
          <a:xfrm>
            <a:off x="390305" y="5672880"/>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DELAY_CH7</a:t>
            </a:r>
          </a:p>
        </p:txBody>
      </p:sp>
      <p:sp>
        <p:nvSpPr>
          <p:cNvPr id="30" name="TextBox 29">
            <a:extLst>
              <a:ext uri="{FF2B5EF4-FFF2-40B4-BE49-F238E27FC236}">
                <a16:creationId xmlns:a16="http://schemas.microsoft.com/office/drawing/2014/main" id="{9DE632F2-E2A9-3D66-B79B-1C5C1B6611FD}"/>
              </a:ext>
            </a:extLst>
          </p:cNvPr>
          <p:cNvSpPr txBox="1"/>
          <p:nvPr/>
        </p:nvSpPr>
        <p:spPr>
          <a:xfrm>
            <a:off x="390305" y="6470961"/>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DELAY_CH8</a:t>
            </a:r>
          </a:p>
        </p:txBody>
      </p:sp>
      <p:sp>
        <p:nvSpPr>
          <p:cNvPr id="32" name="TextBox 31">
            <a:extLst>
              <a:ext uri="{FF2B5EF4-FFF2-40B4-BE49-F238E27FC236}">
                <a16:creationId xmlns:a16="http://schemas.microsoft.com/office/drawing/2014/main" id="{58901DC2-04E3-F4DD-F959-FE3323638762}"/>
              </a:ext>
            </a:extLst>
          </p:cNvPr>
          <p:cNvSpPr txBox="1"/>
          <p:nvPr/>
        </p:nvSpPr>
        <p:spPr>
          <a:xfrm>
            <a:off x="392902" y="7269042"/>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DELAY_CH9</a:t>
            </a:r>
          </a:p>
        </p:txBody>
      </p:sp>
      <p:sp>
        <p:nvSpPr>
          <p:cNvPr id="5" name="TextBox 4">
            <a:extLst>
              <a:ext uri="{FF2B5EF4-FFF2-40B4-BE49-F238E27FC236}">
                <a16:creationId xmlns:a16="http://schemas.microsoft.com/office/drawing/2014/main" id="{5E0C07B2-3A4C-3F42-E620-B07019820588}"/>
              </a:ext>
            </a:extLst>
          </p:cNvPr>
          <p:cNvSpPr txBox="1"/>
          <p:nvPr/>
        </p:nvSpPr>
        <p:spPr>
          <a:xfrm>
            <a:off x="390920" y="8067119"/>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DELAY_CH10</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extLst>
              <p:ext uri="{D42A27DB-BD31-4B8C-83A1-F6EECF244321}">
                <p14:modId xmlns:p14="http://schemas.microsoft.com/office/powerpoint/2010/main" val="1260116417"/>
              </p:ext>
            </p:extLst>
          </p:nvPr>
        </p:nvGraphicFramePr>
        <p:xfrm>
          <a:off x="408174" y="1946043"/>
          <a:ext cx="6045252"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9031">
                  <a:extLst>
                    <a:ext uri="{9D8B030D-6E8A-4147-A177-3AD203B41FA5}">
                      <a16:colId xmlns:a16="http://schemas.microsoft.com/office/drawing/2014/main" val="3259894497"/>
                    </a:ext>
                  </a:extLst>
                </a:gridCol>
                <a:gridCol w="423942">
                  <a:extLst>
                    <a:ext uri="{9D8B030D-6E8A-4147-A177-3AD203B41FA5}">
                      <a16:colId xmlns:a16="http://schemas.microsoft.com/office/drawing/2014/main" val="4170535043"/>
                    </a:ext>
                  </a:extLst>
                </a:gridCol>
                <a:gridCol w="418031">
                  <a:extLst>
                    <a:ext uri="{9D8B030D-6E8A-4147-A177-3AD203B41FA5}">
                      <a16:colId xmlns:a16="http://schemas.microsoft.com/office/drawing/2014/main" val="2079070694"/>
                    </a:ext>
                  </a:extLst>
                </a:gridCol>
                <a:gridCol w="418031">
                  <a:extLst>
                    <a:ext uri="{9D8B030D-6E8A-4147-A177-3AD203B41FA5}">
                      <a16:colId xmlns:a16="http://schemas.microsoft.com/office/drawing/2014/main" val="4213315911"/>
                    </a:ext>
                  </a:extLst>
                </a:gridCol>
                <a:gridCol w="418031">
                  <a:extLst>
                    <a:ext uri="{9D8B030D-6E8A-4147-A177-3AD203B41FA5}">
                      <a16:colId xmlns:a16="http://schemas.microsoft.com/office/drawing/2014/main" val="2769999950"/>
                    </a:ext>
                  </a:extLst>
                </a:gridCol>
                <a:gridCol w="418031">
                  <a:extLst>
                    <a:ext uri="{9D8B030D-6E8A-4147-A177-3AD203B41FA5}">
                      <a16:colId xmlns:a16="http://schemas.microsoft.com/office/drawing/2014/main" val="135637185"/>
                    </a:ext>
                  </a:extLst>
                </a:gridCol>
                <a:gridCol w="418031">
                  <a:extLst>
                    <a:ext uri="{9D8B030D-6E8A-4147-A177-3AD203B41FA5}">
                      <a16:colId xmlns:a16="http://schemas.microsoft.com/office/drawing/2014/main" val="3038050475"/>
                    </a:ext>
                  </a:extLst>
                </a:gridCol>
                <a:gridCol w="418031">
                  <a:extLst>
                    <a:ext uri="{9D8B030D-6E8A-4147-A177-3AD203B41FA5}">
                      <a16:colId xmlns:a16="http://schemas.microsoft.com/office/drawing/2014/main" val="1979433044"/>
                    </a:ext>
                  </a:extLst>
                </a:gridCol>
                <a:gridCol w="418031">
                  <a:extLst>
                    <a:ext uri="{9D8B030D-6E8A-4147-A177-3AD203B41FA5}">
                      <a16:colId xmlns:a16="http://schemas.microsoft.com/office/drawing/2014/main" val="4270661649"/>
                    </a:ext>
                  </a:extLst>
                </a:gridCol>
                <a:gridCol w="418031">
                  <a:extLst>
                    <a:ext uri="{9D8B030D-6E8A-4147-A177-3AD203B41FA5}">
                      <a16:colId xmlns:a16="http://schemas.microsoft.com/office/drawing/2014/main" val="3027041370"/>
                    </a:ext>
                  </a:extLst>
                </a:gridCol>
                <a:gridCol w="418031">
                  <a:extLst>
                    <a:ext uri="{9D8B030D-6E8A-4147-A177-3AD203B41FA5}">
                      <a16:colId xmlns:a16="http://schemas.microsoft.com/office/drawing/2014/main" val="2852526216"/>
                    </a:ext>
                  </a:extLst>
                </a:gridCol>
                <a:gridCol w="418031">
                  <a:extLst>
                    <a:ext uri="{9D8B030D-6E8A-4147-A177-3AD203B41FA5}">
                      <a16:colId xmlns:a16="http://schemas.microsoft.com/office/drawing/2014/main" val="103420222"/>
                    </a:ext>
                  </a:extLst>
                </a:gridCol>
                <a:gridCol w="418031">
                  <a:extLst>
                    <a:ext uri="{9D8B030D-6E8A-4147-A177-3AD203B41FA5}">
                      <a16:colId xmlns:a16="http://schemas.microsoft.com/office/drawing/2014/main" val="1470405609"/>
                    </a:ext>
                  </a:extLst>
                </a:gridCol>
                <a:gridCol w="41803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extLst>
              <p:ext uri="{D42A27DB-BD31-4B8C-83A1-F6EECF244321}">
                <p14:modId xmlns:p14="http://schemas.microsoft.com/office/powerpoint/2010/main" val="227986039"/>
              </p:ext>
            </p:extLst>
          </p:nvPr>
        </p:nvGraphicFramePr>
        <p:xfrm>
          <a:off x="408210" y="2744258"/>
          <a:ext cx="6053966" cy="372600"/>
        </p:xfrm>
        <a:graphic>
          <a:graphicData uri="http://schemas.openxmlformats.org/drawingml/2006/table">
            <a:tbl>
              <a:tblPr firstRow="1" bandRow="1">
                <a:tableStyleId>{5C22544A-7EE6-4342-B048-85BDC9FD1C3A}</a:tableStyleId>
              </a:tblPr>
              <a:tblGrid>
                <a:gridCol w="273798">
                  <a:extLst>
                    <a:ext uri="{9D8B030D-6E8A-4147-A177-3AD203B41FA5}">
                      <a16:colId xmlns:a16="http://schemas.microsoft.com/office/drawing/2014/main" val="657570846"/>
                    </a:ext>
                  </a:extLst>
                </a:gridCol>
                <a:gridCol w="326921">
                  <a:extLst>
                    <a:ext uri="{9D8B030D-6E8A-4147-A177-3AD203B41FA5}">
                      <a16:colId xmlns:a16="http://schemas.microsoft.com/office/drawing/2014/main" val="3259894497"/>
                    </a:ext>
                  </a:extLst>
                </a:gridCol>
                <a:gridCol w="426051">
                  <a:extLst>
                    <a:ext uri="{9D8B030D-6E8A-4147-A177-3AD203B41FA5}">
                      <a16:colId xmlns:a16="http://schemas.microsoft.com/office/drawing/2014/main" val="4170535043"/>
                    </a:ext>
                  </a:extLst>
                </a:gridCol>
                <a:gridCol w="418933">
                  <a:extLst>
                    <a:ext uri="{9D8B030D-6E8A-4147-A177-3AD203B41FA5}">
                      <a16:colId xmlns:a16="http://schemas.microsoft.com/office/drawing/2014/main" val="2079070694"/>
                    </a:ext>
                  </a:extLst>
                </a:gridCol>
                <a:gridCol w="418933">
                  <a:extLst>
                    <a:ext uri="{9D8B030D-6E8A-4147-A177-3AD203B41FA5}">
                      <a16:colId xmlns:a16="http://schemas.microsoft.com/office/drawing/2014/main" val="4213315911"/>
                    </a:ext>
                  </a:extLst>
                </a:gridCol>
                <a:gridCol w="418933">
                  <a:extLst>
                    <a:ext uri="{9D8B030D-6E8A-4147-A177-3AD203B41FA5}">
                      <a16:colId xmlns:a16="http://schemas.microsoft.com/office/drawing/2014/main" val="2769999950"/>
                    </a:ext>
                  </a:extLst>
                </a:gridCol>
                <a:gridCol w="418933">
                  <a:extLst>
                    <a:ext uri="{9D8B030D-6E8A-4147-A177-3AD203B41FA5}">
                      <a16:colId xmlns:a16="http://schemas.microsoft.com/office/drawing/2014/main" val="135637185"/>
                    </a:ext>
                  </a:extLst>
                </a:gridCol>
                <a:gridCol w="418933">
                  <a:extLst>
                    <a:ext uri="{9D8B030D-6E8A-4147-A177-3AD203B41FA5}">
                      <a16:colId xmlns:a16="http://schemas.microsoft.com/office/drawing/2014/main" val="3038050475"/>
                    </a:ext>
                  </a:extLst>
                </a:gridCol>
                <a:gridCol w="418933">
                  <a:extLst>
                    <a:ext uri="{9D8B030D-6E8A-4147-A177-3AD203B41FA5}">
                      <a16:colId xmlns:a16="http://schemas.microsoft.com/office/drawing/2014/main" val="1979433044"/>
                    </a:ext>
                  </a:extLst>
                </a:gridCol>
                <a:gridCol w="418933">
                  <a:extLst>
                    <a:ext uri="{9D8B030D-6E8A-4147-A177-3AD203B41FA5}">
                      <a16:colId xmlns:a16="http://schemas.microsoft.com/office/drawing/2014/main" val="4270661649"/>
                    </a:ext>
                  </a:extLst>
                </a:gridCol>
                <a:gridCol w="418933">
                  <a:extLst>
                    <a:ext uri="{9D8B030D-6E8A-4147-A177-3AD203B41FA5}">
                      <a16:colId xmlns:a16="http://schemas.microsoft.com/office/drawing/2014/main" val="3027041370"/>
                    </a:ext>
                  </a:extLst>
                </a:gridCol>
                <a:gridCol w="418933">
                  <a:extLst>
                    <a:ext uri="{9D8B030D-6E8A-4147-A177-3AD203B41FA5}">
                      <a16:colId xmlns:a16="http://schemas.microsoft.com/office/drawing/2014/main" val="2852526216"/>
                    </a:ext>
                  </a:extLst>
                </a:gridCol>
                <a:gridCol w="418933">
                  <a:extLst>
                    <a:ext uri="{9D8B030D-6E8A-4147-A177-3AD203B41FA5}">
                      <a16:colId xmlns:a16="http://schemas.microsoft.com/office/drawing/2014/main" val="103420222"/>
                    </a:ext>
                  </a:extLst>
                </a:gridCol>
                <a:gridCol w="418933">
                  <a:extLst>
                    <a:ext uri="{9D8B030D-6E8A-4147-A177-3AD203B41FA5}">
                      <a16:colId xmlns:a16="http://schemas.microsoft.com/office/drawing/2014/main" val="1470405609"/>
                    </a:ext>
                  </a:extLst>
                </a:gridCol>
                <a:gridCol w="4189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extLst>
              <p:ext uri="{D42A27DB-BD31-4B8C-83A1-F6EECF244321}">
                <p14:modId xmlns:p14="http://schemas.microsoft.com/office/powerpoint/2010/main" val="2069787721"/>
              </p:ext>
            </p:extLst>
          </p:nvPr>
        </p:nvGraphicFramePr>
        <p:xfrm>
          <a:off x="408246" y="3542473"/>
          <a:ext cx="6062889" cy="372600"/>
        </p:xfrm>
        <a:graphic>
          <a:graphicData uri="http://schemas.openxmlformats.org/drawingml/2006/table">
            <a:tbl>
              <a:tblPr firstRow="1" bandRow="1">
                <a:tableStyleId>{5C22544A-7EE6-4342-B048-85BDC9FD1C3A}</a:tableStyleId>
              </a:tblPr>
              <a:tblGrid>
                <a:gridCol w="278017">
                  <a:extLst>
                    <a:ext uri="{9D8B030D-6E8A-4147-A177-3AD203B41FA5}">
                      <a16:colId xmlns:a16="http://schemas.microsoft.com/office/drawing/2014/main" val="657570846"/>
                    </a:ext>
                  </a:extLst>
                </a:gridCol>
                <a:gridCol w="322703">
                  <a:extLst>
                    <a:ext uri="{9D8B030D-6E8A-4147-A177-3AD203B41FA5}">
                      <a16:colId xmlns:a16="http://schemas.microsoft.com/office/drawing/2014/main" val="3259894497"/>
                    </a:ext>
                  </a:extLst>
                </a:gridCol>
                <a:gridCol w="421833">
                  <a:extLst>
                    <a:ext uri="{9D8B030D-6E8A-4147-A177-3AD203B41FA5}">
                      <a16:colId xmlns:a16="http://schemas.microsoft.com/office/drawing/2014/main" val="4170535043"/>
                    </a:ext>
                  </a:extLst>
                </a:gridCol>
                <a:gridCol w="420028">
                  <a:extLst>
                    <a:ext uri="{9D8B030D-6E8A-4147-A177-3AD203B41FA5}">
                      <a16:colId xmlns:a16="http://schemas.microsoft.com/office/drawing/2014/main" val="2079070694"/>
                    </a:ext>
                  </a:extLst>
                </a:gridCol>
                <a:gridCol w="420028">
                  <a:extLst>
                    <a:ext uri="{9D8B030D-6E8A-4147-A177-3AD203B41FA5}">
                      <a16:colId xmlns:a16="http://schemas.microsoft.com/office/drawing/2014/main" val="4213315911"/>
                    </a:ext>
                  </a:extLst>
                </a:gridCol>
                <a:gridCol w="420028">
                  <a:extLst>
                    <a:ext uri="{9D8B030D-6E8A-4147-A177-3AD203B41FA5}">
                      <a16:colId xmlns:a16="http://schemas.microsoft.com/office/drawing/2014/main" val="2769999950"/>
                    </a:ext>
                  </a:extLst>
                </a:gridCol>
                <a:gridCol w="420028">
                  <a:extLst>
                    <a:ext uri="{9D8B030D-6E8A-4147-A177-3AD203B41FA5}">
                      <a16:colId xmlns:a16="http://schemas.microsoft.com/office/drawing/2014/main" val="135637185"/>
                    </a:ext>
                  </a:extLst>
                </a:gridCol>
                <a:gridCol w="420028">
                  <a:extLst>
                    <a:ext uri="{9D8B030D-6E8A-4147-A177-3AD203B41FA5}">
                      <a16:colId xmlns:a16="http://schemas.microsoft.com/office/drawing/2014/main" val="3038050475"/>
                    </a:ext>
                  </a:extLst>
                </a:gridCol>
                <a:gridCol w="420028">
                  <a:extLst>
                    <a:ext uri="{9D8B030D-6E8A-4147-A177-3AD203B41FA5}">
                      <a16:colId xmlns:a16="http://schemas.microsoft.com/office/drawing/2014/main" val="1979433044"/>
                    </a:ext>
                  </a:extLst>
                </a:gridCol>
                <a:gridCol w="420028">
                  <a:extLst>
                    <a:ext uri="{9D8B030D-6E8A-4147-A177-3AD203B41FA5}">
                      <a16:colId xmlns:a16="http://schemas.microsoft.com/office/drawing/2014/main" val="4270661649"/>
                    </a:ext>
                  </a:extLst>
                </a:gridCol>
                <a:gridCol w="420028">
                  <a:extLst>
                    <a:ext uri="{9D8B030D-6E8A-4147-A177-3AD203B41FA5}">
                      <a16:colId xmlns:a16="http://schemas.microsoft.com/office/drawing/2014/main" val="3027041370"/>
                    </a:ext>
                  </a:extLst>
                </a:gridCol>
                <a:gridCol w="420028">
                  <a:extLst>
                    <a:ext uri="{9D8B030D-6E8A-4147-A177-3AD203B41FA5}">
                      <a16:colId xmlns:a16="http://schemas.microsoft.com/office/drawing/2014/main" val="2852526216"/>
                    </a:ext>
                  </a:extLst>
                </a:gridCol>
                <a:gridCol w="420028">
                  <a:extLst>
                    <a:ext uri="{9D8B030D-6E8A-4147-A177-3AD203B41FA5}">
                      <a16:colId xmlns:a16="http://schemas.microsoft.com/office/drawing/2014/main" val="103420222"/>
                    </a:ext>
                  </a:extLst>
                </a:gridCol>
                <a:gridCol w="420028">
                  <a:extLst>
                    <a:ext uri="{9D8B030D-6E8A-4147-A177-3AD203B41FA5}">
                      <a16:colId xmlns:a16="http://schemas.microsoft.com/office/drawing/2014/main" val="1470405609"/>
                    </a:ext>
                  </a:extLst>
                </a:gridCol>
                <a:gridCol w="4200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592A69BD-AFEE-224F-7D96-8E8A750949C0}"/>
              </a:ext>
            </a:extLst>
          </p:cNvPr>
          <p:cNvGraphicFramePr>
            <a:graphicFrameLocks noGrp="1"/>
          </p:cNvGraphicFramePr>
          <p:nvPr>
            <p:extLst>
              <p:ext uri="{D42A27DB-BD31-4B8C-83A1-F6EECF244321}">
                <p14:modId xmlns:p14="http://schemas.microsoft.com/office/powerpoint/2010/main" val="3302131379"/>
              </p:ext>
            </p:extLst>
          </p:nvPr>
        </p:nvGraphicFramePr>
        <p:xfrm>
          <a:off x="408209" y="4340688"/>
          <a:ext cx="6053963"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6920">
                  <a:extLst>
                    <a:ext uri="{9D8B030D-6E8A-4147-A177-3AD203B41FA5}">
                      <a16:colId xmlns:a16="http://schemas.microsoft.com/office/drawing/2014/main" val="3259894497"/>
                    </a:ext>
                  </a:extLst>
                </a:gridCol>
                <a:gridCol w="426052">
                  <a:extLst>
                    <a:ext uri="{9D8B030D-6E8A-4147-A177-3AD203B41FA5}">
                      <a16:colId xmlns:a16="http://schemas.microsoft.com/office/drawing/2014/main" val="4170535043"/>
                    </a:ext>
                  </a:extLst>
                </a:gridCol>
                <a:gridCol w="418757">
                  <a:extLst>
                    <a:ext uri="{9D8B030D-6E8A-4147-A177-3AD203B41FA5}">
                      <a16:colId xmlns:a16="http://schemas.microsoft.com/office/drawing/2014/main" val="2079070694"/>
                    </a:ext>
                  </a:extLst>
                </a:gridCol>
                <a:gridCol w="418757">
                  <a:extLst>
                    <a:ext uri="{9D8B030D-6E8A-4147-A177-3AD203B41FA5}">
                      <a16:colId xmlns:a16="http://schemas.microsoft.com/office/drawing/2014/main" val="4213315911"/>
                    </a:ext>
                  </a:extLst>
                </a:gridCol>
                <a:gridCol w="418757">
                  <a:extLst>
                    <a:ext uri="{9D8B030D-6E8A-4147-A177-3AD203B41FA5}">
                      <a16:colId xmlns:a16="http://schemas.microsoft.com/office/drawing/2014/main" val="2769999950"/>
                    </a:ext>
                  </a:extLst>
                </a:gridCol>
                <a:gridCol w="418757">
                  <a:extLst>
                    <a:ext uri="{9D8B030D-6E8A-4147-A177-3AD203B41FA5}">
                      <a16:colId xmlns:a16="http://schemas.microsoft.com/office/drawing/2014/main" val="135637185"/>
                    </a:ext>
                  </a:extLst>
                </a:gridCol>
                <a:gridCol w="418757">
                  <a:extLst>
                    <a:ext uri="{9D8B030D-6E8A-4147-A177-3AD203B41FA5}">
                      <a16:colId xmlns:a16="http://schemas.microsoft.com/office/drawing/2014/main" val="3038050475"/>
                    </a:ext>
                  </a:extLst>
                </a:gridCol>
                <a:gridCol w="418757">
                  <a:extLst>
                    <a:ext uri="{9D8B030D-6E8A-4147-A177-3AD203B41FA5}">
                      <a16:colId xmlns:a16="http://schemas.microsoft.com/office/drawing/2014/main" val="1979433044"/>
                    </a:ext>
                  </a:extLst>
                </a:gridCol>
                <a:gridCol w="418757">
                  <a:extLst>
                    <a:ext uri="{9D8B030D-6E8A-4147-A177-3AD203B41FA5}">
                      <a16:colId xmlns:a16="http://schemas.microsoft.com/office/drawing/2014/main" val="4270661649"/>
                    </a:ext>
                  </a:extLst>
                </a:gridCol>
                <a:gridCol w="418757">
                  <a:extLst>
                    <a:ext uri="{9D8B030D-6E8A-4147-A177-3AD203B41FA5}">
                      <a16:colId xmlns:a16="http://schemas.microsoft.com/office/drawing/2014/main" val="3027041370"/>
                    </a:ext>
                  </a:extLst>
                </a:gridCol>
                <a:gridCol w="418757">
                  <a:extLst>
                    <a:ext uri="{9D8B030D-6E8A-4147-A177-3AD203B41FA5}">
                      <a16:colId xmlns:a16="http://schemas.microsoft.com/office/drawing/2014/main" val="2852526216"/>
                    </a:ext>
                  </a:extLst>
                </a:gridCol>
                <a:gridCol w="418757">
                  <a:extLst>
                    <a:ext uri="{9D8B030D-6E8A-4147-A177-3AD203B41FA5}">
                      <a16:colId xmlns:a16="http://schemas.microsoft.com/office/drawing/2014/main" val="103420222"/>
                    </a:ext>
                  </a:extLst>
                </a:gridCol>
                <a:gridCol w="418757">
                  <a:extLst>
                    <a:ext uri="{9D8B030D-6E8A-4147-A177-3AD203B41FA5}">
                      <a16:colId xmlns:a16="http://schemas.microsoft.com/office/drawing/2014/main" val="1470405609"/>
                    </a:ext>
                  </a:extLst>
                </a:gridCol>
                <a:gridCol w="4187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59EA647F-D857-E196-D939-19F58BEB60FF}"/>
              </a:ext>
            </a:extLst>
          </p:cNvPr>
          <p:cNvGraphicFramePr>
            <a:graphicFrameLocks noGrp="1"/>
          </p:cNvGraphicFramePr>
          <p:nvPr>
            <p:extLst>
              <p:ext uri="{D42A27DB-BD31-4B8C-83A1-F6EECF244321}">
                <p14:modId xmlns:p14="http://schemas.microsoft.com/office/powerpoint/2010/main" val="3354531856"/>
              </p:ext>
            </p:extLst>
          </p:nvPr>
        </p:nvGraphicFramePr>
        <p:xfrm>
          <a:off x="408174" y="5138903"/>
          <a:ext cx="6045237" cy="372600"/>
        </p:xfrm>
        <a:graphic>
          <a:graphicData uri="http://schemas.openxmlformats.org/drawingml/2006/table">
            <a:tbl>
              <a:tblPr firstRow="1" bandRow="1">
                <a:tableStyleId>{5C22544A-7EE6-4342-B048-85BDC9FD1C3A}</a:tableStyleId>
              </a:tblPr>
              <a:tblGrid>
                <a:gridCol w="278017">
                  <a:extLst>
                    <a:ext uri="{9D8B030D-6E8A-4147-A177-3AD203B41FA5}">
                      <a16:colId xmlns:a16="http://schemas.microsoft.com/office/drawing/2014/main" val="657570846"/>
                    </a:ext>
                  </a:extLst>
                </a:gridCol>
                <a:gridCol w="324811">
                  <a:extLst>
                    <a:ext uri="{9D8B030D-6E8A-4147-A177-3AD203B41FA5}">
                      <a16:colId xmlns:a16="http://schemas.microsoft.com/office/drawing/2014/main" val="3259894497"/>
                    </a:ext>
                  </a:extLst>
                </a:gridCol>
                <a:gridCol w="419725">
                  <a:extLst>
                    <a:ext uri="{9D8B030D-6E8A-4147-A177-3AD203B41FA5}">
                      <a16:colId xmlns:a16="http://schemas.microsoft.com/office/drawing/2014/main" val="4170535043"/>
                    </a:ext>
                  </a:extLst>
                </a:gridCol>
                <a:gridCol w="418557">
                  <a:extLst>
                    <a:ext uri="{9D8B030D-6E8A-4147-A177-3AD203B41FA5}">
                      <a16:colId xmlns:a16="http://schemas.microsoft.com/office/drawing/2014/main" val="2079070694"/>
                    </a:ext>
                  </a:extLst>
                </a:gridCol>
                <a:gridCol w="418557">
                  <a:extLst>
                    <a:ext uri="{9D8B030D-6E8A-4147-A177-3AD203B41FA5}">
                      <a16:colId xmlns:a16="http://schemas.microsoft.com/office/drawing/2014/main" val="4213315911"/>
                    </a:ext>
                  </a:extLst>
                </a:gridCol>
                <a:gridCol w="418557">
                  <a:extLst>
                    <a:ext uri="{9D8B030D-6E8A-4147-A177-3AD203B41FA5}">
                      <a16:colId xmlns:a16="http://schemas.microsoft.com/office/drawing/2014/main" val="2769999950"/>
                    </a:ext>
                  </a:extLst>
                </a:gridCol>
                <a:gridCol w="418557">
                  <a:extLst>
                    <a:ext uri="{9D8B030D-6E8A-4147-A177-3AD203B41FA5}">
                      <a16:colId xmlns:a16="http://schemas.microsoft.com/office/drawing/2014/main" val="135637185"/>
                    </a:ext>
                  </a:extLst>
                </a:gridCol>
                <a:gridCol w="418557">
                  <a:extLst>
                    <a:ext uri="{9D8B030D-6E8A-4147-A177-3AD203B41FA5}">
                      <a16:colId xmlns:a16="http://schemas.microsoft.com/office/drawing/2014/main" val="3038050475"/>
                    </a:ext>
                  </a:extLst>
                </a:gridCol>
                <a:gridCol w="418557">
                  <a:extLst>
                    <a:ext uri="{9D8B030D-6E8A-4147-A177-3AD203B41FA5}">
                      <a16:colId xmlns:a16="http://schemas.microsoft.com/office/drawing/2014/main" val="1979433044"/>
                    </a:ext>
                  </a:extLst>
                </a:gridCol>
                <a:gridCol w="418557">
                  <a:extLst>
                    <a:ext uri="{9D8B030D-6E8A-4147-A177-3AD203B41FA5}">
                      <a16:colId xmlns:a16="http://schemas.microsoft.com/office/drawing/2014/main" val="4270661649"/>
                    </a:ext>
                  </a:extLst>
                </a:gridCol>
                <a:gridCol w="418557">
                  <a:extLst>
                    <a:ext uri="{9D8B030D-6E8A-4147-A177-3AD203B41FA5}">
                      <a16:colId xmlns:a16="http://schemas.microsoft.com/office/drawing/2014/main" val="3027041370"/>
                    </a:ext>
                  </a:extLst>
                </a:gridCol>
                <a:gridCol w="418557">
                  <a:extLst>
                    <a:ext uri="{9D8B030D-6E8A-4147-A177-3AD203B41FA5}">
                      <a16:colId xmlns:a16="http://schemas.microsoft.com/office/drawing/2014/main" val="2852526216"/>
                    </a:ext>
                  </a:extLst>
                </a:gridCol>
                <a:gridCol w="418557">
                  <a:extLst>
                    <a:ext uri="{9D8B030D-6E8A-4147-A177-3AD203B41FA5}">
                      <a16:colId xmlns:a16="http://schemas.microsoft.com/office/drawing/2014/main" val="103420222"/>
                    </a:ext>
                  </a:extLst>
                </a:gridCol>
                <a:gridCol w="418557">
                  <a:extLst>
                    <a:ext uri="{9D8B030D-6E8A-4147-A177-3AD203B41FA5}">
                      <a16:colId xmlns:a16="http://schemas.microsoft.com/office/drawing/2014/main" val="1470405609"/>
                    </a:ext>
                  </a:extLst>
                </a:gridCol>
                <a:gridCol w="4185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46B3684-2AE4-B5FB-EDF7-01D1ACCFA95E}"/>
              </a:ext>
            </a:extLst>
          </p:cNvPr>
          <p:cNvGraphicFramePr>
            <a:graphicFrameLocks noGrp="1"/>
          </p:cNvGraphicFramePr>
          <p:nvPr>
            <p:extLst>
              <p:ext uri="{D42A27DB-BD31-4B8C-83A1-F6EECF244321}">
                <p14:modId xmlns:p14="http://schemas.microsoft.com/office/powerpoint/2010/main" val="1594526425"/>
              </p:ext>
            </p:extLst>
          </p:nvPr>
        </p:nvGraphicFramePr>
        <p:xfrm>
          <a:off x="408246" y="5937118"/>
          <a:ext cx="6062885"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4812">
                  <a:extLst>
                    <a:ext uri="{9D8B030D-6E8A-4147-A177-3AD203B41FA5}">
                      <a16:colId xmlns:a16="http://schemas.microsoft.com/office/drawing/2014/main" val="3259894497"/>
                    </a:ext>
                  </a:extLst>
                </a:gridCol>
                <a:gridCol w="423942">
                  <a:extLst>
                    <a:ext uri="{9D8B030D-6E8A-4147-A177-3AD203B41FA5}">
                      <a16:colId xmlns:a16="http://schemas.microsoft.com/office/drawing/2014/main" val="4170535043"/>
                    </a:ext>
                  </a:extLst>
                </a:gridCol>
                <a:gridCol w="419852">
                  <a:extLst>
                    <a:ext uri="{9D8B030D-6E8A-4147-A177-3AD203B41FA5}">
                      <a16:colId xmlns:a16="http://schemas.microsoft.com/office/drawing/2014/main" val="2079070694"/>
                    </a:ext>
                  </a:extLst>
                </a:gridCol>
                <a:gridCol w="419852">
                  <a:extLst>
                    <a:ext uri="{9D8B030D-6E8A-4147-A177-3AD203B41FA5}">
                      <a16:colId xmlns:a16="http://schemas.microsoft.com/office/drawing/2014/main" val="4213315911"/>
                    </a:ext>
                  </a:extLst>
                </a:gridCol>
                <a:gridCol w="419852">
                  <a:extLst>
                    <a:ext uri="{9D8B030D-6E8A-4147-A177-3AD203B41FA5}">
                      <a16:colId xmlns:a16="http://schemas.microsoft.com/office/drawing/2014/main" val="2769999950"/>
                    </a:ext>
                  </a:extLst>
                </a:gridCol>
                <a:gridCol w="419852">
                  <a:extLst>
                    <a:ext uri="{9D8B030D-6E8A-4147-A177-3AD203B41FA5}">
                      <a16:colId xmlns:a16="http://schemas.microsoft.com/office/drawing/2014/main" val="135637185"/>
                    </a:ext>
                  </a:extLst>
                </a:gridCol>
                <a:gridCol w="419852">
                  <a:extLst>
                    <a:ext uri="{9D8B030D-6E8A-4147-A177-3AD203B41FA5}">
                      <a16:colId xmlns:a16="http://schemas.microsoft.com/office/drawing/2014/main" val="3038050475"/>
                    </a:ext>
                  </a:extLst>
                </a:gridCol>
                <a:gridCol w="419852">
                  <a:extLst>
                    <a:ext uri="{9D8B030D-6E8A-4147-A177-3AD203B41FA5}">
                      <a16:colId xmlns:a16="http://schemas.microsoft.com/office/drawing/2014/main" val="1979433044"/>
                    </a:ext>
                  </a:extLst>
                </a:gridCol>
                <a:gridCol w="419852">
                  <a:extLst>
                    <a:ext uri="{9D8B030D-6E8A-4147-A177-3AD203B41FA5}">
                      <a16:colId xmlns:a16="http://schemas.microsoft.com/office/drawing/2014/main" val="4270661649"/>
                    </a:ext>
                  </a:extLst>
                </a:gridCol>
                <a:gridCol w="419852">
                  <a:extLst>
                    <a:ext uri="{9D8B030D-6E8A-4147-A177-3AD203B41FA5}">
                      <a16:colId xmlns:a16="http://schemas.microsoft.com/office/drawing/2014/main" val="3027041370"/>
                    </a:ext>
                  </a:extLst>
                </a:gridCol>
                <a:gridCol w="419852">
                  <a:extLst>
                    <a:ext uri="{9D8B030D-6E8A-4147-A177-3AD203B41FA5}">
                      <a16:colId xmlns:a16="http://schemas.microsoft.com/office/drawing/2014/main" val="2852526216"/>
                    </a:ext>
                  </a:extLst>
                </a:gridCol>
                <a:gridCol w="419852">
                  <a:extLst>
                    <a:ext uri="{9D8B030D-6E8A-4147-A177-3AD203B41FA5}">
                      <a16:colId xmlns:a16="http://schemas.microsoft.com/office/drawing/2014/main" val="103420222"/>
                    </a:ext>
                  </a:extLst>
                </a:gridCol>
                <a:gridCol w="419852">
                  <a:extLst>
                    <a:ext uri="{9D8B030D-6E8A-4147-A177-3AD203B41FA5}">
                      <a16:colId xmlns:a16="http://schemas.microsoft.com/office/drawing/2014/main" val="1470405609"/>
                    </a:ext>
                  </a:extLst>
                </a:gridCol>
                <a:gridCol w="41985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0D8DCC55-2473-2A17-AB75-4E2164EF6F5F}"/>
              </a:ext>
            </a:extLst>
          </p:cNvPr>
          <p:cNvGraphicFramePr>
            <a:graphicFrameLocks noGrp="1"/>
          </p:cNvGraphicFramePr>
          <p:nvPr>
            <p:extLst>
              <p:ext uri="{D42A27DB-BD31-4B8C-83A1-F6EECF244321}">
                <p14:modId xmlns:p14="http://schemas.microsoft.com/office/powerpoint/2010/main" val="2074209582"/>
              </p:ext>
            </p:extLst>
          </p:nvPr>
        </p:nvGraphicFramePr>
        <p:xfrm>
          <a:off x="408246" y="6735333"/>
          <a:ext cx="6062885"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6920">
                  <a:extLst>
                    <a:ext uri="{9D8B030D-6E8A-4147-A177-3AD203B41FA5}">
                      <a16:colId xmlns:a16="http://schemas.microsoft.com/office/drawing/2014/main" val="3259894497"/>
                    </a:ext>
                  </a:extLst>
                </a:gridCol>
                <a:gridCol w="421834">
                  <a:extLst>
                    <a:ext uri="{9D8B030D-6E8A-4147-A177-3AD203B41FA5}">
                      <a16:colId xmlns:a16="http://schemas.microsoft.com/office/drawing/2014/main" val="4170535043"/>
                    </a:ext>
                  </a:extLst>
                </a:gridCol>
                <a:gridCol w="419852">
                  <a:extLst>
                    <a:ext uri="{9D8B030D-6E8A-4147-A177-3AD203B41FA5}">
                      <a16:colId xmlns:a16="http://schemas.microsoft.com/office/drawing/2014/main" val="2079070694"/>
                    </a:ext>
                  </a:extLst>
                </a:gridCol>
                <a:gridCol w="419852">
                  <a:extLst>
                    <a:ext uri="{9D8B030D-6E8A-4147-A177-3AD203B41FA5}">
                      <a16:colId xmlns:a16="http://schemas.microsoft.com/office/drawing/2014/main" val="4213315911"/>
                    </a:ext>
                  </a:extLst>
                </a:gridCol>
                <a:gridCol w="419852">
                  <a:extLst>
                    <a:ext uri="{9D8B030D-6E8A-4147-A177-3AD203B41FA5}">
                      <a16:colId xmlns:a16="http://schemas.microsoft.com/office/drawing/2014/main" val="2769999950"/>
                    </a:ext>
                  </a:extLst>
                </a:gridCol>
                <a:gridCol w="419852">
                  <a:extLst>
                    <a:ext uri="{9D8B030D-6E8A-4147-A177-3AD203B41FA5}">
                      <a16:colId xmlns:a16="http://schemas.microsoft.com/office/drawing/2014/main" val="135637185"/>
                    </a:ext>
                  </a:extLst>
                </a:gridCol>
                <a:gridCol w="419852">
                  <a:extLst>
                    <a:ext uri="{9D8B030D-6E8A-4147-A177-3AD203B41FA5}">
                      <a16:colId xmlns:a16="http://schemas.microsoft.com/office/drawing/2014/main" val="3038050475"/>
                    </a:ext>
                  </a:extLst>
                </a:gridCol>
                <a:gridCol w="419852">
                  <a:extLst>
                    <a:ext uri="{9D8B030D-6E8A-4147-A177-3AD203B41FA5}">
                      <a16:colId xmlns:a16="http://schemas.microsoft.com/office/drawing/2014/main" val="1979433044"/>
                    </a:ext>
                  </a:extLst>
                </a:gridCol>
                <a:gridCol w="419852">
                  <a:extLst>
                    <a:ext uri="{9D8B030D-6E8A-4147-A177-3AD203B41FA5}">
                      <a16:colId xmlns:a16="http://schemas.microsoft.com/office/drawing/2014/main" val="4270661649"/>
                    </a:ext>
                  </a:extLst>
                </a:gridCol>
                <a:gridCol w="419852">
                  <a:extLst>
                    <a:ext uri="{9D8B030D-6E8A-4147-A177-3AD203B41FA5}">
                      <a16:colId xmlns:a16="http://schemas.microsoft.com/office/drawing/2014/main" val="3027041370"/>
                    </a:ext>
                  </a:extLst>
                </a:gridCol>
                <a:gridCol w="419852">
                  <a:extLst>
                    <a:ext uri="{9D8B030D-6E8A-4147-A177-3AD203B41FA5}">
                      <a16:colId xmlns:a16="http://schemas.microsoft.com/office/drawing/2014/main" val="2852526216"/>
                    </a:ext>
                  </a:extLst>
                </a:gridCol>
                <a:gridCol w="419852">
                  <a:extLst>
                    <a:ext uri="{9D8B030D-6E8A-4147-A177-3AD203B41FA5}">
                      <a16:colId xmlns:a16="http://schemas.microsoft.com/office/drawing/2014/main" val="103420222"/>
                    </a:ext>
                  </a:extLst>
                </a:gridCol>
                <a:gridCol w="419852">
                  <a:extLst>
                    <a:ext uri="{9D8B030D-6E8A-4147-A177-3AD203B41FA5}">
                      <a16:colId xmlns:a16="http://schemas.microsoft.com/office/drawing/2014/main" val="1470405609"/>
                    </a:ext>
                  </a:extLst>
                </a:gridCol>
                <a:gridCol w="41985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6" name="표 35">
            <a:extLst>
              <a:ext uri="{FF2B5EF4-FFF2-40B4-BE49-F238E27FC236}">
                <a16:creationId xmlns:a16="http://schemas.microsoft.com/office/drawing/2014/main" id="{4E2DF619-18FE-7E1B-9F36-6FBB9EF52446}"/>
              </a:ext>
            </a:extLst>
          </p:cNvPr>
          <p:cNvGraphicFramePr>
            <a:graphicFrameLocks noGrp="1"/>
          </p:cNvGraphicFramePr>
          <p:nvPr>
            <p:extLst>
              <p:ext uri="{D42A27DB-BD31-4B8C-83A1-F6EECF244321}">
                <p14:modId xmlns:p14="http://schemas.microsoft.com/office/powerpoint/2010/main" val="1657860042"/>
              </p:ext>
            </p:extLst>
          </p:nvPr>
        </p:nvGraphicFramePr>
        <p:xfrm>
          <a:off x="408246" y="7533548"/>
          <a:ext cx="6062904"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4812">
                  <a:extLst>
                    <a:ext uri="{9D8B030D-6E8A-4147-A177-3AD203B41FA5}">
                      <a16:colId xmlns:a16="http://schemas.microsoft.com/office/drawing/2014/main" val="3259894497"/>
                    </a:ext>
                  </a:extLst>
                </a:gridCol>
                <a:gridCol w="428161">
                  <a:extLst>
                    <a:ext uri="{9D8B030D-6E8A-4147-A177-3AD203B41FA5}">
                      <a16:colId xmlns:a16="http://schemas.microsoft.com/office/drawing/2014/main" val="4170535043"/>
                    </a:ext>
                  </a:extLst>
                </a:gridCol>
                <a:gridCol w="419502">
                  <a:extLst>
                    <a:ext uri="{9D8B030D-6E8A-4147-A177-3AD203B41FA5}">
                      <a16:colId xmlns:a16="http://schemas.microsoft.com/office/drawing/2014/main" val="2079070694"/>
                    </a:ext>
                  </a:extLst>
                </a:gridCol>
                <a:gridCol w="419502">
                  <a:extLst>
                    <a:ext uri="{9D8B030D-6E8A-4147-A177-3AD203B41FA5}">
                      <a16:colId xmlns:a16="http://schemas.microsoft.com/office/drawing/2014/main" val="4213315911"/>
                    </a:ext>
                  </a:extLst>
                </a:gridCol>
                <a:gridCol w="419502">
                  <a:extLst>
                    <a:ext uri="{9D8B030D-6E8A-4147-A177-3AD203B41FA5}">
                      <a16:colId xmlns:a16="http://schemas.microsoft.com/office/drawing/2014/main" val="2769999950"/>
                    </a:ext>
                  </a:extLst>
                </a:gridCol>
                <a:gridCol w="419502">
                  <a:extLst>
                    <a:ext uri="{9D8B030D-6E8A-4147-A177-3AD203B41FA5}">
                      <a16:colId xmlns:a16="http://schemas.microsoft.com/office/drawing/2014/main" val="135637185"/>
                    </a:ext>
                  </a:extLst>
                </a:gridCol>
                <a:gridCol w="419502">
                  <a:extLst>
                    <a:ext uri="{9D8B030D-6E8A-4147-A177-3AD203B41FA5}">
                      <a16:colId xmlns:a16="http://schemas.microsoft.com/office/drawing/2014/main" val="3038050475"/>
                    </a:ext>
                  </a:extLst>
                </a:gridCol>
                <a:gridCol w="419502">
                  <a:extLst>
                    <a:ext uri="{9D8B030D-6E8A-4147-A177-3AD203B41FA5}">
                      <a16:colId xmlns:a16="http://schemas.microsoft.com/office/drawing/2014/main" val="1979433044"/>
                    </a:ext>
                  </a:extLst>
                </a:gridCol>
                <a:gridCol w="419502">
                  <a:extLst>
                    <a:ext uri="{9D8B030D-6E8A-4147-A177-3AD203B41FA5}">
                      <a16:colId xmlns:a16="http://schemas.microsoft.com/office/drawing/2014/main" val="4270661649"/>
                    </a:ext>
                  </a:extLst>
                </a:gridCol>
                <a:gridCol w="419502">
                  <a:extLst>
                    <a:ext uri="{9D8B030D-6E8A-4147-A177-3AD203B41FA5}">
                      <a16:colId xmlns:a16="http://schemas.microsoft.com/office/drawing/2014/main" val="3027041370"/>
                    </a:ext>
                  </a:extLst>
                </a:gridCol>
                <a:gridCol w="419502">
                  <a:extLst>
                    <a:ext uri="{9D8B030D-6E8A-4147-A177-3AD203B41FA5}">
                      <a16:colId xmlns:a16="http://schemas.microsoft.com/office/drawing/2014/main" val="2852526216"/>
                    </a:ext>
                  </a:extLst>
                </a:gridCol>
                <a:gridCol w="419502">
                  <a:extLst>
                    <a:ext uri="{9D8B030D-6E8A-4147-A177-3AD203B41FA5}">
                      <a16:colId xmlns:a16="http://schemas.microsoft.com/office/drawing/2014/main" val="103420222"/>
                    </a:ext>
                  </a:extLst>
                </a:gridCol>
                <a:gridCol w="419502">
                  <a:extLst>
                    <a:ext uri="{9D8B030D-6E8A-4147-A177-3AD203B41FA5}">
                      <a16:colId xmlns:a16="http://schemas.microsoft.com/office/drawing/2014/main" val="1470405609"/>
                    </a:ext>
                  </a:extLst>
                </a:gridCol>
                <a:gridCol w="41950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7" name="표 36">
            <a:extLst>
              <a:ext uri="{FF2B5EF4-FFF2-40B4-BE49-F238E27FC236}">
                <a16:creationId xmlns:a16="http://schemas.microsoft.com/office/drawing/2014/main" id="{D9ADE477-6F0C-7D1B-219C-16AE1F3701F6}"/>
              </a:ext>
            </a:extLst>
          </p:cNvPr>
          <p:cNvGraphicFramePr>
            <a:graphicFrameLocks noGrp="1"/>
          </p:cNvGraphicFramePr>
          <p:nvPr>
            <p:extLst>
              <p:ext uri="{D42A27DB-BD31-4B8C-83A1-F6EECF244321}">
                <p14:modId xmlns:p14="http://schemas.microsoft.com/office/powerpoint/2010/main" val="174676848"/>
              </p:ext>
            </p:extLst>
          </p:nvPr>
        </p:nvGraphicFramePr>
        <p:xfrm>
          <a:off x="408212" y="8331760"/>
          <a:ext cx="6054386" cy="372600"/>
        </p:xfrm>
        <a:graphic>
          <a:graphicData uri="http://schemas.openxmlformats.org/drawingml/2006/table">
            <a:tbl>
              <a:tblPr firstRow="1" bandRow="1">
                <a:tableStyleId>{5C22544A-7EE6-4342-B048-85BDC9FD1C3A}</a:tableStyleId>
              </a:tblPr>
              <a:tblGrid>
                <a:gridCol w="278017">
                  <a:extLst>
                    <a:ext uri="{9D8B030D-6E8A-4147-A177-3AD203B41FA5}">
                      <a16:colId xmlns:a16="http://schemas.microsoft.com/office/drawing/2014/main" val="657570846"/>
                    </a:ext>
                  </a:extLst>
                </a:gridCol>
                <a:gridCol w="324811">
                  <a:extLst>
                    <a:ext uri="{9D8B030D-6E8A-4147-A177-3AD203B41FA5}">
                      <a16:colId xmlns:a16="http://schemas.microsoft.com/office/drawing/2014/main" val="3259894497"/>
                    </a:ext>
                  </a:extLst>
                </a:gridCol>
                <a:gridCol w="423942">
                  <a:extLst>
                    <a:ext uri="{9D8B030D-6E8A-4147-A177-3AD203B41FA5}">
                      <a16:colId xmlns:a16="http://schemas.microsoft.com/office/drawing/2014/main" val="4170535043"/>
                    </a:ext>
                  </a:extLst>
                </a:gridCol>
                <a:gridCol w="418968">
                  <a:extLst>
                    <a:ext uri="{9D8B030D-6E8A-4147-A177-3AD203B41FA5}">
                      <a16:colId xmlns:a16="http://schemas.microsoft.com/office/drawing/2014/main" val="2079070694"/>
                    </a:ext>
                  </a:extLst>
                </a:gridCol>
                <a:gridCol w="418968">
                  <a:extLst>
                    <a:ext uri="{9D8B030D-6E8A-4147-A177-3AD203B41FA5}">
                      <a16:colId xmlns:a16="http://schemas.microsoft.com/office/drawing/2014/main" val="4213315911"/>
                    </a:ext>
                  </a:extLst>
                </a:gridCol>
                <a:gridCol w="418968">
                  <a:extLst>
                    <a:ext uri="{9D8B030D-6E8A-4147-A177-3AD203B41FA5}">
                      <a16:colId xmlns:a16="http://schemas.microsoft.com/office/drawing/2014/main" val="2769999950"/>
                    </a:ext>
                  </a:extLst>
                </a:gridCol>
                <a:gridCol w="418968">
                  <a:extLst>
                    <a:ext uri="{9D8B030D-6E8A-4147-A177-3AD203B41FA5}">
                      <a16:colId xmlns:a16="http://schemas.microsoft.com/office/drawing/2014/main" val="135637185"/>
                    </a:ext>
                  </a:extLst>
                </a:gridCol>
                <a:gridCol w="418968">
                  <a:extLst>
                    <a:ext uri="{9D8B030D-6E8A-4147-A177-3AD203B41FA5}">
                      <a16:colId xmlns:a16="http://schemas.microsoft.com/office/drawing/2014/main" val="3038050475"/>
                    </a:ext>
                  </a:extLst>
                </a:gridCol>
                <a:gridCol w="418968">
                  <a:extLst>
                    <a:ext uri="{9D8B030D-6E8A-4147-A177-3AD203B41FA5}">
                      <a16:colId xmlns:a16="http://schemas.microsoft.com/office/drawing/2014/main" val="1979433044"/>
                    </a:ext>
                  </a:extLst>
                </a:gridCol>
                <a:gridCol w="418968">
                  <a:extLst>
                    <a:ext uri="{9D8B030D-6E8A-4147-A177-3AD203B41FA5}">
                      <a16:colId xmlns:a16="http://schemas.microsoft.com/office/drawing/2014/main" val="4270661649"/>
                    </a:ext>
                  </a:extLst>
                </a:gridCol>
                <a:gridCol w="418968">
                  <a:extLst>
                    <a:ext uri="{9D8B030D-6E8A-4147-A177-3AD203B41FA5}">
                      <a16:colId xmlns:a16="http://schemas.microsoft.com/office/drawing/2014/main" val="3027041370"/>
                    </a:ext>
                  </a:extLst>
                </a:gridCol>
                <a:gridCol w="418968">
                  <a:extLst>
                    <a:ext uri="{9D8B030D-6E8A-4147-A177-3AD203B41FA5}">
                      <a16:colId xmlns:a16="http://schemas.microsoft.com/office/drawing/2014/main" val="2852526216"/>
                    </a:ext>
                  </a:extLst>
                </a:gridCol>
                <a:gridCol w="418968">
                  <a:extLst>
                    <a:ext uri="{9D8B030D-6E8A-4147-A177-3AD203B41FA5}">
                      <a16:colId xmlns:a16="http://schemas.microsoft.com/office/drawing/2014/main" val="103420222"/>
                    </a:ext>
                  </a:extLst>
                </a:gridCol>
                <a:gridCol w="418968">
                  <a:extLst>
                    <a:ext uri="{9D8B030D-6E8A-4147-A177-3AD203B41FA5}">
                      <a16:colId xmlns:a16="http://schemas.microsoft.com/office/drawing/2014/main" val="1470405609"/>
                    </a:ext>
                  </a:extLst>
                </a:gridCol>
                <a:gridCol w="41896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547625FC-D0D1-2638-FC09-3BED6F6A5AFF}"/>
              </a:ext>
            </a:extLst>
          </p:cNvPr>
          <p:cNvSpPr txBox="1"/>
          <p:nvPr/>
        </p:nvSpPr>
        <p:spPr>
          <a:xfrm>
            <a:off x="399454" y="871566"/>
            <a:ext cx="60582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a:t>
            </a:r>
          </a:p>
        </p:txBody>
      </p:sp>
    </p:spTree>
    <p:extLst>
      <p:ext uri="{BB962C8B-B14F-4D97-AF65-F5344CB8AC3E}">
        <p14:creationId xmlns:p14="http://schemas.microsoft.com/office/powerpoint/2010/main" val="550388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표 11">
            <a:extLst>
              <a:ext uri="{FF2B5EF4-FFF2-40B4-BE49-F238E27FC236}">
                <a16:creationId xmlns:a16="http://schemas.microsoft.com/office/drawing/2014/main" id="{E4E2988D-D876-886B-F1C6-2A26A4476198}"/>
              </a:ext>
            </a:extLst>
          </p:cNvPr>
          <p:cNvGraphicFramePr>
            <a:graphicFrameLocks noGrp="1"/>
          </p:cNvGraphicFramePr>
          <p:nvPr>
            <p:extLst>
              <p:ext uri="{D42A27DB-BD31-4B8C-83A1-F6EECF244321}">
                <p14:modId xmlns:p14="http://schemas.microsoft.com/office/powerpoint/2010/main" val="3718860019"/>
              </p:ext>
            </p:extLst>
          </p:nvPr>
        </p:nvGraphicFramePr>
        <p:xfrm>
          <a:off x="395108" y="6352635"/>
          <a:ext cx="6042310" cy="372600"/>
        </p:xfrm>
        <a:graphic>
          <a:graphicData uri="http://schemas.openxmlformats.org/drawingml/2006/table">
            <a:tbl>
              <a:tblPr firstRow="1" bandRow="1">
                <a:tableStyleId>{5C22544A-7EE6-4342-B048-85BDC9FD1C3A}</a:tableStyleId>
              </a:tblPr>
              <a:tblGrid>
                <a:gridCol w="278758">
                  <a:extLst>
                    <a:ext uri="{9D8B030D-6E8A-4147-A177-3AD203B41FA5}">
                      <a16:colId xmlns:a16="http://schemas.microsoft.com/office/drawing/2014/main" val="657570846"/>
                    </a:ext>
                  </a:extLst>
                </a:gridCol>
                <a:gridCol w="319976">
                  <a:extLst>
                    <a:ext uri="{9D8B030D-6E8A-4147-A177-3AD203B41FA5}">
                      <a16:colId xmlns:a16="http://schemas.microsoft.com/office/drawing/2014/main" val="3259894497"/>
                    </a:ext>
                  </a:extLst>
                </a:gridCol>
                <a:gridCol w="427336">
                  <a:extLst>
                    <a:ext uri="{9D8B030D-6E8A-4147-A177-3AD203B41FA5}">
                      <a16:colId xmlns:a16="http://schemas.microsoft.com/office/drawing/2014/main" val="4170535043"/>
                    </a:ext>
                  </a:extLst>
                </a:gridCol>
                <a:gridCol w="418020">
                  <a:extLst>
                    <a:ext uri="{9D8B030D-6E8A-4147-A177-3AD203B41FA5}">
                      <a16:colId xmlns:a16="http://schemas.microsoft.com/office/drawing/2014/main" val="2079070694"/>
                    </a:ext>
                  </a:extLst>
                </a:gridCol>
                <a:gridCol w="418020">
                  <a:extLst>
                    <a:ext uri="{9D8B030D-6E8A-4147-A177-3AD203B41FA5}">
                      <a16:colId xmlns:a16="http://schemas.microsoft.com/office/drawing/2014/main" val="4213315911"/>
                    </a:ext>
                  </a:extLst>
                </a:gridCol>
                <a:gridCol w="418020">
                  <a:extLst>
                    <a:ext uri="{9D8B030D-6E8A-4147-A177-3AD203B41FA5}">
                      <a16:colId xmlns:a16="http://schemas.microsoft.com/office/drawing/2014/main" val="2769999950"/>
                    </a:ext>
                  </a:extLst>
                </a:gridCol>
                <a:gridCol w="418020">
                  <a:extLst>
                    <a:ext uri="{9D8B030D-6E8A-4147-A177-3AD203B41FA5}">
                      <a16:colId xmlns:a16="http://schemas.microsoft.com/office/drawing/2014/main" val="135637185"/>
                    </a:ext>
                  </a:extLst>
                </a:gridCol>
                <a:gridCol w="418020">
                  <a:extLst>
                    <a:ext uri="{9D8B030D-6E8A-4147-A177-3AD203B41FA5}">
                      <a16:colId xmlns:a16="http://schemas.microsoft.com/office/drawing/2014/main" val="3038050475"/>
                    </a:ext>
                  </a:extLst>
                </a:gridCol>
                <a:gridCol w="418020">
                  <a:extLst>
                    <a:ext uri="{9D8B030D-6E8A-4147-A177-3AD203B41FA5}">
                      <a16:colId xmlns:a16="http://schemas.microsoft.com/office/drawing/2014/main" val="1979433044"/>
                    </a:ext>
                  </a:extLst>
                </a:gridCol>
                <a:gridCol w="418020">
                  <a:extLst>
                    <a:ext uri="{9D8B030D-6E8A-4147-A177-3AD203B41FA5}">
                      <a16:colId xmlns:a16="http://schemas.microsoft.com/office/drawing/2014/main" val="4270661649"/>
                    </a:ext>
                  </a:extLst>
                </a:gridCol>
                <a:gridCol w="418020">
                  <a:extLst>
                    <a:ext uri="{9D8B030D-6E8A-4147-A177-3AD203B41FA5}">
                      <a16:colId xmlns:a16="http://schemas.microsoft.com/office/drawing/2014/main" val="3027041370"/>
                    </a:ext>
                  </a:extLst>
                </a:gridCol>
                <a:gridCol w="418020">
                  <a:extLst>
                    <a:ext uri="{9D8B030D-6E8A-4147-A177-3AD203B41FA5}">
                      <a16:colId xmlns:a16="http://schemas.microsoft.com/office/drawing/2014/main" val="2852526216"/>
                    </a:ext>
                  </a:extLst>
                </a:gridCol>
                <a:gridCol w="418020">
                  <a:extLst>
                    <a:ext uri="{9D8B030D-6E8A-4147-A177-3AD203B41FA5}">
                      <a16:colId xmlns:a16="http://schemas.microsoft.com/office/drawing/2014/main" val="103420222"/>
                    </a:ext>
                  </a:extLst>
                </a:gridCol>
                <a:gridCol w="418020">
                  <a:extLst>
                    <a:ext uri="{9D8B030D-6E8A-4147-A177-3AD203B41FA5}">
                      <a16:colId xmlns:a16="http://schemas.microsoft.com/office/drawing/2014/main" val="1470405609"/>
                    </a:ext>
                  </a:extLst>
                </a:gridCol>
                <a:gridCol w="41802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SERIAL_LATENCY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2419449"/>
                  </a:ext>
                </a:extLst>
              </a:tr>
            </a:tbl>
          </a:graphicData>
        </a:graphic>
      </p:graphicFrame>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99454" y="871566"/>
            <a:ext cx="60582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DELAY_CH11</a:t>
            </a:r>
          </a:p>
        </p:txBody>
      </p:sp>
      <p:sp>
        <p:nvSpPr>
          <p:cNvPr id="2" name="TextBox 1">
            <a:extLst>
              <a:ext uri="{FF2B5EF4-FFF2-40B4-BE49-F238E27FC236}">
                <a16:creationId xmlns:a16="http://schemas.microsoft.com/office/drawing/2014/main" id="{6CA0F4EB-B7D5-FA81-AA07-5A8734351879}"/>
              </a:ext>
            </a:extLst>
          </p:cNvPr>
          <p:cNvSpPr txBox="1"/>
          <p:nvPr/>
        </p:nvSpPr>
        <p:spPr>
          <a:xfrm>
            <a:off x="388804" y="1616491"/>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DELAY_CH12</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56079215"/>
              </p:ext>
            </p:extLst>
          </p:nvPr>
        </p:nvGraphicFramePr>
        <p:xfrm>
          <a:off x="404812" y="2288116"/>
          <a:ext cx="6052899" cy="784345"/>
        </p:xfrm>
        <a:graphic>
          <a:graphicData uri="http://schemas.openxmlformats.org/drawingml/2006/table">
            <a:tbl>
              <a:tblPr firstRow="1" bandRow="1">
                <a:tableStyleId>{5C22544A-7EE6-4342-B048-85BDC9FD1C3A}</a:tableStyleId>
              </a:tblPr>
              <a:tblGrid>
                <a:gridCol w="439763">
                  <a:extLst>
                    <a:ext uri="{9D8B030D-6E8A-4147-A177-3AD203B41FA5}">
                      <a16:colId xmlns:a16="http://schemas.microsoft.com/office/drawing/2014/main" val="4170535043"/>
                    </a:ext>
                  </a:extLst>
                </a:gridCol>
                <a:gridCol w="1044977">
                  <a:extLst>
                    <a:ext uri="{9D8B030D-6E8A-4147-A177-3AD203B41FA5}">
                      <a16:colId xmlns:a16="http://schemas.microsoft.com/office/drawing/2014/main" val="2079070694"/>
                    </a:ext>
                  </a:extLst>
                </a:gridCol>
                <a:gridCol w="4568159">
                  <a:extLst>
                    <a:ext uri="{9D8B030D-6E8A-4147-A177-3AD203B41FA5}">
                      <a16:colId xmlns:a16="http://schemas.microsoft.com/office/drawing/2014/main" val="32595803"/>
                    </a:ext>
                  </a:extLst>
                </a:gridCol>
              </a:tblGrid>
              <a:tr h="30086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sub-frame to start dimming out.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sub-vsync. Normally, the value can not exceed the (SF_SIZE-1) value. For more details, refer to the Figure. 6,7,8,9.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99454" y="3583262"/>
            <a:ext cx="605825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sp>
        <p:nvSpPr>
          <p:cNvPr id="10" name="TextBox 9">
            <a:extLst>
              <a:ext uri="{FF2B5EF4-FFF2-40B4-BE49-F238E27FC236}">
                <a16:creationId xmlns:a16="http://schemas.microsoft.com/office/drawing/2014/main" id="{EAEED484-96C9-A12A-5DB3-D85F7CC0667C}"/>
              </a:ext>
            </a:extLst>
          </p:cNvPr>
          <p:cNvSpPr txBox="1"/>
          <p:nvPr/>
        </p:nvSpPr>
        <p:spPr>
          <a:xfrm>
            <a:off x="395108" y="6090268"/>
            <a:ext cx="605289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SERIAL_LATENCY</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628371841"/>
              </p:ext>
            </p:extLst>
          </p:nvPr>
        </p:nvGraphicFramePr>
        <p:xfrm>
          <a:off x="395108" y="4254542"/>
          <a:ext cx="6052899" cy="1279866"/>
        </p:xfrm>
        <a:graphic>
          <a:graphicData uri="http://schemas.openxmlformats.org/drawingml/2006/table">
            <a:tbl>
              <a:tblPr firstRow="1" bandRow="1">
                <a:tableStyleId>{5C22544A-7EE6-4342-B048-85BDC9FD1C3A}</a:tableStyleId>
              </a:tblPr>
              <a:tblGrid>
                <a:gridCol w="436168">
                  <a:extLst>
                    <a:ext uri="{9D8B030D-6E8A-4147-A177-3AD203B41FA5}">
                      <a16:colId xmlns:a16="http://schemas.microsoft.com/office/drawing/2014/main" val="4170535043"/>
                    </a:ext>
                  </a:extLst>
                </a:gridCol>
                <a:gridCol w="1142891">
                  <a:extLst>
                    <a:ext uri="{9D8B030D-6E8A-4147-A177-3AD203B41FA5}">
                      <a16:colId xmlns:a16="http://schemas.microsoft.com/office/drawing/2014/main" val="2079070694"/>
                    </a:ext>
                  </a:extLst>
                </a:gridCol>
                <a:gridCol w="4473840">
                  <a:extLst>
                    <a:ext uri="{9D8B030D-6E8A-4147-A177-3AD203B41FA5}">
                      <a16:colId xmlns:a16="http://schemas.microsoft.com/office/drawing/2014/main" val="32595803"/>
                    </a:ext>
                  </a:extLst>
                </a:gridCol>
              </a:tblGrid>
              <a:tr h="31290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59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41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4282345067"/>
              </p:ext>
            </p:extLst>
          </p:nvPr>
        </p:nvGraphicFramePr>
        <p:xfrm>
          <a:off x="399454" y="1136141"/>
          <a:ext cx="6048606" cy="372600"/>
        </p:xfrm>
        <a:graphic>
          <a:graphicData uri="http://schemas.openxmlformats.org/drawingml/2006/table">
            <a:tbl>
              <a:tblPr firstRow="1" bandRow="1">
                <a:tableStyleId>{5C22544A-7EE6-4342-B048-85BDC9FD1C3A}</a:tableStyleId>
              </a:tblPr>
              <a:tblGrid>
                <a:gridCol w="279877">
                  <a:extLst>
                    <a:ext uri="{9D8B030D-6E8A-4147-A177-3AD203B41FA5}">
                      <a16:colId xmlns:a16="http://schemas.microsoft.com/office/drawing/2014/main" val="657570846"/>
                    </a:ext>
                  </a:extLst>
                </a:gridCol>
                <a:gridCol w="322417">
                  <a:extLst>
                    <a:ext uri="{9D8B030D-6E8A-4147-A177-3AD203B41FA5}">
                      <a16:colId xmlns:a16="http://schemas.microsoft.com/office/drawing/2014/main" val="3259894497"/>
                    </a:ext>
                  </a:extLst>
                </a:gridCol>
                <a:gridCol w="423568">
                  <a:extLst>
                    <a:ext uri="{9D8B030D-6E8A-4147-A177-3AD203B41FA5}">
                      <a16:colId xmlns:a16="http://schemas.microsoft.com/office/drawing/2014/main" val="4170535043"/>
                    </a:ext>
                  </a:extLst>
                </a:gridCol>
                <a:gridCol w="418562">
                  <a:extLst>
                    <a:ext uri="{9D8B030D-6E8A-4147-A177-3AD203B41FA5}">
                      <a16:colId xmlns:a16="http://schemas.microsoft.com/office/drawing/2014/main" val="2079070694"/>
                    </a:ext>
                  </a:extLst>
                </a:gridCol>
                <a:gridCol w="418562">
                  <a:extLst>
                    <a:ext uri="{9D8B030D-6E8A-4147-A177-3AD203B41FA5}">
                      <a16:colId xmlns:a16="http://schemas.microsoft.com/office/drawing/2014/main" val="4213315911"/>
                    </a:ext>
                  </a:extLst>
                </a:gridCol>
                <a:gridCol w="418562">
                  <a:extLst>
                    <a:ext uri="{9D8B030D-6E8A-4147-A177-3AD203B41FA5}">
                      <a16:colId xmlns:a16="http://schemas.microsoft.com/office/drawing/2014/main" val="2769999950"/>
                    </a:ext>
                  </a:extLst>
                </a:gridCol>
                <a:gridCol w="418562">
                  <a:extLst>
                    <a:ext uri="{9D8B030D-6E8A-4147-A177-3AD203B41FA5}">
                      <a16:colId xmlns:a16="http://schemas.microsoft.com/office/drawing/2014/main" val="135637185"/>
                    </a:ext>
                  </a:extLst>
                </a:gridCol>
                <a:gridCol w="418562">
                  <a:extLst>
                    <a:ext uri="{9D8B030D-6E8A-4147-A177-3AD203B41FA5}">
                      <a16:colId xmlns:a16="http://schemas.microsoft.com/office/drawing/2014/main" val="3038050475"/>
                    </a:ext>
                  </a:extLst>
                </a:gridCol>
                <a:gridCol w="418562">
                  <a:extLst>
                    <a:ext uri="{9D8B030D-6E8A-4147-A177-3AD203B41FA5}">
                      <a16:colId xmlns:a16="http://schemas.microsoft.com/office/drawing/2014/main" val="1979433044"/>
                    </a:ext>
                  </a:extLst>
                </a:gridCol>
                <a:gridCol w="418562">
                  <a:extLst>
                    <a:ext uri="{9D8B030D-6E8A-4147-A177-3AD203B41FA5}">
                      <a16:colId xmlns:a16="http://schemas.microsoft.com/office/drawing/2014/main" val="4270661649"/>
                    </a:ext>
                  </a:extLst>
                </a:gridCol>
                <a:gridCol w="418562">
                  <a:extLst>
                    <a:ext uri="{9D8B030D-6E8A-4147-A177-3AD203B41FA5}">
                      <a16:colId xmlns:a16="http://schemas.microsoft.com/office/drawing/2014/main" val="3027041370"/>
                    </a:ext>
                  </a:extLst>
                </a:gridCol>
                <a:gridCol w="418562">
                  <a:extLst>
                    <a:ext uri="{9D8B030D-6E8A-4147-A177-3AD203B41FA5}">
                      <a16:colId xmlns:a16="http://schemas.microsoft.com/office/drawing/2014/main" val="2852526216"/>
                    </a:ext>
                  </a:extLst>
                </a:gridCol>
                <a:gridCol w="418562">
                  <a:extLst>
                    <a:ext uri="{9D8B030D-6E8A-4147-A177-3AD203B41FA5}">
                      <a16:colId xmlns:a16="http://schemas.microsoft.com/office/drawing/2014/main" val="103420222"/>
                    </a:ext>
                  </a:extLst>
                </a:gridCol>
                <a:gridCol w="418562">
                  <a:extLst>
                    <a:ext uri="{9D8B030D-6E8A-4147-A177-3AD203B41FA5}">
                      <a16:colId xmlns:a16="http://schemas.microsoft.com/office/drawing/2014/main" val="1470405609"/>
                    </a:ext>
                  </a:extLst>
                </a:gridCol>
                <a:gridCol w="4185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809898449"/>
              </p:ext>
            </p:extLst>
          </p:nvPr>
        </p:nvGraphicFramePr>
        <p:xfrm>
          <a:off x="399454" y="1880451"/>
          <a:ext cx="6048609" cy="372600"/>
        </p:xfrm>
        <a:graphic>
          <a:graphicData uri="http://schemas.openxmlformats.org/drawingml/2006/table">
            <a:tbl>
              <a:tblPr firstRow="1" bandRow="1">
                <a:tableStyleId>{5C22544A-7EE6-4342-B048-85BDC9FD1C3A}</a:tableStyleId>
              </a:tblPr>
              <a:tblGrid>
                <a:gridCol w="273952">
                  <a:extLst>
                    <a:ext uri="{9D8B030D-6E8A-4147-A177-3AD203B41FA5}">
                      <a16:colId xmlns:a16="http://schemas.microsoft.com/office/drawing/2014/main" val="657570846"/>
                    </a:ext>
                  </a:extLst>
                </a:gridCol>
                <a:gridCol w="329216">
                  <a:extLst>
                    <a:ext uri="{9D8B030D-6E8A-4147-A177-3AD203B41FA5}">
                      <a16:colId xmlns:a16="http://schemas.microsoft.com/office/drawing/2014/main" val="3259894497"/>
                    </a:ext>
                  </a:extLst>
                </a:gridCol>
                <a:gridCol w="421017">
                  <a:extLst>
                    <a:ext uri="{9D8B030D-6E8A-4147-A177-3AD203B41FA5}">
                      <a16:colId xmlns:a16="http://schemas.microsoft.com/office/drawing/2014/main" val="4170535043"/>
                    </a:ext>
                  </a:extLst>
                </a:gridCol>
                <a:gridCol w="418702">
                  <a:extLst>
                    <a:ext uri="{9D8B030D-6E8A-4147-A177-3AD203B41FA5}">
                      <a16:colId xmlns:a16="http://schemas.microsoft.com/office/drawing/2014/main" val="2079070694"/>
                    </a:ext>
                  </a:extLst>
                </a:gridCol>
                <a:gridCol w="418702">
                  <a:extLst>
                    <a:ext uri="{9D8B030D-6E8A-4147-A177-3AD203B41FA5}">
                      <a16:colId xmlns:a16="http://schemas.microsoft.com/office/drawing/2014/main" val="4213315911"/>
                    </a:ext>
                  </a:extLst>
                </a:gridCol>
                <a:gridCol w="418702">
                  <a:extLst>
                    <a:ext uri="{9D8B030D-6E8A-4147-A177-3AD203B41FA5}">
                      <a16:colId xmlns:a16="http://schemas.microsoft.com/office/drawing/2014/main" val="2769999950"/>
                    </a:ext>
                  </a:extLst>
                </a:gridCol>
                <a:gridCol w="418702">
                  <a:extLst>
                    <a:ext uri="{9D8B030D-6E8A-4147-A177-3AD203B41FA5}">
                      <a16:colId xmlns:a16="http://schemas.microsoft.com/office/drawing/2014/main" val="135637185"/>
                    </a:ext>
                  </a:extLst>
                </a:gridCol>
                <a:gridCol w="418702">
                  <a:extLst>
                    <a:ext uri="{9D8B030D-6E8A-4147-A177-3AD203B41FA5}">
                      <a16:colId xmlns:a16="http://schemas.microsoft.com/office/drawing/2014/main" val="3038050475"/>
                    </a:ext>
                  </a:extLst>
                </a:gridCol>
                <a:gridCol w="418702">
                  <a:extLst>
                    <a:ext uri="{9D8B030D-6E8A-4147-A177-3AD203B41FA5}">
                      <a16:colId xmlns:a16="http://schemas.microsoft.com/office/drawing/2014/main" val="1979433044"/>
                    </a:ext>
                  </a:extLst>
                </a:gridCol>
                <a:gridCol w="418702">
                  <a:extLst>
                    <a:ext uri="{9D8B030D-6E8A-4147-A177-3AD203B41FA5}">
                      <a16:colId xmlns:a16="http://schemas.microsoft.com/office/drawing/2014/main" val="4270661649"/>
                    </a:ext>
                  </a:extLst>
                </a:gridCol>
                <a:gridCol w="418702">
                  <a:extLst>
                    <a:ext uri="{9D8B030D-6E8A-4147-A177-3AD203B41FA5}">
                      <a16:colId xmlns:a16="http://schemas.microsoft.com/office/drawing/2014/main" val="3027041370"/>
                    </a:ext>
                  </a:extLst>
                </a:gridCol>
                <a:gridCol w="418702">
                  <a:extLst>
                    <a:ext uri="{9D8B030D-6E8A-4147-A177-3AD203B41FA5}">
                      <a16:colId xmlns:a16="http://schemas.microsoft.com/office/drawing/2014/main" val="2852526216"/>
                    </a:ext>
                  </a:extLst>
                </a:gridCol>
                <a:gridCol w="418702">
                  <a:extLst>
                    <a:ext uri="{9D8B030D-6E8A-4147-A177-3AD203B41FA5}">
                      <a16:colId xmlns:a16="http://schemas.microsoft.com/office/drawing/2014/main" val="103420222"/>
                    </a:ext>
                  </a:extLst>
                </a:gridCol>
                <a:gridCol w="418702">
                  <a:extLst>
                    <a:ext uri="{9D8B030D-6E8A-4147-A177-3AD203B41FA5}">
                      <a16:colId xmlns:a16="http://schemas.microsoft.com/office/drawing/2014/main" val="1470405609"/>
                    </a:ext>
                  </a:extLst>
                </a:gridCol>
                <a:gridCol w="41870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B13AB831-E474-2674-9CE6-6FE19C852BFF}"/>
              </a:ext>
            </a:extLst>
          </p:cNvPr>
          <p:cNvGraphicFramePr>
            <a:graphicFrameLocks noGrp="1"/>
          </p:cNvGraphicFramePr>
          <p:nvPr>
            <p:extLst>
              <p:ext uri="{D42A27DB-BD31-4B8C-83A1-F6EECF244321}">
                <p14:modId xmlns:p14="http://schemas.microsoft.com/office/powerpoint/2010/main" val="2228372180"/>
              </p:ext>
            </p:extLst>
          </p:nvPr>
        </p:nvGraphicFramePr>
        <p:xfrm>
          <a:off x="399453" y="3846876"/>
          <a:ext cx="6048613" cy="372600"/>
        </p:xfrm>
        <a:graphic>
          <a:graphicData uri="http://schemas.openxmlformats.org/drawingml/2006/table">
            <a:tbl>
              <a:tblPr firstRow="1" bandRow="1">
                <a:tableStyleId>{5C22544A-7EE6-4342-B048-85BDC9FD1C3A}</a:tableStyleId>
              </a:tblPr>
              <a:tblGrid>
                <a:gridCol w="279048">
                  <a:extLst>
                    <a:ext uri="{9D8B030D-6E8A-4147-A177-3AD203B41FA5}">
                      <a16:colId xmlns:a16="http://schemas.microsoft.com/office/drawing/2014/main" val="657570846"/>
                    </a:ext>
                  </a:extLst>
                </a:gridCol>
                <a:gridCol w="322418">
                  <a:extLst>
                    <a:ext uri="{9D8B030D-6E8A-4147-A177-3AD203B41FA5}">
                      <a16:colId xmlns:a16="http://schemas.microsoft.com/office/drawing/2014/main" val="3259894497"/>
                    </a:ext>
                  </a:extLst>
                </a:gridCol>
                <a:gridCol w="425675">
                  <a:extLst>
                    <a:ext uri="{9D8B030D-6E8A-4147-A177-3AD203B41FA5}">
                      <a16:colId xmlns:a16="http://schemas.microsoft.com/office/drawing/2014/main" val="4170535043"/>
                    </a:ext>
                  </a:extLst>
                </a:gridCol>
                <a:gridCol w="418456">
                  <a:extLst>
                    <a:ext uri="{9D8B030D-6E8A-4147-A177-3AD203B41FA5}">
                      <a16:colId xmlns:a16="http://schemas.microsoft.com/office/drawing/2014/main" val="2079070694"/>
                    </a:ext>
                  </a:extLst>
                </a:gridCol>
                <a:gridCol w="418456">
                  <a:extLst>
                    <a:ext uri="{9D8B030D-6E8A-4147-A177-3AD203B41FA5}">
                      <a16:colId xmlns:a16="http://schemas.microsoft.com/office/drawing/2014/main" val="4213315911"/>
                    </a:ext>
                  </a:extLst>
                </a:gridCol>
                <a:gridCol w="418456">
                  <a:extLst>
                    <a:ext uri="{9D8B030D-6E8A-4147-A177-3AD203B41FA5}">
                      <a16:colId xmlns:a16="http://schemas.microsoft.com/office/drawing/2014/main" val="2769999950"/>
                    </a:ext>
                  </a:extLst>
                </a:gridCol>
                <a:gridCol w="418456">
                  <a:extLst>
                    <a:ext uri="{9D8B030D-6E8A-4147-A177-3AD203B41FA5}">
                      <a16:colId xmlns:a16="http://schemas.microsoft.com/office/drawing/2014/main" val="135637185"/>
                    </a:ext>
                  </a:extLst>
                </a:gridCol>
                <a:gridCol w="418456">
                  <a:extLst>
                    <a:ext uri="{9D8B030D-6E8A-4147-A177-3AD203B41FA5}">
                      <a16:colId xmlns:a16="http://schemas.microsoft.com/office/drawing/2014/main" val="3038050475"/>
                    </a:ext>
                  </a:extLst>
                </a:gridCol>
                <a:gridCol w="418456">
                  <a:extLst>
                    <a:ext uri="{9D8B030D-6E8A-4147-A177-3AD203B41FA5}">
                      <a16:colId xmlns:a16="http://schemas.microsoft.com/office/drawing/2014/main" val="1979433044"/>
                    </a:ext>
                  </a:extLst>
                </a:gridCol>
                <a:gridCol w="418456">
                  <a:extLst>
                    <a:ext uri="{9D8B030D-6E8A-4147-A177-3AD203B41FA5}">
                      <a16:colId xmlns:a16="http://schemas.microsoft.com/office/drawing/2014/main" val="4270661649"/>
                    </a:ext>
                  </a:extLst>
                </a:gridCol>
                <a:gridCol w="418456">
                  <a:extLst>
                    <a:ext uri="{9D8B030D-6E8A-4147-A177-3AD203B41FA5}">
                      <a16:colId xmlns:a16="http://schemas.microsoft.com/office/drawing/2014/main" val="3027041370"/>
                    </a:ext>
                  </a:extLst>
                </a:gridCol>
                <a:gridCol w="418456">
                  <a:extLst>
                    <a:ext uri="{9D8B030D-6E8A-4147-A177-3AD203B41FA5}">
                      <a16:colId xmlns:a16="http://schemas.microsoft.com/office/drawing/2014/main" val="2852526216"/>
                    </a:ext>
                  </a:extLst>
                </a:gridCol>
                <a:gridCol w="418456">
                  <a:extLst>
                    <a:ext uri="{9D8B030D-6E8A-4147-A177-3AD203B41FA5}">
                      <a16:colId xmlns:a16="http://schemas.microsoft.com/office/drawing/2014/main" val="103420222"/>
                    </a:ext>
                  </a:extLst>
                </a:gridCol>
                <a:gridCol w="418456">
                  <a:extLst>
                    <a:ext uri="{9D8B030D-6E8A-4147-A177-3AD203B41FA5}">
                      <a16:colId xmlns:a16="http://schemas.microsoft.com/office/drawing/2014/main" val="1470405609"/>
                    </a:ext>
                  </a:extLst>
                </a:gridCol>
                <a:gridCol w="4184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B61058E0-349E-EE56-BBEE-21A44BFE4610}"/>
              </a:ext>
            </a:extLst>
          </p:cNvPr>
          <p:cNvGraphicFramePr>
            <a:graphicFrameLocks noGrp="1"/>
          </p:cNvGraphicFramePr>
          <p:nvPr>
            <p:extLst>
              <p:ext uri="{D42A27DB-BD31-4B8C-83A1-F6EECF244321}">
                <p14:modId xmlns:p14="http://schemas.microsoft.com/office/powerpoint/2010/main" val="1326871470"/>
              </p:ext>
            </p:extLst>
          </p:nvPr>
        </p:nvGraphicFramePr>
        <p:xfrm>
          <a:off x="377772" y="6772778"/>
          <a:ext cx="6084395" cy="1330273"/>
        </p:xfrm>
        <a:graphic>
          <a:graphicData uri="http://schemas.openxmlformats.org/drawingml/2006/table">
            <a:tbl>
              <a:tblPr firstRow="1" bandRow="1">
                <a:tableStyleId>{5C22544A-7EE6-4342-B048-85BDC9FD1C3A}</a:tableStyleId>
              </a:tblPr>
              <a:tblGrid>
                <a:gridCol w="439749">
                  <a:extLst>
                    <a:ext uri="{9D8B030D-6E8A-4147-A177-3AD203B41FA5}">
                      <a16:colId xmlns:a16="http://schemas.microsoft.com/office/drawing/2014/main" val="4170535043"/>
                    </a:ext>
                  </a:extLst>
                </a:gridCol>
                <a:gridCol w="1152272">
                  <a:extLst>
                    <a:ext uri="{9D8B030D-6E8A-4147-A177-3AD203B41FA5}">
                      <a16:colId xmlns:a16="http://schemas.microsoft.com/office/drawing/2014/main" val="2079070694"/>
                    </a:ext>
                  </a:extLst>
                </a:gridCol>
                <a:gridCol w="4492374">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SERIAL_LATENCY</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and the first bit of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incoming from the XC. The setting value should be larger than the 1-bit serial data length time at which the XC is sending to the daisied XDs. So, the proper value depends on the serial baudrate of the XC and can be set between (1-bit time + 3 MCLKs) and (1-bit time + 5 MCLKs). If the proper value will be set, then the serial data value will be broken.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562" y="3198616"/>
            <a:ext cx="604861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551071856"/>
              </p:ext>
            </p:extLst>
          </p:nvPr>
        </p:nvGraphicFramePr>
        <p:xfrm>
          <a:off x="399453" y="4329356"/>
          <a:ext cx="6059464" cy="1804548"/>
        </p:xfrm>
        <a:graphic>
          <a:graphicData uri="http://schemas.openxmlformats.org/drawingml/2006/table">
            <a:tbl>
              <a:tblPr firstRow="1" bandRow="1">
                <a:tableStyleId>{5C22544A-7EE6-4342-B048-85BDC9FD1C3A}</a:tableStyleId>
              </a:tblPr>
              <a:tblGrid>
                <a:gridCol w="442184">
                  <a:extLst>
                    <a:ext uri="{9D8B030D-6E8A-4147-A177-3AD203B41FA5}">
                      <a16:colId xmlns:a16="http://schemas.microsoft.com/office/drawing/2014/main" val="4170535043"/>
                    </a:ext>
                  </a:extLst>
                </a:gridCol>
                <a:gridCol w="963198">
                  <a:extLst>
                    <a:ext uri="{9D8B030D-6E8A-4147-A177-3AD203B41FA5}">
                      <a16:colId xmlns:a16="http://schemas.microsoft.com/office/drawing/2014/main" val="2079070694"/>
                    </a:ext>
                  </a:extLst>
                </a:gridCol>
                <a:gridCol w="4654082">
                  <a:extLst>
                    <a:ext uri="{9D8B030D-6E8A-4147-A177-3AD203B41FA5}">
                      <a16:colId xmlns:a16="http://schemas.microsoft.com/office/drawing/2014/main" val="32595803"/>
                    </a:ext>
                  </a:extLst>
                </a:gridCol>
              </a:tblGrid>
              <a:tr h="2432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MCLK LOCK function is used to calibrate the internal oscillator (=MCLK) to a target frequency owing to the temperature variation in a real-time, but for use, the exact period of </a:t>
                      </a:r>
                      <a:r>
                        <a:rPr lang="en-US" altLang="ko-KR" sz="900" b="0" i="0" dirty="0">
                          <a:solidFill>
                            <a:schemeClr val="tx1"/>
                          </a:solidFill>
                          <a:latin typeface="Arial" panose="020B0604020202020204" pitchFamily="34" charset="0"/>
                          <a:ea typeface="+mn-ea"/>
                          <a:cs typeface="Arial" panose="020B0604020202020204" pitchFamily="34" charset="0"/>
                        </a:rPr>
                        <a:t>SYNC commands must be continuously supplied to a XD. It should be careful that this bit must be cleared to 0 when changing the frame period, 100↔120hz, or free-sync mode especially</a:t>
                      </a:r>
                      <a:r>
                        <a:rPr lang="en-US" altLang="ko-KR" sz="900" b="0" dirty="0">
                          <a:solidFill>
                            <a:schemeClr val="tx1"/>
                          </a:solidFill>
                          <a:latin typeface="Arial" panose="020B0604020202020204" pitchFamily="34" charset="0"/>
                          <a:ea typeface="+mn-ea"/>
                          <a:cs typeface="Arial" panose="020B0604020202020204" pitchFamily="34" charset="0"/>
                        </a:rPr>
                        <a:t>. </a:t>
                      </a:r>
                      <a:r>
                        <a:rPr lang="en-US" altLang="ko-KR" sz="900" b="0" i="1" kern="1200" dirty="0">
                          <a:solidFill>
                            <a:schemeClr val="tx1"/>
                          </a:solidFill>
                          <a:effectLst/>
                          <a:latin typeface="Arial" panose="020B0604020202020204" pitchFamily="34" charset="0"/>
                          <a:ea typeface="+mn-ea"/>
                          <a:cs typeface="Arial" panose="020B0604020202020204" pitchFamily="34" charset="0"/>
                        </a:rPr>
                        <a:t>This bit should only be used when the SYNC command intervals are regular. </a:t>
                      </a:r>
                      <a:r>
                        <a:rPr lang="en-US" altLang="ko-KR" sz="900" b="0" i="0" kern="1200" dirty="0">
                          <a:solidFill>
                            <a:schemeClr val="tx1"/>
                          </a:solidFill>
                          <a:effectLst/>
                          <a:latin typeface="Arial" panose="020B0604020202020204" pitchFamily="34" charset="0"/>
                          <a:ea typeface="+mn-ea"/>
                          <a:cs typeface="Arial" panose="020B0604020202020204" pitchFamily="34" charset="0"/>
                        </a:rPr>
                        <a:t>This bit value will be refreshed with a written value at every internal vsync signal.</a:t>
                      </a:r>
                      <a:endParaRPr lang="en-US" altLang="ko-KR" sz="900" b="0" i="1" kern="1200" dirty="0">
                        <a:solidFill>
                          <a:schemeClr val="tx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MCLK_LOCK function disabled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MCLK_LOCK function enabled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value determines the number of MCLKs between the SYNC commands.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SYNC command period (=frame period) / MCLK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10308" y="6440604"/>
            <a:ext cx="6042258" cy="261610"/>
          </a:xfrm>
          <a:prstGeom prst="rect">
            <a:avLst/>
          </a:prstGeom>
          <a:noFill/>
        </p:spPr>
        <p:txBody>
          <a:bodyPr wrap="square" lIns="0" rtlCol="0">
            <a:spAutoFit/>
          </a:bodyPr>
          <a:lstStyle/>
          <a:p>
            <a:r>
              <a:rPr lang="en-US" altLang="ko-KR" sz="1100" b="1" dirty="0">
                <a:solidFill>
                  <a:schemeClr val="bg1">
                    <a:lumMod val="75000"/>
                  </a:schemeClr>
                </a:solidFill>
                <a:latin typeface="Arial" panose="020B0604020202020204" pitchFamily="34" charset="0"/>
                <a:cs typeface="Arial" panose="020B0604020202020204" pitchFamily="34" charset="0"/>
              </a:rPr>
              <a:t>OSC COMPENSATION</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891734467"/>
              </p:ext>
            </p:extLst>
          </p:nvPr>
        </p:nvGraphicFramePr>
        <p:xfrm>
          <a:off x="403956" y="7131594"/>
          <a:ext cx="6054962" cy="1351837"/>
        </p:xfrm>
        <a:graphic>
          <a:graphicData uri="http://schemas.openxmlformats.org/drawingml/2006/table">
            <a:tbl>
              <a:tblPr firstRow="1" bandRow="1">
                <a:tableStyleId>{5C22544A-7EE6-4342-B048-85BDC9FD1C3A}</a:tableStyleId>
              </a:tblPr>
              <a:tblGrid>
                <a:gridCol w="435601">
                  <a:extLst>
                    <a:ext uri="{9D8B030D-6E8A-4147-A177-3AD203B41FA5}">
                      <a16:colId xmlns:a16="http://schemas.microsoft.com/office/drawing/2014/main" val="4170535043"/>
                    </a:ext>
                  </a:extLst>
                </a:gridCol>
                <a:gridCol w="1030713">
                  <a:extLst>
                    <a:ext uri="{9D8B030D-6E8A-4147-A177-3AD203B41FA5}">
                      <a16:colId xmlns:a16="http://schemas.microsoft.com/office/drawing/2014/main" val="2079070694"/>
                    </a:ext>
                  </a:extLst>
                </a:gridCol>
                <a:gridCol w="4588648">
                  <a:extLst>
                    <a:ext uri="{9D8B030D-6E8A-4147-A177-3AD203B41FA5}">
                      <a16:colId xmlns:a16="http://schemas.microsoft.com/office/drawing/2014/main" val="32595803"/>
                    </a:ext>
                  </a:extLst>
                </a:gridCol>
              </a:tblGrid>
              <a:tr h="247717">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Bits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Fields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Descriptions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534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11</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OSC_POL</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The compensation polarity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0   Positive characteristics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1   Negative characteristics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59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4:0</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OSC_COMP</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This register is containing the current compensated value during MCLK_LOCK_E=1, and the value will be kept even if the MCLK_LOCK_E becomes disabled. If this register will be written to some value in the middle of working, the compensating start newly from the written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732198142"/>
              </p:ext>
            </p:extLst>
          </p:nvPr>
        </p:nvGraphicFramePr>
        <p:xfrm>
          <a:off x="403956" y="3466349"/>
          <a:ext cx="6048610" cy="372600"/>
        </p:xfrm>
        <a:graphic>
          <a:graphicData uri="http://schemas.openxmlformats.org/drawingml/2006/table">
            <a:tbl>
              <a:tblPr firstRow="1" bandRow="1">
                <a:tableStyleId>{5C22544A-7EE6-4342-B048-85BDC9FD1C3A}</a:tableStyleId>
              </a:tblPr>
              <a:tblGrid>
                <a:gridCol w="276716">
                  <a:extLst>
                    <a:ext uri="{9D8B030D-6E8A-4147-A177-3AD203B41FA5}">
                      <a16:colId xmlns:a16="http://schemas.microsoft.com/office/drawing/2014/main" val="657570846"/>
                    </a:ext>
                  </a:extLst>
                </a:gridCol>
                <a:gridCol w="326632">
                  <a:extLst>
                    <a:ext uri="{9D8B030D-6E8A-4147-A177-3AD203B41FA5}">
                      <a16:colId xmlns:a16="http://schemas.microsoft.com/office/drawing/2014/main" val="3259894497"/>
                    </a:ext>
                  </a:extLst>
                </a:gridCol>
                <a:gridCol w="421462">
                  <a:extLst>
                    <a:ext uri="{9D8B030D-6E8A-4147-A177-3AD203B41FA5}">
                      <a16:colId xmlns:a16="http://schemas.microsoft.com/office/drawing/2014/main" val="4170535043"/>
                    </a:ext>
                  </a:extLst>
                </a:gridCol>
                <a:gridCol w="418650">
                  <a:extLst>
                    <a:ext uri="{9D8B030D-6E8A-4147-A177-3AD203B41FA5}">
                      <a16:colId xmlns:a16="http://schemas.microsoft.com/office/drawing/2014/main" val="2079070694"/>
                    </a:ext>
                  </a:extLst>
                </a:gridCol>
                <a:gridCol w="418650">
                  <a:extLst>
                    <a:ext uri="{9D8B030D-6E8A-4147-A177-3AD203B41FA5}">
                      <a16:colId xmlns:a16="http://schemas.microsoft.com/office/drawing/2014/main" val="4213315911"/>
                    </a:ext>
                  </a:extLst>
                </a:gridCol>
                <a:gridCol w="418650">
                  <a:extLst>
                    <a:ext uri="{9D8B030D-6E8A-4147-A177-3AD203B41FA5}">
                      <a16:colId xmlns:a16="http://schemas.microsoft.com/office/drawing/2014/main" val="2769999950"/>
                    </a:ext>
                  </a:extLst>
                </a:gridCol>
                <a:gridCol w="418650">
                  <a:extLst>
                    <a:ext uri="{9D8B030D-6E8A-4147-A177-3AD203B41FA5}">
                      <a16:colId xmlns:a16="http://schemas.microsoft.com/office/drawing/2014/main" val="135637185"/>
                    </a:ext>
                  </a:extLst>
                </a:gridCol>
                <a:gridCol w="418650">
                  <a:extLst>
                    <a:ext uri="{9D8B030D-6E8A-4147-A177-3AD203B41FA5}">
                      <a16:colId xmlns:a16="http://schemas.microsoft.com/office/drawing/2014/main" val="3038050475"/>
                    </a:ext>
                  </a:extLst>
                </a:gridCol>
                <a:gridCol w="418650">
                  <a:extLst>
                    <a:ext uri="{9D8B030D-6E8A-4147-A177-3AD203B41FA5}">
                      <a16:colId xmlns:a16="http://schemas.microsoft.com/office/drawing/2014/main" val="1979433044"/>
                    </a:ext>
                  </a:extLst>
                </a:gridCol>
                <a:gridCol w="418650">
                  <a:extLst>
                    <a:ext uri="{9D8B030D-6E8A-4147-A177-3AD203B41FA5}">
                      <a16:colId xmlns:a16="http://schemas.microsoft.com/office/drawing/2014/main" val="4270661649"/>
                    </a:ext>
                  </a:extLst>
                </a:gridCol>
                <a:gridCol w="418650">
                  <a:extLst>
                    <a:ext uri="{9D8B030D-6E8A-4147-A177-3AD203B41FA5}">
                      <a16:colId xmlns:a16="http://schemas.microsoft.com/office/drawing/2014/main" val="3027041370"/>
                    </a:ext>
                  </a:extLst>
                </a:gridCol>
                <a:gridCol w="418650">
                  <a:extLst>
                    <a:ext uri="{9D8B030D-6E8A-4147-A177-3AD203B41FA5}">
                      <a16:colId xmlns:a16="http://schemas.microsoft.com/office/drawing/2014/main" val="2852526216"/>
                    </a:ext>
                  </a:extLst>
                </a:gridCol>
                <a:gridCol w="418650">
                  <a:extLst>
                    <a:ext uri="{9D8B030D-6E8A-4147-A177-3AD203B41FA5}">
                      <a16:colId xmlns:a16="http://schemas.microsoft.com/office/drawing/2014/main" val="103420222"/>
                    </a:ext>
                  </a:extLst>
                </a:gridCol>
                <a:gridCol w="418650">
                  <a:extLst>
                    <a:ext uri="{9D8B030D-6E8A-4147-A177-3AD203B41FA5}">
                      <a16:colId xmlns:a16="http://schemas.microsoft.com/office/drawing/2014/main" val="1470405609"/>
                    </a:ext>
                  </a:extLst>
                </a:gridCol>
                <a:gridCol w="41865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2712345013"/>
              </p:ext>
            </p:extLst>
          </p:nvPr>
        </p:nvGraphicFramePr>
        <p:xfrm>
          <a:off x="410307" y="3907189"/>
          <a:ext cx="6048610" cy="372600"/>
        </p:xfrm>
        <a:graphic>
          <a:graphicData uri="http://schemas.openxmlformats.org/drawingml/2006/table">
            <a:tbl>
              <a:tblPr firstRow="1" bandRow="1">
                <a:tableStyleId>{5C22544A-7EE6-4342-B048-85BDC9FD1C3A}</a:tableStyleId>
              </a:tblPr>
              <a:tblGrid>
                <a:gridCol w="268287">
                  <a:extLst>
                    <a:ext uri="{9D8B030D-6E8A-4147-A177-3AD203B41FA5}">
                      <a16:colId xmlns:a16="http://schemas.microsoft.com/office/drawing/2014/main" val="657570846"/>
                    </a:ext>
                  </a:extLst>
                </a:gridCol>
                <a:gridCol w="326633">
                  <a:extLst>
                    <a:ext uri="{9D8B030D-6E8A-4147-A177-3AD203B41FA5}">
                      <a16:colId xmlns:a16="http://schemas.microsoft.com/office/drawing/2014/main" val="3259894497"/>
                    </a:ext>
                  </a:extLst>
                </a:gridCol>
                <a:gridCol w="423568">
                  <a:extLst>
                    <a:ext uri="{9D8B030D-6E8A-4147-A177-3AD203B41FA5}">
                      <a16:colId xmlns:a16="http://schemas.microsoft.com/office/drawing/2014/main" val="4170535043"/>
                    </a:ext>
                  </a:extLst>
                </a:gridCol>
                <a:gridCol w="769360">
                  <a:extLst>
                    <a:ext uri="{9D8B030D-6E8A-4147-A177-3AD203B41FA5}">
                      <a16:colId xmlns:a16="http://schemas.microsoft.com/office/drawing/2014/main" val="2079070694"/>
                    </a:ext>
                  </a:extLst>
                </a:gridCol>
                <a:gridCol w="387342">
                  <a:extLst>
                    <a:ext uri="{9D8B030D-6E8A-4147-A177-3AD203B41FA5}">
                      <a16:colId xmlns:a16="http://schemas.microsoft.com/office/drawing/2014/main" val="4213315911"/>
                    </a:ext>
                  </a:extLst>
                </a:gridCol>
                <a:gridCol w="387342">
                  <a:extLst>
                    <a:ext uri="{9D8B030D-6E8A-4147-A177-3AD203B41FA5}">
                      <a16:colId xmlns:a16="http://schemas.microsoft.com/office/drawing/2014/main" val="2769999950"/>
                    </a:ext>
                  </a:extLst>
                </a:gridCol>
                <a:gridCol w="387342">
                  <a:extLst>
                    <a:ext uri="{9D8B030D-6E8A-4147-A177-3AD203B41FA5}">
                      <a16:colId xmlns:a16="http://schemas.microsoft.com/office/drawing/2014/main" val="135637185"/>
                    </a:ext>
                  </a:extLst>
                </a:gridCol>
                <a:gridCol w="387342">
                  <a:extLst>
                    <a:ext uri="{9D8B030D-6E8A-4147-A177-3AD203B41FA5}">
                      <a16:colId xmlns:a16="http://schemas.microsoft.com/office/drawing/2014/main" val="3038050475"/>
                    </a:ext>
                  </a:extLst>
                </a:gridCol>
                <a:gridCol w="387342">
                  <a:extLst>
                    <a:ext uri="{9D8B030D-6E8A-4147-A177-3AD203B41FA5}">
                      <a16:colId xmlns:a16="http://schemas.microsoft.com/office/drawing/2014/main" val="1979433044"/>
                    </a:ext>
                  </a:extLst>
                </a:gridCol>
                <a:gridCol w="387342">
                  <a:extLst>
                    <a:ext uri="{9D8B030D-6E8A-4147-A177-3AD203B41FA5}">
                      <a16:colId xmlns:a16="http://schemas.microsoft.com/office/drawing/2014/main" val="4270661649"/>
                    </a:ext>
                  </a:extLst>
                </a:gridCol>
                <a:gridCol w="387342">
                  <a:extLst>
                    <a:ext uri="{9D8B030D-6E8A-4147-A177-3AD203B41FA5}">
                      <a16:colId xmlns:a16="http://schemas.microsoft.com/office/drawing/2014/main" val="3027041370"/>
                    </a:ext>
                  </a:extLst>
                </a:gridCol>
                <a:gridCol w="387342">
                  <a:extLst>
                    <a:ext uri="{9D8B030D-6E8A-4147-A177-3AD203B41FA5}">
                      <a16:colId xmlns:a16="http://schemas.microsoft.com/office/drawing/2014/main" val="2852526216"/>
                    </a:ext>
                  </a:extLst>
                </a:gridCol>
                <a:gridCol w="387342">
                  <a:extLst>
                    <a:ext uri="{9D8B030D-6E8A-4147-A177-3AD203B41FA5}">
                      <a16:colId xmlns:a16="http://schemas.microsoft.com/office/drawing/2014/main" val="103420222"/>
                    </a:ext>
                  </a:extLst>
                </a:gridCol>
                <a:gridCol w="387342">
                  <a:extLst>
                    <a:ext uri="{9D8B030D-6E8A-4147-A177-3AD203B41FA5}">
                      <a16:colId xmlns:a16="http://schemas.microsoft.com/office/drawing/2014/main" val="1470405609"/>
                    </a:ext>
                  </a:extLst>
                </a:gridCol>
                <a:gridCol w="387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MCLK_LOCK_E</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5" name="표 4">
            <a:extLst>
              <a:ext uri="{FF2B5EF4-FFF2-40B4-BE49-F238E27FC236}">
                <a16:creationId xmlns:a16="http://schemas.microsoft.com/office/drawing/2014/main" id="{B13AB831-E474-2674-9CE6-6FE19C852BFF}"/>
              </a:ext>
            </a:extLst>
          </p:cNvPr>
          <p:cNvGraphicFramePr>
            <a:graphicFrameLocks noGrp="1"/>
          </p:cNvGraphicFramePr>
          <p:nvPr>
            <p:extLst>
              <p:ext uri="{D42A27DB-BD31-4B8C-83A1-F6EECF244321}">
                <p14:modId xmlns:p14="http://schemas.microsoft.com/office/powerpoint/2010/main" val="1167754877"/>
              </p:ext>
            </p:extLst>
          </p:nvPr>
        </p:nvGraphicFramePr>
        <p:xfrm>
          <a:off x="410307" y="6704218"/>
          <a:ext cx="6042262" cy="372600"/>
        </p:xfrm>
        <a:graphic>
          <a:graphicData uri="http://schemas.openxmlformats.org/drawingml/2006/table">
            <a:tbl>
              <a:tblPr firstRow="1" bandRow="1">
                <a:tableStyleId>{5C22544A-7EE6-4342-B048-85BDC9FD1C3A}</a:tableStyleId>
              </a:tblPr>
              <a:tblGrid>
                <a:gridCol w="274600">
                  <a:extLst>
                    <a:ext uri="{9D8B030D-6E8A-4147-A177-3AD203B41FA5}">
                      <a16:colId xmlns:a16="http://schemas.microsoft.com/office/drawing/2014/main" val="657570846"/>
                    </a:ext>
                  </a:extLst>
                </a:gridCol>
                <a:gridCol w="324998">
                  <a:extLst>
                    <a:ext uri="{9D8B030D-6E8A-4147-A177-3AD203B41FA5}">
                      <a16:colId xmlns:a16="http://schemas.microsoft.com/office/drawing/2014/main" val="3259894497"/>
                    </a:ext>
                  </a:extLst>
                </a:gridCol>
                <a:gridCol w="422813">
                  <a:extLst>
                    <a:ext uri="{9D8B030D-6E8A-4147-A177-3AD203B41FA5}">
                      <a16:colId xmlns:a16="http://schemas.microsoft.com/office/drawing/2014/main" val="4170535043"/>
                    </a:ext>
                  </a:extLst>
                </a:gridCol>
                <a:gridCol w="593836">
                  <a:extLst>
                    <a:ext uri="{9D8B030D-6E8A-4147-A177-3AD203B41FA5}">
                      <a16:colId xmlns:a16="http://schemas.microsoft.com/office/drawing/2014/main" val="2079070694"/>
                    </a:ext>
                  </a:extLst>
                </a:gridCol>
                <a:gridCol w="402365">
                  <a:extLst>
                    <a:ext uri="{9D8B030D-6E8A-4147-A177-3AD203B41FA5}">
                      <a16:colId xmlns:a16="http://schemas.microsoft.com/office/drawing/2014/main" val="4213315911"/>
                    </a:ext>
                  </a:extLst>
                </a:gridCol>
                <a:gridCol w="402365">
                  <a:extLst>
                    <a:ext uri="{9D8B030D-6E8A-4147-A177-3AD203B41FA5}">
                      <a16:colId xmlns:a16="http://schemas.microsoft.com/office/drawing/2014/main" val="2769999950"/>
                    </a:ext>
                  </a:extLst>
                </a:gridCol>
                <a:gridCol w="402365">
                  <a:extLst>
                    <a:ext uri="{9D8B030D-6E8A-4147-A177-3AD203B41FA5}">
                      <a16:colId xmlns:a16="http://schemas.microsoft.com/office/drawing/2014/main" val="135637185"/>
                    </a:ext>
                  </a:extLst>
                </a:gridCol>
                <a:gridCol w="402365">
                  <a:extLst>
                    <a:ext uri="{9D8B030D-6E8A-4147-A177-3AD203B41FA5}">
                      <a16:colId xmlns:a16="http://schemas.microsoft.com/office/drawing/2014/main" val="3038050475"/>
                    </a:ext>
                  </a:extLst>
                </a:gridCol>
                <a:gridCol w="402365">
                  <a:extLst>
                    <a:ext uri="{9D8B030D-6E8A-4147-A177-3AD203B41FA5}">
                      <a16:colId xmlns:a16="http://schemas.microsoft.com/office/drawing/2014/main" val="1979433044"/>
                    </a:ext>
                  </a:extLst>
                </a:gridCol>
                <a:gridCol w="402365">
                  <a:extLst>
                    <a:ext uri="{9D8B030D-6E8A-4147-A177-3AD203B41FA5}">
                      <a16:colId xmlns:a16="http://schemas.microsoft.com/office/drawing/2014/main" val="4270661649"/>
                    </a:ext>
                  </a:extLst>
                </a:gridCol>
                <a:gridCol w="402365">
                  <a:extLst>
                    <a:ext uri="{9D8B030D-6E8A-4147-A177-3AD203B41FA5}">
                      <a16:colId xmlns:a16="http://schemas.microsoft.com/office/drawing/2014/main" val="3027041370"/>
                    </a:ext>
                  </a:extLst>
                </a:gridCol>
                <a:gridCol w="402365">
                  <a:extLst>
                    <a:ext uri="{9D8B030D-6E8A-4147-A177-3AD203B41FA5}">
                      <a16:colId xmlns:a16="http://schemas.microsoft.com/office/drawing/2014/main" val="2852526216"/>
                    </a:ext>
                  </a:extLst>
                </a:gridCol>
                <a:gridCol w="402365">
                  <a:extLst>
                    <a:ext uri="{9D8B030D-6E8A-4147-A177-3AD203B41FA5}">
                      <a16:colId xmlns:a16="http://schemas.microsoft.com/office/drawing/2014/main" val="103420222"/>
                    </a:ext>
                  </a:extLst>
                </a:gridCol>
                <a:gridCol w="402365">
                  <a:extLst>
                    <a:ext uri="{9D8B030D-6E8A-4147-A177-3AD203B41FA5}">
                      <a16:colId xmlns:a16="http://schemas.microsoft.com/office/drawing/2014/main" val="1470405609"/>
                    </a:ext>
                  </a:extLst>
                </a:gridCol>
                <a:gridCol w="402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Acc</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Addr</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Default</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B11</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B10</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B9</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R/W</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0x2B</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0x00F</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bg1">
                              <a:lumMod val="75000"/>
                            </a:schemeClr>
                          </a:solidFill>
                          <a:latin typeface="Arial" panose="020B0604020202020204" pitchFamily="34" charset="0"/>
                          <a:ea typeface="+mn-ea"/>
                          <a:cs typeface="Arial" panose="020B0604020202020204" pitchFamily="34" charset="0"/>
                        </a:rPr>
                        <a:t>OSC_POL</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OSC_COMP [4:0]</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165699"/>
                  </a:ext>
                </a:extLst>
              </a:tr>
            </a:tbl>
          </a:graphicData>
        </a:graphic>
      </p:graphicFrame>
      <p:graphicFrame>
        <p:nvGraphicFramePr>
          <p:cNvPr id="24" name="표 23">
            <a:extLst>
              <a:ext uri="{FF2B5EF4-FFF2-40B4-BE49-F238E27FC236}">
                <a16:creationId xmlns:a16="http://schemas.microsoft.com/office/drawing/2014/main" id="{7E765DDB-2D6C-889C-799F-1747514EB4E4}"/>
              </a:ext>
            </a:extLst>
          </p:cNvPr>
          <p:cNvGraphicFramePr>
            <a:graphicFrameLocks noGrp="1"/>
          </p:cNvGraphicFramePr>
          <p:nvPr>
            <p:extLst>
              <p:ext uri="{D42A27DB-BD31-4B8C-83A1-F6EECF244321}">
                <p14:modId xmlns:p14="http://schemas.microsoft.com/office/powerpoint/2010/main" val="1918752526"/>
              </p:ext>
            </p:extLst>
          </p:nvPr>
        </p:nvGraphicFramePr>
        <p:xfrm>
          <a:off x="404563" y="1128679"/>
          <a:ext cx="6048620" cy="372600"/>
        </p:xfrm>
        <a:graphic>
          <a:graphicData uri="http://schemas.openxmlformats.org/drawingml/2006/table">
            <a:tbl>
              <a:tblPr firstRow="1" bandRow="1">
                <a:tableStyleId>{5C22544A-7EE6-4342-B048-85BDC9FD1C3A}</a:tableStyleId>
              </a:tblPr>
              <a:tblGrid>
                <a:gridCol w="268288">
                  <a:extLst>
                    <a:ext uri="{9D8B030D-6E8A-4147-A177-3AD203B41FA5}">
                      <a16:colId xmlns:a16="http://schemas.microsoft.com/office/drawing/2014/main" val="657570846"/>
                    </a:ext>
                  </a:extLst>
                </a:gridCol>
                <a:gridCol w="330846">
                  <a:extLst>
                    <a:ext uri="{9D8B030D-6E8A-4147-A177-3AD203B41FA5}">
                      <a16:colId xmlns:a16="http://schemas.microsoft.com/office/drawing/2014/main" val="3259894497"/>
                    </a:ext>
                  </a:extLst>
                </a:gridCol>
                <a:gridCol w="419355">
                  <a:extLst>
                    <a:ext uri="{9D8B030D-6E8A-4147-A177-3AD203B41FA5}">
                      <a16:colId xmlns:a16="http://schemas.microsoft.com/office/drawing/2014/main" val="4170535043"/>
                    </a:ext>
                  </a:extLst>
                </a:gridCol>
                <a:gridCol w="605469">
                  <a:extLst>
                    <a:ext uri="{9D8B030D-6E8A-4147-A177-3AD203B41FA5}">
                      <a16:colId xmlns:a16="http://schemas.microsoft.com/office/drawing/2014/main" val="2079070694"/>
                    </a:ext>
                  </a:extLst>
                </a:gridCol>
                <a:gridCol w="402242">
                  <a:extLst>
                    <a:ext uri="{9D8B030D-6E8A-4147-A177-3AD203B41FA5}">
                      <a16:colId xmlns:a16="http://schemas.microsoft.com/office/drawing/2014/main" val="4213315911"/>
                    </a:ext>
                  </a:extLst>
                </a:gridCol>
                <a:gridCol w="402242">
                  <a:extLst>
                    <a:ext uri="{9D8B030D-6E8A-4147-A177-3AD203B41FA5}">
                      <a16:colId xmlns:a16="http://schemas.microsoft.com/office/drawing/2014/main" val="2769999950"/>
                    </a:ext>
                  </a:extLst>
                </a:gridCol>
                <a:gridCol w="402242">
                  <a:extLst>
                    <a:ext uri="{9D8B030D-6E8A-4147-A177-3AD203B41FA5}">
                      <a16:colId xmlns:a16="http://schemas.microsoft.com/office/drawing/2014/main" val="135637185"/>
                    </a:ext>
                  </a:extLst>
                </a:gridCol>
                <a:gridCol w="402242">
                  <a:extLst>
                    <a:ext uri="{9D8B030D-6E8A-4147-A177-3AD203B41FA5}">
                      <a16:colId xmlns:a16="http://schemas.microsoft.com/office/drawing/2014/main" val="3038050475"/>
                    </a:ext>
                  </a:extLst>
                </a:gridCol>
                <a:gridCol w="402242">
                  <a:extLst>
                    <a:ext uri="{9D8B030D-6E8A-4147-A177-3AD203B41FA5}">
                      <a16:colId xmlns:a16="http://schemas.microsoft.com/office/drawing/2014/main" val="1979433044"/>
                    </a:ext>
                  </a:extLst>
                </a:gridCol>
                <a:gridCol w="402242">
                  <a:extLst>
                    <a:ext uri="{9D8B030D-6E8A-4147-A177-3AD203B41FA5}">
                      <a16:colId xmlns:a16="http://schemas.microsoft.com/office/drawing/2014/main" val="4270661649"/>
                    </a:ext>
                  </a:extLst>
                </a:gridCol>
                <a:gridCol w="402242">
                  <a:extLst>
                    <a:ext uri="{9D8B030D-6E8A-4147-A177-3AD203B41FA5}">
                      <a16:colId xmlns:a16="http://schemas.microsoft.com/office/drawing/2014/main" val="3027041370"/>
                    </a:ext>
                  </a:extLst>
                </a:gridCol>
                <a:gridCol w="402242">
                  <a:extLst>
                    <a:ext uri="{9D8B030D-6E8A-4147-A177-3AD203B41FA5}">
                      <a16:colId xmlns:a16="http://schemas.microsoft.com/office/drawing/2014/main" val="2852526216"/>
                    </a:ext>
                  </a:extLst>
                </a:gridCol>
                <a:gridCol w="402242">
                  <a:extLst>
                    <a:ext uri="{9D8B030D-6E8A-4147-A177-3AD203B41FA5}">
                      <a16:colId xmlns:a16="http://schemas.microsoft.com/office/drawing/2014/main" val="103420222"/>
                    </a:ext>
                  </a:extLst>
                </a:gridCol>
                <a:gridCol w="402242">
                  <a:extLst>
                    <a:ext uri="{9D8B030D-6E8A-4147-A177-3AD203B41FA5}">
                      <a16:colId xmlns:a16="http://schemas.microsoft.com/office/drawing/2014/main" val="1470405609"/>
                    </a:ext>
                  </a:extLst>
                </a:gridCol>
                <a:gridCol w="4022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DCLK_RST_E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DCLK_PERIOD [9:0]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0BA219F7-A8C1-3620-64F8-0F0774600D69}"/>
              </a:ext>
            </a:extLst>
          </p:cNvPr>
          <p:cNvGraphicFramePr>
            <a:graphicFrameLocks noGrp="1"/>
          </p:cNvGraphicFramePr>
          <p:nvPr>
            <p:extLst>
              <p:ext uri="{D42A27DB-BD31-4B8C-83A1-F6EECF244321}">
                <p14:modId xmlns:p14="http://schemas.microsoft.com/office/powerpoint/2010/main" val="2522327169"/>
              </p:ext>
            </p:extLst>
          </p:nvPr>
        </p:nvGraphicFramePr>
        <p:xfrm>
          <a:off x="404563" y="1548500"/>
          <a:ext cx="6048611" cy="1244319"/>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6">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7735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618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DCLK_RST_E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this bit is set, the DCLK_PERIOD counter will be reset at every internal vsync. It is recommended to be set for expressing precise gradation at every frame sync.</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871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DCLK_PERIOD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kern="1200" dirty="0">
                          <a:solidFill>
                            <a:schemeClr val="dk1"/>
                          </a:solidFill>
                          <a:effectLst/>
                          <a:latin typeface="Arial" panose="020B0604020202020204" pitchFamily="34" charset="0"/>
                          <a:ea typeface="+mn-ea"/>
                          <a:cs typeface="Arial" panose="020B0604020202020204" pitchFamily="34" charset="0"/>
                        </a:rPr>
                        <a:t>An integer multiple </a:t>
                      </a:r>
                      <a:r>
                        <a:rPr lang="en-US" altLang="ko-KR" sz="900" b="0" i="0" kern="1200" dirty="0">
                          <a:solidFill>
                            <a:schemeClr val="dk1"/>
                          </a:solidFill>
                          <a:effectLst/>
                          <a:latin typeface="Arial" panose="020B0604020202020204" pitchFamily="34" charset="0"/>
                          <a:ea typeface="+mn-ea"/>
                          <a:cs typeface="Arial" panose="020B0604020202020204" pitchFamily="34" charset="0"/>
                        </a:rPr>
                        <a:t>of the DCLK_PERIOD must be equal to the SF_PERIOD. It is recommended to be set from 64 to 128 but depends on the system performance. Even if the SF_PERIOD value becomes different according to the frame period, it is better to select a value among 64 ~ 128 that can meet an integer multiple of the SF_PERIOD.</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7209862"/>
                  </a:ext>
                </a:extLst>
              </a:tr>
            </a:tbl>
          </a:graphicData>
        </a:graphic>
      </p:graphicFrame>
      <p:sp>
        <p:nvSpPr>
          <p:cNvPr id="2" name="TextBox 1">
            <a:extLst>
              <a:ext uri="{FF2B5EF4-FFF2-40B4-BE49-F238E27FC236}">
                <a16:creationId xmlns:a16="http://schemas.microsoft.com/office/drawing/2014/main" id="{834E82BD-1A0F-EDAD-F731-849B1DB3F4DD}"/>
              </a:ext>
            </a:extLst>
          </p:cNvPr>
          <p:cNvSpPr txBox="1"/>
          <p:nvPr/>
        </p:nvSpPr>
        <p:spPr>
          <a:xfrm>
            <a:off x="404813" y="871802"/>
            <a:ext cx="60486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DCLK PERIOD</a:t>
            </a:r>
          </a:p>
        </p:txBody>
      </p:sp>
    </p:spTree>
    <p:extLst>
      <p:ext uri="{BB962C8B-B14F-4D97-AF65-F5344CB8AC3E}">
        <p14:creationId xmlns:p14="http://schemas.microsoft.com/office/powerpoint/2010/main" val="42013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DC689-C337-58F3-B735-92DF5BCD3EA1}"/>
            </a:ext>
          </a:extLst>
        </p:cNvPr>
        <p:cNvGrpSpPr/>
        <p:nvPr/>
      </p:nvGrpSpPr>
      <p:grpSpPr>
        <a:xfrm>
          <a:off x="0" y="0"/>
          <a:ext cx="0" cy="0"/>
          <a:chOff x="0" y="0"/>
          <a:chExt cx="0" cy="0"/>
        </a:xfrm>
      </p:grpSpPr>
      <p:graphicFrame>
        <p:nvGraphicFramePr>
          <p:cNvPr id="12" name="표 11">
            <a:extLst>
              <a:ext uri="{FF2B5EF4-FFF2-40B4-BE49-F238E27FC236}">
                <a16:creationId xmlns:a16="http://schemas.microsoft.com/office/drawing/2014/main" id="{03B05DA6-AE02-DF17-9394-61C70D4D0604}"/>
              </a:ext>
            </a:extLst>
          </p:cNvPr>
          <p:cNvGraphicFramePr>
            <a:graphicFrameLocks noGrp="1"/>
          </p:cNvGraphicFramePr>
          <p:nvPr>
            <p:extLst>
              <p:ext uri="{D42A27DB-BD31-4B8C-83A1-F6EECF244321}">
                <p14:modId xmlns:p14="http://schemas.microsoft.com/office/powerpoint/2010/main" val="1199347765"/>
              </p:ext>
            </p:extLst>
          </p:nvPr>
        </p:nvGraphicFramePr>
        <p:xfrm>
          <a:off x="404813" y="1134755"/>
          <a:ext cx="6048604" cy="372600"/>
        </p:xfrm>
        <a:graphic>
          <a:graphicData uri="http://schemas.openxmlformats.org/drawingml/2006/table">
            <a:tbl>
              <a:tblPr firstRow="1" bandRow="1">
                <a:tableStyleId>{5C22544A-7EE6-4342-B048-85BDC9FD1C3A}</a:tableStyleId>
              </a:tblPr>
              <a:tblGrid>
                <a:gridCol w="273780">
                  <a:extLst>
                    <a:ext uri="{9D8B030D-6E8A-4147-A177-3AD203B41FA5}">
                      <a16:colId xmlns:a16="http://schemas.microsoft.com/office/drawing/2014/main" val="657570846"/>
                    </a:ext>
                  </a:extLst>
                </a:gridCol>
                <a:gridCol w="327159">
                  <a:extLst>
                    <a:ext uri="{9D8B030D-6E8A-4147-A177-3AD203B41FA5}">
                      <a16:colId xmlns:a16="http://schemas.microsoft.com/office/drawing/2014/main" val="3259894497"/>
                    </a:ext>
                  </a:extLst>
                </a:gridCol>
                <a:gridCol w="425149">
                  <a:extLst>
                    <a:ext uri="{9D8B030D-6E8A-4147-A177-3AD203B41FA5}">
                      <a16:colId xmlns:a16="http://schemas.microsoft.com/office/drawing/2014/main" val="4170535043"/>
                    </a:ext>
                  </a:extLst>
                </a:gridCol>
                <a:gridCol w="418543">
                  <a:extLst>
                    <a:ext uri="{9D8B030D-6E8A-4147-A177-3AD203B41FA5}">
                      <a16:colId xmlns:a16="http://schemas.microsoft.com/office/drawing/2014/main" val="2079070694"/>
                    </a:ext>
                  </a:extLst>
                </a:gridCol>
                <a:gridCol w="418543">
                  <a:extLst>
                    <a:ext uri="{9D8B030D-6E8A-4147-A177-3AD203B41FA5}">
                      <a16:colId xmlns:a16="http://schemas.microsoft.com/office/drawing/2014/main" val="4213315911"/>
                    </a:ext>
                  </a:extLst>
                </a:gridCol>
                <a:gridCol w="418543">
                  <a:extLst>
                    <a:ext uri="{9D8B030D-6E8A-4147-A177-3AD203B41FA5}">
                      <a16:colId xmlns:a16="http://schemas.microsoft.com/office/drawing/2014/main" val="2769999950"/>
                    </a:ext>
                  </a:extLst>
                </a:gridCol>
                <a:gridCol w="418543">
                  <a:extLst>
                    <a:ext uri="{9D8B030D-6E8A-4147-A177-3AD203B41FA5}">
                      <a16:colId xmlns:a16="http://schemas.microsoft.com/office/drawing/2014/main" val="135637185"/>
                    </a:ext>
                  </a:extLst>
                </a:gridCol>
                <a:gridCol w="418543">
                  <a:extLst>
                    <a:ext uri="{9D8B030D-6E8A-4147-A177-3AD203B41FA5}">
                      <a16:colId xmlns:a16="http://schemas.microsoft.com/office/drawing/2014/main" val="3038050475"/>
                    </a:ext>
                  </a:extLst>
                </a:gridCol>
                <a:gridCol w="418543">
                  <a:extLst>
                    <a:ext uri="{9D8B030D-6E8A-4147-A177-3AD203B41FA5}">
                      <a16:colId xmlns:a16="http://schemas.microsoft.com/office/drawing/2014/main" val="1979433044"/>
                    </a:ext>
                  </a:extLst>
                </a:gridCol>
                <a:gridCol w="418543">
                  <a:extLst>
                    <a:ext uri="{9D8B030D-6E8A-4147-A177-3AD203B41FA5}">
                      <a16:colId xmlns:a16="http://schemas.microsoft.com/office/drawing/2014/main" val="4270661649"/>
                    </a:ext>
                  </a:extLst>
                </a:gridCol>
                <a:gridCol w="418543">
                  <a:extLst>
                    <a:ext uri="{9D8B030D-6E8A-4147-A177-3AD203B41FA5}">
                      <a16:colId xmlns:a16="http://schemas.microsoft.com/office/drawing/2014/main" val="3027041370"/>
                    </a:ext>
                  </a:extLst>
                </a:gridCol>
                <a:gridCol w="418543">
                  <a:extLst>
                    <a:ext uri="{9D8B030D-6E8A-4147-A177-3AD203B41FA5}">
                      <a16:colId xmlns:a16="http://schemas.microsoft.com/office/drawing/2014/main" val="2852526216"/>
                    </a:ext>
                  </a:extLst>
                </a:gridCol>
                <a:gridCol w="418543">
                  <a:extLst>
                    <a:ext uri="{9D8B030D-6E8A-4147-A177-3AD203B41FA5}">
                      <a16:colId xmlns:a16="http://schemas.microsoft.com/office/drawing/2014/main" val="103420222"/>
                    </a:ext>
                  </a:extLst>
                </a:gridCol>
                <a:gridCol w="418543">
                  <a:extLst>
                    <a:ext uri="{9D8B030D-6E8A-4147-A177-3AD203B41FA5}">
                      <a16:colId xmlns:a16="http://schemas.microsoft.com/office/drawing/2014/main" val="1470405609"/>
                    </a:ext>
                  </a:extLst>
                </a:gridCol>
                <a:gridCol w="4185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Acc</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Addr</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Default</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B11</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B10</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B9</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R/W</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0x2C</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0x080</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OSC_COMP_TH_P [10:0]</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4901721"/>
                  </a:ext>
                </a:extLst>
              </a:tr>
            </a:tbl>
          </a:graphicData>
        </a:graphic>
      </p:graphicFrame>
      <p:cxnSp>
        <p:nvCxnSpPr>
          <p:cNvPr id="84" name="직선 연결선 83">
            <a:extLst>
              <a:ext uri="{FF2B5EF4-FFF2-40B4-BE49-F238E27FC236}">
                <a16:creationId xmlns:a16="http://schemas.microsoft.com/office/drawing/2014/main" id="{49627EA3-ABE5-2BF8-C01F-E59210A0F0E1}"/>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89CC7CF-A049-50D0-E5F3-7BBAD8170D98}"/>
              </a:ext>
            </a:extLst>
          </p:cNvPr>
          <p:cNvSpPr txBox="1"/>
          <p:nvPr/>
        </p:nvSpPr>
        <p:spPr>
          <a:xfrm>
            <a:off x="388804" y="875627"/>
            <a:ext cx="6048610" cy="261610"/>
          </a:xfrm>
          <a:prstGeom prst="rect">
            <a:avLst/>
          </a:prstGeom>
          <a:noFill/>
        </p:spPr>
        <p:txBody>
          <a:bodyPr wrap="square" lIns="0" rtlCol="0">
            <a:spAutoFit/>
          </a:bodyPr>
          <a:lstStyle/>
          <a:p>
            <a:r>
              <a:rPr lang="en-US" altLang="ko-KR" sz="1100" b="1" dirty="0">
                <a:solidFill>
                  <a:schemeClr val="bg1">
                    <a:lumMod val="75000"/>
                  </a:schemeClr>
                </a:solidFill>
                <a:latin typeface="Arial" panose="020B0604020202020204" pitchFamily="34" charset="0"/>
                <a:cs typeface="Arial" panose="020B0604020202020204" pitchFamily="34" charset="0"/>
              </a:rPr>
              <a:t>OSC COMPENSATION THRESHOLD POSITIVE / NEGATIVE</a:t>
            </a:r>
          </a:p>
        </p:txBody>
      </p:sp>
      <p:sp>
        <p:nvSpPr>
          <p:cNvPr id="13" name="TextBox 12">
            <a:extLst>
              <a:ext uri="{FF2B5EF4-FFF2-40B4-BE49-F238E27FC236}">
                <a16:creationId xmlns:a16="http://schemas.microsoft.com/office/drawing/2014/main" id="{14B4A590-A1D6-77F7-5A53-A6B9E0674C8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3824F-3C10-0A2E-C688-5DF3F90203AB}"/>
              </a:ext>
            </a:extLst>
          </p:cNvPr>
          <p:cNvGraphicFramePr>
            <a:graphicFrameLocks noGrp="1"/>
          </p:cNvGraphicFramePr>
          <p:nvPr>
            <p:extLst>
              <p:ext uri="{D42A27DB-BD31-4B8C-83A1-F6EECF244321}">
                <p14:modId xmlns:p14="http://schemas.microsoft.com/office/powerpoint/2010/main" val="1716916694"/>
              </p:ext>
            </p:extLst>
          </p:nvPr>
        </p:nvGraphicFramePr>
        <p:xfrm>
          <a:off x="398763" y="1977607"/>
          <a:ext cx="6046209" cy="1858431"/>
        </p:xfrm>
        <a:graphic>
          <a:graphicData uri="http://schemas.openxmlformats.org/drawingml/2006/table">
            <a:tbl>
              <a:tblPr firstRow="1" bandRow="1">
                <a:tableStyleId>{5C22544A-7EE6-4342-B048-85BDC9FD1C3A}</a:tableStyleId>
              </a:tblPr>
              <a:tblGrid>
                <a:gridCol w="324558">
                  <a:extLst>
                    <a:ext uri="{9D8B030D-6E8A-4147-A177-3AD203B41FA5}">
                      <a16:colId xmlns:a16="http://schemas.microsoft.com/office/drawing/2014/main" val="4170535043"/>
                    </a:ext>
                  </a:extLst>
                </a:gridCol>
                <a:gridCol w="1204737">
                  <a:extLst>
                    <a:ext uri="{9D8B030D-6E8A-4147-A177-3AD203B41FA5}">
                      <a16:colId xmlns:a16="http://schemas.microsoft.com/office/drawing/2014/main" val="2079070694"/>
                    </a:ext>
                  </a:extLst>
                </a:gridCol>
                <a:gridCol w="4516914">
                  <a:extLst>
                    <a:ext uri="{9D8B030D-6E8A-4147-A177-3AD203B41FA5}">
                      <a16:colId xmlns:a16="http://schemas.microsoft.com/office/drawing/2014/main" val="32595803"/>
                    </a:ext>
                  </a:extLst>
                </a:gridCol>
              </a:tblGrid>
              <a:tr h="262431">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Bits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Fields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Descriptions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678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10:0</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OSC_COMP_TH_P</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OSC_COMP_TH_N</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bg1">
                              <a:lumMod val="75000"/>
                            </a:schemeClr>
                          </a:solidFill>
                          <a:effectLst/>
                          <a:latin typeface="Arial" panose="020B0604020202020204" pitchFamily="34" charset="0"/>
                          <a:ea typeface="+mn-ea"/>
                          <a:cs typeface="Arial" panose="020B0604020202020204" pitchFamily="34" charset="0"/>
                        </a:rPr>
                        <a:t>This value means the threshold that determines what to do with the compensation. The MCLK will be faster or slower 80khz per 184. Normally, it is recommended to use the default value.</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bg1">
                            <a:lumMod val="75000"/>
                          </a:schemeClr>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1. In case of MCLK_LOCK &gt; internal mclk counting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if the difference &gt; OSC_COMP_TH_P, then increase OSC_COMP by 1 and result in MCLK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faster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2. In case of MCLK_LOCK &lt; internal mclk counting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if the difference &gt; OSC_COMP_TH_N, then decrease OSC_COMP by 1 and result in MCLK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slower</a:t>
                      </a:r>
                      <a:endParaRPr lang="en-US" altLang="ko-KR" sz="800" b="0" dirty="0">
                        <a:solidFill>
                          <a:schemeClr val="bg1">
                            <a:lumMod val="75000"/>
                          </a:schemeClr>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3. Else : keep the current state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4. The signs in the above equation, + and -, is exchanged each other if the OSC_POL is set.</a:t>
                      </a:r>
                      <a:endParaRPr lang="en-US" altLang="ko-KR"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 name="표 3">
            <a:extLst>
              <a:ext uri="{FF2B5EF4-FFF2-40B4-BE49-F238E27FC236}">
                <a16:creationId xmlns:a16="http://schemas.microsoft.com/office/drawing/2014/main" id="{A2C1C94D-B7BF-4E60-9ADA-964E1709FA91}"/>
              </a:ext>
            </a:extLst>
          </p:cNvPr>
          <p:cNvGraphicFramePr>
            <a:graphicFrameLocks noGrp="1"/>
          </p:cNvGraphicFramePr>
          <p:nvPr>
            <p:extLst>
              <p:ext uri="{D42A27DB-BD31-4B8C-83A1-F6EECF244321}">
                <p14:modId xmlns:p14="http://schemas.microsoft.com/office/powerpoint/2010/main" val="3641028433"/>
              </p:ext>
            </p:extLst>
          </p:nvPr>
        </p:nvGraphicFramePr>
        <p:xfrm>
          <a:off x="404813" y="1554787"/>
          <a:ext cx="6048603" cy="372600"/>
        </p:xfrm>
        <a:graphic>
          <a:graphicData uri="http://schemas.openxmlformats.org/drawingml/2006/table">
            <a:tbl>
              <a:tblPr firstRow="1" bandRow="1">
                <a:tableStyleId>{5C22544A-7EE6-4342-B048-85BDC9FD1C3A}</a:tableStyleId>
              </a:tblPr>
              <a:tblGrid>
                <a:gridCol w="272199">
                  <a:extLst>
                    <a:ext uri="{9D8B030D-6E8A-4147-A177-3AD203B41FA5}">
                      <a16:colId xmlns:a16="http://schemas.microsoft.com/office/drawing/2014/main" val="657570846"/>
                    </a:ext>
                  </a:extLst>
                </a:gridCol>
                <a:gridCol w="328739">
                  <a:extLst>
                    <a:ext uri="{9D8B030D-6E8A-4147-A177-3AD203B41FA5}">
                      <a16:colId xmlns:a16="http://schemas.microsoft.com/office/drawing/2014/main" val="3259894497"/>
                    </a:ext>
                  </a:extLst>
                </a:gridCol>
                <a:gridCol w="425149">
                  <a:extLst>
                    <a:ext uri="{9D8B030D-6E8A-4147-A177-3AD203B41FA5}">
                      <a16:colId xmlns:a16="http://schemas.microsoft.com/office/drawing/2014/main" val="4170535043"/>
                    </a:ext>
                  </a:extLst>
                </a:gridCol>
                <a:gridCol w="418543">
                  <a:extLst>
                    <a:ext uri="{9D8B030D-6E8A-4147-A177-3AD203B41FA5}">
                      <a16:colId xmlns:a16="http://schemas.microsoft.com/office/drawing/2014/main" val="2079070694"/>
                    </a:ext>
                  </a:extLst>
                </a:gridCol>
                <a:gridCol w="418543">
                  <a:extLst>
                    <a:ext uri="{9D8B030D-6E8A-4147-A177-3AD203B41FA5}">
                      <a16:colId xmlns:a16="http://schemas.microsoft.com/office/drawing/2014/main" val="4213315911"/>
                    </a:ext>
                  </a:extLst>
                </a:gridCol>
                <a:gridCol w="418543">
                  <a:extLst>
                    <a:ext uri="{9D8B030D-6E8A-4147-A177-3AD203B41FA5}">
                      <a16:colId xmlns:a16="http://schemas.microsoft.com/office/drawing/2014/main" val="2769999950"/>
                    </a:ext>
                  </a:extLst>
                </a:gridCol>
                <a:gridCol w="418543">
                  <a:extLst>
                    <a:ext uri="{9D8B030D-6E8A-4147-A177-3AD203B41FA5}">
                      <a16:colId xmlns:a16="http://schemas.microsoft.com/office/drawing/2014/main" val="135637185"/>
                    </a:ext>
                  </a:extLst>
                </a:gridCol>
                <a:gridCol w="418543">
                  <a:extLst>
                    <a:ext uri="{9D8B030D-6E8A-4147-A177-3AD203B41FA5}">
                      <a16:colId xmlns:a16="http://schemas.microsoft.com/office/drawing/2014/main" val="3038050475"/>
                    </a:ext>
                  </a:extLst>
                </a:gridCol>
                <a:gridCol w="418543">
                  <a:extLst>
                    <a:ext uri="{9D8B030D-6E8A-4147-A177-3AD203B41FA5}">
                      <a16:colId xmlns:a16="http://schemas.microsoft.com/office/drawing/2014/main" val="1979433044"/>
                    </a:ext>
                  </a:extLst>
                </a:gridCol>
                <a:gridCol w="418543">
                  <a:extLst>
                    <a:ext uri="{9D8B030D-6E8A-4147-A177-3AD203B41FA5}">
                      <a16:colId xmlns:a16="http://schemas.microsoft.com/office/drawing/2014/main" val="4270661649"/>
                    </a:ext>
                  </a:extLst>
                </a:gridCol>
                <a:gridCol w="418543">
                  <a:extLst>
                    <a:ext uri="{9D8B030D-6E8A-4147-A177-3AD203B41FA5}">
                      <a16:colId xmlns:a16="http://schemas.microsoft.com/office/drawing/2014/main" val="3027041370"/>
                    </a:ext>
                  </a:extLst>
                </a:gridCol>
                <a:gridCol w="418543">
                  <a:extLst>
                    <a:ext uri="{9D8B030D-6E8A-4147-A177-3AD203B41FA5}">
                      <a16:colId xmlns:a16="http://schemas.microsoft.com/office/drawing/2014/main" val="2852526216"/>
                    </a:ext>
                  </a:extLst>
                </a:gridCol>
                <a:gridCol w="418543">
                  <a:extLst>
                    <a:ext uri="{9D8B030D-6E8A-4147-A177-3AD203B41FA5}">
                      <a16:colId xmlns:a16="http://schemas.microsoft.com/office/drawing/2014/main" val="103420222"/>
                    </a:ext>
                  </a:extLst>
                </a:gridCol>
                <a:gridCol w="418543">
                  <a:extLst>
                    <a:ext uri="{9D8B030D-6E8A-4147-A177-3AD203B41FA5}">
                      <a16:colId xmlns:a16="http://schemas.microsoft.com/office/drawing/2014/main" val="1470405609"/>
                    </a:ext>
                  </a:extLst>
                </a:gridCol>
                <a:gridCol w="4185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Acc</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Addr</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Default</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B11</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B10</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B9</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R/W</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0x2D</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0x200</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OSC_COMP_TH_N [10:0]</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4901721"/>
                  </a:ext>
                </a:extLst>
              </a:tr>
            </a:tbl>
          </a:graphicData>
        </a:graphic>
      </p:graphicFrame>
      <p:pic>
        <p:nvPicPr>
          <p:cNvPr id="17" name="그림 16">
            <a:extLst>
              <a:ext uri="{FF2B5EF4-FFF2-40B4-BE49-F238E27FC236}">
                <a16:creationId xmlns:a16="http://schemas.microsoft.com/office/drawing/2014/main" id="{BECC7993-AB74-2041-1141-D644AB9CC392}"/>
              </a:ext>
            </a:extLst>
          </p:cNvPr>
          <p:cNvPicPr>
            <a:picLocks noChangeAspect="1"/>
          </p:cNvPicPr>
          <p:nvPr/>
        </p:nvPicPr>
        <p:blipFill>
          <a:blip r:embed="rId2"/>
          <a:stretch>
            <a:fillRect/>
          </a:stretch>
        </p:blipFill>
        <p:spPr>
          <a:xfrm>
            <a:off x="2016219" y="3970299"/>
            <a:ext cx="4456133" cy="350539"/>
          </a:xfrm>
          <a:prstGeom prst="rect">
            <a:avLst/>
          </a:prstGeom>
        </p:spPr>
      </p:pic>
      <p:sp>
        <p:nvSpPr>
          <p:cNvPr id="3" name="TextBox 2">
            <a:extLst>
              <a:ext uri="{FF2B5EF4-FFF2-40B4-BE49-F238E27FC236}">
                <a16:creationId xmlns:a16="http://schemas.microsoft.com/office/drawing/2014/main" id="{550824E3-157C-5A45-1910-B7E1A86B066B}"/>
              </a:ext>
            </a:extLst>
          </p:cNvPr>
          <p:cNvSpPr txBox="1"/>
          <p:nvPr/>
        </p:nvSpPr>
        <p:spPr>
          <a:xfrm>
            <a:off x="398485" y="4881608"/>
            <a:ext cx="605493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9" name="표 8">
            <a:extLst>
              <a:ext uri="{FF2B5EF4-FFF2-40B4-BE49-F238E27FC236}">
                <a16:creationId xmlns:a16="http://schemas.microsoft.com/office/drawing/2014/main" id="{11CD0F43-83AF-A207-D37E-B0A5CC48B783}"/>
              </a:ext>
            </a:extLst>
          </p:cNvPr>
          <p:cNvGraphicFramePr>
            <a:graphicFrameLocks noGrp="1"/>
          </p:cNvGraphicFramePr>
          <p:nvPr>
            <p:extLst>
              <p:ext uri="{D42A27DB-BD31-4B8C-83A1-F6EECF244321}">
                <p14:modId xmlns:p14="http://schemas.microsoft.com/office/powerpoint/2010/main" val="2195897146"/>
              </p:ext>
            </p:extLst>
          </p:nvPr>
        </p:nvGraphicFramePr>
        <p:xfrm>
          <a:off x="398485" y="5570893"/>
          <a:ext cx="6054928" cy="471031"/>
        </p:xfrm>
        <a:graphic>
          <a:graphicData uri="http://schemas.openxmlformats.org/drawingml/2006/table">
            <a:tbl>
              <a:tblPr firstRow="1" bandRow="1">
                <a:tableStyleId>{5C22544A-7EE6-4342-B048-85BDC9FD1C3A}</a:tableStyleId>
              </a:tblPr>
              <a:tblGrid>
                <a:gridCol w="437619">
                  <a:extLst>
                    <a:ext uri="{9D8B030D-6E8A-4147-A177-3AD203B41FA5}">
                      <a16:colId xmlns:a16="http://schemas.microsoft.com/office/drawing/2014/main" val="4170535043"/>
                    </a:ext>
                  </a:extLst>
                </a:gridCol>
                <a:gridCol w="1146691">
                  <a:extLst>
                    <a:ext uri="{9D8B030D-6E8A-4147-A177-3AD203B41FA5}">
                      <a16:colId xmlns:a16="http://schemas.microsoft.com/office/drawing/2014/main" val="2079070694"/>
                    </a:ext>
                  </a:extLst>
                </a:gridCol>
                <a:gridCol w="4470618">
                  <a:extLst>
                    <a:ext uri="{9D8B030D-6E8A-4147-A177-3AD203B41FA5}">
                      <a16:colId xmlns:a16="http://schemas.microsoft.com/office/drawing/2014/main" val="32595803"/>
                    </a:ext>
                  </a:extLst>
                </a:gridCol>
              </a:tblGrid>
              <a:tr h="26187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2" name="표 21">
            <a:extLst>
              <a:ext uri="{FF2B5EF4-FFF2-40B4-BE49-F238E27FC236}">
                <a16:creationId xmlns:a16="http://schemas.microsoft.com/office/drawing/2014/main" id="{737ED136-E55D-9248-CDD0-079C647F0895}"/>
              </a:ext>
            </a:extLst>
          </p:cNvPr>
          <p:cNvGraphicFramePr>
            <a:graphicFrameLocks noGrp="1"/>
          </p:cNvGraphicFramePr>
          <p:nvPr>
            <p:extLst>
              <p:ext uri="{D42A27DB-BD31-4B8C-83A1-F6EECF244321}">
                <p14:modId xmlns:p14="http://schemas.microsoft.com/office/powerpoint/2010/main" val="390054368"/>
              </p:ext>
            </p:extLst>
          </p:nvPr>
        </p:nvGraphicFramePr>
        <p:xfrm>
          <a:off x="398485" y="5158489"/>
          <a:ext cx="6054929" cy="372600"/>
        </p:xfrm>
        <a:graphic>
          <a:graphicData uri="http://schemas.openxmlformats.org/drawingml/2006/table">
            <a:tbl>
              <a:tblPr firstRow="1" bandRow="1">
                <a:tableStyleId>{5C22544A-7EE6-4342-B048-85BDC9FD1C3A}</a:tableStyleId>
              </a:tblPr>
              <a:tblGrid>
                <a:gridCol w="274897">
                  <a:extLst>
                    <a:ext uri="{9D8B030D-6E8A-4147-A177-3AD203B41FA5}">
                      <a16:colId xmlns:a16="http://schemas.microsoft.com/office/drawing/2014/main" val="657570846"/>
                    </a:ext>
                  </a:extLst>
                </a:gridCol>
                <a:gridCol w="324864">
                  <a:extLst>
                    <a:ext uri="{9D8B030D-6E8A-4147-A177-3AD203B41FA5}">
                      <a16:colId xmlns:a16="http://schemas.microsoft.com/office/drawing/2014/main" val="3259894497"/>
                    </a:ext>
                  </a:extLst>
                </a:gridCol>
                <a:gridCol w="424012">
                  <a:extLst>
                    <a:ext uri="{9D8B030D-6E8A-4147-A177-3AD203B41FA5}">
                      <a16:colId xmlns:a16="http://schemas.microsoft.com/office/drawing/2014/main" val="4170535043"/>
                    </a:ext>
                  </a:extLst>
                </a:gridCol>
                <a:gridCol w="419263">
                  <a:extLst>
                    <a:ext uri="{9D8B030D-6E8A-4147-A177-3AD203B41FA5}">
                      <a16:colId xmlns:a16="http://schemas.microsoft.com/office/drawing/2014/main" val="2079070694"/>
                    </a:ext>
                  </a:extLst>
                </a:gridCol>
                <a:gridCol w="419263">
                  <a:extLst>
                    <a:ext uri="{9D8B030D-6E8A-4147-A177-3AD203B41FA5}">
                      <a16:colId xmlns:a16="http://schemas.microsoft.com/office/drawing/2014/main" val="4213315911"/>
                    </a:ext>
                  </a:extLst>
                </a:gridCol>
                <a:gridCol w="419263">
                  <a:extLst>
                    <a:ext uri="{9D8B030D-6E8A-4147-A177-3AD203B41FA5}">
                      <a16:colId xmlns:a16="http://schemas.microsoft.com/office/drawing/2014/main" val="2769999950"/>
                    </a:ext>
                  </a:extLst>
                </a:gridCol>
                <a:gridCol w="419263">
                  <a:extLst>
                    <a:ext uri="{9D8B030D-6E8A-4147-A177-3AD203B41FA5}">
                      <a16:colId xmlns:a16="http://schemas.microsoft.com/office/drawing/2014/main" val="135637185"/>
                    </a:ext>
                  </a:extLst>
                </a:gridCol>
                <a:gridCol w="419263">
                  <a:extLst>
                    <a:ext uri="{9D8B030D-6E8A-4147-A177-3AD203B41FA5}">
                      <a16:colId xmlns:a16="http://schemas.microsoft.com/office/drawing/2014/main" val="3038050475"/>
                    </a:ext>
                  </a:extLst>
                </a:gridCol>
                <a:gridCol w="419263">
                  <a:extLst>
                    <a:ext uri="{9D8B030D-6E8A-4147-A177-3AD203B41FA5}">
                      <a16:colId xmlns:a16="http://schemas.microsoft.com/office/drawing/2014/main" val="1979433044"/>
                    </a:ext>
                  </a:extLst>
                </a:gridCol>
                <a:gridCol w="419263">
                  <a:extLst>
                    <a:ext uri="{9D8B030D-6E8A-4147-A177-3AD203B41FA5}">
                      <a16:colId xmlns:a16="http://schemas.microsoft.com/office/drawing/2014/main" val="4270661649"/>
                    </a:ext>
                  </a:extLst>
                </a:gridCol>
                <a:gridCol w="419263">
                  <a:extLst>
                    <a:ext uri="{9D8B030D-6E8A-4147-A177-3AD203B41FA5}">
                      <a16:colId xmlns:a16="http://schemas.microsoft.com/office/drawing/2014/main" val="3027041370"/>
                    </a:ext>
                  </a:extLst>
                </a:gridCol>
                <a:gridCol w="419263">
                  <a:extLst>
                    <a:ext uri="{9D8B030D-6E8A-4147-A177-3AD203B41FA5}">
                      <a16:colId xmlns:a16="http://schemas.microsoft.com/office/drawing/2014/main" val="2852526216"/>
                    </a:ext>
                  </a:extLst>
                </a:gridCol>
                <a:gridCol w="419263">
                  <a:extLst>
                    <a:ext uri="{9D8B030D-6E8A-4147-A177-3AD203B41FA5}">
                      <a16:colId xmlns:a16="http://schemas.microsoft.com/office/drawing/2014/main" val="103420222"/>
                    </a:ext>
                  </a:extLst>
                </a:gridCol>
                <a:gridCol w="419263">
                  <a:extLst>
                    <a:ext uri="{9D8B030D-6E8A-4147-A177-3AD203B41FA5}">
                      <a16:colId xmlns:a16="http://schemas.microsoft.com/office/drawing/2014/main" val="1470405609"/>
                    </a:ext>
                  </a:extLst>
                </a:gridCol>
                <a:gridCol w="4192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OFS_TEMP[3:0]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ICTL_GLB[2:0]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749121"/>
                  </a:ext>
                </a:extLst>
              </a:tr>
            </a:tbl>
          </a:graphicData>
        </a:graphic>
      </p:graphicFrame>
      <p:sp>
        <p:nvSpPr>
          <p:cNvPr id="2" name="TextBox 1">
            <a:extLst>
              <a:ext uri="{FF2B5EF4-FFF2-40B4-BE49-F238E27FC236}">
                <a16:creationId xmlns:a16="http://schemas.microsoft.com/office/drawing/2014/main" id="{929E6FD2-3585-C7CD-7B20-658AB21D5BA2}"/>
              </a:ext>
            </a:extLst>
          </p:cNvPr>
          <p:cNvSpPr txBox="1"/>
          <p:nvPr/>
        </p:nvSpPr>
        <p:spPr>
          <a:xfrm>
            <a:off x="401536" y="6620654"/>
            <a:ext cx="605493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FIX</a:t>
            </a:r>
          </a:p>
        </p:txBody>
      </p:sp>
      <p:graphicFrame>
        <p:nvGraphicFramePr>
          <p:cNvPr id="5" name="표 4">
            <a:extLst>
              <a:ext uri="{FF2B5EF4-FFF2-40B4-BE49-F238E27FC236}">
                <a16:creationId xmlns:a16="http://schemas.microsoft.com/office/drawing/2014/main" id="{5BF479A7-548E-90C9-7388-B9879E2A657F}"/>
              </a:ext>
            </a:extLst>
          </p:cNvPr>
          <p:cNvGraphicFramePr>
            <a:graphicFrameLocks noGrp="1"/>
          </p:cNvGraphicFramePr>
          <p:nvPr>
            <p:extLst>
              <p:ext uri="{D42A27DB-BD31-4B8C-83A1-F6EECF244321}">
                <p14:modId xmlns:p14="http://schemas.microsoft.com/office/powerpoint/2010/main" val="3815794363"/>
              </p:ext>
            </p:extLst>
          </p:nvPr>
        </p:nvGraphicFramePr>
        <p:xfrm>
          <a:off x="401536" y="7309939"/>
          <a:ext cx="6054928" cy="745351"/>
        </p:xfrm>
        <a:graphic>
          <a:graphicData uri="http://schemas.openxmlformats.org/drawingml/2006/table">
            <a:tbl>
              <a:tblPr firstRow="1" bandRow="1">
                <a:tableStyleId>{5C22544A-7EE6-4342-B048-85BDC9FD1C3A}</a:tableStyleId>
              </a:tblPr>
              <a:tblGrid>
                <a:gridCol w="437619">
                  <a:extLst>
                    <a:ext uri="{9D8B030D-6E8A-4147-A177-3AD203B41FA5}">
                      <a16:colId xmlns:a16="http://schemas.microsoft.com/office/drawing/2014/main" val="4170535043"/>
                    </a:ext>
                  </a:extLst>
                </a:gridCol>
                <a:gridCol w="1146691">
                  <a:extLst>
                    <a:ext uri="{9D8B030D-6E8A-4147-A177-3AD203B41FA5}">
                      <a16:colId xmlns:a16="http://schemas.microsoft.com/office/drawing/2014/main" val="2079070694"/>
                    </a:ext>
                  </a:extLst>
                </a:gridCol>
                <a:gridCol w="4470618">
                  <a:extLst>
                    <a:ext uri="{9D8B030D-6E8A-4147-A177-3AD203B41FA5}">
                      <a16:colId xmlns:a16="http://schemas.microsoft.com/office/drawing/2014/main" val="32595803"/>
                    </a:ext>
                  </a:extLst>
                </a:gridCol>
              </a:tblGrid>
              <a:tr h="26187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determines the fixed VREF out value instead of the MAX_CURR_VREF when the vsync miss is detected under the MISS_VS_DIMM=1 and the MISS_VS_DET_E=1.  At the same time, the LD data is out with the LD FIX registers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6" name="표 5">
            <a:extLst>
              <a:ext uri="{FF2B5EF4-FFF2-40B4-BE49-F238E27FC236}">
                <a16:creationId xmlns:a16="http://schemas.microsoft.com/office/drawing/2014/main" id="{46A4F3BC-FF77-86B2-BEFB-C8D944452CA9}"/>
              </a:ext>
            </a:extLst>
          </p:cNvPr>
          <p:cNvGraphicFramePr>
            <a:graphicFrameLocks noGrp="1"/>
          </p:cNvGraphicFramePr>
          <p:nvPr>
            <p:extLst>
              <p:ext uri="{D42A27DB-BD31-4B8C-83A1-F6EECF244321}">
                <p14:modId xmlns:p14="http://schemas.microsoft.com/office/powerpoint/2010/main" val="3217901780"/>
              </p:ext>
            </p:extLst>
          </p:nvPr>
        </p:nvGraphicFramePr>
        <p:xfrm>
          <a:off x="401536" y="6897535"/>
          <a:ext cx="6054929" cy="372600"/>
        </p:xfrm>
        <a:graphic>
          <a:graphicData uri="http://schemas.openxmlformats.org/drawingml/2006/table">
            <a:tbl>
              <a:tblPr firstRow="1" bandRow="1">
                <a:tableStyleId>{5C22544A-7EE6-4342-B048-85BDC9FD1C3A}</a:tableStyleId>
              </a:tblPr>
              <a:tblGrid>
                <a:gridCol w="274897">
                  <a:extLst>
                    <a:ext uri="{9D8B030D-6E8A-4147-A177-3AD203B41FA5}">
                      <a16:colId xmlns:a16="http://schemas.microsoft.com/office/drawing/2014/main" val="657570846"/>
                    </a:ext>
                  </a:extLst>
                </a:gridCol>
                <a:gridCol w="324864">
                  <a:extLst>
                    <a:ext uri="{9D8B030D-6E8A-4147-A177-3AD203B41FA5}">
                      <a16:colId xmlns:a16="http://schemas.microsoft.com/office/drawing/2014/main" val="3259894497"/>
                    </a:ext>
                  </a:extLst>
                </a:gridCol>
                <a:gridCol w="424012">
                  <a:extLst>
                    <a:ext uri="{9D8B030D-6E8A-4147-A177-3AD203B41FA5}">
                      <a16:colId xmlns:a16="http://schemas.microsoft.com/office/drawing/2014/main" val="4170535043"/>
                    </a:ext>
                  </a:extLst>
                </a:gridCol>
                <a:gridCol w="419263">
                  <a:extLst>
                    <a:ext uri="{9D8B030D-6E8A-4147-A177-3AD203B41FA5}">
                      <a16:colId xmlns:a16="http://schemas.microsoft.com/office/drawing/2014/main" val="2079070694"/>
                    </a:ext>
                  </a:extLst>
                </a:gridCol>
                <a:gridCol w="419263">
                  <a:extLst>
                    <a:ext uri="{9D8B030D-6E8A-4147-A177-3AD203B41FA5}">
                      <a16:colId xmlns:a16="http://schemas.microsoft.com/office/drawing/2014/main" val="4213315911"/>
                    </a:ext>
                  </a:extLst>
                </a:gridCol>
                <a:gridCol w="419263">
                  <a:extLst>
                    <a:ext uri="{9D8B030D-6E8A-4147-A177-3AD203B41FA5}">
                      <a16:colId xmlns:a16="http://schemas.microsoft.com/office/drawing/2014/main" val="2769999950"/>
                    </a:ext>
                  </a:extLst>
                </a:gridCol>
                <a:gridCol w="419263">
                  <a:extLst>
                    <a:ext uri="{9D8B030D-6E8A-4147-A177-3AD203B41FA5}">
                      <a16:colId xmlns:a16="http://schemas.microsoft.com/office/drawing/2014/main" val="135637185"/>
                    </a:ext>
                  </a:extLst>
                </a:gridCol>
                <a:gridCol w="419263">
                  <a:extLst>
                    <a:ext uri="{9D8B030D-6E8A-4147-A177-3AD203B41FA5}">
                      <a16:colId xmlns:a16="http://schemas.microsoft.com/office/drawing/2014/main" val="3038050475"/>
                    </a:ext>
                  </a:extLst>
                </a:gridCol>
                <a:gridCol w="419263">
                  <a:extLst>
                    <a:ext uri="{9D8B030D-6E8A-4147-A177-3AD203B41FA5}">
                      <a16:colId xmlns:a16="http://schemas.microsoft.com/office/drawing/2014/main" val="1979433044"/>
                    </a:ext>
                  </a:extLst>
                </a:gridCol>
                <a:gridCol w="419263">
                  <a:extLst>
                    <a:ext uri="{9D8B030D-6E8A-4147-A177-3AD203B41FA5}">
                      <a16:colId xmlns:a16="http://schemas.microsoft.com/office/drawing/2014/main" val="4270661649"/>
                    </a:ext>
                  </a:extLst>
                </a:gridCol>
                <a:gridCol w="419263">
                  <a:extLst>
                    <a:ext uri="{9D8B030D-6E8A-4147-A177-3AD203B41FA5}">
                      <a16:colId xmlns:a16="http://schemas.microsoft.com/office/drawing/2014/main" val="3027041370"/>
                    </a:ext>
                  </a:extLst>
                </a:gridCol>
                <a:gridCol w="419263">
                  <a:extLst>
                    <a:ext uri="{9D8B030D-6E8A-4147-A177-3AD203B41FA5}">
                      <a16:colId xmlns:a16="http://schemas.microsoft.com/office/drawing/2014/main" val="2852526216"/>
                    </a:ext>
                  </a:extLst>
                </a:gridCol>
                <a:gridCol w="419263">
                  <a:extLst>
                    <a:ext uri="{9D8B030D-6E8A-4147-A177-3AD203B41FA5}">
                      <a16:colId xmlns:a16="http://schemas.microsoft.com/office/drawing/2014/main" val="103420222"/>
                    </a:ext>
                  </a:extLst>
                </a:gridCol>
                <a:gridCol w="419263">
                  <a:extLst>
                    <a:ext uri="{9D8B030D-6E8A-4147-A177-3AD203B41FA5}">
                      <a16:colId xmlns:a16="http://schemas.microsoft.com/office/drawing/2014/main" val="1470405609"/>
                    </a:ext>
                  </a:extLst>
                </a:gridCol>
                <a:gridCol w="4192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VREF_FIX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749121"/>
                  </a:ext>
                </a:extLst>
              </a:tr>
            </a:tbl>
          </a:graphicData>
        </a:graphic>
      </p:graphicFrame>
    </p:spTree>
    <p:extLst>
      <p:ext uri="{BB962C8B-B14F-4D97-AF65-F5344CB8AC3E}">
        <p14:creationId xmlns:p14="http://schemas.microsoft.com/office/powerpoint/2010/main" val="3412137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386A8-6F43-E140-1F38-6A78361D88DE}"/>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5752394-4D57-1D0B-64E6-714B9D8733B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ECDB63E-A382-99C2-23F4-52743B5A8C0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7" name="표 26">
            <a:extLst>
              <a:ext uri="{FF2B5EF4-FFF2-40B4-BE49-F238E27FC236}">
                <a16:creationId xmlns:a16="http://schemas.microsoft.com/office/drawing/2014/main" id="{BC3D1657-C128-DB34-6926-6974737D2566}"/>
              </a:ext>
            </a:extLst>
          </p:cNvPr>
          <p:cNvGraphicFramePr>
            <a:graphicFrameLocks noGrp="1"/>
          </p:cNvGraphicFramePr>
          <p:nvPr>
            <p:extLst>
              <p:ext uri="{D42A27DB-BD31-4B8C-83A1-F6EECF244321}">
                <p14:modId xmlns:p14="http://schemas.microsoft.com/office/powerpoint/2010/main" val="255958246"/>
              </p:ext>
            </p:extLst>
          </p:nvPr>
        </p:nvGraphicFramePr>
        <p:xfrm>
          <a:off x="407047" y="1556544"/>
          <a:ext cx="6030368" cy="4162818"/>
        </p:xfrm>
        <a:graphic>
          <a:graphicData uri="http://schemas.openxmlformats.org/drawingml/2006/table">
            <a:tbl>
              <a:tblPr firstRow="1" bandRow="1">
                <a:tableStyleId>{5C22544A-7EE6-4342-B048-85BDC9FD1C3A}</a:tableStyleId>
              </a:tblPr>
              <a:tblGrid>
                <a:gridCol w="361423">
                  <a:extLst>
                    <a:ext uri="{9D8B030D-6E8A-4147-A177-3AD203B41FA5}">
                      <a16:colId xmlns:a16="http://schemas.microsoft.com/office/drawing/2014/main" val="4170535043"/>
                    </a:ext>
                  </a:extLst>
                </a:gridCol>
                <a:gridCol w="915524">
                  <a:extLst>
                    <a:ext uri="{9D8B030D-6E8A-4147-A177-3AD203B41FA5}">
                      <a16:colId xmlns:a16="http://schemas.microsoft.com/office/drawing/2014/main" val="2079070694"/>
                    </a:ext>
                  </a:extLst>
                </a:gridCol>
                <a:gridCol w="167063">
                  <a:extLst>
                    <a:ext uri="{9D8B030D-6E8A-4147-A177-3AD203B41FA5}">
                      <a16:colId xmlns:a16="http://schemas.microsoft.com/office/drawing/2014/main" val="2393941440"/>
                    </a:ext>
                  </a:extLst>
                </a:gridCol>
                <a:gridCol w="4586358">
                  <a:extLst>
                    <a:ext uri="{9D8B030D-6E8A-4147-A177-3AD203B41FA5}">
                      <a16:colId xmlns:a16="http://schemas.microsoft.com/office/drawing/2014/main" val="32595803"/>
                    </a:ext>
                  </a:extLst>
                </a:gridCol>
              </a:tblGrid>
              <a:tr h="3083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534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For testing, there are two purposes for use as follows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 The MCLK divided by 16 is output to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 for trimming the internal OSC.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b. Specially used with the LD_FIX_EN bit.</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534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DDIO_DIS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Under TEST_EN=1, the D</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DIO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pin’s output will be disabled so that the read access of registers is possible without any mulfunction even though the MCLK16 clock is driven on the D</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DIO</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pin.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0678902"/>
                  </a:ext>
                </a:extLst>
              </a:tr>
              <a:tr h="25390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131521"/>
                  </a:ext>
                </a:extLst>
              </a:tr>
              <a:tr h="7534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LD_FIX_EN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For testing, there are two purposes for use with the TEST_EN bit=1 as follows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 The MAX_CURR_VREF reg value is continuously out to a current control logics.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b. The LD_FIX value is continuously out to a current control logics without sync signals.</a:t>
                      </a:r>
                      <a:r>
                        <a:rPr lang="en-US" altLang="ko-KR" sz="900" b="0" dirty="0">
                          <a:solidFill>
                            <a:srgbClr val="FF0000"/>
                          </a:solidFill>
                          <a:latin typeface="Arial" panose="020B0604020202020204" pitchFamily="34" charset="0"/>
                          <a:ea typeface="+mn-ea"/>
                          <a:cs typeface="Arial" panose="020B0604020202020204" pitchFamily="34" charset="0"/>
                        </a:rPr>
                        <a:t> </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42040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MCLK16_O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16 is output to DDIO pin.</a:t>
                      </a:r>
                      <a:endParaRPr lang="en-US" altLang="ko-KR"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3738756"/>
                  </a:ext>
                </a:extLst>
              </a:tr>
              <a:tr h="9199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graphicFrame>
        <p:nvGraphicFramePr>
          <p:cNvPr id="28" name="표 27">
            <a:extLst>
              <a:ext uri="{FF2B5EF4-FFF2-40B4-BE49-F238E27FC236}">
                <a16:creationId xmlns:a16="http://schemas.microsoft.com/office/drawing/2014/main" id="{08C543E8-A7AE-E774-8AC0-1079FF2C1FBC}"/>
              </a:ext>
            </a:extLst>
          </p:cNvPr>
          <p:cNvGraphicFramePr>
            <a:graphicFrameLocks noGrp="1"/>
          </p:cNvGraphicFramePr>
          <p:nvPr>
            <p:extLst>
              <p:ext uri="{D42A27DB-BD31-4B8C-83A1-F6EECF244321}">
                <p14:modId xmlns:p14="http://schemas.microsoft.com/office/powerpoint/2010/main" val="598025115"/>
              </p:ext>
            </p:extLst>
          </p:nvPr>
        </p:nvGraphicFramePr>
        <p:xfrm>
          <a:off x="407046" y="1139107"/>
          <a:ext cx="6044000" cy="372600"/>
        </p:xfrm>
        <a:graphic>
          <a:graphicData uri="http://schemas.openxmlformats.org/drawingml/2006/table">
            <a:tbl>
              <a:tblPr firstRow="1" bandRow="1">
                <a:tableStyleId>{5C22544A-7EE6-4342-B048-85BDC9FD1C3A}</a:tableStyleId>
              </a:tblPr>
              <a:tblGrid>
                <a:gridCol w="273822">
                  <a:extLst>
                    <a:ext uri="{9D8B030D-6E8A-4147-A177-3AD203B41FA5}">
                      <a16:colId xmlns:a16="http://schemas.microsoft.com/office/drawing/2014/main" val="657570846"/>
                    </a:ext>
                  </a:extLst>
                </a:gridCol>
                <a:gridCol w="310742">
                  <a:extLst>
                    <a:ext uri="{9D8B030D-6E8A-4147-A177-3AD203B41FA5}">
                      <a16:colId xmlns:a16="http://schemas.microsoft.com/office/drawing/2014/main" val="3259894497"/>
                    </a:ext>
                  </a:extLst>
                </a:gridCol>
                <a:gridCol w="416738">
                  <a:extLst>
                    <a:ext uri="{9D8B030D-6E8A-4147-A177-3AD203B41FA5}">
                      <a16:colId xmlns:a16="http://schemas.microsoft.com/office/drawing/2014/main" val="4170535043"/>
                    </a:ext>
                  </a:extLst>
                </a:gridCol>
                <a:gridCol w="414626">
                  <a:extLst>
                    <a:ext uri="{9D8B030D-6E8A-4147-A177-3AD203B41FA5}">
                      <a16:colId xmlns:a16="http://schemas.microsoft.com/office/drawing/2014/main" val="2079070694"/>
                    </a:ext>
                  </a:extLst>
                </a:gridCol>
                <a:gridCol w="436448">
                  <a:extLst>
                    <a:ext uri="{9D8B030D-6E8A-4147-A177-3AD203B41FA5}">
                      <a16:colId xmlns:a16="http://schemas.microsoft.com/office/drawing/2014/main" val="4213315911"/>
                    </a:ext>
                  </a:extLst>
                </a:gridCol>
                <a:gridCol w="350519">
                  <a:extLst>
                    <a:ext uri="{9D8B030D-6E8A-4147-A177-3AD203B41FA5}">
                      <a16:colId xmlns:a16="http://schemas.microsoft.com/office/drawing/2014/main" val="2769999950"/>
                    </a:ext>
                  </a:extLst>
                </a:gridCol>
                <a:gridCol w="486526">
                  <a:extLst>
                    <a:ext uri="{9D8B030D-6E8A-4147-A177-3AD203B41FA5}">
                      <a16:colId xmlns:a16="http://schemas.microsoft.com/office/drawing/2014/main" val="135637185"/>
                    </a:ext>
                  </a:extLst>
                </a:gridCol>
                <a:gridCol w="490883">
                  <a:extLst>
                    <a:ext uri="{9D8B030D-6E8A-4147-A177-3AD203B41FA5}">
                      <a16:colId xmlns:a16="http://schemas.microsoft.com/office/drawing/2014/main" val="3038050475"/>
                    </a:ext>
                  </a:extLst>
                </a:gridCol>
                <a:gridCol w="330377">
                  <a:extLst>
                    <a:ext uri="{9D8B030D-6E8A-4147-A177-3AD203B41FA5}">
                      <a16:colId xmlns:a16="http://schemas.microsoft.com/office/drawing/2014/main" val="1979433044"/>
                    </a:ext>
                  </a:extLst>
                </a:gridCol>
                <a:gridCol w="481054">
                  <a:extLst>
                    <a:ext uri="{9D8B030D-6E8A-4147-A177-3AD203B41FA5}">
                      <a16:colId xmlns:a16="http://schemas.microsoft.com/office/drawing/2014/main" val="4270661649"/>
                    </a:ext>
                  </a:extLst>
                </a:gridCol>
                <a:gridCol w="391484">
                  <a:extLst>
                    <a:ext uri="{9D8B030D-6E8A-4147-A177-3AD203B41FA5}">
                      <a16:colId xmlns:a16="http://schemas.microsoft.com/office/drawing/2014/main" val="3027041370"/>
                    </a:ext>
                  </a:extLst>
                </a:gridCol>
                <a:gridCol w="391484">
                  <a:extLst>
                    <a:ext uri="{9D8B030D-6E8A-4147-A177-3AD203B41FA5}">
                      <a16:colId xmlns:a16="http://schemas.microsoft.com/office/drawing/2014/main" val="2852526216"/>
                    </a:ext>
                  </a:extLst>
                </a:gridCol>
                <a:gridCol w="391484">
                  <a:extLst>
                    <a:ext uri="{9D8B030D-6E8A-4147-A177-3AD203B41FA5}">
                      <a16:colId xmlns:a16="http://schemas.microsoft.com/office/drawing/2014/main" val="103420222"/>
                    </a:ext>
                  </a:extLst>
                </a:gridCol>
                <a:gridCol w="391484">
                  <a:extLst>
                    <a:ext uri="{9D8B030D-6E8A-4147-A177-3AD203B41FA5}">
                      <a16:colId xmlns:a16="http://schemas.microsoft.com/office/drawing/2014/main" val="1470405609"/>
                    </a:ext>
                  </a:extLst>
                </a:gridCol>
                <a:gridCol w="486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DDIO_DIS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LD_FIX_EN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MCLK16_O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4EB322DC-2D5A-BDC9-EA36-14A3655C1F65}"/>
              </a:ext>
            </a:extLst>
          </p:cNvPr>
          <p:cNvSpPr txBox="1"/>
          <p:nvPr/>
        </p:nvSpPr>
        <p:spPr>
          <a:xfrm>
            <a:off x="388804" y="877092"/>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
        <p:nvSpPr>
          <p:cNvPr id="4" name="TextBox 3">
            <a:extLst>
              <a:ext uri="{FF2B5EF4-FFF2-40B4-BE49-F238E27FC236}">
                <a16:creationId xmlns:a16="http://schemas.microsoft.com/office/drawing/2014/main" id="{5241801B-369F-C441-54AA-191ED367C7B4}"/>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637202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75716253"/>
              </p:ext>
            </p:extLst>
          </p:nvPr>
        </p:nvGraphicFramePr>
        <p:xfrm>
          <a:off x="404813" y="1137629"/>
          <a:ext cx="6036018"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3281">
                  <a:extLst>
                    <a:ext uri="{9D8B030D-6E8A-4147-A177-3AD203B41FA5}">
                      <a16:colId xmlns:a16="http://schemas.microsoft.com/office/drawing/2014/main" val="3259894497"/>
                    </a:ext>
                  </a:extLst>
                </a:gridCol>
                <a:gridCol w="426815">
                  <a:extLst>
                    <a:ext uri="{9D8B030D-6E8A-4147-A177-3AD203B41FA5}">
                      <a16:colId xmlns:a16="http://schemas.microsoft.com/office/drawing/2014/main" val="4170535043"/>
                    </a:ext>
                  </a:extLst>
                </a:gridCol>
                <a:gridCol w="417471">
                  <a:extLst>
                    <a:ext uri="{9D8B030D-6E8A-4147-A177-3AD203B41FA5}">
                      <a16:colId xmlns:a16="http://schemas.microsoft.com/office/drawing/2014/main" val="2079070694"/>
                    </a:ext>
                  </a:extLst>
                </a:gridCol>
                <a:gridCol w="417471">
                  <a:extLst>
                    <a:ext uri="{9D8B030D-6E8A-4147-A177-3AD203B41FA5}">
                      <a16:colId xmlns:a16="http://schemas.microsoft.com/office/drawing/2014/main" val="4213315911"/>
                    </a:ext>
                  </a:extLst>
                </a:gridCol>
                <a:gridCol w="417471">
                  <a:extLst>
                    <a:ext uri="{9D8B030D-6E8A-4147-A177-3AD203B41FA5}">
                      <a16:colId xmlns:a16="http://schemas.microsoft.com/office/drawing/2014/main" val="2769999950"/>
                    </a:ext>
                  </a:extLst>
                </a:gridCol>
                <a:gridCol w="417471">
                  <a:extLst>
                    <a:ext uri="{9D8B030D-6E8A-4147-A177-3AD203B41FA5}">
                      <a16:colId xmlns:a16="http://schemas.microsoft.com/office/drawing/2014/main" val="135637185"/>
                    </a:ext>
                  </a:extLst>
                </a:gridCol>
                <a:gridCol w="417471">
                  <a:extLst>
                    <a:ext uri="{9D8B030D-6E8A-4147-A177-3AD203B41FA5}">
                      <a16:colId xmlns:a16="http://schemas.microsoft.com/office/drawing/2014/main" val="3038050475"/>
                    </a:ext>
                  </a:extLst>
                </a:gridCol>
                <a:gridCol w="417471">
                  <a:extLst>
                    <a:ext uri="{9D8B030D-6E8A-4147-A177-3AD203B41FA5}">
                      <a16:colId xmlns:a16="http://schemas.microsoft.com/office/drawing/2014/main" val="1979433044"/>
                    </a:ext>
                  </a:extLst>
                </a:gridCol>
                <a:gridCol w="417471">
                  <a:extLst>
                    <a:ext uri="{9D8B030D-6E8A-4147-A177-3AD203B41FA5}">
                      <a16:colId xmlns:a16="http://schemas.microsoft.com/office/drawing/2014/main" val="4270661649"/>
                    </a:ext>
                  </a:extLst>
                </a:gridCol>
                <a:gridCol w="417471">
                  <a:extLst>
                    <a:ext uri="{9D8B030D-6E8A-4147-A177-3AD203B41FA5}">
                      <a16:colId xmlns:a16="http://schemas.microsoft.com/office/drawing/2014/main" val="3027041370"/>
                    </a:ext>
                  </a:extLst>
                </a:gridCol>
                <a:gridCol w="417471">
                  <a:extLst>
                    <a:ext uri="{9D8B030D-6E8A-4147-A177-3AD203B41FA5}">
                      <a16:colId xmlns:a16="http://schemas.microsoft.com/office/drawing/2014/main" val="2852526216"/>
                    </a:ext>
                  </a:extLst>
                </a:gridCol>
                <a:gridCol w="417471">
                  <a:extLst>
                    <a:ext uri="{9D8B030D-6E8A-4147-A177-3AD203B41FA5}">
                      <a16:colId xmlns:a16="http://schemas.microsoft.com/office/drawing/2014/main" val="103420222"/>
                    </a:ext>
                  </a:extLst>
                </a:gridCol>
                <a:gridCol w="417471">
                  <a:extLst>
                    <a:ext uri="{9D8B030D-6E8A-4147-A177-3AD203B41FA5}">
                      <a16:colId xmlns:a16="http://schemas.microsoft.com/office/drawing/2014/main" val="1470405609"/>
                    </a:ext>
                  </a:extLst>
                </a:gridCol>
                <a:gridCol w="41747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1727772273"/>
              </p:ext>
            </p:extLst>
          </p:nvPr>
        </p:nvGraphicFramePr>
        <p:xfrm>
          <a:off x="404813" y="2392780"/>
          <a:ext cx="6036007"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3281">
                  <a:extLst>
                    <a:ext uri="{9D8B030D-6E8A-4147-A177-3AD203B41FA5}">
                      <a16:colId xmlns:a16="http://schemas.microsoft.com/office/drawing/2014/main" val="3259894497"/>
                    </a:ext>
                  </a:extLst>
                </a:gridCol>
                <a:gridCol w="428928">
                  <a:extLst>
                    <a:ext uri="{9D8B030D-6E8A-4147-A177-3AD203B41FA5}">
                      <a16:colId xmlns:a16="http://schemas.microsoft.com/office/drawing/2014/main" val="4170535043"/>
                    </a:ext>
                  </a:extLst>
                </a:gridCol>
                <a:gridCol w="417294">
                  <a:extLst>
                    <a:ext uri="{9D8B030D-6E8A-4147-A177-3AD203B41FA5}">
                      <a16:colId xmlns:a16="http://schemas.microsoft.com/office/drawing/2014/main" val="2079070694"/>
                    </a:ext>
                  </a:extLst>
                </a:gridCol>
                <a:gridCol w="417294">
                  <a:extLst>
                    <a:ext uri="{9D8B030D-6E8A-4147-A177-3AD203B41FA5}">
                      <a16:colId xmlns:a16="http://schemas.microsoft.com/office/drawing/2014/main" val="4213315911"/>
                    </a:ext>
                  </a:extLst>
                </a:gridCol>
                <a:gridCol w="417294">
                  <a:extLst>
                    <a:ext uri="{9D8B030D-6E8A-4147-A177-3AD203B41FA5}">
                      <a16:colId xmlns:a16="http://schemas.microsoft.com/office/drawing/2014/main" val="2769999950"/>
                    </a:ext>
                  </a:extLst>
                </a:gridCol>
                <a:gridCol w="417294">
                  <a:extLst>
                    <a:ext uri="{9D8B030D-6E8A-4147-A177-3AD203B41FA5}">
                      <a16:colId xmlns:a16="http://schemas.microsoft.com/office/drawing/2014/main" val="135637185"/>
                    </a:ext>
                  </a:extLst>
                </a:gridCol>
                <a:gridCol w="417294">
                  <a:extLst>
                    <a:ext uri="{9D8B030D-6E8A-4147-A177-3AD203B41FA5}">
                      <a16:colId xmlns:a16="http://schemas.microsoft.com/office/drawing/2014/main" val="3038050475"/>
                    </a:ext>
                  </a:extLst>
                </a:gridCol>
                <a:gridCol w="417294">
                  <a:extLst>
                    <a:ext uri="{9D8B030D-6E8A-4147-A177-3AD203B41FA5}">
                      <a16:colId xmlns:a16="http://schemas.microsoft.com/office/drawing/2014/main" val="1979433044"/>
                    </a:ext>
                  </a:extLst>
                </a:gridCol>
                <a:gridCol w="417294">
                  <a:extLst>
                    <a:ext uri="{9D8B030D-6E8A-4147-A177-3AD203B41FA5}">
                      <a16:colId xmlns:a16="http://schemas.microsoft.com/office/drawing/2014/main" val="4270661649"/>
                    </a:ext>
                  </a:extLst>
                </a:gridCol>
                <a:gridCol w="417294">
                  <a:extLst>
                    <a:ext uri="{9D8B030D-6E8A-4147-A177-3AD203B41FA5}">
                      <a16:colId xmlns:a16="http://schemas.microsoft.com/office/drawing/2014/main" val="3027041370"/>
                    </a:ext>
                  </a:extLst>
                </a:gridCol>
                <a:gridCol w="417294">
                  <a:extLst>
                    <a:ext uri="{9D8B030D-6E8A-4147-A177-3AD203B41FA5}">
                      <a16:colId xmlns:a16="http://schemas.microsoft.com/office/drawing/2014/main" val="2852526216"/>
                    </a:ext>
                  </a:extLst>
                </a:gridCol>
                <a:gridCol w="417294">
                  <a:extLst>
                    <a:ext uri="{9D8B030D-6E8A-4147-A177-3AD203B41FA5}">
                      <a16:colId xmlns:a16="http://schemas.microsoft.com/office/drawing/2014/main" val="103420222"/>
                    </a:ext>
                  </a:extLst>
                </a:gridCol>
                <a:gridCol w="417294">
                  <a:extLst>
                    <a:ext uri="{9D8B030D-6E8A-4147-A177-3AD203B41FA5}">
                      <a16:colId xmlns:a16="http://schemas.microsoft.com/office/drawing/2014/main" val="1470405609"/>
                    </a:ext>
                  </a:extLst>
                </a:gridCol>
                <a:gridCol w="4172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06584" y="2129694"/>
            <a:ext cx="603158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6580" y="2959213"/>
            <a:ext cx="603693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6586" y="3773915"/>
            <a:ext cx="602796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2780008396"/>
              </p:ext>
            </p:extLst>
          </p:nvPr>
        </p:nvGraphicFramePr>
        <p:xfrm>
          <a:off x="406948" y="4051234"/>
          <a:ext cx="6041286" cy="372600"/>
        </p:xfrm>
        <a:graphic>
          <a:graphicData uri="http://schemas.openxmlformats.org/drawingml/2006/table">
            <a:tbl>
              <a:tblPr firstRow="1" bandRow="1">
                <a:tableStyleId>{5C22544A-7EE6-4342-B048-85BDC9FD1C3A}</a:tableStyleId>
              </a:tblPr>
              <a:tblGrid>
                <a:gridCol w="272044">
                  <a:extLst>
                    <a:ext uri="{9D8B030D-6E8A-4147-A177-3AD203B41FA5}">
                      <a16:colId xmlns:a16="http://schemas.microsoft.com/office/drawing/2014/main" val="657570846"/>
                    </a:ext>
                  </a:extLst>
                </a:gridCol>
                <a:gridCol w="329620">
                  <a:extLst>
                    <a:ext uri="{9D8B030D-6E8A-4147-A177-3AD203B41FA5}">
                      <a16:colId xmlns:a16="http://schemas.microsoft.com/office/drawing/2014/main" val="3259894497"/>
                    </a:ext>
                  </a:extLst>
                </a:gridCol>
                <a:gridCol w="422590">
                  <a:extLst>
                    <a:ext uri="{9D8B030D-6E8A-4147-A177-3AD203B41FA5}">
                      <a16:colId xmlns:a16="http://schemas.microsoft.com/office/drawing/2014/main" val="4170535043"/>
                    </a:ext>
                  </a:extLst>
                </a:gridCol>
                <a:gridCol w="418086">
                  <a:extLst>
                    <a:ext uri="{9D8B030D-6E8A-4147-A177-3AD203B41FA5}">
                      <a16:colId xmlns:a16="http://schemas.microsoft.com/office/drawing/2014/main" val="2079070694"/>
                    </a:ext>
                  </a:extLst>
                </a:gridCol>
                <a:gridCol w="418086">
                  <a:extLst>
                    <a:ext uri="{9D8B030D-6E8A-4147-A177-3AD203B41FA5}">
                      <a16:colId xmlns:a16="http://schemas.microsoft.com/office/drawing/2014/main" val="4213315911"/>
                    </a:ext>
                  </a:extLst>
                </a:gridCol>
                <a:gridCol w="418086">
                  <a:extLst>
                    <a:ext uri="{9D8B030D-6E8A-4147-A177-3AD203B41FA5}">
                      <a16:colId xmlns:a16="http://schemas.microsoft.com/office/drawing/2014/main" val="2769999950"/>
                    </a:ext>
                  </a:extLst>
                </a:gridCol>
                <a:gridCol w="418086">
                  <a:extLst>
                    <a:ext uri="{9D8B030D-6E8A-4147-A177-3AD203B41FA5}">
                      <a16:colId xmlns:a16="http://schemas.microsoft.com/office/drawing/2014/main" val="135637185"/>
                    </a:ext>
                  </a:extLst>
                </a:gridCol>
                <a:gridCol w="418086">
                  <a:extLst>
                    <a:ext uri="{9D8B030D-6E8A-4147-A177-3AD203B41FA5}">
                      <a16:colId xmlns:a16="http://schemas.microsoft.com/office/drawing/2014/main" val="3038050475"/>
                    </a:ext>
                  </a:extLst>
                </a:gridCol>
                <a:gridCol w="418086">
                  <a:extLst>
                    <a:ext uri="{9D8B030D-6E8A-4147-A177-3AD203B41FA5}">
                      <a16:colId xmlns:a16="http://schemas.microsoft.com/office/drawing/2014/main" val="1979433044"/>
                    </a:ext>
                  </a:extLst>
                </a:gridCol>
                <a:gridCol w="418086">
                  <a:extLst>
                    <a:ext uri="{9D8B030D-6E8A-4147-A177-3AD203B41FA5}">
                      <a16:colId xmlns:a16="http://schemas.microsoft.com/office/drawing/2014/main" val="4270661649"/>
                    </a:ext>
                  </a:extLst>
                </a:gridCol>
                <a:gridCol w="418086">
                  <a:extLst>
                    <a:ext uri="{9D8B030D-6E8A-4147-A177-3AD203B41FA5}">
                      <a16:colId xmlns:a16="http://schemas.microsoft.com/office/drawing/2014/main" val="3027041370"/>
                    </a:ext>
                  </a:extLst>
                </a:gridCol>
                <a:gridCol w="418086">
                  <a:extLst>
                    <a:ext uri="{9D8B030D-6E8A-4147-A177-3AD203B41FA5}">
                      <a16:colId xmlns:a16="http://schemas.microsoft.com/office/drawing/2014/main" val="2852526216"/>
                    </a:ext>
                  </a:extLst>
                </a:gridCol>
                <a:gridCol w="418086">
                  <a:extLst>
                    <a:ext uri="{9D8B030D-6E8A-4147-A177-3AD203B41FA5}">
                      <a16:colId xmlns:a16="http://schemas.microsoft.com/office/drawing/2014/main" val="103420222"/>
                    </a:ext>
                  </a:extLst>
                </a:gridCol>
                <a:gridCol w="418086">
                  <a:extLst>
                    <a:ext uri="{9D8B030D-6E8A-4147-A177-3AD203B41FA5}">
                      <a16:colId xmlns:a16="http://schemas.microsoft.com/office/drawing/2014/main" val="1470405609"/>
                    </a:ext>
                  </a:extLst>
                </a:gridCol>
                <a:gridCol w="418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2489156186"/>
              </p:ext>
            </p:extLst>
          </p:nvPr>
        </p:nvGraphicFramePr>
        <p:xfrm>
          <a:off x="404813" y="1565483"/>
          <a:ext cx="6036007"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3281">
                  <a:extLst>
                    <a:ext uri="{9D8B030D-6E8A-4147-A177-3AD203B41FA5}">
                      <a16:colId xmlns:a16="http://schemas.microsoft.com/office/drawing/2014/main" val="3259894497"/>
                    </a:ext>
                  </a:extLst>
                </a:gridCol>
                <a:gridCol w="428928">
                  <a:extLst>
                    <a:ext uri="{9D8B030D-6E8A-4147-A177-3AD203B41FA5}">
                      <a16:colId xmlns:a16="http://schemas.microsoft.com/office/drawing/2014/main" val="4170535043"/>
                    </a:ext>
                  </a:extLst>
                </a:gridCol>
                <a:gridCol w="417294">
                  <a:extLst>
                    <a:ext uri="{9D8B030D-6E8A-4147-A177-3AD203B41FA5}">
                      <a16:colId xmlns:a16="http://schemas.microsoft.com/office/drawing/2014/main" val="2079070694"/>
                    </a:ext>
                  </a:extLst>
                </a:gridCol>
                <a:gridCol w="417294">
                  <a:extLst>
                    <a:ext uri="{9D8B030D-6E8A-4147-A177-3AD203B41FA5}">
                      <a16:colId xmlns:a16="http://schemas.microsoft.com/office/drawing/2014/main" val="4213315911"/>
                    </a:ext>
                  </a:extLst>
                </a:gridCol>
                <a:gridCol w="417294">
                  <a:extLst>
                    <a:ext uri="{9D8B030D-6E8A-4147-A177-3AD203B41FA5}">
                      <a16:colId xmlns:a16="http://schemas.microsoft.com/office/drawing/2014/main" val="2769999950"/>
                    </a:ext>
                  </a:extLst>
                </a:gridCol>
                <a:gridCol w="417294">
                  <a:extLst>
                    <a:ext uri="{9D8B030D-6E8A-4147-A177-3AD203B41FA5}">
                      <a16:colId xmlns:a16="http://schemas.microsoft.com/office/drawing/2014/main" val="135637185"/>
                    </a:ext>
                  </a:extLst>
                </a:gridCol>
                <a:gridCol w="417294">
                  <a:extLst>
                    <a:ext uri="{9D8B030D-6E8A-4147-A177-3AD203B41FA5}">
                      <a16:colId xmlns:a16="http://schemas.microsoft.com/office/drawing/2014/main" val="3038050475"/>
                    </a:ext>
                  </a:extLst>
                </a:gridCol>
                <a:gridCol w="417294">
                  <a:extLst>
                    <a:ext uri="{9D8B030D-6E8A-4147-A177-3AD203B41FA5}">
                      <a16:colId xmlns:a16="http://schemas.microsoft.com/office/drawing/2014/main" val="1979433044"/>
                    </a:ext>
                  </a:extLst>
                </a:gridCol>
                <a:gridCol w="417294">
                  <a:extLst>
                    <a:ext uri="{9D8B030D-6E8A-4147-A177-3AD203B41FA5}">
                      <a16:colId xmlns:a16="http://schemas.microsoft.com/office/drawing/2014/main" val="4270661649"/>
                    </a:ext>
                  </a:extLst>
                </a:gridCol>
                <a:gridCol w="417294">
                  <a:extLst>
                    <a:ext uri="{9D8B030D-6E8A-4147-A177-3AD203B41FA5}">
                      <a16:colId xmlns:a16="http://schemas.microsoft.com/office/drawing/2014/main" val="3027041370"/>
                    </a:ext>
                  </a:extLst>
                </a:gridCol>
                <a:gridCol w="417294">
                  <a:extLst>
                    <a:ext uri="{9D8B030D-6E8A-4147-A177-3AD203B41FA5}">
                      <a16:colId xmlns:a16="http://schemas.microsoft.com/office/drawing/2014/main" val="2852526216"/>
                    </a:ext>
                  </a:extLst>
                </a:gridCol>
                <a:gridCol w="417294">
                  <a:extLst>
                    <a:ext uri="{9D8B030D-6E8A-4147-A177-3AD203B41FA5}">
                      <a16:colId xmlns:a16="http://schemas.microsoft.com/office/drawing/2014/main" val="103420222"/>
                    </a:ext>
                  </a:extLst>
                </a:gridCol>
                <a:gridCol w="417294">
                  <a:extLst>
                    <a:ext uri="{9D8B030D-6E8A-4147-A177-3AD203B41FA5}">
                      <a16:colId xmlns:a16="http://schemas.microsoft.com/office/drawing/2014/main" val="1470405609"/>
                    </a:ext>
                  </a:extLst>
                </a:gridCol>
                <a:gridCol w="4172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254770111"/>
              </p:ext>
            </p:extLst>
          </p:nvPr>
        </p:nvGraphicFramePr>
        <p:xfrm>
          <a:off x="404831" y="3222007"/>
          <a:ext cx="6041287"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3280">
                  <a:extLst>
                    <a:ext uri="{9D8B030D-6E8A-4147-A177-3AD203B41FA5}">
                      <a16:colId xmlns:a16="http://schemas.microsoft.com/office/drawing/2014/main" val="3259894497"/>
                    </a:ext>
                  </a:extLst>
                </a:gridCol>
                <a:gridCol w="428928">
                  <a:extLst>
                    <a:ext uri="{9D8B030D-6E8A-4147-A177-3AD203B41FA5}">
                      <a16:colId xmlns:a16="http://schemas.microsoft.com/office/drawing/2014/main" val="4170535043"/>
                    </a:ext>
                  </a:extLst>
                </a:gridCol>
                <a:gridCol w="298169">
                  <a:extLst>
                    <a:ext uri="{9D8B030D-6E8A-4147-A177-3AD203B41FA5}">
                      <a16:colId xmlns:a16="http://schemas.microsoft.com/office/drawing/2014/main" val="2079070694"/>
                    </a:ext>
                  </a:extLst>
                </a:gridCol>
                <a:gridCol w="298169">
                  <a:extLst>
                    <a:ext uri="{9D8B030D-6E8A-4147-A177-3AD203B41FA5}">
                      <a16:colId xmlns:a16="http://schemas.microsoft.com/office/drawing/2014/main" val="4213315911"/>
                    </a:ext>
                  </a:extLst>
                </a:gridCol>
                <a:gridCol w="298169">
                  <a:extLst>
                    <a:ext uri="{9D8B030D-6E8A-4147-A177-3AD203B41FA5}">
                      <a16:colId xmlns:a16="http://schemas.microsoft.com/office/drawing/2014/main" val="2769999950"/>
                    </a:ext>
                  </a:extLst>
                </a:gridCol>
                <a:gridCol w="298169">
                  <a:extLst>
                    <a:ext uri="{9D8B030D-6E8A-4147-A177-3AD203B41FA5}">
                      <a16:colId xmlns:a16="http://schemas.microsoft.com/office/drawing/2014/main" val="135637185"/>
                    </a:ext>
                  </a:extLst>
                </a:gridCol>
                <a:gridCol w="298169">
                  <a:extLst>
                    <a:ext uri="{9D8B030D-6E8A-4147-A177-3AD203B41FA5}">
                      <a16:colId xmlns:a16="http://schemas.microsoft.com/office/drawing/2014/main" val="3038050475"/>
                    </a:ext>
                  </a:extLst>
                </a:gridCol>
                <a:gridCol w="298169">
                  <a:extLst>
                    <a:ext uri="{9D8B030D-6E8A-4147-A177-3AD203B41FA5}">
                      <a16:colId xmlns:a16="http://schemas.microsoft.com/office/drawing/2014/main" val="1979433044"/>
                    </a:ext>
                  </a:extLst>
                </a:gridCol>
                <a:gridCol w="298169">
                  <a:extLst>
                    <a:ext uri="{9D8B030D-6E8A-4147-A177-3AD203B41FA5}">
                      <a16:colId xmlns:a16="http://schemas.microsoft.com/office/drawing/2014/main" val="4270661649"/>
                    </a:ext>
                  </a:extLst>
                </a:gridCol>
                <a:gridCol w="298169">
                  <a:extLst>
                    <a:ext uri="{9D8B030D-6E8A-4147-A177-3AD203B41FA5}">
                      <a16:colId xmlns:a16="http://schemas.microsoft.com/office/drawing/2014/main" val="3027041370"/>
                    </a:ext>
                  </a:extLst>
                </a:gridCol>
                <a:gridCol w="298169">
                  <a:extLst>
                    <a:ext uri="{9D8B030D-6E8A-4147-A177-3AD203B41FA5}">
                      <a16:colId xmlns:a16="http://schemas.microsoft.com/office/drawing/2014/main" val="2852526216"/>
                    </a:ext>
                  </a:extLst>
                </a:gridCol>
                <a:gridCol w="298169">
                  <a:extLst>
                    <a:ext uri="{9D8B030D-6E8A-4147-A177-3AD203B41FA5}">
                      <a16:colId xmlns:a16="http://schemas.microsoft.com/office/drawing/2014/main" val="103420222"/>
                    </a:ext>
                  </a:extLst>
                </a:gridCol>
                <a:gridCol w="1014545">
                  <a:extLst>
                    <a:ext uri="{9D8B030D-6E8A-4147-A177-3AD203B41FA5}">
                      <a16:colId xmlns:a16="http://schemas.microsoft.com/office/drawing/2014/main" val="1470405609"/>
                    </a:ext>
                  </a:extLst>
                </a:gridCol>
                <a:gridCol w="10165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3" name="TextBox 22">
            <a:extLst>
              <a:ext uri="{FF2B5EF4-FFF2-40B4-BE49-F238E27FC236}">
                <a16:creationId xmlns:a16="http://schemas.microsoft.com/office/drawing/2014/main" id="{8ADA6022-234C-2371-6CB3-F17AF955CAB0}"/>
              </a:ext>
            </a:extLst>
          </p:cNvPr>
          <p:cNvSpPr txBox="1"/>
          <p:nvPr/>
        </p:nvSpPr>
        <p:spPr>
          <a:xfrm>
            <a:off x="406580" y="6307339"/>
            <a:ext cx="603693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3" name="표 2">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93905579"/>
              </p:ext>
            </p:extLst>
          </p:nvPr>
        </p:nvGraphicFramePr>
        <p:xfrm>
          <a:off x="404802" y="6570641"/>
          <a:ext cx="6033368" cy="372600"/>
        </p:xfrm>
        <a:graphic>
          <a:graphicData uri="http://schemas.openxmlformats.org/drawingml/2006/table">
            <a:tbl>
              <a:tblPr firstRow="1" bandRow="1">
                <a:tableStyleId>{5C22544A-7EE6-4342-B048-85BDC9FD1C3A}</a:tableStyleId>
              </a:tblPr>
              <a:tblGrid>
                <a:gridCol w="278384">
                  <a:extLst>
                    <a:ext uri="{9D8B030D-6E8A-4147-A177-3AD203B41FA5}">
                      <a16:colId xmlns:a16="http://schemas.microsoft.com/office/drawing/2014/main" val="657570846"/>
                    </a:ext>
                  </a:extLst>
                </a:gridCol>
                <a:gridCol w="321168">
                  <a:extLst>
                    <a:ext uri="{9D8B030D-6E8A-4147-A177-3AD203B41FA5}">
                      <a16:colId xmlns:a16="http://schemas.microsoft.com/office/drawing/2014/main" val="3259894497"/>
                    </a:ext>
                  </a:extLst>
                </a:gridCol>
                <a:gridCol w="428928">
                  <a:extLst>
                    <a:ext uri="{9D8B030D-6E8A-4147-A177-3AD203B41FA5}">
                      <a16:colId xmlns:a16="http://schemas.microsoft.com/office/drawing/2014/main" val="4170535043"/>
                    </a:ext>
                  </a:extLst>
                </a:gridCol>
                <a:gridCol w="417074">
                  <a:extLst>
                    <a:ext uri="{9D8B030D-6E8A-4147-A177-3AD203B41FA5}">
                      <a16:colId xmlns:a16="http://schemas.microsoft.com/office/drawing/2014/main" val="2079070694"/>
                    </a:ext>
                  </a:extLst>
                </a:gridCol>
                <a:gridCol w="417074">
                  <a:extLst>
                    <a:ext uri="{9D8B030D-6E8A-4147-A177-3AD203B41FA5}">
                      <a16:colId xmlns:a16="http://schemas.microsoft.com/office/drawing/2014/main" val="4213315911"/>
                    </a:ext>
                  </a:extLst>
                </a:gridCol>
                <a:gridCol w="417074">
                  <a:extLst>
                    <a:ext uri="{9D8B030D-6E8A-4147-A177-3AD203B41FA5}">
                      <a16:colId xmlns:a16="http://schemas.microsoft.com/office/drawing/2014/main" val="2769999950"/>
                    </a:ext>
                  </a:extLst>
                </a:gridCol>
                <a:gridCol w="417074">
                  <a:extLst>
                    <a:ext uri="{9D8B030D-6E8A-4147-A177-3AD203B41FA5}">
                      <a16:colId xmlns:a16="http://schemas.microsoft.com/office/drawing/2014/main" val="135637185"/>
                    </a:ext>
                  </a:extLst>
                </a:gridCol>
                <a:gridCol w="417074">
                  <a:extLst>
                    <a:ext uri="{9D8B030D-6E8A-4147-A177-3AD203B41FA5}">
                      <a16:colId xmlns:a16="http://schemas.microsoft.com/office/drawing/2014/main" val="3038050475"/>
                    </a:ext>
                  </a:extLst>
                </a:gridCol>
                <a:gridCol w="417074">
                  <a:extLst>
                    <a:ext uri="{9D8B030D-6E8A-4147-A177-3AD203B41FA5}">
                      <a16:colId xmlns:a16="http://schemas.microsoft.com/office/drawing/2014/main" val="1979433044"/>
                    </a:ext>
                  </a:extLst>
                </a:gridCol>
                <a:gridCol w="417074">
                  <a:extLst>
                    <a:ext uri="{9D8B030D-6E8A-4147-A177-3AD203B41FA5}">
                      <a16:colId xmlns:a16="http://schemas.microsoft.com/office/drawing/2014/main" val="4270661649"/>
                    </a:ext>
                  </a:extLst>
                </a:gridCol>
                <a:gridCol w="417074">
                  <a:extLst>
                    <a:ext uri="{9D8B030D-6E8A-4147-A177-3AD203B41FA5}">
                      <a16:colId xmlns:a16="http://schemas.microsoft.com/office/drawing/2014/main" val="3027041370"/>
                    </a:ext>
                  </a:extLst>
                </a:gridCol>
                <a:gridCol w="417074">
                  <a:extLst>
                    <a:ext uri="{9D8B030D-6E8A-4147-A177-3AD203B41FA5}">
                      <a16:colId xmlns:a16="http://schemas.microsoft.com/office/drawing/2014/main" val="2852526216"/>
                    </a:ext>
                  </a:extLst>
                </a:gridCol>
                <a:gridCol w="417074">
                  <a:extLst>
                    <a:ext uri="{9D8B030D-6E8A-4147-A177-3AD203B41FA5}">
                      <a16:colId xmlns:a16="http://schemas.microsoft.com/office/drawing/2014/main" val="103420222"/>
                    </a:ext>
                  </a:extLst>
                </a:gridCol>
                <a:gridCol w="417074">
                  <a:extLst>
                    <a:ext uri="{9D8B030D-6E8A-4147-A177-3AD203B41FA5}">
                      <a16:colId xmlns:a16="http://schemas.microsoft.com/office/drawing/2014/main" val="1470405609"/>
                    </a:ext>
                  </a:extLst>
                </a:gridCol>
                <a:gridCol w="4170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9D8814F6-4A8A-A485-A6A9-FE6AD8AF55C7}"/>
              </a:ext>
            </a:extLst>
          </p:cNvPr>
          <p:cNvSpPr txBox="1"/>
          <p:nvPr/>
        </p:nvSpPr>
        <p:spPr>
          <a:xfrm>
            <a:off x="406574" y="7963797"/>
            <a:ext cx="604357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5" name="TextBox 4">
            <a:extLst>
              <a:ext uri="{FF2B5EF4-FFF2-40B4-BE49-F238E27FC236}">
                <a16:creationId xmlns:a16="http://schemas.microsoft.com/office/drawing/2014/main" id="{AE5DEA8F-BA83-10ED-F812-72AE3AAD598C}"/>
              </a:ext>
            </a:extLst>
          </p:cNvPr>
          <p:cNvSpPr txBox="1"/>
          <p:nvPr/>
        </p:nvSpPr>
        <p:spPr>
          <a:xfrm>
            <a:off x="406578" y="7123608"/>
            <a:ext cx="60387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72CAC16C-E3DA-03BE-5057-DCE80725E35B}"/>
              </a:ext>
            </a:extLst>
          </p:cNvPr>
          <p:cNvGraphicFramePr>
            <a:graphicFrameLocks noGrp="1"/>
          </p:cNvGraphicFramePr>
          <p:nvPr>
            <p:extLst>
              <p:ext uri="{D42A27DB-BD31-4B8C-83A1-F6EECF244321}">
                <p14:modId xmlns:p14="http://schemas.microsoft.com/office/powerpoint/2010/main" val="3243655652"/>
              </p:ext>
            </p:extLst>
          </p:nvPr>
        </p:nvGraphicFramePr>
        <p:xfrm>
          <a:off x="404802" y="8229095"/>
          <a:ext cx="6033389"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3280">
                  <a:extLst>
                    <a:ext uri="{9D8B030D-6E8A-4147-A177-3AD203B41FA5}">
                      <a16:colId xmlns:a16="http://schemas.microsoft.com/office/drawing/2014/main" val="3259894497"/>
                    </a:ext>
                  </a:extLst>
                </a:gridCol>
                <a:gridCol w="426815">
                  <a:extLst>
                    <a:ext uri="{9D8B030D-6E8A-4147-A177-3AD203B41FA5}">
                      <a16:colId xmlns:a16="http://schemas.microsoft.com/office/drawing/2014/main" val="4170535043"/>
                    </a:ext>
                  </a:extLst>
                </a:gridCol>
                <a:gridCol w="417252">
                  <a:extLst>
                    <a:ext uri="{9D8B030D-6E8A-4147-A177-3AD203B41FA5}">
                      <a16:colId xmlns:a16="http://schemas.microsoft.com/office/drawing/2014/main" val="2079070694"/>
                    </a:ext>
                  </a:extLst>
                </a:gridCol>
                <a:gridCol w="417252">
                  <a:extLst>
                    <a:ext uri="{9D8B030D-6E8A-4147-A177-3AD203B41FA5}">
                      <a16:colId xmlns:a16="http://schemas.microsoft.com/office/drawing/2014/main" val="4213315911"/>
                    </a:ext>
                  </a:extLst>
                </a:gridCol>
                <a:gridCol w="417252">
                  <a:extLst>
                    <a:ext uri="{9D8B030D-6E8A-4147-A177-3AD203B41FA5}">
                      <a16:colId xmlns:a16="http://schemas.microsoft.com/office/drawing/2014/main" val="2769999950"/>
                    </a:ext>
                  </a:extLst>
                </a:gridCol>
                <a:gridCol w="417252">
                  <a:extLst>
                    <a:ext uri="{9D8B030D-6E8A-4147-A177-3AD203B41FA5}">
                      <a16:colId xmlns:a16="http://schemas.microsoft.com/office/drawing/2014/main" val="135637185"/>
                    </a:ext>
                  </a:extLst>
                </a:gridCol>
                <a:gridCol w="417252">
                  <a:extLst>
                    <a:ext uri="{9D8B030D-6E8A-4147-A177-3AD203B41FA5}">
                      <a16:colId xmlns:a16="http://schemas.microsoft.com/office/drawing/2014/main" val="3038050475"/>
                    </a:ext>
                  </a:extLst>
                </a:gridCol>
                <a:gridCol w="417252">
                  <a:extLst>
                    <a:ext uri="{9D8B030D-6E8A-4147-A177-3AD203B41FA5}">
                      <a16:colId xmlns:a16="http://schemas.microsoft.com/office/drawing/2014/main" val="1979433044"/>
                    </a:ext>
                  </a:extLst>
                </a:gridCol>
                <a:gridCol w="417252">
                  <a:extLst>
                    <a:ext uri="{9D8B030D-6E8A-4147-A177-3AD203B41FA5}">
                      <a16:colId xmlns:a16="http://schemas.microsoft.com/office/drawing/2014/main" val="4270661649"/>
                    </a:ext>
                  </a:extLst>
                </a:gridCol>
                <a:gridCol w="417252">
                  <a:extLst>
                    <a:ext uri="{9D8B030D-6E8A-4147-A177-3AD203B41FA5}">
                      <a16:colId xmlns:a16="http://schemas.microsoft.com/office/drawing/2014/main" val="3027041370"/>
                    </a:ext>
                  </a:extLst>
                </a:gridCol>
                <a:gridCol w="417252">
                  <a:extLst>
                    <a:ext uri="{9D8B030D-6E8A-4147-A177-3AD203B41FA5}">
                      <a16:colId xmlns:a16="http://schemas.microsoft.com/office/drawing/2014/main" val="2852526216"/>
                    </a:ext>
                  </a:extLst>
                </a:gridCol>
                <a:gridCol w="417252">
                  <a:extLst>
                    <a:ext uri="{9D8B030D-6E8A-4147-A177-3AD203B41FA5}">
                      <a16:colId xmlns:a16="http://schemas.microsoft.com/office/drawing/2014/main" val="103420222"/>
                    </a:ext>
                  </a:extLst>
                </a:gridCol>
                <a:gridCol w="417252">
                  <a:extLst>
                    <a:ext uri="{9D8B030D-6E8A-4147-A177-3AD203B41FA5}">
                      <a16:colId xmlns:a16="http://schemas.microsoft.com/office/drawing/2014/main" val="1470405609"/>
                    </a:ext>
                  </a:extLst>
                </a:gridCol>
                <a:gridCol w="41725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8" name="표 7">
            <a:extLst>
              <a:ext uri="{FF2B5EF4-FFF2-40B4-BE49-F238E27FC236}">
                <a16:creationId xmlns:a16="http://schemas.microsoft.com/office/drawing/2014/main" id="{C7F9D325-1314-0C7C-D3E6-0CEFF4090EC8}"/>
              </a:ext>
            </a:extLst>
          </p:cNvPr>
          <p:cNvGraphicFramePr>
            <a:graphicFrameLocks noGrp="1"/>
          </p:cNvGraphicFramePr>
          <p:nvPr>
            <p:extLst>
              <p:ext uri="{D42A27DB-BD31-4B8C-83A1-F6EECF244321}">
                <p14:modId xmlns:p14="http://schemas.microsoft.com/office/powerpoint/2010/main" val="3742098370"/>
              </p:ext>
            </p:extLst>
          </p:nvPr>
        </p:nvGraphicFramePr>
        <p:xfrm>
          <a:off x="404806" y="7399868"/>
          <a:ext cx="6034374"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5394">
                  <a:extLst>
                    <a:ext uri="{9D8B030D-6E8A-4147-A177-3AD203B41FA5}">
                      <a16:colId xmlns:a16="http://schemas.microsoft.com/office/drawing/2014/main" val="3259894497"/>
                    </a:ext>
                  </a:extLst>
                </a:gridCol>
                <a:gridCol w="424702">
                  <a:extLst>
                    <a:ext uri="{9D8B030D-6E8A-4147-A177-3AD203B41FA5}">
                      <a16:colId xmlns:a16="http://schemas.microsoft.com/office/drawing/2014/main" val="4170535043"/>
                    </a:ext>
                  </a:extLst>
                </a:gridCol>
                <a:gridCol w="417334">
                  <a:extLst>
                    <a:ext uri="{9D8B030D-6E8A-4147-A177-3AD203B41FA5}">
                      <a16:colId xmlns:a16="http://schemas.microsoft.com/office/drawing/2014/main" val="2079070694"/>
                    </a:ext>
                  </a:extLst>
                </a:gridCol>
                <a:gridCol w="417334">
                  <a:extLst>
                    <a:ext uri="{9D8B030D-6E8A-4147-A177-3AD203B41FA5}">
                      <a16:colId xmlns:a16="http://schemas.microsoft.com/office/drawing/2014/main" val="4213315911"/>
                    </a:ext>
                  </a:extLst>
                </a:gridCol>
                <a:gridCol w="417334">
                  <a:extLst>
                    <a:ext uri="{9D8B030D-6E8A-4147-A177-3AD203B41FA5}">
                      <a16:colId xmlns:a16="http://schemas.microsoft.com/office/drawing/2014/main" val="2769999950"/>
                    </a:ext>
                  </a:extLst>
                </a:gridCol>
                <a:gridCol w="417334">
                  <a:extLst>
                    <a:ext uri="{9D8B030D-6E8A-4147-A177-3AD203B41FA5}">
                      <a16:colId xmlns:a16="http://schemas.microsoft.com/office/drawing/2014/main" val="135637185"/>
                    </a:ext>
                  </a:extLst>
                </a:gridCol>
                <a:gridCol w="417334">
                  <a:extLst>
                    <a:ext uri="{9D8B030D-6E8A-4147-A177-3AD203B41FA5}">
                      <a16:colId xmlns:a16="http://schemas.microsoft.com/office/drawing/2014/main" val="3038050475"/>
                    </a:ext>
                  </a:extLst>
                </a:gridCol>
                <a:gridCol w="417334">
                  <a:extLst>
                    <a:ext uri="{9D8B030D-6E8A-4147-A177-3AD203B41FA5}">
                      <a16:colId xmlns:a16="http://schemas.microsoft.com/office/drawing/2014/main" val="1979433044"/>
                    </a:ext>
                  </a:extLst>
                </a:gridCol>
                <a:gridCol w="417334">
                  <a:extLst>
                    <a:ext uri="{9D8B030D-6E8A-4147-A177-3AD203B41FA5}">
                      <a16:colId xmlns:a16="http://schemas.microsoft.com/office/drawing/2014/main" val="4270661649"/>
                    </a:ext>
                  </a:extLst>
                </a:gridCol>
                <a:gridCol w="417334">
                  <a:extLst>
                    <a:ext uri="{9D8B030D-6E8A-4147-A177-3AD203B41FA5}">
                      <a16:colId xmlns:a16="http://schemas.microsoft.com/office/drawing/2014/main" val="3027041370"/>
                    </a:ext>
                  </a:extLst>
                </a:gridCol>
                <a:gridCol w="417334">
                  <a:extLst>
                    <a:ext uri="{9D8B030D-6E8A-4147-A177-3AD203B41FA5}">
                      <a16:colId xmlns:a16="http://schemas.microsoft.com/office/drawing/2014/main" val="2852526216"/>
                    </a:ext>
                  </a:extLst>
                </a:gridCol>
                <a:gridCol w="417334">
                  <a:extLst>
                    <a:ext uri="{9D8B030D-6E8A-4147-A177-3AD203B41FA5}">
                      <a16:colId xmlns:a16="http://schemas.microsoft.com/office/drawing/2014/main" val="103420222"/>
                    </a:ext>
                  </a:extLst>
                </a:gridCol>
                <a:gridCol w="417334">
                  <a:extLst>
                    <a:ext uri="{9D8B030D-6E8A-4147-A177-3AD203B41FA5}">
                      <a16:colId xmlns:a16="http://schemas.microsoft.com/office/drawing/2014/main" val="1470405609"/>
                    </a:ext>
                  </a:extLst>
                </a:gridCol>
                <a:gridCol w="4173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C3C05013-D6C5-1254-B57C-7FD0E4F2A6A5}"/>
              </a:ext>
            </a:extLst>
          </p:cNvPr>
          <p:cNvSpPr txBox="1"/>
          <p:nvPr/>
        </p:nvSpPr>
        <p:spPr>
          <a:xfrm>
            <a:off x="389986" y="876213"/>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sp>
        <p:nvSpPr>
          <p:cNvPr id="11" name="TextBox 10">
            <a:extLst>
              <a:ext uri="{FF2B5EF4-FFF2-40B4-BE49-F238E27FC236}">
                <a16:creationId xmlns:a16="http://schemas.microsoft.com/office/drawing/2014/main" id="{ADBDAD27-997B-0061-81F0-A70DD963DB8B}"/>
              </a:ext>
            </a:extLst>
          </p:cNvPr>
          <p:cNvSpPr txBox="1"/>
          <p:nvPr/>
        </p:nvSpPr>
        <p:spPr>
          <a:xfrm>
            <a:off x="403310" y="5910831"/>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07895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표 46">
            <a:extLst>
              <a:ext uri="{FF2B5EF4-FFF2-40B4-BE49-F238E27FC236}">
                <a16:creationId xmlns:a16="http://schemas.microsoft.com/office/drawing/2014/main" id="{AF109EAD-C0E0-2AC5-1980-1573B1096C44}"/>
              </a:ext>
            </a:extLst>
          </p:cNvPr>
          <p:cNvGraphicFramePr>
            <a:graphicFrameLocks noGrp="1"/>
          </p:cNvGraphicFramePr>
          <p:nvPr>
            <p:extLst>
              <p:ext uri="{D42A27DB-BD31-4B8C-83A1-F6EECF244321}">
                <p14:modId xmlns:p14="http://schemas.microsoft.com/office/powerpoint/2010/main" val="3166537928"/>
              </p:ext>
            </p:extLst>
          </p:nvPr>
        </p:nvGraphicFramePr>
        <p:xfrm>
          <a:off x="383634" y="7887730"/>
          <a:ext cx="6043986" cy="372600"/>
        </p:xfrm>
        <a:graphic>
          <a:graphicData uri="http://schemas.openxmlformats.org/drawingml/2006/table">
            <a:tbl>
              <a:tblPr firstRow="1" bandRow="1">
                <a:tableStyleId>{5C22544A-7EE6-4342-B048-85BDC9FD1C3A}</a:tableStyleId>
              </a:tblPr>
              <a:tblGrid>
                <a:gridCol w="275179">
                  <a:extLst>
                    <a:ext uri="{9D8B030D-6E8A-4147-A177-3AD203B41FA5}">
                      <a16:colId xmlns:a16="http://schemas.microsoft.com/office/drawing/2014/main" val="657570846"/>
                    </a:ext>
                  </a:extLst>
                </a:gridCol>
                <a:gridCol w="328612">
                  <a:extLst>
                    <a:ext uri="{9D8B030D-6E8A-4147-A177-3AD203B41FA5}">
                      <a16:colId xmlns:a16="http://schemas.microsoft.com/office/drawing/2014/main" val="3259894497"/>
                    </a:ext>
                  </a:extLst>
                </a:gridCol>
                <a:gridCol w="422275">
                  <a:extLst>
                    <a:ext uri="{9D8B030D-6E8A-4147-A177-3AD203B41FA5}">
                      <a16:colId xmlns:a16="http://schemas.microsoft.com/office/drawing/2014/main" val="4170535043"/>
                    </a:ext>
                  </a:extLst>
                </a:gridCol>
                <a:gridCol w="418160">
                  <a:extLst>
                    <a:ext uri="{9D8B030D-6E8A-4147-A177-3AD203B41FA5}">
                      <a16:colId xmlns:a16="http://schemas.microsoft.com/office/drawing/2014/main" val="2079070694"/>
                    </a:ext>
                  </a:extLst>
                </a:gridCol>
                <a:gridCol w="418160">
                  <a:extLst>
                    <a:ext uri="{9D8B030D-6E8A-4147-A177-3AD203B41FA5}">
                      <a16:colId xmlns:a16="http://schemas.microsoft.com/office/drawing/2014/main" val="4213315911"/>
                    </a:ext>
                  </a:extLst>
                </a:gridCol>
                <a:gridCol w="418160">
                  <a:extLst>
                    <a:ext uri="{9D8B030D-6E8A-4147-A177-3AD203B41FA5}">
                      <a16:colId xmlns:a16="http://schemas.microsoft.com/office/drawing/2014/main" val="2769999950"/>
                    </a:ext>
                  </a:extLst>
                </a:gridCol>
                <a:gridCol w="418160">
                  <a:extLst>
                    <a:ext uri="{9D8B030D-6E8A-4147-A177-3AD203B41FA5}">
                      <a16:colId xmlns:a16="http://schemas.microsoft.com/office/drawing/2014/main" val="135637185"/>
                    </a:ext>
                  </a:extLst>
                </a:gridCol>
                <a:gridCol w="418160">
                  <a:extLst>
                    <a:ext uri="{9D8B030D-6E8A-4147-A177-3AD203B41FA5}">
                      <a16:colId xmlns:a16="http://schemas.microsoft.com/office/drawing/2014/main" val="3038050475"/>
                    </a:ext>
                  </a:extLst>
                </a:gridCol>
                <a:gridCol w="418160">
                  <a:extLst>
                    <a:ext uri="{9D8B030D-6E8A-4147-A177-3AD203B41FA5}">
                      <a16:colId xmlns:a16="http://schemas.microsoft.com/office/drawing/2014/main" val="1979433044"/>
                    </a:ext>
                  </a:extLst>
                </a:gridCol>
                <a:gridCol w="418160">
                  <a:extLst>
                    <a:ext uri="{9D8B030D-6E8A-4147-A177-3AD203B41FA5}">
                      <a16:colId xmlns:a16="http://schemas.microsoft.com/office/drawing/2014/main" val="4270661649"/>
                    </a:ext>
                  </a:extLst>
                </a:gridCol>
                <a:gridCol w="418160">
                  <a:extLst>
                    <a:ext uri="{9D8B030D-6E8A-4147-A177-3AD203B41FA5}">
                      <a16:colId xmlns:a16="http://schemas.microsoft.com/office/drawing/2014/main" val="3027041370"/>
                    </a:ext>
                  </a:extLst>
                </a:gridCol>
                <a:gridCol w="418160">
                  <a:extLst>
                    <a:ext uri="{9D8B030D-6E8A-4147-A177-3AD203B41FA5}">
                      <a16:colId xmlns:a16="http://schemas.microsoft.com/office/drawing/2014/main" val="2852526216"/>
                    </a:ext>
                  </a:extLst>
                </a:gridCol>
                <a:gridCol w="418160">
                  <a:extLst>
                    <a:ext uri="{9D8B030D-6E8A-4147-A177-3AD203B41FA5}">
                      <a16:colId xmlns:a16="http://schemas.microsoft.com/office/drawing/2014/main" val="103420222"/>
                    </a:ext>
                  </a:extLst>
                </a:gridCol>
                <a:gridCol w="418160">
                  <a:extLst>
                    <a:ext uri="{9D8B030D-6E8A-4147-A177-3AD203B41FA5}">
                      <a16:colId xmlns:a16="http://schemas.microsoft.com/office/drawing/2014/main" val="1470405609"/>
                    </a:ext>
                  </a:extLst>
                </a:gridCol>
                <a:gridCol w="41816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15D0392E-6F76-D51A-169C-C703D102B1D4}"/>
              </a:ext>
            </a:extLst>
          </p:cNvPr>
          <p:cNvGraphicFramePr>
            <a:graphicFrameLocks noGrp="1"/>
          </p:cNvGraphicFramePr>
          <p:nvPr>
            <p:extLst>
              <p:ext uri="{D42A27DB-BD31-4B8C-83A1-F6EECF244321}">
                <p14:modId xmlns:p14="http://schemas.microsoft.com/office/powerpoint/2010/main" val="3950667429"/>
              </p:ext>
            </p:extLst>
          </p:nvPr>
        </p:nvGraphicFramePr>
        <p:xfrm>
          <a:off x="385222" y="1102720"/>
          <a:ext cx="6043989" cy="372600"/>
        </p:xfrm>
        <a:graphic>
          <a:graphicData uri="http://schemas.openxmlformats.org/drawingml/2006/table">
            <a:tbl>
              <a:tblPr firstRow="1" bandRow="1">
                <a:tableStyleId>{5C22544A-7EE6-4342-B048-85BDC9FD1C3A}</a:tableStyleId>
              </a:tblPr>
              <a:tblGrid>
                <a:gridCol w="275178">
                  <a:extLst>
                    <a:ext uri="{9D8B030D-6E8A-4147-A177-3AD203B41FA5}">
                      <a16:colId xmlns:a16="http://schemas.microsoft.com/office/drawing/2014/main" val="657570846"/>
                    </a:ext>
                  </a:extLst>
                </a:gridCol>
                <a:gridCol w="325438">
                  <a:extLst>
                    <a:ext uri="{9D8B030D-6E8A-4147-A177-3AD203B41FA5}">
                      <a16:colId xmlns:a16="http://schemas.microsoft.com/office/drawing/2014/main" val="3259894497"/>
                    </a:ext>
                  </a:extLst>
                </a:gridCol>
                <a:gridCol w="427037">
                  <a:extLst>
                    <a:ext uri="{9D8B030D-6E8A-4147-A177-3AD203B41FA5}">
                      <a16:colId xmlns:a16="http://schemas.microsoft.com/office/drawing/2014/main" val="4170535043"/>
                    </a:ext>
                  </a:extLst>
                </a:gridCol>
                <a:gridCol w="418028">
                  <a:extLst>
                    <a:ext uri="{9D8B030D-6E8A-4147-A177-3AD203B41FA5}">
                      <a16:colId xmlns:a16="http://schemas.microsoft.com/office/drawing/2014/main" val="2079070694"/>
                    </a:ext>
                  </a:extLst>
                </a:gridCol>
                <a:gridCol w="418028">
                  <a:extLst>
                    <a:ext uri="{9D8B030D-6E8A-4147-A177-3AD203B41FA5}">
                      <a16:colId xmlns:a16="http://schemas.microsoft.com/office/drawing/2014/main" val="4213315911"/>
                    </a:ext>
                  </a:extLst>
                </a:gridCol>
                <a:gridCol w="418028">
                  <a:extLst>
                    <a:ext uri="{9D8B030D-6E8A-4147-A177-3AD203B41FA5}">
                      <a16:colId xmlns:a16="http://schemas.microsoft.com/office/drawing/2014/main" val="2769999950"/>
                    </a:ext>
                  </a:extLst>
                </a:gridCol>
                <a:gridCol w="418028">
                  <a:extLst>
                    <a:ext uri="{9D8B030D-6E8A-4147-A177-3AD203B41FA5}">
                      <a16:colId xmlns:a16="http://schemas.microsoft.com/office/drawing/2014/main" val="135637185"/>
                    </a:ext>
                  </a:extLst>
                </a:gridCol>
                <a:gridCol w="418028">
                  <a:extLst>
                    <a:ext uri="{9D8B030D-6E8A-4147-A177-3AD203B41FA5}">
                      <a16:colId xmlns:a16="http://schemas.microsoft.com/office/drawing/2014/main" val="3038050475"/>
                    </a:ext>
                  </a:extLst>
                </a:gridCol>
                <a:gridCol w="418028">
                  <a:extLst>
                    <a:ext uri="{9D8B030D-6E8A-4147-A177-3AD203B41FA5}">
                      <a16:colId xmlns:a16="http://schemas.microsoft.com/office/drawing/2014/main" val="1979433044"/>
                    </a:ext>
                  </a:extLst>
                </a:gridCol>
                <a:gridCol w="418028">
                  <a:extLst>
                    <a:ext uri="{9D8B030D-6E8A-4147-A177-3AD203B41FA5}">
                      <a16:colId xmlns:a16="http://schemas.microsoft.com/office/drawing/2014/main" val="4270661649"/>
                    </a:ext>
                  </a:extLst>
                </a:gridCol>
                <a:gridCol w="418028">
                  <a:extLst>
                    <a:ext uri="{9D8B030D-6E8A-4147-A177-3AD203B41FA5}">
                      <a16:colId xmlns:a16="http://schemas.microsoft.com/office/drawing/2014/main" val="3027041370"/>
                    </a:ext>
                  </a:extLst>
                </a:gridCol>
                <a:gridCol w="418028">
                  <a:extLst>
                    <a:ext uri="{9D8B030D-6E8A-4147-A177-3AD203B41FA5}">
                      <a16:colId xmlns:a16="http://schemas.microsoft.com/office/drawing/2014/main" val="2852526216"/>
                    </a:ext>
                  </a:extLst>
                </a:gridCol>
                <a:gridCol w="418028">
                  <a:extLst>
                    <a:ext uri="{9D8B030D-6E8A-4147-A177-3AD203B41FA5}">
                      <a16:colId xmlns:a16="http://schemas.microsoft.com/office/drawing/2014/main" val="103420222"/>
                    </a:ext>
                  </a:extLst>
                </a:gridCol>
                <a:gridCol w="418028">
                  <a:extLst>
                    <a:ext uri="{9D8B030D-6E8A-4147-A177-3AD203B41FA5}">
                      <a16:colId xmlns:a16="http://schemas.microsoft.com/office/drawing/2014/main" val="1470405609"/>
                    </a:ext>
                  </a:extLst>
                </a:gridCol>
                <a:gridCol w="4180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6A7FA619-4E35-FB0E-C207-1DA325083542}"/>
              </a:ext>
            </a:extLst>
          </p:cNvPr>
          <p:cNvSpPr txBox="1"/>
          <p:nvPr/>
        </p:nvSpPr>
        <p:spPr>
          <a:xfrm>
            <a:off x="389986" y="872863"/>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1522117680"/>
              </p:ext>
            </p:extLst>
          </p:nvPr>
        </p:nvGraphicFramePr>
        <p:xfrm>
          <a:off x="383634" y="1790698"/>
          <a:ext cx="6043990" cy="372600"/>
        </p:xfrm>
        <a:graphic>
          <a:graphicData uri="http://schemas.openxmlformats.org/drawingml/2006/table">
            <a:tbl>
              <a:tblPr firstRow="1" bandRow="1">
                <a:tableStyleId>{5C22544A-7EE6-4342-B048-85BDC9FD1C3A}</a:tableStyleId>
              </a:tblPr>
              <a:tblGrid>
                <a:gridCol w="276766">
                  <a:extLst>
                    <a:ext uri="{9D8B030D-6E8A-4147-A177-3AD203B41FA5}">
                      <a16:colId xmlns:a16="http://schemas.microsoft.com/office/drawing/2014/main" val="657570846"/>
                    </a:ext>
                  </a:extLst>
                </a:gridCol>
                <a:gridCol w="325438">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028">
                  <a:extLst>
                    <a:ext uri="{9D8B030D-6E8A-4147-A177-3AD203B41FA5}">
                      <a16:colId xmlns:a16="http://schemas.microsoft.com/office/drawing/2014/main" val="2079070694"/>
                    </a:ext>
                  </a:extLst>
                </a:gridCol>
                <a:gridCol w="418028">
                  <a:extLst>
                    <a:ext uri="{9D8B030D-6E8A-4147-A177-3AD203B41FA5}">
                      <a16:colId xmlns:a16="http://schemas.microsoft.com/office/drawing/2014/main" val="4213315911"/>
                    </a:ext>
                  </a:extLst>
                </a:gridCol>
                <a:gridCol w="418028">
                  <a:extLst>
                    <a:ext uri="{9D8B030D-6E8A-4147-A177-3AD203B41FA5}">
                      <a16:colId xmlns:a16="http://schemas.microsoft.com/office/drawing/2014/main" val="2769999950"/>
                    </a:ext>
                  </a:extLst>
                </a:gridCol>
                <a:gridCol w="418028">
                  <a:extLst>
                    <a:ext uri="{9D8B030D-6E8A-4147-A177-3AD203B41FA5}">
                      <a16:colId xmlns:a16="http://schemas.microsoft.com/office/drawing/2014/main" val="135637185"/>
                    </a:ext>
                  </a:extLst>
                </a:gridCol>
                <a:gridCol w="418028">
                  <a:extLst>
                    <a:ext uri="{9D8B030D-6E8A-4147-A177-3AD203B41FA5}">
                      <a16:colId xmlns:a16="http://schemas.microsoft.com/office/drawing/2014/main" val="3038050475"/>
                    </a:ext>
                  </a:extLst>
                </a:gridCol>
                <a:gridCol w="418028">
                  <a:extLst>
                    <a:ext uri="{9D8B030D-6E8A-4147-A177-3AD203B41FA5}">
                      <a16:colId xmlns:a16="http://schemas.microsoft.com/office/drawing/2014/main" val="1979433044"/>
                    </a:ext>
                  </a:extLst>
                </a:gridCol>
                <a:gridCol w="418028">
                  <a:extLst>
                    <a:ext uri="{9D8B030D-6E8A-4147-A177-3AD203B41FA5}">
                      <a16:colId xmlns:a16="http://schemas.microsoft.com/office/drawing/2014/main" val="4270661649"/>
                    </a:ext>
                  </a:extLst>
                </a:gridCol>
                <a:gridCol w="418028">
                  <a:extLst>
                    <a:ext uri="{9D8B030D-6E8A-4147-A177-3AD203B41FA5}">
                      <a16:colId xmlns:a16="http://schemas.microsoft.com/office/drawing/2014/main" val="3027041370"/>
                    </a:ext>
                  </a:extLst>
                </a:gridCol>
                <a:gridCol w="418028">
                  <a:extLst>
                    <a:ext uri="{9D8B030D-6E8A-4147-A177-3AD203B41FA5}">
                      <a16:colId xmlns:a16="http://schemas.microsoft.com/office/drawing/2014/main" val="2852526216"/>
                    </a:ext>
                  </a:extLst>
                </a:gridCol>
                <a:gridCol w="418028">
                  <a:extLst>
                    <a:ext uri="{9D8B030D-6E8A-4147-A177-3AD203B41FA5}">
                      <a16:colId xmlns:a16="http://schemas.microsoft.com/office/drawing/2014/main" val="103420222"/>
                    </a:ext>
                  </a:extLst>
                </a:gridCol>
                <a:gridCol w="418028">
                  <a:extLst>
                    <a:ext uri="{9D8B030D-6E8A-4147-A177-3AD203B41FA5}">
                      <a16:colId xmlns:a16="http://schemas.microsoft.com/office/drawing/2014/main" val="1470405609"/>
                    </a:ext>
                  </a:extLst>
                </a:gridCol>
                <a:gridCol w="4180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389986" y="1568746"/>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245528459"/>
              </p:ext>
            </p:extLst>
          </p:nvPr>
        </p:nvGraphicFramePr>
        <p:xfrm>
          <a:off x="385222" y="2468146"/>
          <a:ext cx="6043998" cy="372600"/>
        </p:xfrm>
        <a:graphic>
          <a:graphicData uri="http://schemas.openxmlformats.org/drawingml/2006/table">
            <a:tbl>
              <a:tblPr firstRow="1" bandRow="1">
                <a:tableStyleId>{5C22544A-7EE6-4342-B048-85BDC9FD1C3A}</a:tableStyleId>
              </a:tblPr>
              <a:tblGrid>
                <a:gridCol w="273591">
                  <a:extLst>
                    <a:ext uri="{9D8B030D-6E8A-4147-A177-3AD203B41FA5}">
                      <a16:colId xmlns:a16="http://schemas.microsoft.com/office/drawing/2014/main" val="657570846"/>
                    </a:ext>
                  </a:extLst>
                </a:gridCol>
                <a:gridCol w="328612">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61">
                  <a:extLst>
                    <a:ext uri="{9D8B030D-6E8A-4147-A177-3AD203B41FA5}">
                      <a16:colId xmlns:a16="http://schemas.microsoft.com/office/drawing/2014/main" val="2079070694"/>
                    </a:ext>
                  </a:extLst>
                </a:gridCol>
                <a:gridCol w="418161">
                  <a:extLst>
                    <a:ext uri="{9D8B030D-6E8A-4147-A177-3AD203B41FA5}">
                      <a16:colId xmlns:a16="http://schemas.microsoft.com/office/drawing/2014/main" val="4213315911"/>
                    </a:ext>
                  </a:extLst>
                </a:gridCol>
                <a:gridCol w="418161">
                  <a:extLst>
                    <a:ext uri="{9D8B030D-6E8A-4147-A177-3AD203B41FA5}">
                      <a16:colId xmlns:a16="http://schemas.microsoft.com/office/drawing/2014/main" val="2769999950"/>
                    </a:ext>
                  </a:extLst>
                </a:gridCol>
                <a:gridCol w="418161">
                  <a:extLst>
                    <a:ext uri="{9D8B030D-6E8A-4147-A177-3AD203B41FA5}">
                      <a16:colId xmlns:a16="http://schemas.microsoft.com/office/drawing/2014/main" val="135637185"/>
                    </a:ext>
                  </a:extLst>
                </a:gridCol>
                <a:gridCol w="418161">
                  <a:extLst>
                    <a:ext uri="{9D8B030D-6E8A-4147-A177-3AD203B41FA5}">
                      <a16:colId xmlns:a16="http://schemas.microsoft.com/office/drawing/2014/main" val="3038050475"/>
                    </a:ext>
                  </a:extLst>
                </a:gridCol>
                <a:gridCol w="418161">
                  <a:extLst>
                    <a:ext uri="{9D8B030D-6E8A-4147-A177-3AD203B41FA5}">
                      <a16:colId xmlns:a16="http://schemas.microsoft.com/office/drawing/2014/main" val="1979433044"/>
                    </a:ext>
                  </a:extLst>
                </a:gridCol>
                <a:gridCol w="418161">
                  <a:extLst>
                    <a:ext uri="{9D8B030D-6E8A-4147-A177-3AD203B41FA5}">
                      <a16:colId xmlns:a16="http://schemas.microsoft.com/office/drawing/2014/main" val="4270661649"/>
                    </a:ext>
                  </a:extLst>
                </a:gridCol>
                <a:gridCol w="418161">
                  <a:extLst>
                    <a:ext uri="{9D8B030D-6E8A-4147-A177-3AD203B41FA5}">
                      <a16:colId xmlns:a16="http://schemas.microsoft.com/office/drawing/2014/main" val="3027041370"/>
                    </a:ext>
                  </a:extLst>
                </a:gridCol>
                <a:gridCol w="418161">
                  <a:extLst>
                    <a:ext uri="{9D8B030D-6E8A-4147-A177-3AD203B41FA5}">
                      <a16:colId xmlns:a16="http://schemas.microsoft.com/office/drawing/2014/main" val="2852526216"/>
                    </a:ext>
                  </a:extLst>
                </a:gridCol>
                <a:gridCol w="418161">
                  <a:extLst>
                    <a:ext uri="{9D8B030D-6E8A-4147-A177-3AD203B41FA5}">
                      <a16:colId xmlns:a16="http://schemas.microsoft.com/office/drawing/2014/main" val="103420222"/>
                    </a:ext>
                  </a:extLst>
                </a:gridCol>
                <a:gridCol w="418161">
                  <a:extLst>
                    <a:ext uri="{9D8B030D-6E8A-4147-A177-3AD203B41FA5}">
                      <a16:colId xmlns:a16="http://schemas.microsoft.com/office/drawing/2014/main" val="1470405609"/>
                    </a:ext>
                  </a:extLst>
                </a:gridCol>
                <a:gridCol w="4181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389986" y="2245579"/>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736799354"/>
              </p:ext>
            </p:extLst>
          </p:nvPr>
        </p:nvGraphicFramePr>
        <p:xfrm>
          <a:off x="385222" y="3145594"/>
          <a:ext cx="6044001" cy="372600"/>
        </p:xfrm>
        <a:graphic>
          <a:graphicData uri="http://schemas.openxmlformats.org/drawingml/2006/table">
            <a:tbl>
              <a:tblPr firstRow="1" bandRow="1">
                <a:tableStyleId>{5C22544A-7EE6-4342-B048-85BDC9FD1C3A}</a:tableStyleId>
              </a:tblPr>
              <a:tblGrid>
                <a:gridCol w="273591">
                  <a:extLst>
                    <a:ext uri="{9D8B030D-6E8A-4147-A177-3AD203B41FA5}">
                      <a16:colId xmlns:a16="http://schemas.microsoft.com/office/drawing/2014/main" val="657570846"/>
                    </a:ext>
                  </a:extLst>
                </a:gridCol>
                <a:gridCol w="328612">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029">
                  <a:extLst>
                    <a:ext uri="{9D8B030D-6E8A-4147-A177-3AD203B41FA5}">
                      <a16:colId xmlns:a16="http://schemas.microsoft.com/office/drawing/2014/main" val="2079070694"/>
                    </a:ext>
                  </a:extLst>
                </a:gridCol>
                <a:gridCol w="418029">
                  <a:extLst>
                    <a:ext uri="{9D8B030D-6E8A-4147-A177-3AD203B41FA5}">
                      <a16:colId xmlns:a16="http://schemas.microsoft.com/office/drawing/2014/main" val="4213315911"/>
                    </a:ext>
                  </a:extLst>
                </a:gridCol>
                <a:gridCol w="418029">
                  <a:extLst>
                    <a:ext uri="{9D8B030D-6E8A-4147-A177-3AD203B41FA5}">
                      <a16:colId xmlns:a16="http://schemas.microsoft.com/office/drawing/2014/main" val="2769999950"/>
                    </a:ext>
                  </a:extLst>
                </a:gridCol>
                <a:gridCol w="418029">
                  <a:extLst>
                    <a:ext uri="{9D8B030D-6E8A-4147-A177-3AD203B41FA5}">
                      <a16:colId xmlns:a16="http://schemas.microsoft.com/office/drawing/2014/main" val="135637185"/>
                    </a:ext>
                  </a:extLst>
                </a:gridCol>
                <a:gridCol w="418029">
                  <a:extLst>
                    <a:ext uri="{9D8B030D-6E8A-4147-A177-3AD203B41FA5}">
                      <a16:colId xmlns:a16="http://schemas.microsoft.com/office/drawing/2014/main" val="3038050475"/>
                    </a:ext>
                  </a:extLst>
                </a:gridCol>
                <a:gridCol w="418029">
                  <a:extLst>
                    <a:ext uri="{9D8B030D-6E8A-4147-A177-3AD203B41FA5}">
                      <a16:colId xmlns:a16="http://schemas.microsoft.com/office/drawing/2014/main" val="1979433044"/>
                    </a:ext>
                  </a:extLst>
                </a:gridCol>
                <a:gridCol w="418029">
                  <a:extLst>
                    <a:ext uri="{9D8B030D-6E8A-4147-A177-3AD203B41FA5}">
                      <a16:colId xmlns:a16="http://schemas.microsoft.com/office/drawing/2014/main" val="4270661649"/>
                    </a:ext>
                  </a:extLst>
                </a:gridCol>
                <a:gridCol w="418029">
                  <a:extLst>
                    <a:ext uri="{9D8B030D-6E8A-4147-A177-3AD203B41FA5}">
                      <a16:colId xmlns:a16="http://schemas.microsoft.com/office/drawing/2014/main" val="3027041370"/>
                    </a:ext>
                  </a:extLst>
                </a:gridCol>
                <a:gridCol w="418029">
                  <a:extLst>
                    <a:ext uri="{9D8B030D-6E8A-4147-A177-3AD203B41FA5}">
                      <a16:colId xmlns:a16="http://schemas.microsoft.com/office/drawing/2014/main" val="2852526216"/>
                    </a:ext>
                  </a:extLst>
                </a:gridCol>
                <a:gridCol w="418029">
                  <a:extLst>
                    <a:ext uri="{9D8B030D-6E8A-4147-A177-3AD203B41FA5}">
                      <a16:colId xmlns:a16="http://schemas.microsoft.com/office/drawing/2014/main" val="103420222"/>
                    </a:ext>
                  </a:extLst>
                </a:gridCol>
                <a:gridCol w="418029">
                  <a:extLst>
                    <a:ext uri="{9D8B030D-6E8A-4147-A177-3AD203B41FA5}">
                      <a16:colId xmlns:a16="http://schemas.microsoft.com/office/drawing/2014/main" val="1470405609"/>
                    </a:ext>
                  </a:extLst>
                </a:gridCol>
                <a:gridCol w="4180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389986" y="2922412"/>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2900113894"/>
              </p:ext>
            </p:extLst>
          </p:nvPr>
        </p:nvGraphicFramePr>
        <p:xfrm>
          <a:off x="385222" y="3823042"/>
          <a:ext cx="6043986" cy="372600"/>
        </p:xfrm>
        <a:graphic>
          <a:graphicData uri="http://schemas.openxmlformats.org/drawingml/2006/table">
            <a:tbl>
              <a:tblPr firstRow="1" bandRow="1">
                <a:tableStyleId>{5C22544A-7EE6-4342-B048-85BDC9FD1C3A}</a:tableStyleId>
              </a:tblPr>
              <a:tblGrid>
                <a:gridCol w="276766">
                  <a:extLst>
                    <a:ext uri="{9D8B030D-6E8A-4147-A177-3AD203B41FA5}">
                      <a16:colId xmlns:a16="http://schemas.microsoft.com/office/drawing/2014/main" val="657570846"/>
                    </a:ext>
                  </a:extLst>
                </a:gridCol>
                <a:gridCol w="323850">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160">
                  <a:extLst>
                    <a:ext uri="{9D8B030D-6E8A-4147-A177-3AD203B41FA5}">
                      <a16:colId xmlns:a16="http://schemas.microsoft.com/office/drawing/2014/main" val="2079070694"/>
                    </a:ext>
                  </a:extLst>
                </a:gridCol>
                <a:gridCol w="418160">
                  <a:extLst>
                    <a:ext uri="{9D8B030D-6E8A-4147-A177-3AD203B41FA5}">
                      <a16:colId xmlns:a16="http://schemas.microsoft.com/office/drawing/2014/main" val="4213315911"/>
                    </a:ext>
                  </a:extLst>
                </a:gridCol>
                <a:gridCol w="418160">
                  <a:extLst>
                    <a:ext uri="{9D8B030D-6E8A-4147-A177-3AD203B41FA5}">
                      <a16:colId xmlns:a16="http://schemas.microsoft.com/office/drawing/2014/main" val="2769999950"/>
                    </a:ext>
                  </a:extLst>
                </a:gridCol>
                <a:gridCol w="418160">
                  <a:extLst>
                    <a:ext uri="{9D8B030D-6E8A-4147-A177-3AD203B41FA5}">
                      <a16:colId xmlns:a16="http://schemas.microsoft.com/office/drawing/2014/main" val="135637185"/>
                    </a:ext>
                  </a:extLst>
                </a:gridCol>
                <a:gridCol w="418160">
                  <a:extLst>
                    <a:ext uri="{9D8B030D-6E8A-4147-A177-3AD203B41FA5}">
                      <a16:colId xmlns:a16="http://schemas.microsoft.com/office/drawing/2014/main" val="3038050475"/>
                    </a:ext>
                  </a:extLst>
                </a:gridCol>
                <a:gridCol w="418160">
                  <a:extLst>
                    <a:ext uri="{9D8B030D-6E8A-4147-A177-3AD203B41FA5}">
                      <a16:colId xmlns:a16="http://schemas.microsoft.com/office/drawing/2014/main" val="1979433044"/>
                    </a:ext>
                  </a:extLst>
                </a:gridCol>
                <a:gridCol w="418160">
                  <a:extLst>
                    <a:ext uri="{9D8B030D-6E8A-4147-A177-3AD203B41FA5}">
                      <a16:colId xmlns:a16="http://schemas.microsoft.com/office/drawing/2014/main" val="4270661649"/>
                    </a:ext>
                  </a:extLst>
                </a:gridCol>
                <a:gridCol w="418160">
                  <a:extLst>
                    <a:ext uri="{9D8B030D-6E8A-4147-A177-3AD203B41FA5}">
                      <a16:colId xmlns:a16="http://schemas.microsoft.com/office/drawing/2014/main" val="3027041370"/>
                    </a:ext>
                  </a:extLst>
                </a:gridCol>
                <a:gridCol w="418160">
                  <a:extLst>
                    <a:ext uri="{9D8B030D-6E8A-4147-A177-3AD203B41FA5}">
                      <a16:colId xmlns:a16="http://schemas.microsoft.com/office/drawing/2014/main" val="2852526216"/>
                    </a:ext>
                  </a:extLst>
                </a:gridCol>
                <a:gridCol w="418160">
                  <a:extLst>
                    <a:ext uri="{9D8B030D-6E8A-4147-A177-3AD203B41FA5}">
                      <a16:colId xmlns:a16="http://schemas.microsoft.com/office/drawing/2014/main" val="103420222"/>
                    </a:ext>
                  </a:extLst>
                </a:gridCol>
                <a:gridCol w="418160">
                  <a:extLst>
                    <a:ext uri="{9D8B030D-6E8A-4147-A177-3AD203B41FA5}">
                      <a16:colId xmlns:a16="http://schemas.microsoft.com/office/drawing/2014/main" val="1470405609"/>
                    </a:ext>
                  </a:extLst>
                </a:gridCol>
                <a:gridCol w="41816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89986" y="3599245"/>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831571486"/>
              </p:ext>
            </p:extLst>
          </p:nvPr>
        </p:nvGraphicFramePr>
        <p:xfrm>
          <a:off x="383634" y="4500490"/>
          <a:ext cx="6043998" cy="372600"/>
        </p:xfrm>
        <a:graphic>
          <a:graphicData uri="http://schemas.openxmlformats.org/drawingml/2006/table">
            <a:tbl>
              <a:tblPr firstRow="1" bandRow="1">
                <a:tableStyleId>{5C22544A-7EE6-4342-B048-85BDC9FD1C3A}</a:tableStyleId>
              </a:tblPr>
              <a:tblGrid>
                <a:gridCol w="276766">
                  <a:extLst>
                    <a:ext uri="{9D8B030D-6E8A-4147-A177-3AD203B41FA5}">
                      <a16:colId xmlns:a16="http://schemas.microsoft.com/office/drawing/2014/main" val="657570846"/>
                    </a:ext>
                  </a:extLst>
                </a:gridCol>
                <a:gridCol w="323850">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161">
                  <a:extLst>
                    <a:ext uri="{9D8B030D-6E8A-4147-A177-3AD203B41FA5}">
                      <a16:colId xmlns:a16="http://schemas.microsoft.com/office/drawing/2014/main" val="2079070694"/>
                    </a:ext>
                  </a:extLst>
                </a:gridCol>
                <a:gridCol w="418161">
                  <a:extLst>
                    <a:ext uri="{9D8B030D-6E8A-4147-A177-3AD203B41FA5}">
                      <a16:colId xmlns:a16="http://schemas.microsoft.com/office/drawing/2014/main" val="4213315911"/>
                    </a:ext>
                  </a:extLst>
                </a:gridCol>
                <a:gridCol w="418161">
                  <a:extLst>
                    <a:ext uri="{9D8B030D-6E8A-4147-A177-3AD203B41FA5}">
                      <a16:colId xmlns:a16="http://schemas.microsoft.com/office/drawing/2014/main" val="2769999950"/>
                    </a:ext>
                  </a:extLst>
                </a:gridCol>
                <a:gridCol w="418161">
                  <a:extLst>
                    <a:ext uri="{9D8B030D-6E8A-4147-A177-3AD203B41FA5}">
                      <a16:colId xmlns:a16="http://schemas.microsoft.com/office/drawing/2014/main" val="135637185"/>
                    </a:ext>
                  </a:extLst>
                </a:gridCol>
                <a:gridCol w="418161">
                  <a:extLst>
                    <a:ext uri="{9D8B030D-6E8A-4147-A177-3AD203B41FA5}">
                      <a16:colId xmlns:a16="http://schemas.microsoft.com/office/drawing/2014/main" val="3038050475"/>
                    </a:ext>
                  </a:extLst>
                </a:gridCol>
                <a:gridCol w="418161">
                  <a:extLst>
                    <a:ext uri="{9D8B030D-6E8A-4147-A177-3AD203B41FA5}">
                      <a16:colId xmlns:a16="http://schemas.microsoft.com/office/drawing/2014/main" val="1979433044"/>
                    </a:ext>
                  </a:extLst>
                </a:gridCol>
                <a:gridCol w="418161">
                  <a:extLst>
                    <a:ext uri="{9D8B030D-6E8A-4147-A177-3AD203B41FA5}">
                      <a16:colId xmlns:a16="http://schemas.microsoft.com/office/drawing/2014/main" val="4270661649"/>
                    </a:ext>
                  </a:extLst>
                </a:gridCol>
                <a:gridCol w="418161">
                  <a:extLst>
                    <a:ext uri="{9D8B030D-6E8A-4147-A177-3AD203B41FA5}">
                      <a16:colId xmlns:a16="http://schemas.microsoft.com/office/drawing/2014/main" val="3027041370"/>
                    </a:ext>
                  </a:extLst>
                </a:gridCol>
                <a:gridCol w="418161">
                  <a:extLst>
                    <a:ext uri="{9D8B030D-6E8A-4147-A177-3AD203B41FA5}">
                      <a16:colId xmlns:a16="http://schemas.microsoft.com/office/drawing/2014/main" val="2852526216"/>
                    </a:ext>
                  </a:extLst>
                </a:gridCol>
                <a:gridCol w="418161">
                  <a:extLst>
                    <a:ext uri="{9D8B030D-6E8A-4147-A177-3AD203B41FA5}">
                      <a16:colId xmlns:a16="http://schemas.microsoft.com/office/drawing/2014/main" val="103420222"/>
                    </a:ext>
                  </a:extLst>
                </a:gridCol>
                <a:gridCol w="418161">
                  <a:extLst>
                    <a:ext uri="{9D8B030D-6E8A-4147-A177-3AD203B41FA5}">
                      <a16:colId xmlns:a16="http://schemas.microsoft.com/office/drawing/2014/main" val="1470405609"/>
                    </a:ext>
                  </a:extLst>
                </a:gridCol>
                <a:gridCol w="4181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89986" y="427607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168426221"/>
              </p:ext>
            </p:extLst>
          </p:nvPr>
        </p:nvGraphicFramePr>
        <p:xfrm>
          <a:off x="385222" y="5177938"/>
          <a:ext cx="6044005" cy="372600"/>
        </p:xfrm>
        <a:graphic>
          <a:graphicData uri="http://schemas.openxmlformats.org/drawingml/2006/table">
            <a:tbl>
              <a:tblPr firstRow="1" bandRow="1">
                <a:tableStyleId>{5C22544A-7EE6-4342-B048-85BDC9FD1C3A}</a:tableStyleId>
              </a:tblPr>
              <a:tblGrid>
                <a:gridCol w="273591">
                  <a:extLst>
                    <a:ext uri="{9D8B030D-6E8A-4147-A177-3AD203B41FA5}">
                      <a16:colId xmlns:a16="http://schemas.microsoft.com/office/drawing/2014/main" val="657570846"/>
                    </a:ext>
                  </a:extLst>
                </a:gridCol>
                <a:gridCol w="328612">
                  <a:extLst>
                    <a:ext uri="{9D8B030D-6E8A-4147-A177-3AD203B41FA5}">
                      <a16:colId xmlns:a16="http://schemas.microsoft.com/office/drawing/2014/main" val="3259894497"/>
                    </a:ext>
                  </a:extLst>
                </a:gridCol>
                <a:gridCol w="427038">
                  <a:extLst>
                    <a:ext uri="{9D8B030D-6E8A-4147-A177-3AD203B41FA5}">
                      <a16:colId xmlns:a16="http://schemas.microsoft.com/office/drawing/2014/main" val="4170535043"/>
                    </a:ext>
                  </a:extLst>
                </a:gridCol>
                <a:gridCol w="417897">
                  <a:extLst>
                    <a:ext uri="{9D8B030D-6E8A-4147-A177-3AD203B41FA5}">
                      <a16:colId xmlns:a16="http://schemas.microsoft.com/office/drawing/2014/main" val="2079070694"/>
                    </a:ext>
                  </a:extLst>
                </a:gridCol>
                <a:gridCol w="417897">
                  <a:extLst>
                    <a:ext uri="{9D8B030D-6E8A-4147-A177-3AD203B41FA5}">
                      <a16:colId xmlns:a16="http://schemas.microsoft.com/office/drawing/2014/main" val="4213315911"/>
                    </a:ext>
                  </a:extLst>
                </a:gridCol>
                <a:gridCol w="417897">
                  <a:extLst>
                    <a:ext uri="{9D8B030D-6E8A-4147-A177-3AD203B41FA5}">
                      <a16:colId xmlns:a16="http://schemas.microsoft.com/office/drawing/2014/main" val="2769999950"/>
                    </a:ext>
                  </a:extLst>
                </a:gridCol>
                <a:gridCol w="417897">
                  <a:extLst>
                    <a:ext uri="{9D8B030D-6E8A-4147-A177-3AD203B41FA5}">
                      <a16:colId xmlns:a16="http://schemas.microsoft.com/office/drawing/2014/main" val="135637185"/>
                    </a:ext>
                  </a:extLst>
                </a:gridCol>
                <a:gridCol w="417897">
                  <a:extLst>
                    <a:ext uri="{9D8B030D-6E8A-4147-A177-3AD203B41FA5}">
                      <a16:colId xmlns:a16="http://schemas.microsoft.com/office/drawing/2014/main" val="3038050475"/>
                    </a:ext>
                  </a:extLst>
                </a:gridCol>
                <a:gridCol w="417897">
                  <a:extLst>
                    <a:ext uri="{9D8B030D-6E8A-4147-A177-3AD203B41FA5}">
                      <a16:colId xmlns:a16="http://schemas.microsoft.com/office/drawing/2014/main" val="1979433044"/>
                    </a:ext>
                  </a:extLst>
                </a:gridCol>
                <a:gridCol w="417897">
                  <a:extLst>
                    <a:ext uri="{9D8B030D-6E8A-4147-A177-3AD203B41FA5}">
                      <a16:colId xmlns:a16="http://schemas.microsoft.com/office/drawing/2014/main" val="4270661649"/>
                    </a:ext>
                  </a:extLst>
                </a:gridCol>
                <a:gridCol w="417897">
                  <a:extLst>
                    <a:ext uri="{9D8B030D-6E8A-4147-A177-3AD203B41FA5}">
                      <a16:colId xmlns:a16="http://schemas.microsoft.com/office/drawing/2014/main" val="3027041370"/>
                    </a:ext>
                  </a:extLst>
                </a:gridCol>
                <a:gridCol w="417897">
                  <a:extLst>
                    <a:ext uri="{9D8B030D-6E8A-4147-A177-3AD203B41FA5}">
                      <a16:colId xmlns:a16="http://schemas.microsoft.com/office/drawing/2014/main" val="2852526216"/>
                    </a:ext>
                  </a:extLst>
                </a:gridCol>
                <a:gridCol w="417897">
                  <a:extLst>
                    <a:ext uri="{9D8B030D-6E8A-4147-A177-3AD203B41FA5}">
                      <a16:colId xmlns:a16="http://schemas.microsoft.com/office/drawing/2014/main" val="103420222"/>
                    </a:ext>
                  </a:extLst>
                </a:gridCol>
                <a:gridCol w="417897">
                  <a:extLst>
                    <a:ext uri="{9D8B030D-6E8A-4147-A177-3AD203B41FA5}">
                      <a16:colId xmlns:a16="http://schemas.microsoft.com/office/drawing/2014/main" val="1470405609"/>
                    </a:ext>
                  </a:extLst>
                </a:gridCol>
                <a:gridCol w="41789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89986" y="4952911"/>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2572698497"/>
              </p:ext>
            </p:extLst>
          </p:nvPr>
        </p:nvGraphicFramePr>
        <p:xfrm>
          <a:off x="383634" y="5855386"/>
          <a:ext cx="6043990" cy="372600"/>
        </p:xfrm>
        <a:graphic>
          <a:graphicData uri="http://schemas.openxmlformats.org/drawingml/2006/table">
            <a:tbl>
              <a:tblPr firstRow="1" bandRow="1">
                <a:tableStyleId>{5C22544A-7EE6-4342-B048-85BDC9FD1C3A}</a:tableStyleId>
              </a:tblPr>
              <a:tblGrid>
                <a:gridCol w="276766">
                  <a:extLst>
                    <a:ext uri="{9D8B030D-6E8A-4147-A177-3AD203B41FA5}">
                      <a16:colId xmlns:a16="http://schemas.microsoft.com/office/drawing/2014/main" val="657570846"/>
                    </a:ext>
                  </a:extLst>
                </a:gridCol>
                <a:gridCol w="325438">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028">
                  <a:extLst>
                    <a:ext uri="{9D8B030D-6E8A-4147-A177-3AD203B41FA5}">
                      <a16:colId xmlns:a16="http://schemas.microsoft.com/office/drawing/2014/main" val="2079070694"/>
                    </a:ext>
                  </a:extLst>
                </a:gridCol>
                <a:gridCol w="418028">
                  <a:extLst>
                    <a:ext uri="{9D8B030D-6E8A-4147-A177-3AD203B41FA5}">
                      <a16:colId xmlns:a16="http://schemas.microsoft.com/office/drawing/2014/main" val="4213315911"/>
                    </a:ext>
                  </a:extLst>
                </a:gridCol>
                <a:gridCol w="418028">
                  <a:extLst>
                    <a:ext uri="{9D8B030D-6E8A-4147-A177-3AD203B41FA5}">
                      <a16:colId xmlns:a16="http://schemas.microsoft.com/office/drawing/2014/main" val="2769999950"/>
                    </a:ext>
                  </a:extLst>
                </a:gridCol>
                <a:gridCol w="418028">
                  <a:extLst>
                    <a:ext uri="{9D8B030D-6E8A-4147-A177-3AD203B41FA5}">
                      <a16:colId xmlns:a16="http://schemas.microsoft.com/office/drawing/2014/main" val="135637185"/>
                    </a:ext>
                  </a:extLst>
                </a:gridCol>
                <a:gridCol w="418028">
                  <a:extLst>
                    <a:ext uri="{9D8B030D-6E8A-4147-A177-3AD203B41FA5}">
                      <a16:colId xmlns:a16="http://schemas.microsoft.com/office/drawing/2014/main" val="3038050475"/>
                    </a:ext>
                  </a:extLst>
                </a:gridCol>
                <a:gridCol w="418028">
                  <a:extLst>
                    <a:ext uri="{9D8B030D-6E8A-4147-A177-3AD203B41FA5}">
                      <a16:colId xmlns:a16="http://schemas.microsoft.com/office/drawing/2014/main" val="1979433044"/>
                    </a:ext>
                  </a:extLst>
                </a:gridCol>
                <a:gridCol w="418028">
                  <a:extLst>
                    <a:ext uri="{9D8B030D-6E8A-4147-A177-3AD203B41FA5}">
                      <a16:colId xmlns:a16="http://schemas.microsoft.com/office/drawing/2014/main" val="4270661649"/>
                    </a:ext>
                  </a:extLst>
                </a:gridCol>
                <a:gridCol w="418028">
                  <a:extLst>
                    <a:ext uri="{9D8B030D-6E8A-4147-A177-3AD203B41FA5}">
                      <a16:colId xmlns:a16="http://schemas.microsoft.com/office/drawing/2014/main" val="3027041370"/>
                    </a:ext>
                  </a:extLst>
                </a:gridCol>
                <a:gridCol w="418028">
                  <a:extLst>
                    <a:ext uri="{9D8B030D-6E8A-4147-A177-3AD203B41FA5}">
                      <a16:colId xmlns:a16="http://schemas.microsoft.com/office/drawing/2014/main" val="2852526216"/>
                    </a:ext>
                  </a:extLst>
                </a:gridCol>
                <a:gridCol w="418028">
                  <a:extLst>
                    <a:ext uri="{9D8B030D-6E8A-4147-A177-3AD203B41FA5}">
                      <a16:colId xmlns:a16="http://schemas.microsoft.com/office/drawing/2014/main" val="103420222"/>
                    </a:ext>
                  </a:extLst>
                </a:gridCol>
                <a:gridCol w="418028">
                  <a:extLst>
                    <a:ext uri="{9D8B030D-6E8A-4147-A177-3AD203B41FA5}">
                      <a16:colId xmlns:a16="http://schemas.microsoft.com/office/drawing/2014/main" val="1470405609"/>
                    </a:ext>
                  </a:extLst>
                </a:gridCol>
                <a:gridCol w="4180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89986" y="5629744"/>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3625196933"/>
              </p:ext>
            </p:extLst>
          </p:nvPr>
        </p:nvGraphicFramePr>
        <p:xfrm>
          <a:off x="385222" y="6532834"/>
          <a:ext cx="6043998" cy="372600"/>
        </p:xfrm>
        <a:graphic>
          <a:graphicData uri="http://schemas.openxmlformats.org/drawingml/2006/table">
            <a:tbl>
              <a:tblPr firstRow="1" bandRow="1">
                <a:tableStyleId>{5C22544A-7EE6-4342-B048-85BDC9FD1C3A}</a:tableStyleId>
              </a:tblPr>
              <a:tblGrid>
                <a:gridCol w="273591">
                  <a:extLst>
                    <a:ext uri="{9D8B030D-6E8A-4147-A177-3AD203B41FA5}">
                      <a16:colId xmlns:a16="http://schemas.microsoft.com/office/drawing/2014/main" val="657570846"/>
                    </a:ext>
                  </a:extLst>
                </a:gridCol>
                <a:gridCol w="328612">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61">
                  <a:extLst>
                    <a:ext uri="{9D8B030D-6E8A-4147-A177-3AD203B41FA5}">
                      <a16:colId xmlns:a16="http://schemas.microsoft.com/office/drawing/2014/main" val="2079070694"/>
                    </a:ext>
                  </a:extLst>
                </a:gridCol>
                <a:gridCol w="418161">
                  <a:extLst>
                    <a:ext uri="{9D8B030D-6E8A-4147-A177-3AD203B41FA5}">
                      <a16:colId xmlns:a16="http://schemas.microsoft.com/office/drawing/2014/main" val="4213315911"/>
                    </a:ext>
                  </a:extLst>
                </a:gridCol>
                <a:gridCol w="418161">
                  <a:extLst>
                    <a:ext uri="{9D8B030D-6E8A-4147-A177-3AD203B41FA5}">
                      <a16:colId xmlns:a16="http://schemas.microsoft.com/office/drawing/2014/main" val="2769999950"/>
                    </a:ext>
                  </a:extLst>
                </a:gridCol>
                <a:gridCol w="418161">
                  <a:extLst>
                    <a:ext uri="{9D8B030D-6E8A-4147-A177-3AD203B41FA5}">
                      <a16:colId xmlns:a16="http://schemas.microsoft.com/office/drawing/2014/main" val="135637185"/>
                    </a:ext>
                  </a:extLst>
                </a:gridCol>
                <a:gridCol w="418161">
                  <a:extLst>
                    <a:ext uri="{9D8B030D-6E8A-4147-A177-3AD203B41FA5}">
                      <a16:colId xmlns:a16="http://schemas.microsoft.com/office/drawing/2014/main" val="3038050475"/>
                    </a:ext>
                  </a:extLst>
                </a:gridCol>
                <a:gridCol w="418161">
                  <a:extLst>
                    <a:ext uri="{9D8B030D-6E8A-4147-A177-3AD203B41FA5}">
                      <a16:colId xmlns:a16="http://schemas.microsoft.com/office/drawing/2014/main" val="1979433044"/>
                    </a:ext>
                  </a:extLst>
                </a:gridCol>
                <a:gridCol w="418161">
                  <a:extLst>
                    <a:ext uri="{9D8B030D-6E8A-4147-A177-3AD203B41FA5}">
                      <a16:colId xmlns:a16="http://schemas.microsoft.com/office/drawing/2014/main" val="4270661649"/>
                    </a:ext>
                  </a:extLst>
                </a:gridCol>
                <a:gridCol w="418161">
                  <a:extLst>
                    <a:ext uri="{9D8B030D-6E8A-4147-A177-3AD203B41FA5}">
                      <a16:colId xmlns:a16="http://schemas.microsoft.com/office/drawing/2014/main" val="3027041370"/>
                    </a:ext>
                  </a:extLst>
                </a:gridCol>
                <a:gridCol w="418161">
                  <a:extLst>
                    <a:ext uri="{9D8B030D-6E8A-4147-A177-3AD203B41FA5}">
                      <a16:colId xmlns:a16="http://schemas.microsoft.com/office/drawing/2014/main" val="2852526216"/>
                    </a:ext>
                  </a:extLst>
                </a:gridCol>
                <a:gridCol w="418161">
                  <a:extLst>
                    <a:ext uri="{9D8B030D-6E8A-4147-A177-3AD203B41FA5}">
                      <a16:colId xmlns:a16="http://schemas.microsoft.com/office/drawing/2014/main" val="103420222"/>
                    </a:ext>
                  </a:extLst>
                </a:gridCol>
                <a:gridCol w="418161">
                  <a:extLst>
                    <a:ext uri="{9D8B030D-6E8A-4147-A177-3AD203B41FA5}">
                      <a16:colId xmlns:a16="http://schemas.microsoft.com/office/drawing/2014/main" val="1470405609"/>
                    </a:ext>
                  </a:extLst>
                </a:gridCol>
                <a:gridCol w="4181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9986" y="6306577"/>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623806243"/>
              </p:ext>
            </p:extLst>
          </p:nvPr>
        </p:nvGraphicFramePr>
        <p:xfrm>
          <a:off x="385222" y="7210282"/>
          <a:ext cx="6043986" cy="372600"/>
        </p:xfrm>
        <a:graphic>
          <a:graphicData uri="http://schemas.openxmlformats.org/drawingml/2006/table">
            <a:tbl>
              <a:tblPr firstRow="1" bandRow="1">
                <a:tableStyleId>{5C22544A-7EE6-4342-B048-85BDC9FD1C3A}</a:tableStyleId>
              </a:tblPr>
              <a:tblGrid>
                <a:gridCol w="273591">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160">
                  <a:extLst>
                    <a:ext uri="{9D8B030D-6E8A-4147-A177-3AD203B41FA5}">
                      <a16:colId xmlns:a16="http://schemas.microsoft.com/office/drawing/2014/main" val="2079070694"/>
                    </a:ext>
                  </a:extLst>
                </a:gridCol>
                <a:gridCol w="418160">
                  <a:extLst>
                    <a:ext uri="{9D8B030D-6E8A-4147-A177-3AD203B41FA5}">
                      <a16:colId xmlns:a16="http://schemas.microsoft.com/office/drawing/2014/main" val="4213315911"/>
                    </a:ext>
                  </a:extLst>
                </a:gridCol>
                <a:gridCol w="418160">
                  <a:extLst>
                    <a:ext uri="{9D8B030D-6E8A-4147-A177-3AD203B41FA5}">
                      <a16:colId xmlns:a16="http://schemas.microsoft.com/office/drawing/2014/main" val="2769999950"/>
                    </a:ext>
                  </a:extLst>
                </a:gridCol>
                <a:gridCol w="418160">
                  <a:extLst>
                    <a:ext uri="{9D8B030D-6E8A-4147-A177-3AD203B41FA5}">
                      <a16:colId xmlns:a16="http://schemas.microsoft.com/office/drawing/2014/main" val="135637185"/>
                    </a:ext>
                  </a:extLst>
                </a:gridCol>
                <a:gridCol w="418160">
                  <a:extLst>
                    <a:ext uri="{9D8B030D-6E8A-4147-A177-3AD203B41FA5}">
                      <a16:colId xmlns:a16="http://schemas.microsoft.com/office/drawing/2014/main" val="3038050475"/>
                    </a:ext>
                  </a:extLst>
                </a:gridCol>
                <a:gridCol w="418160">
                  <a:extLst>
                    <a:ext uri="{9D8B030D-6E8A-4147-A177-3AD203B41FA5}">
                      <a16:colId xmlns:a16="http://schemas.microsoft.com/office/drawing/2014/main" val="1979433044"/>
                    </a:ext>
                  </a:extLst>
                </a:gridCol>
                <a:gridCol w="418160">
                  <a:extLst>
                    <a:ext uri="{9D8B030D-6E8A-4147-A177-3AD203B41FA5}">
                      <a16:colId xmlns:a16="http://schemas.microsoft.com/office/drawing/2014/main" val="4270661649"/>
                    </a:ext>
                  </a:extLst>
                </a:gridCol>
                <a:gridCol w="418160">
                  <a:extLst>
                    <a:ext uri="{9D8B030D-6E8A-4147-A177-3AD203B41FA5}">
                      <a16:colId xmlns:a16="http://schemas.microsoft.com/office/drawing/2014/main" val="3027041370"/>
                    </a:ext>
                  </a:extLst>
                </a:gridCol>
                <a:gridCol w="418160">
                  <a:extLst>
                    <a:ext uri="{9D8B030D-6E8A-4147-A177-3AD203B41FA5}">
                      <a16:colId xmlns:a16="http://schemas.microsoft.com/office/drawing/2014/main" val="2852526216"/>
                    </a:ext>
                  </a:extLst>
                </a:gridCol>
                <a:gridCol w="418160">
                  <a:extLst>
                    <a:ext uri="{9D8B030D-6E8A-4147-A177-3AD203B41FA5}">
                      <a16:colId xmlns:a16="http://schemas.microsoft.com/office/drawing/2014/main" val="103420222"/>
                    </a:ext>
                  </a:extLst>
                </a:gridCol>
                <a:gridCol w="418160">
                  <a:extLst>
                    <a:ext uri="{9D8B030D-6E8A-4147-A177-3AD203B41FA5}">
                      <a16:colId xmlns:a16="http://schemas.microsoft.com/office/drawing/2014/main" val="1470405609"/>
                    </a:ext>
                  </a:extLst>
                </a:gridCol>
                <a:gridCol w="41816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89986" y="6983410"/>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10</a:t>
            </a:r>
          </a:p>
        </p:txBody>
      </p:sp>
      <p:sp>
        <p:nvSpPr>
          <p:cNvPr id="44" name="TextBox 43">
            <a:extLst>
              <a:ext uri="{FF2B5EF4-FFF2-40B4-BE49-F238E27FC236}">
                <a16:creationId xmlns:a16="http://schemas.microsoft.com/office/drawing/2014/main" id="{AAAFFE48-B134-698C-5B30-978ED7CABDAD}"/>
              </a:ext>
            </a:extLst>
          </p:cNvPr>
          <p:cNvSpPr txBox="1"/>
          <p:nvPr/>
        </p:nvSpPr>
        <p:spPr>
          <a:xfrm>
            <a:off x="389986" y="7660243"/>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11</a:t>
            </a:r>
          </a:p>
        </p:txBody>
      </p:sp>
      <p:sp>
        <p:nvSpPr>
          <p:cNvPr id="4" name="TextBox 3">
            <a:extLst>
              <a:ext uri="{FF2B5EF4-FFF2-40B4-BE49-F238E27FC236}">
                <a16:creationId xmlns:a16="http://schemas.microsoft.com/office/drawing/2014/main" id="{E884409E-FF89-F97A-86AC-BDAB97F70A10}"/>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graphicFrame>
        <p:nvGraphicFramePr>
          <p:cNvPr id="8" name="표 7">
            <a:extLst>
              <a:ext uri="{FF2B5EF4-FFF2-40B4-BE49-F238E27FC236}">
                <a16:creationId xmlns:a16="http://schemas.microsoft.com/office/drawing/2014/main" id="{0C80AA71-FE8A-20CE-CC79-89FDB984AB39}"/>
              </a:ext>
            </a:extLst>
          </p:cNvPr>
          <p:cNvGraphicFramePr>
            <a:graphicFrameLocks noGrp="1"/>
          </p:cNvGraphicFramePr>
          <p:nvPr>
            <p:extLst>
              <p:ext uri="{D42A27DB-BD31-4B8C-83A1-F6EECF244321}">
                <p14:modId xmlns:p14="http://schemas.microsoft.com/office/powerpoint/2010/main" val="3118401615"/>
              </p:ext>
            </p:extLst>
          </p:nvPr>
        </p:nvGraphicFramePr>
        <p:xfrm>
          <a:off x="383517" y="8565175"/>
          <a:ext cx="6043999" cy="372600"/>
        </p:xfrm>
        <a:graphic>
          <a:graphicData uri="http://schemas.openxmlformats.org/drawingml/2006/table">
            <a:tbl>
              <a:tblPr firstRow="1" bandRow="1">
                <a:tableStyleId>{5C22544A-7EE6-4342-B048-85BDC9FD1C3A}</a:tableStyleId>
              </a:tblPr>
              <a:tblGrid>
                <a:gridCol w="278471">
                  <a:extLst>
                    <a:ext uri="{9D8B030D-6E8A-4147-A177-3AD203B41FA5}">
                      <a16:colId xmlns:a16="http://schemas.microsoft.com/office/drawing/2014/main" val="657570846"/>
                    </a:ext>
                  </a:extLst>
                </a:gridCol>
                <a:gridCol w="322262">
                  <a:extLst>
                    <a:ext uri="{9D8B030D-6E8A-4147-A177-3AD203B41FA5}">
                      <a16:colId xmlns:a16="http://schemas.microsoft.com/office/drawing/2014/main" val="3259894497"/>
                    </a:ext>
                  </a:extLst>
                </a:gridCol>
                <a:gridCol w="427038">
                  <a:extLst>
                    <a:ext uri="{9D8B030D-6E8A-4147-A177-3AD203B41FA5}">
                      <a16:colId xmlns:a16="http://schemas.microsoft.com/office/drawing/2014/main" val="4170535043"/>
                    </a:ext>
                  </a:extLst>
                </a:gridCol>
                <a:gridCol w="418019">
                  <a:extLst>
                    <a:ext uri="{9D8B030D-6E8A-4147-A177-3AD203B41FA5}">
                      <a16:colId xmlns:a16="http://schemas.microsoft.com/office/drawing/2014/main" val="2079070694"/>
                    </a:ext>
                  </a:extLst>
                </a:gridCol>
                <a:gridCol w="418019">
                  <a:extLst>
                    <a:ext uri="{9D8B030D-6E8A-4147-A177-3AD203B41FA5}">
                      <a16:colId xmlns:a16="http://schemas.microsoft.com/office/drawing/2014/main" val="4213315911"/>
                    </a:ext>
                  </a:extLst>
                </a:gridCol>
                <a:gridCol w="418019">
                  <a:extLst>
                    <a:ext uri="{9D8B030D-6E8A-4147-A177-3AD203B41FA5}">
                      <a16:colId xmlns:a16="http://schemas.microsoft.com/office/drawing/2014/main" val="2769999950"/>
                    </a:ext>
                  </a:extLst>
                </a:gridCol>
                <a:gridCol w="418019">
                  <a:extLst>
                    <a:ext uri="{9D8B030D-6E8A-4147-A177-3AD203B41FA5}">
                      <a16:colId xmlns:a16="http://schemas.microsoft.com/office/drawing/2014/main" val="135637185"/>
                    </a:ext>
                  </a:extLst>
                </a:gridCol>
                <a:gridCol w="418019">
                  <a:extLst>
                    <a:ext uri="{9D8B030D-6E8A-4147-A177-3AD203B41FA5}">
                      <a16:colId xmlns:a16="http://schemas.microsoft.com/office/drawing/2014/main" val="3038050475"/>
                    </a:ext>
                  </a:extLst>
                </a:gridCol>
                <a:gridCol w="418019">
                  <a:extLst>
                    <a:ext uri="{9D8B030D-6E8A-4147-A177-3AD203B41FA5}">
                      <a16:colId xmlns:a16="http://schemas.microsoft.com/office/drawing/2014/main" val="1979433044"/>
                    </a:ext>
                  </a:extLst>
                </a:gridCol>
                <a:gridCol w="418019">
                  <a:extLst>
                    <a:ext uri="{9D8B030D-6E8A-4147-A177-3AD203B41FA5}">
                      <a16:colId xmlns:a16="http://schemas.microsoft.com/office/drawing/2014/main" val="4270661649"/>
                    </a:ext>
                  </a:extLst>
                </a:gridCol>
                <a:gridCol w="418019">
                  <a:extLst>
                    <a:ext uri="{9D8B030D-6E8A-4147-A177-3AD203B41FA5}">
                      <a16:colId xmlns:a16="http://schemas.microsoft.com/office/drawing/2014/main" val="3027041370"/>
                    </a:ext>
                  </a:extLst>
                </a:gridCol>
                <a:gridCol w="418019">
                  <a:extLst>
                    <a:ext uri="{9D8B030D-6E8A-4147-A177-3AD203B41FA5}">
                      <a16:colId xmlns:a16="http://schemas.microsoft.com/office/drawing/2014/main" val="2852526216"/>
                    </a:ext>
                  </a:extLst>
                </a:gridCol>
                <a:gridCol w="418019">
                  <a:extLst>
                    <a:ext uri="{9D8B030D-6E8A-4147-A177-3AD203B41FA5}">
                      <a16:colId xmlns:a16="http://schemas.microsoft.com/office/drawing/2014/main" val="103420222"/>
                    </a:ext>
                  </a:extLst>
                </a:gridCol>
                <a:gridCol w="418019">
                  <a:extLst>
                    <a:ext uri="{9D8B030D-6E8A-4147-A177-3AD203B41FA5}">
                      <a16:colId xmlns:a16="http://schemas.microsoft.com/office/drawing/2014/main" val="1470405609"/>
                    </a:ext>
                  </a:extLst>
                </a:gridCol>
                <a:gridCol w="41801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D6624278-60FC-2DC7-4C20-F8F90A94BCBE}"/>
              </a:ext>
            </a:extLst>
          </p:cNvPr>
          <p:cNvSpPr txBox="1"/>
          <p:nvPr/>
        </p:nvSpPr>
        <p:spPr>
          <a:xfrm>
            <a:off x="389986" y="8337072"/>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12</a:t>
            </a:r>
          </a:p>
        </p:txBody>
      </p:sp>
    </p:spTree>
    <p:extLst>
      <p:ext uri="{BB962C8B-B14F-4D97-AF65-F5344CB8AC3E}">
        <p14:creationId xmlns:p14="http://schemas.microsoft.com/office/powerpoint/2010/main" val="2259773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390986" y="875080"/>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a:t>
            </a:r>
          </a:p>
        </p:txBody>
      </p:sp>
      <p:sp>
        <p:nvSpPr>
          <p:cNvPr id="24" name="TextBox 23">
            <a:extLst>
              <a:ext uri="{FF2B5EF4-FFF2-40B4-BE49-F238E27FC236}">
                <a16:creationId xmlns:a16="http://schemas.microsoft.com/office/drawing/2014/main" id="{C1ED9103-A3B5-553E-C424-E74EB0043AD4}"/>
              </a:ext>
            </a:extLst>
          </p:cNvPr>
          <p:cNvSpPr txBox="1"/>
          <p:nvPr/>
        </p:nvSpPr>
        <p:spPr>
          <a:xfrm>
            <a:off x="401571" y="1552102"/>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2</a:t>
            </a:r>
          </a:p>
        </p:txBody>
      </p:sp>
      <p:sp>
        <p:nvSpPr>
          <p:cNvPr id="29" name="TextBox 28">
            <a:extLst>
              <a:ext uri="{FF2B5EF4-FFF2-40B4-BE49-F238E27FC236}">
                <a16:creationId xmlns:a16="http://schemas.microsoft.com/office/drawing/2014/main" id="{8FC7759F-EBE4-5DE8-90E0-DE7D4C8E6081}"/>
              </a:ext>
            </a:extLst>
          </p:cNvPr>
          <p:cNvSpPr txBox="1"/>
          <p:nvPr/>
        </p:nvSpPr>
        <p:spPr>
          <a:xfrm>
            <a:off x="401571" y="2229124"/>
            <a:ext cx="600769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3</a:t>
            </a:r>
          </a:p>
        </p:txBody>
      </p:sp>
      <p:sp>
        <p:nvSpPr>
          <p:cNvPr id="31" name="TextBox 30">
            <a:extLst>
              <a:ext uri="{FF2B5EF4-FFF2-40B4-BE49-F238E27FC236}">
                <a16:creationId xmlns:a16="http://schemas.microsoft.com/office/drawing/2014/main" id="{0C4C225D-B915-FD28-C5ED-7822B2D27829}"/>
              </a:ext>
            </a:extLst>
          </p:cNvPr>
          <p:cNvSpPr txBox="1"/>
          <p:nvPr/>
        </p:nvSpPr>
        <p:spPr>
          <a:xfrm>
            <a:off x="401571" y="2906146"/>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4</a:t>
            </a:r>
          </a:p>
        </p:txBody>
      </p:sp>
      <p:sp>
        <p:nvSpPr>
          <p:cNvPr id="33" name="TextBox 32">
            <a:extLst>
              <a:ext uri="{FF2B5EF4-FFF2-40B4-BE49-F238E27FC236}">
                <a16:creationId xmlns:a16="http://schemas.microsoft.com/office/drawing/2014/main" id="{54B15480-C4E5-C4A4-DB65-B7DADAA6F574}"/>
              </a:ext>
            </a:extLst>
          </p:cNvPr>
          <p:cNvSpPr txBox="1"/>
          <p:nvPr/>
        </p:nvSpPr>
        <p:spPr>
          <a:xfrm>
            <a:off x="401571" y="358316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5</a:t>
            </a:r>
          </a:p>
        </p:txBody>
      </p:sp>
      <p:sp>
        <p:nvSpPr>
          <p:cNvPr id="35" name="TextBox 34">
            <a:extLst>
              <a:ext uri="{FF2B5EF4-FFF2-40B4-BE49-F238E27FC236}">
                <a16:creationId xmlns:a16="http://schemas.microsoft.com/office/drawing/2014/main" id="{618718C2-741F-A6DA-C399-8573E65A97EF}"/>
              </a:ext>
            </a:extLst>
          </p:cNvPr>
          <p:cNvSpPr txBox="1"/>
          <p:nvPr/>
        </p:nvSpPr>
        <p:spPr>
          <a:xfrm>
            <a:off x="401571" y="4260190"/>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6</a:t>
            </a:r>
          </a:p>
        </p:txBody>
      </p:sp>
      <p:sp>
        <p:nvSpPr>
          <p:cNvPr id="37" name="TextBox 36">
            <a:extLst>
              <a:ext uri="{FF2B5EF4-FFF2-40B4-BE49-F238E27FC236}">
                <a16:creationId xmlns:a16="http://schemas.microsoft.com/office/drawing/2014/main" id="{FC525441-C066-FDE0-D0A1-D79F2E88EF30}"/>
              </a:ext>
            </a:extLst>
          </p:cNvPr>
          <p:cNvSpPr txBox="1"/>
          <p:nvPr/>
        </p:nvSpPr>
        <p:spPr>
          <a:xfrm>
            <a:off x="401571" y="4937212"/>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7</a:t>
            </a:r>
          </a:p>
        </p:txBody>
      </p:sp>
      <p:sp>
        <p:nvSpPr>
          <p:cNvPr id="39" name="TextBox 38">
            <a:extLst>
              <a:ext uri="{FF2B5EF4-FFF2-40B4-BE49-F238E27FC236}">
                <a16:creationId xmlns:a16="http://schemas.microsoft.com/office/drawing/2014/main" id="{26F5A40C-4C80-11B8-890B-481D22447744}"/>
              </a:ext>
            </a:extLst>
          </p:cNvPr>
          <p:cNvSpPr txBox="1"/>
          <p:nvPr/>
        </p:nvSpPr>
        <p:spPr>
          <a:xfrm>
            <a:off x="401571" y="5614234"/>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8</a:t>
            </a:r>
          </a:p>
        </p:txBody>
      </p:sp>
      <p:sp>
        <p:nvSpPr>
          <p:cNvPr id="41" name="TextBox 40">
            <a:extLst>
              <a:ext uri="{FF2B5EF4-FFF2-40B4-BE49-F238E27FC236}">
                <a16:creationId xmlns:a16="http://schemas.microsoft.com/office/drawing/2014/main" id="{365706EB-F63F-F4B5-BDD3-1A86C902281D}"/>
              </a:ext>
            </a:extLst>
          </p:cNvPr>
          <p:cNvSpPr txBox="1"/>
          <p:nvPr/>
        </p:nvSpPr>
        <p:spPr>
          <a:xfrm>
            <a:off x="401571" y="6291256"/>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9</a:t>
            </a:r>
          </a:p>
        </p:txBody>
      </p:sp>
      <p:sp>
        <p:nvSpPr>
          <p:cNvPr id="43" name="TextBox 42">
            <a:extLst>
              <a:ext uri="{FF2B5EF4-FFF2-40B4-BE49-F238E27FC236}">
                <a16:creationId xmlns:a16="http://schemas.microsoft.com/office/drawing/2014/main" id="{2A1335A5-CAB7-BBF1-831A-6479A2C19275}"/>
              </a:ext>
            </a:extLst>
          </p:cNvPr>
          <p:cNvSpPr txBox="1"/>
          <p:nvPr/>
        </p:nvSpPr>
        <p:spPr>
          <a:xfrm>
            <a:off x="401571" y="696827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3662529118"/>
              </p:ext>
            </p:extLst>
          </p:nvPr>
        </p:nvGraphicFramePr>
        <p:xfrm>
          <a:off x="384636" y="1113095"/>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401571" y="8322325"/>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12</a:t>
            </a:r>
          </a:p>
        </p:txBody>
      </p:sp>
      <p:sp>
        <p:nvSpPr>
          <p:cNvPr id="11" name="TextBox 10">
            <a:extLst>
              <a:ext uri="{FF2B5EF4-FFF2-40B4-BE49-F238E27FC236}">
                <a16:creationId xmlns:a16="http://schemas.microsoft.com/office/drawing/2014/main" id="{948F7305-578E-CB0D-96BE-E2A987B46CA6}"/>
              </a:ext>
            </a:extLst>
          </p:cNvPr>
          <p:cNvSpPr txBox="1"/>
          <p:nvPr/>
        </p:nvSpPr>
        <p:spPr>
          <a:xfrm>
            <a:off x="401571" y="7645300"/>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11</a:t>
            </a:r>
          </a:p>
        </p:txBody>
      </p:sp>
      <p:sp>
        <p:nvSpPr>
          <p:cNvPr id="4" name="TextBox 3">
            <a:extLst>
              <a:ext uri="{FF2B5EF4-FFF2-40B4-BE49-F238E27FC236}">
                <a16:creationId xmlns:a16="http://schemas.microsoft.com/office/drawing/2014/main" id="{93045805-E99B-9A50-DADE-30CFA466287F}"/>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graphicFrame>
        <p:nvGraphicFramePr>
          <p:cNvPr id="9" name="표 8">
            <a:extLst>
              <a:ext uri="{FF2B5EF4-FFF2-40B4-BE49-F238E27FC236}">
                <a16:creationId xmlns:a16="http://schemas.microsoft.com/office/drawing/2014/main" id="{5083CCCC-A446-EA2E-2991-5A1FD30A2A03}"/>
              </a:ext>
            </a:extLst>
          </p:cNvPr>
          <p:cNvGraphicFramePr>
            <a:graphicFrameLocks noGrp="1"/>
          </p:cNvGraphicFramePr>
          <p:nvPr>
            <p:extLst>
              <p:ext uri="{D42A27DB-BD31-4B8C-83A1-F6EECF244321}">
                <p14:modId xmlns:p14="http://schemas.microsoft.com/office/powerpoint/2010/main" val="2015095879"/>
              </p:ext>
            </p:extLst>
          </p:nvPr>
        </p:nvGraphicFramePr>
        <p:xfrm>
          <a:off x="384636" y="1789297"/>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021D3055-C32B-8A7E-920E-3AB02F8461A5}"/>
              </a:ext>
            </a:extLst>
          </p:cNvPr>
          <p:cNvGraphicFramePr>
            <a:graphicFrameLocks noGrp="1"/>
          </p:cNvGraphicFramePr>
          <p:nvPr>
            <p:extLst>
              <p:ext uri="{D42A27DB-BD31-4B8C-83A1-F6EECF244321}">
                <p14:modId xmlns:p14="http://schemas.microsoft.com/office/powerpoint/2010/main" val="3245972144"/>
              </p:ext>
            </p:extLst>
          </p:nvPr>
        </p:nvGraphicFramePr>
        <p:xfrm>
          <a:off x="384636" y="2465499"/>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18CDA3C-1325-3AC1-E46B-F3B151C3CF83}"/>
              </a:ext>
            </a:extLst>
          </p:cNvPr>
          <p:cNvGraphicFramePr>
            <a:graphicFrameLocks noGrp="1"/>
          </p:cNvGraphicFramePr>
          <p:nvPr>
            <p:extLst>
              <p:ext uri="{D42A27DB-BD31-4B8C-83A1-F6EECF244321}">
                <p14:modId xmlns:p14="http://schemas.microsoft.com/office/powerpoint/2010/main" val="314037922"/>
              </p:ext>
            </p:extLst>
          </p:nvPr>
        </p:nvGraphicFramePr>
        <p:xfrm>
          <a:off x="384636" y="3141701"/>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86EFCB17-6871-EF91-5AA1-C6DDBCDD5294}"/>
              </a:ext>
            </a:extLst>
          </p:cNvPr>
          <p:cNvGraphicFramePr>
            <a:graphicFrameLocks noGrp="1"/>
          </p:cNvGraphicFramePr>
          <p:nvPr>
            <p:extLst>
              <p:ext uri="{D42A27DB-BD31-4B8C-83A1-F6EECF244321}">
                <p14:modId xmlns:p14="http://schemas.microsoft.com/office/powerpoint/2010/main" val="2120743207"/>
              </p:ext>
            </p:extLst>
          </p:nvPr>
        </p:nvGraphicFramePr>
        <p:xfrm>
          <a:off x="384636" y="3817903"/>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966E2B13-51A5-A5FC-31BF-9F68FCA89A7A}"/>
              </a:ext>
            </a:extLst>
          </p:cNvPr>
          <p:cNvGraphicFramePr>
            <a:graphicFrameLocks noGrp="1"/>
          </p:cNvGraphicFramePr>
          <p:nvPr>
            <p:extLst>
              <p:ext uri="{D42A27DB-BD31-4B8C-83A1-F6EECF244321}">
                <p14:modId xmlns:p14="http://schemas.microsoft.com/office/powerpoint/2010/main" val="3673779117"/>
              </p:ext>
            </p:extLst>
          </p:nvPr>
        </p:nvGraphicFramePr>
        <p:xfrm>
          <a:off x="384636" y="4494105"/>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AE7DF9E3-65CF-85A8-D243-F989119580A8}"/>
              </a:ext>
            </a:extLst>
          </p:cNvPr>
          <p:cNvGraphicFramePr>
            <a:graphicFrameLocks noGrp="1"/>
          </p:cNvGraphicFramePr>
          <p:nvPr>
            <p:extLst>
              <p:ext uri="{D42A27DB-BD31-4B8C-83A1-F6EECF244321}">
                <p14:modId xmlns:p14="http://schemas.microsoft.com/office/powerpoint/2010/main" val="3663397986"/>
              </p:ext>
            </p:extLst>
          </p:nvPr>
        </p:nvGraphicFramePr>
        <p:xfrm>
          <a:off x="384636" y="5170307"/>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06CAA84A-D51B-BAFB-EF87-81EC922BA3E9}"/>
              </a:ext>
            </a:extLst>
          </p:cNvPr>
          <p:cNvGraphicFramePr>
            <a:graphicFrameLocks noGrp="1"/>
          </p:cNvGraphicFramePr>
          <p:nvPr>
            <p:extLst>
              <p:ext uri="{D42A27DB-BD31-4B8C-83A1-F6EECF244321}">
                <p14:modId xmlns:p14="http://schemas.microsoft.com/office/powerpoint/2010/main" val="1036265761"/>
              </p:ext>
            </p:extLst>
          </p:nvPr>
        </p:nvGraphicFramePr>
        <p:xfrm>
          <a:off x="384636" y="5846509"/>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80F48DC8-0050-DC21-275A-043879972DE0}"/>
              </a:ext>
            </a:extLst>
          </p:cNvPr>
          <p:cNvGraphicFramePr>
            <a:graphicFrameLocks noGrp="1"/>
          </p:cNvGraphicFramePr>
          <p:nvPr>
            <p:extLst>
              <p:ext uri="{D42A27DB-BD31-4B8C-83A1-F6EECF244321}">
                <p14:modId xmlns:p14="http://schemas.microsoft.com/office/powerpoint/2010/main" val="2250207113"/>
              </p:ext>
            </p:extLst>
          </p:nvPr>
        </p:nvGraphicFramePr>
        <p:xfrm>
          <a:off x="384636" y="6522711"/>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07DE0D03-7E1B-A9D0-7A15-7215F21CB038}"/>
              </a:ext>
            </a:extLst>
          </p:cNvPr>
          <p:cNvGraphicFramePr>
            <a:graphicFrameLocks noGrp="1"/>
          </p:cNvGraphicFramePr>
          <p:nvPr>
            <p:extLst>
              <p:ext uri="{D42A27DB-BD31-4B8C-83A1-F6EECF244321}">
                <p14:modId xmlns:p14="http://schemas.microsoft.com/office/powerpoint/2010/main" val="4104685164"/>
              </p:ext>
            </p:extLst>
          </p:nvPr>
        </p:nvGraphicFramePr>
        <p:xfrm>
          <a:off x="384636" y="7198913"/>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1" name="표 20">
            <a:extLst>
              <a:ext uri="{FF2B5EF4-FFF2-40B4-BE49-F238E27FC236}">
                <a16:creationId xmlns:a16="http://schemas.microsoft.com/office/drawing/2014/main" id="{14F269EE-23F0-FF93-DA7D-708BC68B6328}"/>
              </a:ext>
            </a:extLst>
          </p:cNvPr>
          <p:cNvGraphicFramePr>
            <a:graphicFrameLocks noGrp="1"/>
          </p:cNvGraphicFramePr>
          <p:nvPr>
            <p:extLst>
              <p:ext uri="{D42A27DB-BD31-4B8C-83A1-F6EECF244321}">
                <p14:modId xmlns:p14="http://schemas.microsoft.com/office/powerpoint/2010/main" val="1862922200"/>
              </p:ext>
            </p:extLst>
          </p:nvPr>
        </p:nvGraphicFramePr>
        <p:xfrm>
          <a:off x="384636" y="7875115"/>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2" name="표 21">
            <a:extLst>
              <a:ext uri="{FF2B5EF4-FFF2-40B4-BE49-F238E27FC236}">
                <a16:creationId xmlns:a16="http://schemas.microsoft.com/office/drawing/2014/main" id="{3AB19C2C-E139-2E61-97EE-388CAD9D1762}"/>
              </a:ext>
            </a:extLst>
          </p:cNvPr>
          <p:cNvGraphicFramePr>
            <a:graphicFrameLocks noGrp="1"/>
          </p:cNvGraphicFramePr>
          <p:nvPr>
            <p:extLst>
              <p:ext uri="{D42A27DB-BD31-4B8C-83A1-F6EECF244321}">
                <p14:modId xmlns:p14="http://schemas.microsoft.com/office/powerpoint/2010/main" val="1024605965"/>
              </p:ext>
            </p:extLst>
          </p:nvPr>
        </p:nvGraphicFramePr>
        <p:xfrm>
          <a:off x="384636" y="8551313"/>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91854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561246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741AD8E2-EECE-EB4D-F335-576FB0899602}"/>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1D5ED687-D270-3BA0-B783-D2302B318937}"/>
              </a:ext>
            </a:extLst>
          </p:cNvPr>
          <p:cNvSpPr txBox="1"/>
          <p:nvPr/>
        </p:nvSpPr>
        <p:spPr>
          <a:xfrm>
            <a:off x="2298356" y="4755479"/>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Reflow Soldering information</a:t>
            </a:r>
          </a:p>
        </p:txBody>
      </p:sp>
      <p:graphicFrame>
        <p:nvGraphicFramePr>
          <p:cNvPr id="5" name="object 8">
            <a:extLst>
              <a:ext uri="{FF2B5EF4-FFF2-40B4-BE49-F238E27FC236}">
                <a16:creationId xmlns:a16="http://schemas.microsoft.com/office/drawing/2014/main" id="{EE2E2B8D-CA48-DFA1-B5E8-143D5C138F17}"/>
              </a:ext>
            </a:extLst>
          </p:cNvPr>
          <p:cNvGraphicFramePr>
            <a:graphicFrameLocks noGrp="1"/>
          </p:cNvGraphicFramePr>
          <p:nvPr>
            <p:extLst>
              <p:ext uri="{D42A27DB-BD31-4B8C-83A1-F6EECF244321}">
                <p14:modId xmlns:p14="http://schemas.microsoft.com/office/powerpoint/2010/main" val="3027351996"/>
              </p:ext>
            </p:extLst>
          </p:nvPr>
        </p:nvGraphicFramePr>
        <p:xfrm>
          <a:off x="887435" y="5071762"/>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51C267EC-96B9-BAFE-D000-A726A77A3B57}"/>
              </a:ext>
            </a:extLst>
          </p:cNvPr>
          <p:cNvSpPr txBox="1"/>
          <p:nvPr/>
        </p:nvSpPr>
        <p:spPr>
          <a:xfrm>
            <a:off x="2354026" y="6878677"/>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FFA3C654-01DC-87C8-A163-B06EA3FA4981}"/>
              </a:ext>
            </a:extLst>
          </p:cNvPr>
          <p:cNvSpPr txBox="1"/>
          <p:nvPr/>
        </p:nvSpPr>
        <p:spPr>
          <a:xfrm>
            <a:off x="404812" y="7106106"/>
            <a:ext cx="6048622" cy="1164421"/>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11527" marR="4611">
              <a:spcBef>
                <a:spcPts val="159"/>
              </a:spcBef>
            </a:pPr>
            <a:r>
              <a:rPr lang="en-US" sz="800" dirty="0">
                <a:latin typeface="Arial"/>
                <a:cs typeface="Arial"/>
              </a:rPr>
              <a:t>3. This document should serve as recommendation only. Other parameters may also affect soldering, so these profiles</a:t>
            </a:r>
          </a:p>
          <a:p>
            <a:pPr marL="11527" marR="4611">
              <a:spcBef>
                <a:spcPts val="159"/>
              </a:spcBef>
            </a:pPr>
            <a:r>
              <a:rPr lang="en-US" sz="800" dirty="0">
                <a:latin typeface="Arial"/>
                <a:cs typeface="Arial"/>
              </a:rPr>
              <a:t>     do not guarantee absolute success.</a:t>
            </a:r>
          </a:p>
          <a:p>
            <a:pPr marL="11527" marR="4611">
              <a:spcBef>
                <a:spcPts val="159"/>
              </a:spcBef>
            </a:pPr>
            <a:r>
              <a:rPr lang="en-US" sz="800" dirty="0">
                <a:latin typeface="Arial"/>
                <a:cs typeface="Arial"/>
              </a:rPr>
              <a:t>4. Soldering profile should be determined by the manufacturer of the solder paste, providing there is no contradiction          </a:t>
            </a:r>
          </a:p>
          <a:p>
            <a:pPr marL="11527" marR="4611">
              <a:spcBef>
                <a:spcPts val="159"/>
              </a:spcBef>
            </a:pPr>
            <a:r>
              <a:rPr lang="en-US" sz="800" dirty="0">
                <a:latin typeface="Arial"/>
                <a:cs typeface="Arial"/>
              </a:rPr>
              <a:t>      with the recommendations in this document.</a:t>
            </a:r>
            <a:endParaRPr sz="800" dirty="0">
              <a:latin typeface="Arial"/>
              <a:cs typeface="Arial"/>
            </a:endParaRPr>
          </a:p>
        </p:txBody>
      </p:sp>
      <p:pic>
        <p:nvPicPr>
          <p:cNvPr id="8" name="그림 7">
            <a:extLst>
              <a:ext uri="{FF2B5EF4-FFF2-40B4-BE49-F238E27FC236}">
                <a16:creationId xmlns:a16="http://schemas.microsoft.com/office/drawing/2014/main" id="{32BE5CB7-FE59-E4B1-65A1-CE59B9A926A0}"/>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4" name="object 3">
            <a:extLst>
              <a:ext uri="{FF2B5EF4-FFF2-40B4-BE49-F238E27FC236}">
                <a16:creationId xmlns:a16="http://schemas.microsoft.com/office/drawing/2014/main" id="{73AE0A1B-9B75-235F-CEE1-1077C11BBF00}"/>
              </a:ext>
            </a:extLst>
          </p:cNvPr>
          <p:cNvSpPr txBox="1"/>
          <p:nvPr/>
        </p:nvSpPr>
        <p:spPr>
          <a:xfrm>
            <a:off x="2397979" y="1279904"/>
            <a:ext cx="2062039" cy="205629"/>
          </a:xfrm>
          <a:prstGeom prst="rect">
            <a:avLst/>
          </a:prstGeom>
        </p:spPr>
        <p:txBody>
          <a:bodyPr vert="horz" wrap="none" lIns="0" tIns="3600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pic>
        <p:nvPicPr>
          <p:cNvPr id="2" name="그림 1">
            <a:extLst>
              <a:ext uri="{FF2B5EF4-FFF2-40B4-BE49-F238E27FC236}">
                <a16:creationId xmlns:a16="http://schemas.microsoft.com/office/drawing/2014/main" id="{AB7D6EBA-D215-91A3-4EB8-C4EC2FBB15F2}"/>
              </a:ext>
            </a:extLst>
          </p:cNvPr>
          <p:cNvPicPr>
            <a:picLocks noChangeAspect="1"/>
          </p:cNvPicPr>
          <p:nvPr/>
        </p:nvPicPr>
        <p:blipFill rotWithShape="1">
          <a:blip r:embed="rId2"/>
          <a:srcRect t="7136"/>
          <a:stretch/>
        </p:blipFill>
        <p:spPr>
          <a:xfrm>
            <a:off x="3394288" y="1980664"/>
            <a:ext cx="3096000" cy="2833160"/>
          </a:xfrm>
          <a:prstGeom prst="rect">
            <a:avLst/>
          </a:prstGeom>
        </p:spPr>
      </p:pic>
      <p:sp>
        <p:nvSpPr>
          <p:cNvPr id="6" name="TextBox 5">
            <a:extLst>
              <a:ext uri="{FF2B5EF4-FFF2-40B4-BE49-F238E27FC236}">
                <a16:creationId xmlns:a16="http://schemas.microsoft.com/office/drawing/2014/main" id="{642460AF-725E-060D-3052-510CD31BEDDE}"/>
              </a:ext>
            </a:extLst>
          </p:cNvPr>
          <p:cNvSpPr txBox="1"/>
          <p:nvPr/>
        </p:nvSpPr>
        <p:spPr>
          <a:xfrm>
            <a:off x="1598278" y="1854042"/>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BDC0BB5-C1EC-0F1C-D6B4-B703393667F3}"/>
              </a:ext>
            </a:extLst>
          </p:cNvPr>
          <p:cNvSpPr txBox="1"/>
          <p:nvPr/>
        </p:nvSpPr>
        <p:spPr>
          <a:xfrm>
            <a:off x="4479475" y="1854499"/>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grpSp>
        <p:nvGrpSpPr>
          <p:cNvPr id="8" name="그룹 7">
            <a:extLst>
              <a:ext uri="{FF2B5EF4-FFF2-40B4-BE49-F238E27FC236}">
                <a16:creationId xmlns:a16="http://schemas.microsoft.com/office/drawing/2014/main" id="{F8DA7E8C-727D-194A-5F81-FB7F677234DD}"/>
              </a:ext>
            </a:extLst>
          </p:cNvPr>
          <p:cNvGrpSpPr/>
          <p:nvPr/>
        </p:nvGrpSpPr>
        <p:grpSpPr>
          <a:xfrm>
            <a:off x="981702" y="2405062"/>
            <a:ext cx="2017514" cy="2017631"/>
            <a:chOff x="934465" y="2137885"/>
            <a:chExt cx="1602000" cy="1602000"/>
          </a:xfrm>
        </p:grpSpPr>
        <p:sp>
          <p:nvSpPr>
            <p:cNvPr id="10" name="직사각형 9">
              <a:extLst>
                <a:ext uri="{FF2B5EF4-FFF2-40B4-BE49-F238E27FC236}">
                  <a16:creationId xmlns:a16="http://schemas.microsoft.com/office/drawing/2014/main" id="{F2F29DAF-26F2-438B-8D6A-8B061691A216}"/>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타원 10">
              <a:extLst>
                <a:ext uri="{FF2B5EF4-FFF2-40B4-BE49-F238E27FC236}">
                  <a16:creationId xmlns:a16="http://schemas.microsoft.com/office/drawing/2014/main" id="{3D84B180-2EEB-6B94-009E-6D57531B6CA8}"/>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TextBox 11">
              <a:extLst>
                <a:ext uri="{FF2B5EF4-FFF2-40B4-BE49-F238E27FC236}">
                  <a16:creationId xmlns:a16="http://schemas.microsoft.com/office/drawing/2014/main" id="{44413084-7AF3-A251-6D61-EE61FD5986E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3" name="직선 연결선 12">
            <a:extLst>
              <a:ext uri="{FF2B5EF4-FFF2-40B4-BE49-F238E27FC236}">
                <a16:creationId xmlns:a16="http://schemas.microsoft.com/office/drawing/2014/main" id="{AA2486FE-7690-4F82-1C82-DB79892B2810}"/>
              </a:ext>
            </a:extLst>
          </p:cNvPr>
          <p:cNvCxnSpPr>
            <a:cxnSpLocks/>
          </p:cNvCxnSpPr>
          <p:nvPr/>
        </p:nvCxnSpPr>
        <p:spPr>
          <a:xfrm flipH="1">
            <a:off x="628470" y="240506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3B8DA28E-859B-9498-D59C-F31DB7D5A1DC}"/>
              </a:ext>
            </a:extLst>
          </p:cNvPr>
          <p:cNvCxnSpPr/>
          <p:nvPr/>
        </p:nvCxnSpPr>
        <p:spPr>
          <a:xfrm>
            <a:off x="750759" y="2427150"/>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5C1190A5-EEBF-36E9-8D14-A13AA9ADC344}"/>
              </a:ext>
            </a:extLst>
          </p:cNvPr>
          <p:cNvCxnSpPr>
            <a:cxnSpLocks/>
          </p:cNvCxnSpPr>
          <p:nvPr/>
        </p:nvCxnSpPr>
        <p:spPr>
          <a:xfrm flipH="1">
            <a:off x="615077" y="4395286"/>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5CC92F17-8E44-5D88-5059-EFA49A816D75}"/>
              </a:ext>
            </a:extLst>
          </p:cNvPr>
          <p:cNvCxnSpPr>
            <a:cxnSpLocks/>
          </p:cNvCxnSpPr>
          <p:nvPr/>
        </p:nvCxnSpPr>
        <p:spPr>
          <a:xfrm rot="5400000" flipH="1" flipV="1">
            <a:off x="860237" y="4604415"/>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8638D9C2-FF8C-8B14-0A55-B09C229A183C}"/>
              </a:ext>
            </a:extLst>
          </p:cNvPr>
          <p:cNvCxnSpPr>
            <a:cxnSpLocks/>
          </p:cNvCxnSpPr>
          <p:nvPr/>
        </p:nvCxnSpPr>
        <p:spPr>
          <a:xfrm rot="5400000" flipH="1" flipV="1">
            <a:off x="2867312" y="4603200"/>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48BC388-8EA6-61B9-33FF-657D63677729}"/>
              </a:ext>
            </a:extLst>
          </p:cNvPr>
          <p:cNvCxnSpPr>
            <a:cxnSpLocks/>
          </p:cNvCxnSpPr>
          <p:nvPr/>
        </p:nvCxnSpPr>
        <p:spPr>
          <a:xfrm flipH="1">
            <a:off x="988651" y="4597090"/>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pic>
        <p:nvPicPr>
          <p:cNvPr id="19" name="그림 18">
            <a:extLst>
              <a:ext uri="{FF2B5EF4-FFF2-40B4-BE49-F238E27FC236}">
                <a16:creationId xmlns:a16="http://schemas.microsoft.com/office/drawing/2014/main" id="{688EE44E-1605-BC00-514E-651B1C48BA87}"/>
              </a:ext>
            </a:extLst>
          </p:cNvPr>
          <p:cNvPicPr>
            <a:picLocks noChangeAspect="1"/>
          </p:cNvPicPr>
          <p:nvPr/>
        </p:nvPicPr>
        <p:blipFill>
          <a:blip r:embed="rId3"/>
          <a:stretch>
            <a:fillRect/>
          </a:stretch>
        </p:blipFill>
        <p:spPr>
          <a:xfrm>
            <a:off x="522470" y="5261321"/>
            <a:ext cx="2502669" cy="773530"/>
          </a:xfrm>
          <a:prstGeom prst="rect">
            <a:avLst/>
          </a:prstGeom>
        </p:spPr>
      </p:pic>
      <p:sp>
        <p:nvSpPr>
          <p:cNvPr id="20" name="TextBox 19">
            <a:extLst>
              <a:ext uri="{FF2B5EF4-FFF2-40B4-BE49-F238E27FC236}">
                <a16:creationId xmlns:a16="http://schemas.microsoft.com/office/drawing/2014/main" id="{16BF8B4A-E5E5-5DA3-D9CA-9EEF8848A298}"/>
              </a:ext>
            </a:extLst>
          </p:cNvPr>
          <p:cNvSpPr txBox="1"/>
          <p:nvPr/>
        </p:nvSpPr>
        <p:spPr>
          <a:xfrm>
            <a:off x="1942792" y="4512451"/>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21" name="object 2">
            <a:extLst>
              <a:ext uri="{FF2B5EF4-FFF2-40B4-BE49-F238E27FC236}">
                <a16:creationId xmlns:a16="http://schemas.microsoft.com/office/drawing/2014/main" id="{FF0A3A58-7D0C-D4C2-C79C-12BF17E14D33}"/>
              </a:ext>
            </a:extLst>
          </p:cNvPr>
          <p:cNvGraphicFramePr>
            <a:graphicFrameLocks noGrp="1"/>
          </p:cNvGraphicFramePr>
          <p:nvPr>
            <p:extLst>
              <p:ext uri="{D42A27DB-BD31-4B8C-83A1-F6EECF244321}">
                <p14:modId xmlns:p14="http://schemas.microsoft.com/office/powerpoint/2010/main" val="853103911"/>
              </p:ext>
            </p:extLst>
          </p:nvPr>
        </p:nvGraphicFramePr>
        <p:xfrm>
          <a:off x="3809830" y="5121913"/>
          <a:ext cx="2249796" cy="3330596"/>
        </p:xfrm>
        <a:graphic>
          <a:graphicData uri="http://schemas.openxmlformats.org/drawingml/2006/table">
            <a:tbl>
              <a:tblPr firstRow="1" bandRow="1">
                <a:tableStyleId>{2D5ABB26-0587-4C30-8999-92F81FD0307C}</a:tableStyleId>
              </a:tblPr>
              <a:tblGrid>
                <a:gridCol w="661813">
                  <a:extLst>
                    <a:ext uri="{9D8B030D-6E8A-4147-A177-3AD203B41FA5}">
                      <a16:colId xmlns:a16="http://schemas.microsoft.com/office/drawing/2014/main" val="20000"/>
                    </a:ext>
                  </a:extLst>
                </a:gridCol>
                <a:gridCol w="530677">
                  <a:extLst>
                    <a:ext uri="{9D8B030D-6E8A-4147-A177-3AD203B41FA5}">
                      <a16:colId xmlns:a16="http://schemas.microsoft.com/office/drawing/2014/main" val="20001"/>
                    </a:ext>
                  </a:extLst>
                </a:gridCol>
                <a:gridCol w="520113">
                  <a:extLst>
                    <a:ext uri="{9D8B030D-6E8A-4147-A177-3AD203B41FA5}">
                      <a16:colId xmlns:a16="http://schemas.microsoft.com/office/drawing/2014/main" val="4065758931"/>
                    </a:ext>
                  </a:extLst>
                </a:gridCol>
                <a:gridCol w="537193">
                  <a:extLst>
                    <a:ext uri="{9D8B030D-6E8A-4147-A177-3AD203B41FA5}">
                      <a16:colId xmlns:a16="http://schemas.microsoft.com/office/drawing/2014/main" val="20002"/>
                    </a:ext>
                  </a:extLst>
                </a:gridCol>
              </a:tblGrid>
              <a:tr h="237777">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37777">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386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386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22" name="TextBox 21">
            <a:extLst>
              <a:ext uri="{FF2B5EF4-FFF2-40B4-BE49-F238E27FC236}">
                <a16:creationId xmlns:a16="http://schemas.microsoft.com/office/drawing/2014/main" id="{C513B307-DF31-AF34-3259-5F60587A630C}"/>
              </a:ext>
            </a:extLst>
          </p:cNvPr>
          <p:cNvSpPr txBox="1"/>
          <p:nvPr/>
        </p:nvSpPr>
        <p:spPr>
          <a:xfrm>
            <a:off x="1598278" y="4964092"/>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23" name="object 84">
            <a:extLst>
              <a:ext uri="{FF2B5EF4-FFF2-40B4-BE49-F238E27FC236}">
                <a16:creationId xmlns:a16="http://schemas.microsoft.com/office/drawing/2014/main" id="{75ECA8E5-6030-1089-7B2A-75383921E24E}"/>
              </a:ext>
            </a:extLst>
          </p:cNvPr>
          <p:cNvSpPr txBox="1"/>
          <p:nvPr/>
        </p:nvSpPr>
        <p:spPr>
          <a:xfrm>
            <a:off x="2625487" y="8683437"/>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sp>
        <p:nvSpPr>
          <p:cNvPr id="24" name="TextBox 23">
            <a:extLst>
              <a:ext uri="{FF2B5EF4-FFF2-40B4-BE49-F238E27FC236}">
                <a16:creationId xmlns:a16="http://schemas.microsoft.com/office/drawing/2014/main" id="{ED57B6A4-FBDE-076C-3506-7AEE6BC91671}"/>
              </a:ext>
            </a:extLst>
          </p:cNvPr>
          <p:cNvSpPr txBox="1"/>
          <p:nvPr/>
        </p:nvSpPr>
        <p:spPr>
          <a:xfrm>
            <a:off x="714672" y="3296147"/>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spTree>
    <p:extLst>
      <p:ext uri="{BB962C8B-B14F-4D97-AF65-F5344CB8AC3E}">
        <p14:creationId xmlns:p14="http://schemas.microsoft.com/office/powerpoint/2010/main" val="2431963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7" y="774866"/>
            <a:ext cx="35661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pSp>
        <p:nvGrpSpPr>
          <p:cNvPr id="5" name="그룹 4">
            <a:extLst>
              <a:ext uri="{FF2B5EF4-FFF2-40B4-BE49-F238E27FC236}">
                <a16:creationId xmlns:a16="http://schemas.microsoft.com/office/drawing/2014/main" id="{F7C88A4A-2ACF-AF41-3E61-D57D67A5C780}"/>
              </a:ext>
            </a:extLst>
          </p:cNvPr>
          <p:cNvGrpSpPr/>
          <p:nvPr/>
        </p:nvGrpSpPr>
        <p:grpSpPr>
          <a:xfrm>
            <a:off x="404813" y="6827172"/>
            <a:ext cx="6048622" cy="2068425"/>
            <a:chOff x="404813" y="6381344"/>
            <a:chExt cx="6048622" cy="2068425"/>
          </a:xfrm>
        </p:grpSpPr>
        <p:grpSp>
          <p:nvGrpSpPr>
            <p:cNvPr id="9" name="그룹 8">
              <a:extLst>
                <a:ext uri="{FF2B5EF4-FFF2-40B4-BE49-F238E27FC236}">
                  <a16:creationId xmlns:a16="http://schemas.microsoft.com/office/drawing/2014/main" id="{23E2F9BD-A0F0-7A79-0B99-1FBB69CA50F7}"/>
                </a:ext>
              </a:extLst>
            </p:cNvPr>
            <p:cNvGrpSpPr/>
            <p:nvPr/>
          </p:nvGrpSpPr>
          <p:grpSpPr>
            <a:xfrm>
              <a:off x="404813" y="6381344"/>
              <a:ext cx="6048622" cy="553998"/>
              <a:chOff x="404813" y="5895833"/>
              <a:chExt cx="6048622" cy="553998"/>
            </a:xfrm>
          </p:grpSpPr>
          <p:sp>
            <p:nvSpPr>
              <p:cNvPr id="20" name="Rectangle 12">
                <a:extLst>
                  <a:ext uri="{FF2B5EF4-FFF2-40B4-BE49-F238E27FC236}">
                    <a16:creationId xmlns:a16="http://schemas.microsoft.com/office/drawing/2014/main" id="{AA99C72C-C2AE-11DE-F064-51BB93828186}"/>
                  </a:ext>
                </a:extLst>
              </p:cNvPr>
              <p:cNvSpPr>
                <a:spLocks noChangeArrowheads="1"/>
              </p:cNvSpPr>
              <p:nvPr/>
            </p:nvSpPr>
            <p:spPr bwMode="auto">
              <a:xfrm>
                <a:off x="404813" y="5895833"/>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pic>
            <p:nvPicPr>
              <p:cNvPr id="21" name="그림 1">
                <a:extLst>
                  <a:ext uri="{FF2B5EF4-FFF2-40B4-BE49-F238E27FC236}">
                    <a16:creationId xmlns:a16="http://schemas.microsoft.com/office/drawing/2014/main" id="{B5253500-EF94-DA03-790D-6DB240AD2C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879" y="5922392"/>
                <a:ext cx="100553" cy="1469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그룹 14">
              <a:extLst>
                <a:ext uri="{FF2B5EF4-FFF2-40B4-BE49-F238E27FC236}">
                  <a16:creationId xmlns:a16="http://schemas.microsoft.com/office/drawing/2014/main" id="{AD049AF6-0940-D9AE-B061-F1B69A0C3650}"/>
                </a:ext>
              </a:extLst>
            </p:cNvPr>
            <p:cNvGrpSpPr/>
            <p:nvPr/>
          </p:nvGrpSpPr>
          <p:grpSpPr>
            <a:xfrm>
              <a:off x="404813" y="6972441"/>
              <a:ext cx="6048622" cy="1477328"/>
              <a:chOff x="404813" y="6972441"/>
              <a:chExt cx="6048622" cy="1477328"/>
            </a:xfrm>
          </p:grpSpPr>
          <p:sp>
            <p:nvSpPr>
              <p:cNvPr id="17" name="Rectangle 15">
                <a:extLst>
                  <a:ext uri="{FF2B5EF4-FFF2-40B4-BE49-F238E27FC236}">
                    <a16:creationId xmlns:a16="http://schemas.microsoft.com/office/drawing/2014/main" id="{E369E8BE-DCFD-0664-31ED-A466C29F2DAC}"/>
                  </a:ext>
                </a:extLst>
              </p:cNvPr>
              <p:cNvSpPr>
                <a:spLocks noChangeArrowheads="1"/>
              </p:cNvSpPr>
              <p:nvPr/>
            </p:nvSpPr>
            <p:spPr bwMode="auto">
              <a:xfrm>
                <a:off x="404813" y="6972441"/>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pic>
            <p:nvPicPr>
              <p:cNvPr id="19" name="그림 1">
                <a:extLst>
                  <a:ext uri="{FF2B5EF4-FFF2-40B4-BE49-F238E27FC236}">
                    <a16:creationId xmlns:a16="http://schemas.microsoft.com/office/drawing/2014/main" id="{9F21F4B8-55AC-4A16-9001-1E19703DFB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780" y="7003594"/>
                <a:ext cx="91652" cy="133953"/>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 name="그림 1">
            <a:extLst>
              <a:ext uri="{FF2B5EF4-FFF2-40B4-BE49-F238E27FC236}">
                <a16:creationId xmlns:a16="http://schemas.microsoft.com/office/drawing/2014/main" id="{2B917052-130D-F02E-E79B-8CC827EFD343}"/>
              </a:ext>
            </a:extLst>
          </p:cNvPr>
          <p:cNvPicPr>
            <a:picLocks noChangeAspect="1"/>
          </p:cNvPicPr>
          <p:nvPr/>
        </p:nvPicPr>
        <p:blipFill>
          <a:blip r:embed="rId3"/>
          <a:stretch>
            <a:fillRect/>
          </a:stretch>
        </p:blipFill>
        <p:spPr>
          <a:xfrm>
            <a:off x="404813" y="1546061"/>
            <a:ext cx="4001941" cy="3256882"/>
          </a:xfrm>
          <a:prstGeom prst="rect">
            <a:avLst/>
          </a:prstGeom>
        </p:spPr>
      </p:pic>
      <p:sp>
        <p:nvSpPr>
          <p:cNvPr id="6" name="object 7">
            <a:extLst>
              <a:ext uri="{FF2B5EF4-FFF2-40B4-BE49-F238E27FC236}">
                <a16:creationId xmlns:a16="http://schemas.microsoft.com/office/drawing/2014/main" id="{AE1D5F5C-3E65-3F85-E941-18CE27F58AAD}"/>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7" name="object 2">
            <a:extLst>
              <a:ext uri="{FF2B5EF4-FFF2-40B4-BE49-F238E27FC236}">
                <a16:creationId xmlns:a16="http://schemas.microsoft.com/office/drawing/2014/main" id="{F6A20C5C-F939-880D-B58E-34738334B0CB}"/>
              </a:ext>
            </a:extLst>
          </p:cNvPr>
          <p:cNvGraphicFramePr>
            <a:graphicFrameLocks noGrp="1"/>
          </p:cNvGraphicFramePr>
          <p:nvPr>
            <p:extLst>
              <p:ext uri="{D42A27DB-BD31-4B8C-83A1-F6EECF244321}">
                <p14:modId xmlns:p14="http://schemas.microsoft.com/office/powerpoint/2010/main" val="1974200072"/>
              </p:ext>
            </p:extLst>
          </p:nvPr>
        </p:nvGraphicFramePr>
        <p:xfrm>
          <a:off x="4625513" y="155784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1.9</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sp>
        <p:nvSpPr>
          <p:cNvPr id="8" name="object 84">
            <a:extLst>
              <a:ext uri="{FF2B5EF4-FFF2-40B4-BE49-F238E27FC236}">
                <a16:creationId xmlns:a16="http://schemas.microsoft.com/office/drawing/2014/main" id="{A1B708B8-336D-3816-E48C-61B89C7414BD}"/>
              </a:ext>
            </a:extLst>
          </p:cNvPr>
          <p:cNvSpPr txBox="1"/>
          <p:nvPr/>
        </p:nvSpPr>
        <p:spPr>
          <a:xfrm>
            <a:off x="2443908" y="522962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2.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37699</TotalTime>
  <Words>9939</Words>
  <Application>Microsoft Office PowerPoint</Application>
  <PresentationFormat>A4 용지(210x297mm)</PresentationFormat>
  <Paragraphs>3021</Paragraphs>
  <Slides>31</Slides>
  <Notes>0</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31</vt:i4>
      </vt:variant>
    </vt:vector>
  </HeadingPairs>
  <TitlesOfParts>
    <vt:vector size="39" baseType="lpstr">
      <vt:lpstr>Microsoft GothicNeo</vt:lpstr>
      <vt:lpstr>굴림</vt:lpstr>
      <vt:lpstr>맑은 고딕</vt:lpstr>
      <vt:lpstr>Arial</vt:lpstr>
      <vt:lpstr>Calibri</vt:lpstr>
      <vt:lpstr>Calibri Light</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윤 진수</cp:lastModifiedBy>
  <cp:revision>1533</cp:revision>
  <cp:lastPrinted>2023-08-01T07:21:23Z</cp:lastPrinted>
  <dcterms:created xsi:type="dcterms:W3CDTF">2020-06-17T04:27:48Z</dcterms:created>
  <dcterms:modified xsi:type="dcterms:W3CDTF">2025-04-29T03:15:21Z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