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handoutMasterIdLst>
    <p:handoutMasterId r:id="rId27"/>
  </p:handoutMasterIdLst>
  <p:sldIdLst>
    <p:sldId id="266" r:id="rId2"/>
    <p:sldId id="385" r:id="rId3"/>
    <p:sldId id="277" r:id="rId4"/>
    <p:sldId id="278" r:id="rId5"/>
    <p:sldId id="279" r:id="rId6"/>
    <p:sldId id="416" r:id="rId7"/>
    <p:sldId id="417" r:id="rId8"/>
    <p:sldId id="418" r:id="rId9"/>
    <p:sldId id="419" r:id="rId10"/>
    <p:sldId id="293" r:id="rId11"/>
    <p:sldId id="330" r:id="rId12"/>
    <p:sldId id="406" r:id="rId13"/>
    <p:sldId id="407" r:id="rId14"/>
    <p:sldId id="412" r:id="rId15"/>
    <p:sldId id="353" r:id="rId16"/>
    <p:sldId id="409" r:id="rId17"/>
    <p:sldId id="352" r:id="rId18"/>
    <p:sldId id="410" r:id="rId19"/>
    <p:sldId id="411" r:id="rId20"/>
    <p:sldId id="402" r:id="rId21"/>
    <p:sldId id="309" r:id="rId22"/>
    <p:sldId id="420" r:id="rId23"/>
    <p:sldId id="348" r:id="rId24"/>
    <p:sldId id="311" r:id="rId25"/>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userDrawn="1">
          <p15:clr>
            <a:srgbClr val="A4A3A4"/>
          </p15:clr>
        </p15:guide>
        <p15:guide id="4" orient="horz" pos="5910" userDrawn="1">
          <p15:clr>
            <a:srgbClr val="A4A3A4"/>
          </p15:clr>
        </p15:guide>
        <p15:guide id="5" pos="4065"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18"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413"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33CC"/>
    <a:srgbClr val="FFFF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6210" autoAdjust="0"/>
  </p:normalViewPr>
  <p:slideViewPr>
    <p:cSldViewPr snapToGrid="0">
      <p:cViewPr varScale="1">
        <p:scale>
          <a:sx n="96" d="100"/>
          <a:sy n="96" d="100"/>
        </p:scale>
        <p:origin x="3908" y="72"/>
      </p:cViewPr>
      <p:guideLst>
        <p:guide orient="horz" pos="217"/>
        <p:guide orient="horz" pos="5910"/>
        <p:guide pos="4065"/>
        <p:guide orient="horz" pos="2689"/>
        <p:guide pos="255"/>
        <p:guide pos="580"/>
        <p:guide pos="1988"/>
        <p:guide pos="2511"/>
        <p:guide pos="3918"/>
        <p:guide orient="horz" pos="943"/>
        <p:guide orient="horz" pos="2054"/>
        <p:guide orient="horz" pos="3800"/>
        <p:guide orient="horz" pos="4413"/>
        <p:guide orient="horz" pos="5568"/>
        <p:guide orient="horz" pos="1419"/>
        <p:guide orient="horz" pos="105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2023-09-01</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2023-09-01</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7116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8" name="Footer Placeholder 7"/>
          <p:cNvSpPr>
            <a:spLocks noGrp="1"/>
          </p:cNvSpPr>
          <p:nvPr>
            <p:ph type="ftr" sz="quarter" idx="11"/>
          </p:nvPr>
        </p:nvSpPr>
        <p:spPr/>
        <p:txBody>
          <a:bodyPr/>
          <a:lstStyle/>
          <a:p>
            <a:endParaRPr lang="ko-KR" altLang="en-US" dirty="0"/>
          </a:p>
        </p:txBody>
      </p:sp>
      <p:sp>
        <p:nvSpPr>
          <p:cNvPr id="9" name="Slide Number Placeholder 8"/>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4" name="Footer Placeholder 3"/>
          <p:cNvSpPr>
            <a:spLocks noGrp="1"/>
          </p:cNvSpPr>
          <p:nvPr>
            <p:ph type="ftr" sz="quarter" idx="11"/>
          </p:nvPr>
        </p:nvSpPr>
        <p:spPr/>
        <p:txBody>
          <a:bodyPr/>
          <a:lstStyle/>
          <a:p>
            <a:endParaRPr lang="ko-KR" altLang="en-US" dirty="0"/>
          </a:p>
        </p:txBody>
      </p:sp>
      <p:sp>
        <p:nvSpPr>
          <p:cNvPr id="5" name="Slide Number Placeholder 4"/>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3" name="Footer Placeholder 2"/>
          <p:cNvSpPr>
            <a:spLocks noGrp="1"/>
          </p:cNvSpPr>
          <p:nvPr>
            <p:ph type="ftr" sz="quarter" idx="11"/>
          </p:nvPr>
        </p:nvSpPr>
        <p:spPr/>
        <p:txBody>
          <a:bodyPr/>
          <a:lstStyle/>
          <a:p>
            <a:endParaRPr lang="ko-KR" altLang="en-US" dirty="0"/>
          </a:p>
        </p:txBody>
      </p:sp>
      <p:sp>
        <p:nvSpPr>
          <p:cNvPr id="4" name="Slide Number Placeholder 3"/>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6873398-DE21-4240-8E46-88B25EED5E96}" type="datetimeFigureOut">
              <a:rPr lang="ko-KR" altLang="en-US" smtClean="0"/>
              <a:t>2023-09-01</a:t>
            </a:fld>
            <a:endParaRPr lang="ko-KR" alt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6" name="슬라이드 번호 개체 틀 3">
            <a:extLst>
              <a:ext uri="{FF2B5EF4-FFF2-40B4-BE49-F238E27FC236}">
                <a16:creationId xmlns:a16="http://schemas.microsoft.com/office/drawing/2014/main" id="{2BAEDD69-B7D6-4F3E-B7D1-06686BDD7523}"/>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July/21/23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1621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grpSp>
        <p:nvGrpSpPr>
          <p:cNvPr id="3" name="그룹 2">
            <a:extLst>
              <a:ext uri="{FF2B5EF4-FFF2-40B4-BE49-F238E27FC236}">
                <a16:creationId xmlns:a16="http://schemas.microsoft.com/office/drawing/2014/main" id="{569E436B-5D6C-4152-BC5B-EECE1A41B2D5}"/>
              </a:ext>
            </a:extLst>
          </p:cNvPr>
          <p:cNvGrpSpPr/>
          <p:nvPr/>
        </p:nvGrpSpPr>
        <p:grpSpPr>
          <a:xfrm>
            <a:off x="4176098" y="129045"/>
            <a:ext cx="2392350" cy="999144"/>
            <a:chOff x="4315402" y="129045"/>
            <a:chExt cx="2392350" cy="999144"/>
          </a:xfrm>
        </p:grpSpPr>
        <p:pic>
          <p:nvPicPr>
            <p:cNvPr id="7" name="그림 6">
              <a:extLst>
                <a:ext uri="{FF2B5EF4-FFF2-40B4-BE49-F238E27FC236}">
                  <a16:creationId xmlns:a16="http://schemas.microsoft.com/office/drawing/2014/main" id="{AB72110C-344F-45CC-AA8E-0BB44819B4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75821" y="129045"/>
              <a:ext cx="731931" cy="999144"/>
            </a:xfrm>
            <a:prstGeom prst="rect">
              <a:avLst/>
            </a:prstGeom>
          </p:spPr>
        </p:pic>
        <p:sp>
          <p:nvSpPr>
            <p:cNvPr id="2" name="TextBox 1">
              <a:extLst>
                <a:ext uri="{FF2B5EF4-FFF2-40B4-BE49-F238E27FC236}">
                  <a16:creationId xmlns:a16="http://schemas.microsoft.com/office/drawing/2014/main" id="{7A399ED3-A623-4E1E-985A-9460310D4780}"/>
                </a:ext>
              </a:extLst>
            </p:cNvPr>
            <p:cNvSpPr txBox="1"/>
            <p:nvPr/>
          </p:nvSpPr>
          <p:spPr>
            <a:xfrm>
              <a:off x="4315402" y="712241"/>
              <a:ext cx="2122561" cy="276999"/>
            </a:xfrm>
            <a:prstGeom prst="rect">
              <a:avLst/>
            </a:prstGeom>
            <a:noFill/>
          </p:spPr>
          <p:txBody>
            <a:bodyPr wrap="square" lIns="0" tIns="0" rIns="0" bIns="0" rtlCol="0">
              <a:spAutoFit/>
            </a:bodyPr>
            <a:lstStyle/>
            <a:p>
              <a:pPr algn="r"/>
              <a:r>
                <a:rPr lang="en-US" altLang="ko-KR" dirty="0">
                  <a:solidFill>
                    <a:srgbClr val="002060"/>
                  </a:solidFill>
                </a:rPr>
                <a:t>Global Technologies</a:t>
              </a:r>
              <a:endParaRPr lang="ko-KR" altLang="en-US" dirty="0">
                <a:solidFill>
                  <a:srgbClr val="002060"/>
                </a:solidFill>
              </a:endParaRPr>
            </a:p>
          </p:txBody>
        </p:sp>
      </p:grpSp>
      <p:sp>
        <p:nvSpPr>
          <p:cNvPr id="34" name="슬라이드 번호 개체 틀 3">
            <a:hlinkClick r:id="rId3"/>
            <a:extLst>
              <a:ext uri="{FF2B5EF4-FFF2-40B4-BE49-F238E27FC236}">
                <a16:creationId xmlns:a16="http://schemas.microsoft.com/office/drawing/2014/main" id="{1E62EF3E-A21F-462D-B5B3-C6255276007B}"/>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384995"/>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compact </a:t>
            </a:r>
            <a:r>
              <a:rPr lang="en-US" altLang="ko-KR" sz="1000" dirty="0">
                <a:latin typeface="Arial" panose="020B0604020202020204" pitchFamily="34" charset="0"/>
                <a:ea typeface="Arial" panose="020B0604020202020204" pitchFamily="34" charset="0"/>
                <a:cs typeface="Arial" panose="020B0604020202020204" pitchFamily="34" charset="0"/>
              </a:rPr>
              <a:t>IC featuring 12-channel current sink control driver optimized for LED lighting solution.  The XD-12 driver is used together with the XC-24 controller as a companion chip.  A lot of the  XD-12 drivers can be daisied each other to the XC-24 channels and controlled through a serial interface by the XC-24 controller.</a:t>
            </a:r>
          </a:p>
          <a:p>
            <a:pPr algn="just"/>
            <a:endParaRPr lang="en-US" altLang="ko-KR" sz="1000" dirty="0">
              <a:effectLst/>
              <a:latin typeface="Arial" panose="020B0604020202020204" pitchFamily="34" charset="0"/>
              <a:ea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The XD-12 has a feedback control for a LED power efficiently, and self-protection features like as a thermal-regulation, a temperature-protection, a LED open and a short monitoring.</a:t>
            </a:r>
          </a:p>
        </p:txBody>
      </p:sp>
      <p:sp>
        <p:nvSpPr>
          <p:cNvPr id="30" name="슬라이드 번호 개체 틀 3">
            <a:extLst>
              <a:ext uri="{FF2B5EF4-FFF2-40B4-BE49-F238E27FC236}">
                <a16:creationId xmlns:a16="http://schemas.microsoft.com/office/drawing/2014/main" id="{B194A1FB-90EF-4BA7-A6A9-2689E29FBC38}"/>
              </a:ext>
            </a:extLst>
          </p:cNvPr>
          <p:cNvSpPr txBox="1">
            <a:spLocks/>
          </p:cNvSpPr>
          <p:nvPr/>
        </p:nvSpPr>
        <p:spPr>
          <a:xfrm>
            <a:off x="313908" y="474563"/>
            <a:ext cx="2683044" cy="308107"/>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2000" b="1" dirty="0">
                <a:solidFill>
                  <a:srgbClr val="FF0000"/>
                </a:solidFill>
                <a:latin typeface="Perpetua Titling MT" panose="02020502060505020804" pitchFamily="18" charset="0"/>
                <a:cs typeface="Arial" panose="020B0604020202020204" pitchFamily="34" charset="0"/>
              </a:rPr>
              <a:t>Confidential</a:t>
            </a:r>
            <a:endParaRPr lang="ko-KR" altLang="en-US" sz="2000" b="1" dirty="0">
              <a:solidFill>
                <a:srgbClr val="FF0000"/>
              </a:solidFill>
              <a:latin typeface="Perpetua Titling MT" panose="02020502060505020804" pitchFamily="18"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54D54680-48FD-4CD1-9097-2F4664CDB2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9" name="슬라이드 번호 개체 틀 3">
            <a:hlinkClick r:id="rId3"/>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29" name="TextBox 28">
            <a:extLst>
              <a:ext uri="{FF2B5EF4-FFF2-40B4-BE49-F238E27FC236}">
                <a16:creationId xmlns:a16="http://schemas.microsoft.com/office/drawing/2014/main" id="{50A69D90-D0F7-425D-9D9E-A88E5CD3D769}"/>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67B32650-222D-4C35-A872-078653E302CE}"/>
              </a:ext>
            </a:extLst>
          </p:cNvPr>
          <p:cNvSpPr txBox="1"/>
          <p:nvPr/>
        </p:nvSpPr>
        <p:spPr>
          <a:xfrm>
            <a:off x="420038" y="1341458"/>
            <a:ext cx="6024417" cy="4795608"/>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dimming control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45</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15" dirty="0">
                <a:effectLst/>
                <a:latin typeface="Arial" panose="020B0604020202020204" pitchFamily="34" charset="0"/>
                <a:ea typeface="Arial" panose="020B0604020202020204" pitchFamily="34" charset="0"/>
                <a:cs typeface="굴림" panose="020B0600000101010101" pitchFamily="50" charset="-127"/>
              </a:rPr>
              <a:t> 32</a:t>
            </a:r>
            <a:r>
              <a:rPr lang="en-US" altLang="ko-KR" sz="1000" dirty="0">
                <a:effectLst/>
                <a:latin typeface="Arial" panose="020B0604020202020204" pitchFamily="34" charset="0"/>
                <a:ea typeface="Arial" panose="020B0604020202020204" pitchFamily="34" charset="0"/>
                <a:cs typeface="굴림" panose="020B0600000101010101" pitchFamily="50" charset="-127"/>
              </a:rPr>
              <a:t>mA</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sink</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current</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per</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channel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5 control levels for device max current limit, 4mA, 8mA, 16mA, 24mA and 32mA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global max current control level for each device max current limit</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10-bit PAM current control for global max current level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12-,11-,10-bit PWM current dimming 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 between ICs</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Max f</a:t>
            </a:r>
            <a:r>
              <a:rPr lang="en-US" altLang="ko-KR" sz="1000" dirty="0">
                <a:effectLst/>
                <a:latin typeface="Arial" panose="020B0604020202020204" pitchFamily="34" charset="0"/>
                <a:ea typeface="Arial" panose="020B0604020202020204" pitchFamily="34" charset="0"/>
                <a:cs typeface="굴림" panose="020B0600000101010101" pitchFamily="50" charset="-127"/>
              </a:rPr>
              <a:t>rame </a:t>
            </a:r>
            <a:r>
              <a:rPr lang="en-US" altLang="ko-KR" sz="1000" dirty="0">
                <a:latin typeface="Arial" panose="020B0604020202020204" pitchFamily="34" charset="0"/>
                <a:ea typeface="Arial" panose="020B0604020202020204" pitchFamily="34" charset="0"/>
                <a:cs typeface="굴림" panose="020B0600000101010101" pitchFamily="50" charset="-127"/>
              </a:rPr>
              <a:t>refresh rate 30KHz @ 4095-step</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Flicker-less frame frequency switching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Bi-directional one line interface being capable of daisy connection for dimming operation</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Fault detection facilities, thermal, short and open event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3-bit short &amp;</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2-bit feedback control</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level</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Auto thermal regulation &amp; </a:t>
            </a:r>
            <a:r>
              <a:rPr lang="en-US" altLang="ko-KR" sz="1000" dirty="0">
                <a:latin typeface="Arial" panose="020B0604020202020204" pitchFamily="34" charset="0"/>
                <a:ea typeface="Arial" panose="020B0604020202020204" pitchFamily="34" charset="0"/>
                <a:cs typeface="굴림" panose="020B0600000101010101" pitchFamily="50" charset="-127"/>
              </a:rPr>
              <a:t>over temperature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5.0V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3" name="TextBox 12">
            <a:extLst>
              <a:ext uri="{FF2B5EF4-FFF2-40B4-BE49-F238E27FC236}">
                <a16:creationId xmlns:a16="http://schemas.microsoft.com/office/drawing/2014/main" id="{3258D35A-631D-4626-90DE-C1C5A9445CDD}"/>
              </a:ext>
            </a:extLst>
          </p:cNvPr>
          <p:cNvSpPr txBox="1"/>
          <p:nvPr/>
        </p:nvSpPr>
        <p:spPr>
          <a:xfrm>
            <a:off x="404813" y="52349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AD4862D-53DD-4243-BC02-A30ED16B0D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4747DD89-C072-4B18-B311-375A0F287CA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pic>
        <p:nvPicPr>
          <p:cNvPr id="22" name="그림 21">
            <a:extLst>
              <a:ext uri="{FF2B5EF4-FFF2-40B4-BE49-F238E27FC236}">
                <a16:creationId xmlns:a16="http://schemas.microsoft.com/office/drawing/2014/main" id="{58416A38-EBE0-98B7-A353-9F07BAC2E57E}"/>
              </a:ext>
            </a:extLst>
          </p:cNvPr>
          <p:cNvPicPr>
            <a:picLocks noChangeAspect="1"/>
          </p:cNvPicPr>
          <p:nvPr/>
        </p:nvPicPr>
        <p:blipFill>
          <a:blip r:embed="rId4"/>
          <a:stretch>
            <a:fillRect/>
          </a:stretch>
        </p:blipFill>
        <p:spPr>
          <a:xfrm>
            <a:off x="313908" y="5934020"/>
            <a:ext cx="6363353" cy="2312621"/>
          </a:xfrm>
          <a:prstGeom prst="rect">
            <a:avLst/>
          </a:prstGeom>
        </p:spPr>
      </p:pic>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F8EA9519-474F-3BA9-2601-0FF957E7B642}"/>
              </a:ext>
            </a:extLst>
          </p:cNvPr>
          <p:cNvPicPr>
            <a:picLocks noChangeAspect="1"/>
          </p:cNvPicPr>
          <p:nvPr/>
        </p:nvPicPr>
        <p:blipFill>
          <a:blip r:embed="rId5"/>
          <a:stretch>
            <a:fillRect/>
          </a:stretch>
        </p:blipFill>
        <p:spPr>
          <a:xfrm>
            <a:off x="1197850" y="1224076"/>
            <a:ext cx="4038600" cy="3619535"/>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4" name="슬라이드 번호 개체 틀 3">
            <a:extLst>
              <a:ext uri="{FF2B5EF4-FFF2-40B4-BE49-F238E27FC236}">
                <a16:creationId xmlns:a16="http://schemas.microsoft.com/office/drawing/2014/main" id="{547278DB-E3B6-4DF1-B0D1-22636E178E7B}"/>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April/12/23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pic>
        <p:nvPicPr>
          <p:cNvPr id="16" name="그림 15">
            <a:extLst>
              <a:ext uri="{FF2B5EF4-FFF2-40B4-BE49-F238E27FC236}">
                <a16:creationId xmlns:a16="http://schemas.microsoft.com/office/drawing/2014/main" id="{462ED0EB-3132-4BB4-A46B-FF0A5327C5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7" name="TextBox 16">
            <a:extLst>
              <a:ext uri="{FF2B5EF4-FFF2-40B4-BE49-F238E27FC236}">
                <a16:creationId xmlns:a16="http://schemas.microsoft.com/office/drawing/2014/main" id="{095B7CED-111E-4B32-8676-2E3B71DB36E1}"/>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8" name="표 17">
            <a:extLst>
              <a:ext uri="{FF2B5EF4-FFF2-40B4-BE49-F238E27FC236}">
                <a16:creationId xmlns:a16="http://schemas.microsoft.com/office/drawing/2014/main" id="{8F996C86-64FF-0906-89A0-1A416402AE4D}"/>
              </a:ext>
            </a:extLst>
          </p:cNvPr>
          <p:cNvGraphicFramePr>
            <a:graphicFrameLocks noGrp="1"/>
          </p:cNvGraphicFramePr>
          <p:nvPr>
            <p:extLst>
              <p:ext uri="{D42A27DB-BD31-4B8C-83A1-F6EECF244321}">
                <p14:modId xmlns:p14="http://schemas.microsoft.com/office/powerpoint/2010/main" val="3968213126"/>
              </p:ext>
            </p:extLst>
          </p:nvPr>
        </p:nvGraphicFramePr>
        <p:xfrm>
          <a:off x="420038" y="4961701"/>
          <a:ext cx="6024417" cy="4066593"/>
        </p:xfrm>
        <a:graphic>
          <a:graphicData uri="http://schemas.openxmlformats.org/drawingml/2006/table">
            <a:tbl>
              <a:tblPr>
                <a:tableStyleId>{5C22544A-7EE6-4342-B048-85BDC9FD1C3A}</a:tableStyleId>
              </a:tblPr>
              <a:tblGrid>
                <a:gridCol w="764837">
                  <a:extLst>
                    <a:ext uri="{9D8B030D-6E8A-4147-A177-3AD203B41FA5}">
                      <a16:colId xmlns:a16="http://schemas.microsoft.com/office/drawing/2014/main" val="1199541810"/>
                    </a:ext>
                  </a:extLst>
                </a:gridCol>
                <a:gridCol w="550604">
                  <a:extLst>
                    <a:ext uri="{9D8B030D-6E8A-4147-A177-3AD203B41FA5}">
                      <a16:colId xmlns:a16="http://schemas.microsoft.com/office/drawing/2014/main" val="2771136683"/>
                    </a:ext>
                  </a:extLst>
                </a:gridCol>
                <a:gridCol w="519141">
                  <a:extLst>
                    <a:ext uri="{9D8B030D-6E8A-4147-A177-3AD203B41FA5}">
                      <a16:colId xmlns:a16="http://schemas.microsoft.com/office/drawing/2014/main" val="112759525"/>
                    </a:ext>
                  </a:extLst>
                </a:gridCol>
                <a:gridCol w="920116">
                  <a:extLst>
                    <a:ext uri="{9D8B030D-6E8A-4147-A177-3AD203B41FA5}">
                      <a16:colId xmlns:a16="http://schemas.microsoft.com/office/drawing/2014/main" val="3900317923"/>
                    </a:ext>
                  </a:extLst>
                </a:gridCol>
                <a:gridCol w="1785132">
                  <a:extLst>
                    <a:ext uri="{9D8B030D-6E8A-4147-A177-3AD203B41FA5}">
                      <a16:colId xmlns:a16="http://schemas.microsoft.com/office/drawing/2014/main" val="3382103366"/>
                    </a:ext>
                  </a:extLst>
                </a:gridCol>
                <a:gridCol w="1484587">
                  <a:extLst>
                    <a:ext uri="{9D8B030D-6E8A-4147-A177-3AD203B41FA5}">
                      <a16:colId xmlns:a16="http://schemas.microsoft.com/office/drawing/2014/main" val="915546717"/>
                    </a:ext>
                  </a:extLst>
                </a:gridCol>
              </a:tblGrid>
              <a:tr h="38408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19" name="TextBox 18">
            <a:extLst>
              <a:ext uri="{FF2B5EF4-FFF2-40B4-BE49-F238E27FC236}">
                <a16:creationId xmlns:a16="http://schemas.microsoft.com/office/drawing/2014/main" id="{3250AE62-5192-1C05-59CA-CDB69493663A}"/>
              </a:ext>
            </a:extLst>
          </p:cNvPr>
          <p:cNvSpPr txBox="1"/>
          <p:nvPr/>
        </p:nvSpPr>
        <p:spPr>
          <a:xfrm>
            <a:off x="410818" y="458603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05EE171C-2CF8-EFBD-3AE3-370238ABAF66}"/>
              </a:ext>
            </a:extLst>
          </p:cNvPr>
          <p:cNvPicPr>
            <a:picLocks noChangeAspect="1"/>
          </p:cNvPicPr>
          <p:nvPr/>
        </p:nvPicPr>
        <p:blipFill>
          <a:blip r:embed="rId4"/>
          <a:stretch>
            <a:fillRect/>
          </a:stretch>
        </p:blipFill>
        <p:spPr>
          <a:xfrm>
            <a:off x="1774026" y="1366187"/>
            <a:ext cx="2953734" cy="2974732"/>
          </a:xfrm>
          <a:prstGeom prst="rect">
            <a:avLst/>
          </a:prstGeom>
        </p:spPr>
      </p:pic>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graphicFrame>
        <p:nvGraphicFramePr>
          <p:cNvPr id="7" name="표 6">
            <a:extLst>
              <a:ext uri="{FF2B5EF4-FFF2-40B4-BE49-F238E27FC236}">
                <a16:creationId xmlns:a16="http://schemas.microsoft.com/office/drawing/2014/main" id="{B2FBB100-72D4-433C-8D71-7F5C84604473}"/>
              </a:ext>
            </a:extLst>
          </p:cNvPr>
          <p:cNvGraphicFramePr>
            <a:graphicFrameLocks noGrp="1"/>
          </p:cNvGraphicFramePr>
          <p:nvPr>
            <p:extLst>
              <p:ext uri="{D42A27DB-BD31-4B8C-83A1-F6EECF244321}">
                <p14:modId xmlns:p14="http://schemas.microsoft.com/office/powerpoint/2010/main" val="597470655"/>
              </p:ext>
            </p:extLst>
          </p:nvPr>
        </p:nvGraphicFramePr>
        <p:xfrm>
          <a:off x="404813" y="1276542"/>
          <a:ext cx="6039643" cy="3023791"/>
        </p:xfrm>
        <a:graphic>
          <a:graphicData uri="http://schemas.openxmlformats.org/drawingml/2006/table">
            <a:tbl>
              <a:tblPr>
                <a:tableStyleId>{5C22544A-7EE6-4342-B048-85BDC9FD1C3A}</a:tableStyleId>
              </a:tblPr>
              <a:tblGrid>
                <a:gridCol w="766769">
                  <a:extLst>
                    <a:ext uri="{9D8B030D-6E8A-4147-A177-3AD203B41FA5}">
                      <a16:colId xmlns:a16="http://schemas.microsoft.com/office/drawing/2014/main" val="1199541810"/>
                    </a:ext>
                  </a:extLst>
                </a:gridCol>
                <a:gridCol w="551996">
                  <a:extLst>
                    <a:ext uri="{9D8B030D-6E8A-4147-A177-3AD203B41FA5}">
                      <a16:colId xmlns:a16="http://schemas.microsoft.com/office/drawing/2014/main" val="2771136683"/>
                    </a:ext>
                  </a:extLst>
                </a:gridCol>
                <a:gridCol w="520453">
                  <a:extLst>
                    <a:ext uri="{9D8B030D-6E8A-4147-A177-3AD203B41FA5}">
                      <a16:colId xmlns:a16="http://schemas.microsoft.com/office/drawing/2014/main" val="112759525"/>
                    </a:ext>
                  </a:extLst>
                </a:gridCol>
                <a:gridCol w="922441">
                  <a:extLst>
                    <a:ext uri="{9D8B030D-6E8A-4147-A177-3AD203B41FA5}">
                      <a16:colId xmlns:a16="http://schemas.microsoft.com/office/drawing/2014/main" val="3900317923"/>
                    </a:ext>
                  </a:extLst>
                </a:gridCol>
                <a:gridCol w="1785043">
                  <a:extLst>
                    <a:ext uri="{9D8B030D-6E8A-4147-A177-3AD203B41FA5}">
                      <a16:colId xmlns:a16="http://schemas.microsoft.com/office/drawing/2014/main" val="3382103366"/>
                    </a:ext>
                  </a:extLst>
                </a:gridCol>
                <a:gridCol w="1492941">
                  <a:extLst>
                    <a:ext uri="{9D8B030D-6E8A-4147-A177-3AD203B41FA5}">
                      <a16:colId xmlns:a16="http://schemas.microsoft.com/office/drawing/2014/main" val="915546717"/>
                    </a:ext>
                  </a:extLst>
                </a:gridCol>
              </a:tblGrid>
              <a:tr h="38160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pic>
        <p:nvPicPr>
          <p:cNvPr id="11" name="그림 10">
            <a:extLst>
              <a:ext uri="{FF2B5EF4-FFF2-40B4-BE49-F238E27FC236}">
                <a16:creationId xmlns:a16="http://schemas.microsoft.com/office/drawing/2014/main" id="{C3982B3B-7419-4E9A-B841-E66E88DEE0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2" name="TextBox 11">
            <a:extLst>
              <a:ext uri="{FF2B5EF4-FFF2-40B4-BE49-F238E27FC236}">
                <a16:creationId xmlns:a16="http://schemas.microsoft.com/office/drawing/2014/main" id="{F51B686E-9389-4059-9822-01B6913AB6E4}"/>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596D0BA-4B22-CA7E-7943-E7EEEA701E97}"/>
              </a:ext>
            </a:extLst>
          </p:cNvPr>
          <p:cNvSpPr txBox="1"/>
          <p:nvPr/>
        </p:nvSpPr>
        <p:spPr>
          <a:xfrm>
            <a:off x="413546" y="902696"/>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3" name="TextBox 12">
            <a:extLst>
              <a:ext uri="{FF2B5EF4-FFF2-40B4-BE49-F238E27FC236}">
                <a16:creationId xmlns:a16="http://schemas.microsoft.com/office/drawing/2014/main" id="{D8105317-DA5A-2063-B878-B9AD9B1A875F}"/>
              </a:ext>
            </a:extLst>
          </p:cNvPr>
          <p:cNvSpPr txBox="1"/>
          <p:nvPr/>
        </p:nvSpPr>
        <p:spPr>
          <a:xfrm>
            <a:off x="404813" y="4579661"/>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14" name="표 13">
            <a:extLst>
              <a:ext uri="{FF2B5EF4-FFF2-40B4-BE49-F238E27FC236}">
                <a16:creationId xmlns:a16="http://schemas.microsoft.com/office/drawing/2014/main" id="{9D195E04-E139-84E4-E809-783986B6FE69}"/>
              </a:ext>
            </a:extLst>
          </p:cNvPr>
          <p:cNvGraphicFramePr>
            <a:graphicFrameLocks noGrp="1"/>
          </p:cNvGraphicFramePr>
          <p:nvPr>
            <p:extLst>
              <p:ext uri="{D42A27DB-BD31-4B8C-83A1-F6EECF244321}">
                <p14:modId xmlns:p14="http://schemas.microsoft.com/office/powerpoint/2010/main" val="2284345836"/>
              </p:ext>
            </p:extLst>
          </p:nvPr>
        </p:nvGraphicFramePr>
        <p:xfrm>
          <a:off x="413545" y="4985500"/>
          <a:ext cx="6030910" cy="4057492"/>
        </p:xfrm>
        <a:graphic>
          <a:graphicData uri="http://schemas.openxmlformats.org/drawingml/2006/table">
            <a:tbl>
              <a:tblPr>
                <a:tableStyleId>{5C22544A-7EE6-4342-B048-85BDC9FD1C3A}</a:tableStyleId>
              </a:tblPr>
              <a:tblGrid>
                <a:gridCol w="746020">
                  <a:extLst>
                    <a:ext uri="{9D8B030D-6E8A-4147-A177-3AD203B41FA5}">
                      <a16:colId xmlns:a16="http://schemas.microsoft.com/office/drawing/2014/main" val="1199541810"/>
                    </a:ext>
                  </a:extLst>
                </a:gridCol>
                <a:gridCol w="556592">
                  <a:extLst>
                    <a:ext uri="{9D8B030D-6E8A-4147-A177-3AD203B41FA5}">
                      <a16:colId xmlns:a16="http://schemas.microsoft.com/office/drawing/2014/main" val="112759525"/>
                    </a:ext>
                  </a:extLst>
                </a:gridCol>
                <a:gridCol w="3226904">
                  <a:extLst>
                    <a:ext uri="{9D8B030D-6E8A-4147-A177-3AD203B41FA5}">
                      <a16:colId xmlns:a16="http://schemas.microsoft.com/office/drawing/2014/main" val="3900317923"/>
                    </a:ext>
                  </a:extLst>
                </a:gridCol>
                <a:gridCol w="1501394">
                  <a:extLst>
                    <a:ext uri="{9D8B030D-6E8A-4147-A177-3AD203B41FA5}">
                      <a16:colId xmlns:a16="http://schemas.microsoft.com/office/drawing/2014/main" val="3382103366"/>
                    </a:ext>
                  </a:extLst>
                </a:gridCol>
              </a:tblGrid>
              <a:tr h="35914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1971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2147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27975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2" name="그림 1">
            <a:extLst>
              <a:ext uri="{FF2B5EF4-FFF2-40B4-BE49-F238E27FC236}">
                <a16:creationId xmlns:a16="http://schemas.microsoft.com/office/drawing/2014/main" id="{AC6E7619-EE6F-A3DB-87DA-1C753FBA0EB4}"/>
              </a:ext>
            </a:extLst>
          </p:cNvPr>
          <p:cNvPicPr>
            <a:picLocks noChangeAspect="1"/>
          </p:cNvPicPr>
          <p:nvPr/>
        </p:nvPicPr>
        <p:blipFill>
          <a:blip r:embed="rId4"/>
          <a:stretch>
            <a:fillRect/>
          </a:stretch>
        </p:blipFill>
        <p:spPr>
          <a:xfrm>
            <a:off x="2635433" y="5466534"/>
            <a:ext cx="1340472" cy="873838"/>
          </a:xfrm>
          <a:prstGeom prst="rect">
            <a:avLst/>
          </a:prstGeom>
        </p:spPr>
      </p:pic>
      <p:pic>
        <p:nvPicPr>
          <p:cNvPr id="5" name="그림 4">
            <a:extLst>
              <a:ext uri="{FF2B5EF4-FFF2-40B4-BE49-F238E27FC236}">
                <a16:creationId xmlns:a16="http://schemas.microsoft.com/office/drawing/2014/main" id="{1105282B-06BE-8DAA-50E3-B28C3BEB6845}"/>
              </a:ext>
            </a:extLst>
          </p:cNvPr>
          <p:cNvPicPr>
            <a:picLocks noChangeAspect="1"/>
          </p:cNvPicPr>
          <p:nvPr/>
        </p:nvPicPr>
        <p:blipFill>
          <a:blip r:embed="rId5"/>
          <a:stretch>
            <a:fillRect/>
          </a:stretch>
        </p:blipFill>
        <p:spPr>
          <a:xfrm>
            <a:off x="2635433" y="6609387"/>
            <a:ext cx="1340472" cy="1091308"/>
          </a:xfrm>
          <a:prstGeom prst="rect">
            <a:avLst/>
          </a:prstGeom>
        </p:spPr>
      </p:pic>
      <p:pic>
        <p:nvPicPr>
          <p:cNvPr id="6" name="그림 5">
            <a:extLst>
              <a:ext uri="{FF2B5EF4-FFF2-40B4-BE49-F238E27FC236}">
                <a16:creationId xmlns:a16="http://schemas.microsoft.com/office/drawing/2014/main" id="{09F9F040-5EF5-D694-1475-EF13821B83D7}"/>
              </a:ext>
            </a:extLst>
          </p:cNvPr>
          <p:cNvPicPr>
            <a:picLocks noChangeAspect="1"/>
          </p:cNvPicPr>
          <p:nvPr/>
        </p:nvPicPr>
        <p:blipFill>
          <a:blip r:embed="rId5"/>
          <a:stretch>
            <a:fillRect/>
          </a:stretch>
        </p:blipFill>
        <p:spPr>
          <a:xfrm>
            <a:off x="2635433" y="7859900"/>
            <a:ext cx="1340472" cy="1091308"/>
          </a:xfrm>
          <a:prstGeom prst="rect">
            <a:avLst/>
          </a:prstGeom>
        </p:spPr>
      </p:pic>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6</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21500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2" name="object 16">
            <a:extLst>
              <a:ext uri="{FF2B5EF4-FFF2-40B4-BE49-F238E27FC236}">
                <a16:creationId xmlns:a16="http://schemas.microsoft.com/office/drawing/2014/main" id="{D5B880D4-A22F-4FF2-8D6B-8B7D0A040220}"/>
              </a:ext>
            </a:extLst>
          </p:cNvPr>
          <p:cNvSpPr txBox="1"/>
          <p:nvPr/>
        </p:nvSpPr>
        <p:spPr>
          <a:xfrm>
            <a:off x="393239" y="5289778"/>
            <a:ext cx="607152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592419778"/>
              </p:ext>
            </p:extLst>
          </p:nvPr>
        </p:nvGraphicFramePr>
        <p:xfrm>
          <a:off x="404813" y="1151755"/>
          <a:ext cx="6033150" cy="3996861"/>
        </p:xfrm>
        <a:graphic>
          <a:graphicData uri="http://schemas.openxmlformats.org/drawingml/2006/table">
            <a:tbl>
              <a:tblPr>
                <a:tableStyleId>{5C22544A-7EE6-4342-B048-85BDC9FD1C3A}</a:tableStyleId>
              </a:tblPr>
              <a:tblGrid>
                <a:gridCol w="2424112">
                  <a:extLst>
                    <a:ext uri="{9D8B030D-6E8A-4147-A177-3AD203B41FA5}">
                      <a16:colId xmlns:a16="http://schemas.microsoft.com/office/drawing/2014/main" val="1199541810"/>
                    </a:ext>
                  </a:extLst>
                </a:gridCol>
                <a:gridCol w="933450">
                  <a:extLst>
                    <a:ext uri="{9D8B030D-6E8A-4147-A177-3AD203B41FA5}">
                      <a16:colId xmlns:a16="http://schemas.microsoft.com/office/drawing/2014/main" val="2771136683"/>
                    </a:ext>
                  </a:extLst>
                </a:gridCol>
                <a:gridCol w="2114550">
                  <a:extLst>
                    <a:ext uri="{9D8B030D-6E8A-4147-A177-3AD203B41FA5}">
                      <a16:colId xmlns:a16="http://schemas.microsoft.com/office/drawing/2014/main" val="112759525"/>
                    </a:ext>
                  </a:extLst>
                </a:gridCol>
                <a:gridCol w="561038">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2" name="표 1">
            <a:extLst>
              <a:ext uri="{FF2B5EF4-FFF2-40B4-BE49-F238E27FC236}">
                <a16:creationId xmlns:a16="http://schemas.microsoft.com/office/drawing/2014/main" id="{16FD7F1E-4B28-436D-B5E7-7212A55AA0DD}"/>
              </a:ext>
            </a:extLst>
          </p:cNvPr>
          <p:cNvGraphicFramePr>
            <a:graphicFrameLocks noGrp="1"/>
          </p:cNvGraphicFramePr>
          <p:nvPr>
            <p:extLst>
              <p:ext uri="{D42A27DB-BD31-4B8C-83A1-F6EECF244321}">
                <p14:modId xmlns:p14="http://schemas.microsoft.com/office/powerpoint/2010/main" val="3536421396"/>
              </p:ext>
            </p:extLst>
          </p:nvPr>
        </p:nvGraphicFramePr>
        <p:xfrm>
          <a:off x="420038" y="6689567"/>
          <a:ext cx="6033150" cy="1158313"/>
        </p:xfrm>
        <a:graphic>
          <a:graphicData uri="http://schemas.openxmlformats.org/drawingml/2006/table">
            <a:tbl>
              <a:tblPr>
                <a:tableStyleId>{5C22544A-7EE6-4342-B048-85BDC9FD1C3A}</a:tableStyleId>
              </a:tblPr>
              <a:tblGrid>
                <a:gridCol w="2418302">
                  <a:extLst>
                    <a:ext uri="{9D8B030D-6E8A-4147-A177-3AD203B41FA5}">
                      <a16:colId xmlns:a16="http://schemas.microsoft.com/office/drawing/2014/main" val="1320303658"/>
                    </a:ext>
                  </a:extLst>
                </a:gridCol>
                <a:gridCol w="939260">
                  <a:extLst>
                    <a:ext uri="{9D8B030D-6E8A-4147-A177-3AD203B41FA5}">
                      <a16:colId xmlns:a16="http://schemas.microsoft.com/office/drawing/2014/main" val="1181630776"/>
                    </a:ext>
                  </a:extLst>
                </a:gridCol>
                <a:gridCol w="803815">
                  <a:extLst>
                    <a:ext uri="{9D8B030D-6E8A-4147-A177-3AD203B41FA5}">
                      <a16:colId xmlns:a16="http://schemas.microsoft.com/office/drawing/2014/main" val="3949318443"/>
                    </a:ext>
                  </a:extLst>
                </a:gridCol>
                <a:gridCol w="400050">
                  <a:extLst>
                    <a:ext uri="{9D8B030D-6E8A-4147-A177-3AD203B41FA5}">
                      <a16:colId xmlns:a16="http://schemas.microsoft.com/office/drawing/2014/main" val="3257084413"/>
                    </a:ext>
                  </a:extLst>
                </a:gridCol>
                <a:gridCol w="1471723">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28" name="TextBox 27">
            <a:extLst>
              <a:ext uri="{FF2B5EF4-FFF2-40B4-BE49-F238E27FC236}">
                <a16:creationId xmlns:a16="http://schemas.microsoft.com/office/drawing/2014/main" id="{A4352CA5-04F6-4FD2-8183-40690742F237}"/>
              </a:ext>
            </a:extLst>
          </p:cNvPr>
          <p:cNvSpPr txBox="1"/>
          <p:nvPr/>
        </p:nvSpPr>
        <p:spPr>
          <a:xfrm>
            <a:off x="400853" y="6358397"/>
            <a:ext cx="208166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D91863E8-B046-4F19-AA99-87B5AA0A13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AC19A122-4B0A-4156-9C1D-8A101A9809C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528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4239876865"/>
              </p:ext>
            </p:extLst>
          </p:nvPr>
        </p:nvGraphicFramePr>
        <p:xfrm>
          <a:off x="404813" y="1082643"/>
          <a:ext cx="6033152" cy="7900775"/>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199541810"/>
                    </a:ext>
                  </a:extLst>
                </a:gridCol>
                <a:gridCol w="682277">
                  <a:extLst>
                    <a:ext uri="{9D8B030D-6E8A-4147-A177-3AD203B41FA5}">
                      <a16:colId xmlns:a16="http://schemas.microsoft.com/office/drawing/2014/main" val="2771136683"/>
                    </a:ext>
                  </a:extLst>
                </a:gridCol>
                <a:gridCol w="1804988">
                  <a:extLst>
                    <a:ext uri="{9D8B030D-6E8A-4147-A177-3AD203B41FA5}">
                      <a16:colId xmlns:a16="http://schemas.microsoft.com/office/drawing/2014/main" val="112759525"/>
                    </a:ext>
                  </a:extLst>
                </a:gridCol>
                <a:gridCol w="528638">
                  <a:extLst>
                    <a:ext uri="{9D8B030D-6E8A-4147-A177-3AD203B41FA5}">
                      <a16:colId xmlns:a16="http://schemas.microsoft.com/office/drawing/2014/main" val="2315189607"/>
                    </a:ext>
                  </a:extLst>
                </a:gridCol>
                <a:gridCol w="528638">
                  <a:extLst>
                    <a:ext uri="{9D8B030D-6E8A-4147-A177-3AD203B41FA5}">
                      <a16:colId xmlns:a16="http://schemas.microsoft.com/office/drawing/2014/main" val="1695008994"/>
                    </a:ext>
                  </a:extLst>
                </a:gridCol>
                <a:gridCol w="528638">
                  <a:extLst>
                    <a:ext uri="{9D8B030D-6E8A-4147-A177-3AD203B41FA5}">
                      <a16:colId xmlns:a16="http://schemas.microsoft.com/office/drawing/2014/main" val="1448189180"/>
                    </a:ext>
                  </a:extLst>
                </a:gridCol>
                <a:gridCol w="561038">
                  <a:extLst>
                    <a:ext uri="{9D8B030D-6E8A-4147-A177-3AD203B41FA5}">
                      <a16:colId xmlns:a16="http://schemas.microsoft.com/office/drawing/2014/main" val="3900317923"/>
                    </a:ext>
                  </a:extLst>
                </a:gridCol>
              </a:tblGrid>
              <a:tr h="218520">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1852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8520">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8520">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852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852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22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11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FF"/>
                          </a:solidFill>
                          <a:effectLst/>
                          <a:uLnTx/>
                          <a:uFillTx/>
                          <a:latin typeface="Arial" panose="020B0604020202020204" pitchFamily="34" charset="0"/>
                          <a:ea typeface="굴림" panose="020B0600000101010101" pitchFamily="50" charset="-127"/>
                          <a:cs typeface="Arial" panose="020B0604020202020204" pitchFamily="34" charset="0"/>
                        </a:rPr>
                        <a:t>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218520">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8520">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18520">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FF00FF"/>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 -0.5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18520">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368197"/>
                  </a:ext>
                </a:extLst>
              </a:tr>
              <a:tr h="218520">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FF00FF"/>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 -0.5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FF00FF"/>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1739708784"/>
                  </a:ext>
                </a:extLst>
              </a:tr>
              <a:tr h="218520">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0985968"/>
                  </a:ext>
                </a:extLst>
              </a:tr>
              <a:tr h="218520">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8520">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8520">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51082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sz="900" dirty="0">
                          <a:effectLst/>
                          <a:latin typeface="Arial" panose="020B0604020202020204" pitchFamily="34" charset="0"/>
                          <a:ea typeface="Arial" panose="020B0604020202020204" pitchFamily="34" charset="0"/>
                          <a:cs typeface="Times New Roman" panose="02020603050405020304" pitchFamily="18" charset="0"/>
                        </a:rPr>
                        <a:t>Headroom</a:t>
                      </a:r>
                      <a:r>
                        <a:rPr lang="en-US" sz="900" spc="-15" dirty="0">
                          <a:effectLst/>
                          <a:latin typeface="Arial" panose="020B0604020202020204" pitchFamily="34" charset="0"/>
                          <a:ea typeface="Arial" panose="020B0604020202020204" pitchFamily="34" charset="0"/>
                          <a:cs typeface="Times New Roman" panose="02020603050405020304" pitchFamily="18" charset="0"/>
                        </a:rPr>
                        <a:t> </a:t>
                      </a:r>
                      <a:r>
                        <a:rPr lang="en-US" sz="900" dirty="0">
                          <a:effectLst/>
                          <a:latin typeface="Arial" panose="020B0604020202020204" pitchFamily="34" charset="0"/>
                          <a:ea typeface="Arial" panose="020B0604020202020204" pitchFamily="34" charset="0"/>
                          <a:cs typeface="Times New Roman" panose="02020603050405020304" pitchFamily="18" charset="0"/>
                        </a:rPr>
                        <a:t>voltage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r>
                        <a:rPr lang="en-US" sz="900" dirty="0">
                          <a:effectLst/>
                          <a:latin typeface="Arial" panose="020B0604020202020204" pitchFamily="34" charset="0"/>
                          <a:ea typeface="Arial" panose="020B0604020202020204" pitchFamily="34" charset="0"/>
                          <a:cs typeface="Times New Roman" panose="02020603050405020304" pitchFamily="18" charset="0"/>
                        </a:rPr>
                        <a:t>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0.65V@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dirty="0">
                          <a:solidFill>
                            <a:schemeClr val="tx1"/>
                          </a:solidFill>
                          <a:latin typeface="Arial" panose="020B0604020202020204" pitchFamily="34" charset="0"/>
                          <a:ea typeface="+mn-ea"/>
                          <a:cs typeface="Arial" panose="020B0604020202020204" pitchFamily="34" charset="0"/>
                        </a:rPr>
                        <a:t>=4~16mA</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0.80V@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dirty="0">
                          <a:solidFill>
                            <a:schemeClr val="tx1"/>
                          </a:solidFill>
                          <a:latin typeface="Arial" panose="020B0604020202020204" pitchFamily="34" charset="0"/>
                          <a:ea typeface="+mn-ea"/>
                          <a:cs typeface="Arial" panose="020B0604020202020204" pitchFamily="34" charset="0"/>
                        </a:rPr>
                        <a:t>=16~32mA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8689188"/>
                  </a:ext>
                </a:extLst>
              </a:tr>
              <a:tr h="86556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spc="-15" dirty="0">
                          <a:effectLst/>
                          <a:latin typeface="Arial" panose="020B0604020202020204" pitchFamily="34" charset="0"/>
                          <a:ea typeface="Arial" panose="020B0604020202020204" pitchFamily="34" charset="0"/>
                          <a:cs typeface="Times New Roman" panose="02020603050405020304" pitchFamily="18" charset="0"/>
                        </a:rPr>
                        <a:t>Short detection level</a:t>
                      </a: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 </a:t>
                      </a:r>
                      <a:r>
                        <a:rPr lang="en-US" altLang="ko-KR" sz="900" dirty="0">
                          <a:effectLst/>
                          <a:latin typeface="Arial" panose="020B0604020202020204" pitchFamily="34" charset="0"/>
                          <a:ea typeface="Arial" panose="020B0604020202020204" pitchFamily="34" charset="0"/>
                          <a:cs typeface="Times New Roman" panose="02020603050405020304" pitchFamily="18" charset="0"/>
                        </a:rPr>
                        <a:t>:</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2V,  3b’100 : 21V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4V,  3b’101 : 24V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7V,  3b’110 : </a:t>
                      </a:r>
                      <a:r>
                        <a:rPr lang="en-US" altLang="ko-KR" sz="900" b="0" dirty="0">
                          <a:solidFill>
                            <a:srgbClr val="FF00FF"/>
                          </a:solidFill>
                          <a:latin typeface="Arial" panose="020B0604020202020204" pitchFamily="34" charset="0"/>
                          <a:ea typeface="+mn-ea"/>
                          <a:cs typeface="Arial" panose="020B0604020202020204" pitchFamily="34" charset="0"/>
                        </a:rPr>
                        <a:t>30</a:t>
                      </a:r>
                      <a:r>
                        <a:rPr lang="en-US" altLang="ko-KR" sz="900" b="0" dirty="0">
                          <a:solidFill>
                            <a:schemeClr val="tx1"/>
                          </a:solidFill>
                          <a:latin typeface="Arial" panose="020B0604020202020204" pitchFamily="34" charset="0"/>
                          <a:ea typeface="+mn-ea"/>
                          <a:cs typeface="Arial" panose="020B0604020202020204" pitchFamily="34" charset="0"/>
                        </a:rPr>
                        <a:t>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3b’011 : 12V,  3b’111 : 38V</a:t>
                      </a:r>
                      <a:endParaRPr lang="ko-KR"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7854791"/>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95083"/>
                  </a:ext>
                </a:extLst>
              </a:tr>
              <a:tr h="6811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3’b010 = 16mA, 3’b011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3’b100 = 32mA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0630984"/>
                  </a:ext>
                </a:extLst>
              </a:tr>
              <a:tr h="103584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Trimmed current</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accuracy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4mA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8mA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16mA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24mA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1mA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32mA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0000445"/>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Vo = 40V</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85384"/>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7</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2" name="그림 11">
            <a:extLst>
              <a:ext uri="{FF2B5EF4-FFF2-40B4-BE49-F238E27FC236}">
                <a16:creationId xmlns:a16="http://schemas.microsoft.com/office/drawing/2014/main" id="{ABD2EA96-49A1-4DFD-984A-84F19B87F4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3" name="TextBox 12">
            <a:extLst>
              <a:ext uri="{FF2B5EF4-FFF2-40B4-BE49-F238E27FC236}">
                <a16:creationId xmlns:a16="http://schemas.microsoft.com/office/drawing/2014/main" id="{406F1A7B-7207-4B0A-AF58-DCDE8BDB8D02}"/>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078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3" name="그림 12">
            <a:extLst>
              <a:ext uri="{FF2B5EF4-FFF2-40B4-BE49-F238E27FC236}">
                <a16:creationId xmlns:a16="http://schemas.microsoft.com/office/drawing/2014/main" id="{EB7F5CB5-2B1D-4334-AE6D-EEEC4C50E8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4" name="TextBox 13">
            <a:extLst>
              <a:ext uri="{FF2B5EF4-FFF2-40B4-BE49-F238E27FC236}">
                <a16:creationId xmlns:a16="http://schemas.microsoft.com/office/drawing/2014/main" id="{11C38E73-37A6-451F-B038-CD7FA9515E6D}"/>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5463A272-9AED-8AB9-2329-62C6963B0004}"/>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9" name="표 28">
            <a:extLst>
              <a:ext uri="{FF2B5EF4-FFF2-40B4-BE49-F238E27FC236}">
                <a16:creationId xmlns:a16="http://schemas.microsoft.com/office/drawing/2014/main" id="{27B88381-F94A-62CE-C01A-6350E3F44D5A}"/>
              </a:ext>
            </a:extLst>
          </p:cNvPr>
          <p:cNvGraphicFramePr>
            <a:graphicFrameLocks noGrp="1"/>
          </p:cNvGraphicFramePr>
          <p:nvPr>
            <p:extLst>
              <p:ext uri="{D42A27DB-BD31-4B8C-83A1-F6EECF244321}">
                <p14:modId xmlns:p14="http://schemas.microsoft.com/office/powerpoint/2010/main" val="585878741"/>
              </p:ext>
            </p:extLst>
          </p:nvPr>
        </p:nvGraphicFramePr>
        <p:xfrm>
          <a:off x="404813" y="1146856"/>
          <a:ext cx="6033152" cy="3806140"/>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783343538"/>
                    </a:ext>
                  </a:extLst>
                </a:gridCol>
                <a:gridCol w="682277">
                  <a:extLst>
                    <a:ext uri="{9D8B030D-6E8A-4147-A177-3AD203B41FA5}">
                      <a16:colId xmlns:a16="http://schemas.microsoft.com/office/drawing/2014/main" val="3180006436"/>
                    </a:ext>
                  </a:extLst>
                </a:gridCol>
                <a:gridCol w="1804988">
                  <a:extLst>
                    <a:ext uri="{9D8B030D-6E8A-4147-A177-3AD203B41FA5}">
                      <a16:colId xmlns:a16="http://schemas.microsoft.com/office/drawing/2014/main" val="1629708029"/>
                    </a:ext>
                  </a:extLst>
                </a:gridCol>
                <a:gridCol w="528638">
                  <a:extLst>
                    <a:ext uri="{9D8B030D-6E8A-4147-A177-3AD203B41FA5}">
                      <a16:colId xmlns:a16="http://schemas.microsoft.com/office/drawing/2014/main" val="3514095092"/>
                    </a:ext>
                  </a:extLst>
                </a:gridCol>
                <a:gridCol w="528638">
                  <a:extLst>
                    <a:ext uri="{9D8B030D-6E8A-4147-A177-3AD203B41FA5}">
                      <a16:colId xmlns:a16="http://schemas.microsoft.com/office/drawing/2014/main" val="2256908222"/>
                    </a:ext>
                  </a:extLst>
                </a:gridCol>
                <a:gridCol w="528638">
                  <a:extLst>
                    <a:ext uri="{9D8B030D-6E8A-4147-A177-3AD203B41FA5}">
                      <a16:colId xmlns:a16="http://schemas.microsoft.com/office/drawing/2014/main" val="2915946677"/>
                    </a:ext>
                  </a:extLst>
                </a:gridCol>
                <a:gridCol w="561038">
                  <a:extLst>
                    <a:ext uri="{9D8B030D-6E8A-4147-A177-3AD203B41FA5}">
                      <a16:colId xmlns:a16="http://schemas.microsoft.com/office/drawing/2014/main" val="2559142005"/>
                    </a:ext>
                  </a:extLst>
                </a:gridCol>
              </a:tblGrid>
              <a:tr h="20461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00011002"/>
                  </a:ext>
                </a:extLst>
              </a:tr>
              <a:tr h="20461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04616">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0461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14.45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15.05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8469821"/>
                  </a:ext>
                </a:extLst>
              </a:tr>
              <a:tr h="20461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116126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12-channel</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2’b00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0.6V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2’b01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0.8V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2’b10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1.0V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2’b11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1.2V</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29339">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395946">
                <a:tc gridSpan="7">
                  <a:txBody>
                    <a:bodyPr/>
                    <a:lstStyle/>
                    <a:p>
                      <a:pPr algn="l"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39594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Automatic Thermal</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Regulation Range @T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ATR</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105</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10"/>
                        </a:spcBef>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 </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p>
                      <a:pPr marL="0" algn="ctr" defTabSz="685800" rtl="0" eaLnBrk="1" fontAlgn="ctr" latinLnBrk="1" hangingPunct="1"/>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10"/>
                        </a:spcBef>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 ≈140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8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04616">
                <a:tc>
                  <a:txBody>
                    <a:bodyPr/>
                    <a:lstStyle/>
                    <a:p>
                      <a:pPr algn="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Thermal shut down @Tj</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OTP</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it-IT"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off</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  140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2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86497"/>
                  </a:ext>
                </a:extLst>
              </a:tr>
              <a:tr h="39594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Thermal shut down</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hysteresis @Tj</a:t>
                      </a:r>
                      <a:endPar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HYS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10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  20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620"/>
                        </a:spcBef>
                        <a:spcAft>
                          <a:spcPts val="0"/>
                        </a:spcAft>
                      </a:pPr>
                      <a:r>
                        <a:rPr 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rPr>
                        <a:t>30</a:t>
                      </a:r>
                      <a:endParaRPr lang="ko-KR" altLang="en-US" sz="900" b="0" i="0" u="none" strike="noStrike" kern="1200" dirty="0">
                        <a:solidFill>
                          <a:srgbClr val="FF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2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bl>
          </a:graphicData>
        </a:graphic>
      </p:graphicFrame>
      <p:sp>
        <p:nvSpPr>
          <p:cNvPr id="28" name="Rectangle 3">
            <a:extLst>
              <a:ext uri="{FF2B5EF4-FFF2-40B4-BE49-F238E27FC236}">
                <a16:creationId xmlns:a16="http://schemas.microsoft.com/office/drawing/2014/main" id="{A9074571-A25B-C8E3-0A77-824F151766CD}"/>
              </a:ext>
            </a:extLst>
          </p:cNvPr>
          <p:cNvSpPr>
            <a:spLocks noChangeArrowheads="1"/>
          </p:cNvSpPr>
          <p:nvPr/>
        </p:nvSpPr>
        <p:spPr bwMode="auto">
          <a:xfrm>
            <a:off x="0" y="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dirty="0"/>
          </a:p>
        </p:txBody>
      </p:sp>
      <p:sp>
        <p:nvSpPr>
          <p:cNvPr id="34" name="TextBox 33">
            <a:extLst>
              <a:ext uri="{FF2B5EF4-FFF2-40B4-BE49-F238E27FC236}">
                <a16:creationId xmlns:a16="http://schemas.microsoft.com/office/drawing/2014/main" id="{C3CB291B-7072-B963-21C9-911AD62EB1ED}"/>
              </a:ext>
            </a:extLst>
          </p:cNvPr>
          <p:cNvSpPr txBox="1"/>
          <p:nvPr/>
        </p:nvSpPr>
        <p:spPr>
          <a:xfrm>
            <a:off x="404813" y="6611116"/>
            <a:ext cx="603964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LED short detection logic circuit will cut-off the LED sinking current when it is detected.</a:t>
            </a:r>
          </a:p>
          <a:p>
            <a:r>
              <a:rPr lang="en-US" altLang="ko-KR" dirty="0"/>
              <a:t>            3) Based on internal circuit simulation result.</a:t>
            </a:r>
          </a:p>
        </p:txBody>
      </p:sp>
      <p:grpSp>
        <p:nvGrpSpPr>
          <p:cNvPr id="45" name="그룹 44">
            <a:extLst>
              <a:ext uri="{FF2B5EF4-FFF2-40B4-BE49-F238E27FC236}">
                <a16:creationId xmlns:a16="http://schemas.microsoft.com/office/drawing/2014/main" id="{1D06CF5E-5F8A-3DD1-B3BD-89DB10723F24}"/>
              </a:ext>
            </a:extLst>
          </p:cNvPr>
          <p:cNvGrpSpPr/>
          <p:nvPr/>
        </p:nvGrpSpPr>
        <p:grpSpPr>
          <a:xfrm>
            <a:off x="1311246" y="5349622"/>
            <a:ext cx="3854654" cy="866921"/>
            <a:chOff x="1311246" y="5349622"/>
            <a:chExt cx="3854654" cy="866921"/>
          </a:xfrm>
        </p:grpSpPr>
        <p:grpSp>
          <p:nvGrpSpPr>
            <p:cNvPr id="19" name="그룹 18">
              <a:extLst>
                <a:ext uri="{FF2B5EF4-FFF2-40B4-BE49-F238E27FC236}">
                  <a16:creationId xmlns:a16="http://schemas.microsoft.com/office/drawing/2014/main" id="{073B266F-634F-A32A-E02A-1495EC3C841A}"/>
                </a:ext>
              </a:extLst>
            </p:cNvPr>
            <p:cNvGrpSpPr/>
            <p:nvPr/>
          </p:nvGrpSpPr>
          <p:grpSpPr>
            <a:xfrm>
              <a:off x="1311246" y="5349622"/>
              <a:ext cx="3852000" cy="212651"/>
              <a:chOff x="1002181" y="5433237"/>
              <a:chExt cx="2561878" cy="212651"/>
            </a:xfrm>
          </p:grpSpPr>
          <p:cxnSp>
            <p:nvCxnSpPr>
              <p:cNvPr id="3" name="직선 연결선 2">
                <a:extLst>
                  <a:ext uri="{FF2B5EF4-FFF2-40B4-BE49-F238E27FC236}">
                    <a16:creationId xmlns:a16="http://schemas.microsoft.com/office/drawing/2014/main" id="{5944A01C-D4D2-CCB3-8F7C-9B2E2CE1FA9D}"/>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직선 연결선 4">
                <a:extLst>
                  <a:ext uri="{FF2B5EF4-FFF2-40B4-BE49-F238E27FC236}">
                    <a16:creationId xmlns:a16="http://schemas.microsoft.com/office/drawing/2014/main" id="{ACC40942-AB83-57EC-4AB2-B583D205E5D4}"/>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3EB59F9E-153F-306F-6691-550B6ECC03FC}"/>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 6">
                <a:extLst>
                  <a:ext uri="{FF2B5EF4-FFF2-40B4-BE49-F238E27FC236}">
                    <a16:creationId xmlns:a16="http://schemas.microsoft.com/office/drawing/2014/main" id="{331BA2B4-D291-7CA4-E838-50AFFA1EA9EA}"/>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0B5727C3-4E33-A4C3-09D4-71AA9E210C5A}"/>
                  </a:ext>
                </a:extLst>
              </p:cNvPr>
              <p:cNvCxnSpPr>
                <a:cxnSpLocks/>
              </p:cNvCxnSpPr>
              <p:nvPr/>
            </p:nvCxnSpPr>
            <p:spPr>
              <a:xfrm flipH="1">
                <a:off x="2081793"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E9A75A5A-047B-6A69-BC1B-58CC6FAEE51D}"/>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B8A68F0F-9499-6692-5453-9F11233EF44C}"/>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6EA0F71-E15C-5969-F0A4-CD6A92A81CEF}"/>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F2DC95DC-CAD1-C482-EEDC-3043545983B2}"/>
                  </a:ext>
                </a:extLst>
              </p:cNvPr>
              <p:cNvCxnSpPr>
                <a:cxnSpLocks/>
              </p:cNvCxnSpPr>
              <p:nvPr/>
            </p:nvCxnSpPr>
            <p:spPr>
              <a:xfrm flipH="1">
                <a:off x="1002181"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BFF11705-C31A-82AA-147F-20AEDDA47F26}"/>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직선 연결선 19">
              <a:extLst>
                <a:ext uri="{FF2B5EF4-FFF2-40B4-BE49-F238E27FC236}">
                  <a16:creationId xmlns:a16="http://schemas.microsoft.com/office/drawing/2014/main" id="{1E78BCDE-BDF5-9164-37EE-299C4FBC3088}"/>
                </a:ext>
              </a:extLst>
            </p:cNvPr>
            <p:cNvCxnSpPr>
              <a:cxnSpLocks/>
            </p:cNvCxnSpPr>
            <p:nvPr/>
          </p:nvCxnSpPr>
          <p:spPr>
            <a:xfrm>
              <a:off x="1904720" y="5671673"/>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CF4112E6-A359-0366-FB7B-8FDF1B6E42EF}"/>
                </a:ext>
              </a:extLst>
            </p:cNvPr>
            <p:cNvCxnSpPr>
              <a:cxnSpLocks/>
            </p:cNvCxnSpPr>
            <p:nvPr/>
          </p:nvCxnSpPr>
          <p:spPr>
            <a:xfrm>
              <a:off x="3539246" y="5675360"/>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88452E2B-E3CF-8D9E-B3B2-56C5CBA8044A}"/>
                </a:ext>
              </a:extLst>
            </p:cNvPr>
            <p:cNvCxnSpPr>
              <a:cxnSpLocks/>
            </p:cNvCxnSpPr>
            <p:nvPr/>
          </p:nvCxnSpPr>
          <p:spPr>
            <a:xfrm>
              <a:off x="5163246" y="5681164"/>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E7AA1CF-E22D-04D4-E93A-34FF2505F9C3}"/>
                </a:ext>
              </a:extLst>
            </p:cNvPr>
            <p:cNvCxnSpPr>
              <a:cxnSpLocks/>
            </p:cNvCxnSpPr>
            <p:nvPr/>
          </p:nvCxnSpPr>
          <p:spPr>
            <a:xfrm>
              <a:off x="2921795" y="5997251"/>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1E2FA87E-B4C3-58EB-F9F9-C5FEC59B96C5}"/>
                </a:ext>
              </a:extLst>
            </p:cNvPr>
            <p:cNvCxnSpPr>
              <a:cxnSpLocks/>
            </p:cNvCxnSpPr>
            <p:nvPr/>
          </p:nvCxnSpPr>
          <p:spPr>
            <a:xfrm flipH="1">
              <a:off x="1904720" y="5787067"/>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8806CEF3-360D-096E-84E0-2726F9EDEF8E}"/>
                </a:ext>
              </a:extLst>
            </p:cNvPr>
            <p:cNvCxnSpPr>
              <a:cxnSpLocks/>
            </p:cNvCxnSpPr>
            <p:nvPr/>
          </p:nvCxnSpPr>
          <p:spPr>
            <a:xfrm>
              <a:off x="4148845" y="6021507"/>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8DB61FF-5546-B215-2732-ADB7CE826975}"/>
                </a:ext>
              </a:extLst>
            </p:cNvPr>
            <p:cNvCxnSpPr>
              <a:cxnSpLocks/>
            </p:cNvCxnSpPr>
            <p:nvPr/>
          </p:nvCxnSpPr>
          <p:spPr>
            <a:xfrm flipH="1">
              <a:off x="3545900" y="5790752"/>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38DD624-4E6A-112C-8369-9E7F6F3FCA8D}"/>
                </a:ext>
              </a:extLst>
            </p:cNvPr>
            <p:cNvSpPr txBox="1"/>
            <p:nvPr/>
          </p:nvSpPr>
          <p:spPr>
            <a:xfrm>
              <a:off x="2476304" y="5659375"/>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4139BA4D-AABB-38FD-D50F-E3FA5610C7A5}"/>
                </a:ext>
              </a:extLst>
            </p:cNvPr>
            <p:cNvSpPr txBox="1"/>
            <p:nvPr/>
          </p:nvSpPr>
          <p:spPr>
            <a:xfrm>
              <a:off x="4120217" y="5679727"/>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cxnSp>
          <p:nvCxnSpPr>
            <p:cNvPr id="38" name="직선 연결선 37">
              <a:extLst>
                <a:ext uri="{FF2B5EF4-FFF2-40B4-BE49-F238E27FC236}">
                  <a16:creationId xmlns:a16="http://schemas.microsoft.com/office/drawing/2014/main" id="{918E73C8-14D7-D01A-BF18-54045795E006}"/>
                </a:ext>
              </a:extLst>
            </p:cNvPr>
            <p:cNvCxnSpPr>
              <a:cxnSpLocks/>
            </p:cNvCxnSpPr>
            <p:nvPr/>
          </p:nvCxnSpPr>
          <p:spPr>
            <a:xfrm flipH="1">
              <a:off x="1906058" y="6113138"/>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9" name="직선 연결선 38">
              <a:extLst>
                <a:ext uri="{FF2B5EF4-FFF2-40B4-BE49-F238E27FC236}">
                  <a16:creationId xmlns:a16="http://schemas.microsoft.com/office/drawing/2014/main" id="{A2ED40AE-9006-AC3F-9C1C-AC2E72ADF6E2}"/>
                </a:ext>
              </a:extLst>
            </p:cNvPr>
            <p:cNvCxnSpPr>
              <a:cxnSpLocks/>
            </p:cNvCxnSpPr>
            <p:nvPr/>
          </p:nvCxnSpPr>
          <p:spPr>
            <a:xfrm flipH="1">
              <a:off x="2926485" y="6113138"/>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직선 연결선 39">
              <a:extLst>
                <a:ext uri="{FF2B5EF4-FFF2-40B4-BE49-F238E27FC236}">
                  <a16:creationId xmlns:a16="http://schemas.microsoft.com/office/drawing/2014/main" id="{30E5A899-29DA-3BC0-3BAE-A579B54F3AA7}"/>
                </a:ext>
              </a:extLst>
            </p:cNvPr>
            <p:cNvCxnSpPr>
              <a:cxnSpLocks/>
            </p:cNvCxnSpPr>
            <p:nvPr/>
          </p:nvCxnSpPr>
          <p:spPr>
            <a:xfrm flipH="1">
              <a:off x="4154161" y="6118454"/>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BCE2E448-9CF8-17A3-3BB0-19CE42A43384}"/>
                </a:ext>
              </a:extLst>
            </p:cNvPr>
            <p:cNvCxnSpPr>
              <a:cxnSpLocks/>
            </p:cNvCxnSpPr>
            <p:nvPr/>
          </p:nvCxnSpPr>
          <p:spPr>
            <a:xfrm flipH="1">
              <a:off x="3540196" y="6111507"/>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8137D00-BB50-8FD4-3B2F-92F475587334}"/>
                </a:ext>
              </a:extLst>
            </p:cNvPr>
            <p:cNvSpPr txBox="1"/>
            <p:nvPr/>
          </p:nvSpPr>
          <p:spPr>
            <a:xfrm>
              <a:off x="2263618" y="5993196"/>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D59D89E9-FFFF-EEEF-84F7-829FBAE2DC8E}"/>
                </a:ext>
              </a:extLst>
            </p:cNvPr>
            <p:cNvSpPr txBox="1"/>
            <p:nvPr/>
          </p:nvSpPr>
          <p:spPr>
            <a:xfrm>
              <a:off x="3108771" y="5988054"/>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21A6B56C-5EEF-D671-3017-3B053F331D79}"/>
                </a:ext>
              </a:extLst>
            </p:cNvPr>
            <p:cNvSpPr txBox="1"/>
            <p:nvPr/>
          </p:nvSpPr>
          <p:spPr>
            <a:xfrm>
              <a:off x="3728385" y="5997251"/>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4F5AC9BD-CB73-205A-4027-AEA2EA2C6EE6}"/>
                </a:ext>
              </a:extLst>
            </p:cNvPr>
            <p:cNvSpPr txBox="1"/>
            <p:nvPr/>
          </p:nvSpPr>
          <p:spPr>
            <a:xfrm>
              <a:off x="4538057" y="5993925"/>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905646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3" name="그림 12">
            <a:extLst>
              <a:ext uri="{FF2B5EF4-FFF2-40B4-BE49-F238E27FC236}">
                <a16:creationId xmlns:a16="http://schemas.microsoft.com/office/drawing/2014/main" id="{EB7F5CB5-2B1D-4334-AE6D-EEEC4C50E8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4" name="TextBox 13">
            <a:extLst>
              <a:ext uri="{FF2B5EF4-FFF2-40B4-BE49-F238E27FC236}">
                <a16:creationId xmlns:a16="http://schemas.microsoft.com/office/drawing/2014/main" id="{11C38E73-37A6-451F-B038-CD7FA9515E6D}"/>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8" name="Rectangle 3">
            <a:extLst>
              <a:ext uri="{FF2B5EF4-FFF2-40B4-BE49-F238E27FC236}">
                <a16:creationId xmlns:a16="http://schemas.microsoft.com/office/drawing/2014/main" id="{A9074571-A25B-C8E3-0A77-824F151766CD}"/>
              </a:ext>
            </a:extLst>
          </p:cNvPr>
          <p:cNvSpPr>
            <a:spLocks noChangeArrowheads="1"/>
          </p:cNvSpPr>
          <p:nvPr/>
        </p:nvSpPr>
        <p:spPr bwMode="auto">
          <a:xfrm>
            <a:off x="0" y="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dirty="0"/>
          </a:p>
        </p:txBody>
      </p:sp>
    </p:spTree>
    <p:extLst>
      <p:ext uri="{BB962C8B-B14F-4D97-AF65-F5344CB8AC3E}">
        <p14:creationId xmlns:p14="http://schemas.microsoft.com/office/powerpoint/2010/main" val="2326668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7" name="TextBox 36">
            <a:extLst>
              <a:ext uri="{FF2B5EF4-FFF2-40B4-BE49-F238E27FC236}">
                <a16:creationId xmlns:a16="http://schemas.microsoft.com/office/drawing/2014/main" id="{99D9A718-EAE2-4D8C-B8BD-17D024CE14FF}"/>
              </a:ext>
            </a:extLst>
          </p:cNvPr>
          <p:cNvSpPr txBox="1"/>
          <p:nvPr/>
        </p:nvSpPr>
        <p:spPr>
          <a:xfrm>
            <a:off x="399460" y="882048"/>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6354061"/>
              </p:ext>
            </p:extLst>
          </p:nvPr>
        </p:nvGraphicFramePr>
        <p:xfrm>
          <a:off x="396079" y="2308736"/>
          <a:ext cx="6057356" cy="812502"/>
        </p:xfrm>
        <a:graphic>
          <a:graphicData uri="http://schemas.openxmlformats.org/drawingml/2006/table">
            <a:tbl>
              <a:tblPr firstRow="1" bandRow="1">
                <a:tableStyleId>{5C22544A-7EE6-4342-B048-85BDC9FD1C3A}</a:tableStyleId>
              </a:tblPr>
              <a:tblGrid>
                <a:gridCol w="412714">
                  <a:extLst>
                    <a:ext uri="{9D8B030D-6E8A-4147-A177-3AD203B41FA5}">
                      <a16:colId xmlns:a16="http://schemas.microsoft.com/office/drawing/2014/main" val="4170535043"/>
                    </a:ext>
                  </a:extLst>
                </a:gridCol>
                <a:gridCol w="1312486">
                  <a:extLst>
                    <a:ext uri="{9D8B030D-6E8A-4147-A177-3AD203B41FA5}">
                      <a16:colId xmlns:a16="http://schemas.microsoft.com/office/drawing/2014/main" val="2079070694"/>
                    </a:ext>
                  </a:extLst>
                </a:gridCol>
                <a:gridCol w="4332156">
                  <a:extLst>
                    <a:ext uri="{9D8B030D-6E8A-4147-A177-3AD203B41FA5}">
                      <a16:colId xmlns:a16="http://schemas.microsoft.com/office/drawing/2014/main" val="32595803"/>
                    </a:ext>
                  </a:extLst>
                </a:gridCol>
              </a:tblGrid>
              <a:tr h="2690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447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‘1’ All logics are reset and auto-cleared after setting to 1.</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6901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 internal LD data buffers are reset and auto-cleared after setting to 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bl>
          </a:graphicData>
        </a:graphic>
      </p:graphicFrame>
      <p:sp>
        <p:nvSpPr>
          <p:cNvPr id="14" name="TextBox 13">
            <a:extLst>
              <a:ext uri="{FF2B5EF4-FFF2-40B4-BE49-F238E27FC236}">
                <a16:creationId xmlns:a16="http://schemas.microsoft.com/office/drawing/2014/main" id="{3D8C3185-BE43-7CDF-076B-0AF0C87A4106}"/>
              </a:ext>
            </a:extLst>
          </p:cNvPr>
          <p:cNvSpPr txBox="1"/>
          <p:nvPr/>
        </p:nvSpPr>
        <p:spPr>
          <a:xfrm>
            <a:off x="390041" y="3401462"/>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ID</a:t>
            </a:r>
          </a:p>
        </p:txBody>
      </p:sp>
      <p:graphicFrame>
        <p:nvGraphicFramePr>
          <p:cNvPr id="16" name="표 15">
            <a:extLst>
              <a:ext uri="{FF2B5EF4-FFF2-40B4-BE49-F238E27FC236}">
                <a16:creationId xmlns:a16="http://schemas.microsoft.com/office/drawing/2014/main" id="{BCE5341C-5D94-5206-0B81-095FBE134C76}"/>
              </a:ext>
            </a:extLst>
          </p:cNvPr>
          <p:cNvGraphicFramePr>
            <a:graphicFrameLocks noGrp="1"/>
          </p:cNvGraphicFramePr>
          <p:nvPr>
            <p:extLst>
              <p:ext uri="{D42A27DB-BD31-4B8C-83A1-F6EECF244321}">
                <p14:modId xmlns:p14="http://schemas.microsoft.com/office/powerpoint/2010/main" val="2374981022"/>
              </p:ext>
            </p:extLst>
          </p:nvPr>
        </p:nvGraphicFramePr>
        <p:xfrm>
          <a:off x="390041" y="4260921"/>
          <a:ext cx="6057354" cy="1184587"/>
        </p:xfrm>
        <a:graphic>
          <a:graphicData uri="http://schemas.openxmlformats.org/drawingml/2006/table">
            <a:tbl>
              <a:tblPr firstRow="1" bandRow="1">
                <a:tableStyleId>{5C22544A-7EE6-4342-B048-85BDC9FD1C3A}</a:tableStyleId>
              </a:tblPr>
              <a:tblGrid>
                <a:gridCol w="412714">
                  <a:extLst>
                    <a:ext uri="{9D8B030D-6E8A-4147-A177-3AD203B41FA5}">
                      <a16:colId xmlns:a16="http://schemas.microsoft.com/office/drawing/2014/main" val="4170535043"/>
                    </a:ext>
                  </a:extLst>
                </a:gridCol>
                <a:gridCol w="1312486">
                  <a:extLst>
                    <a:ext uri="{9D8B030D-6E8A-4147-A177-3AD203B41FA5}">
                      <a16:colId xmlns:a16="http://schemas.microsoft.com/office/drawing/2014/main" val="2079070694"/>
                    </a:ext>
                  </a:extLst>
                </a:gridCol>
                <a:gridCol w="4332154">
                  <a:extLst>
                    <a:ext uri="{9D8B030D-6E8A-4147-A177-3AD203B41FA5}">
                      <a16:colId xmlns:a16="http://schemas.microsoft.com/office/drawing/2014/main" val="32595803"/>
                    </a:ext>
                  </a:extLst>
                </a:gridCol>
              </a:tblGrid>
              <a:tr h="2896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30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If the XD-12 will receive the ID-Gen command from the XC-24 controller, then the ID value will be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nvGraphicFramePr>
        <p:xfrm>
          <a:off x="399460" y="1772329"/>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C6B889AF-1198-C7C2-174E-BC68E2744010}"/>
              </a:ext>
            </a:extLst>
          </p:cNvPr>
          <p:cNvGraphicFramePr>
            <a:graphicFrameLocks noGrp="1"/>
          </p:cNvGraphicFramePr>
          <p:nvPr>
            <p:extLst>
              <p:ext uri="{D42A27DB-BD31-4B8C-83A1-F6EECF244321}">
                <p14:modId xmlns:p14="http://schemas.microsoft.com/office/powerpoint/2010/main" val="2689677508"/>
              </p:ext>
            </p:extLst>
          </p:nvPr>
        </p:nvGraphicFramePr>
        <p:xfrm>
          <a:off x="390041" y="3753667"/>
          <a:ext cx="6063393" cy="372600"/>
        </p:xfrm>
        <a:graphic>
          <a:graphicData uri="http://schemas.openxmlformats.org/drawingml/2006/table">
            <a:tbl>
              <a:tblPr firstRow="1" bandRow="1">
                <a:tableStyleId>{5C22544A-7EE6-4342-B048-85BDC9FD1C3A}</a:tableStyleId>
              </a:tblPr>
              <a:tblGrid>
                <a:gridCol w="352246">
                  <a:extLst>
                    <a:ext uri="{9D8B030D-6E8A-4147-A177-3AD203B41FA5}">
                      <a16:colId xmlns:a16="http://schemas.microsoft.com/office/drawing/2014/main" val="657570846"/>
                    </a:ext>
                  </a:extLst>
                </a:gridCol>
                <a:gridCol w="387309">
                  <a:extLst>
                    <a:ext uri="{9D8B030D-6E8A-4147-A177-3AD203B41FA5}">
                      <a16:colId xmlns:a16="http://schemas.microsoft.com/office/drawing/2014/main" val="3259894497"/>
                    </a:ext>
                  </a:extLst>
                </a:gridCol>
                <a:gridCol w="455186">
                  <a:extLst>
                    <a:ext uri="{9D8B030D-6E8A-4147-A177-3AD203B41FA5}">
                      <a16:colId xmlns:a16="http://schemas.microsoft.com/office/drawing/2014/main" val="4170535043"/>
                    </a:ext>
                  </a:extLst>
                </a:gridCol>
                <a:gridCol w="405721">
                  <a:extLst>
                    <a:ext uri="{9D8B030D-6E8A-4147-A177-3AD203B41FA5}">
                      <a16:colId xmlns:a16="http://schemas.microsoft.com/office/drawing/2014/main" val="2079070694"/>
                    </a:ext>
                  </a:extLst>
                </a:gridCol>
                <a:gridCol w="405721">
                  <a:extLst>
                    <a:ext uri="{9D8B030D-6E8A-4147-A177-3AD203B41FA5}">
                      <a16:colId xmlns:a16="http://schemas.microsoft.com/office/drawing/2014/main" val="4213315911"/>
                    </a:ext>
                  </a:extLst>
                </a:gridCol>
                <a:gridCol w="405721">
                  <a:extLst>
                    <a:ext uri="{9D8B030D-6E8A-4147-A177-3AD203B41FA5}">
                      <a16:colId xmlns:a16="http://schemas.microsoft.com/office/drawing/2014/main" val="2769999950"/>
                    </a:ext>
                  </a:extLst>
                </a:gridCol>
                <a:gridCol w="405721">
                  <a:extLst>
                    <a:ext uri="{9D8B030D-6E8A-4147-A177-3AD203B41FA5}">
                      <a16:colId xmlns:a16="http://schemas.microsoft.com/office/drawing/2014/main" val="135637185"/>
                    </a:ext>
                  </a:extLst>
                </a:gridCol>
                <a:gridCol w="405721">
                  <a:extLst>
                    <a:ext uri="{9D8B030D-6E8A-4147-A177-3AD203B41FA5}">
                      <a16:colId xmlns:a16="http://schemas.microsoft.com/office/drawing/2014/main" val="3038050475"/>
                    </a:ext>
                  </a:extLst>
                </a:gridCol>
                <a:gridCol w="405721">
                  <a:extLst>
                    <a:ext uri="{9D8B030D-6E8A-4147-A177-3AD203B41FA5}">
                      <a16:colId xmlns:a16="http://schemas.microsoft.com/office/drawing/2014/main" val="1979433044"/>
                    </a:ext>
                  </a:extLst>
                </a:gridCol>
                <a:gridCol w="405721">
                  <a:extLst>
                    <a:ext uri="{9D8B030D-6E8A-4147-A177-3AD203B41FA5}">
                      <a16:colId xmlns:a16="http://schemas.microsoft.com/office/drawing/2014/main" val="4270661649"/>
                    </a:ext>
                  </a:extLst>
                </a:gridCol>
                <a:gridCol w="405721">
                  <a:extLst>
                    <a:ext uri="{9D8B030D-6E8A-4147-A177-3AD203B41FA5}">
                      <a16:colId xmlns:a16="http://schemas.microsoft.com/office/drawing/2014/main" val="3027041370"/>
                    </a:ext>
                  </a:extLst>
                </a:gridCol>
                <a:gridCol w="405721">
                  <a:extLst>
                    <a:ext uri="{9D8B030D-6E8A-4147-A177-3AD203B41FA5}">
                      <a16:colId xmlns:a16="http://schemas.microsoft.com/office/drawing/2014/main" val="2852526216"/>
                    </a:ext>
                  </a:extLst>
                </a:gridCol>
                <a:gridCol w="405721">
                  <a:extLst>
                    <a:ext uri="{9D8B030D-6E8A-4147-A177-3AD203B41FA5}">
                      <a16:colId xmlns:a16="http://schemas.microsoft.com/office/drawing/2014/main" val="103420222"/>
                    </a:ext>
                  </a:extLst>
                </a:gridCol>
                <a:gridCol w="405721">
                  <a:extLst>
                    <a:ext uri="{9D8B030D-6E8A-4147-A177-3AD203B41FA5}">
                      <a16:colId xmlns:a16="http://schemas.microsoft.com/office/drawing/2014/main" val="1470405609"/>
                    </a:ext>
                  </a:extLst>
                </a:gridCol>
                <a:gridCol w="4057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a:t>
                      </a:r>
                      <a:r>
                        <a:rPr lang="en-US" altLang="ko-KR" sz="700" b="0" baseline="-25000" dirty="0">
                          <a:solidFill>
                            <a:schemeClr val="tx1"/>
                          </a:solidFill>
                          <a:latin typeface="Arial" panose="020B0604020202020204" pitchFamily="34" charset="0"/>
                          <a:cs typeface="Arial" panose="020B0604020202020204" pitchFamily="34" charset="0"/>
                        </a:rPr>
                        <a:t>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399453" y="1466617"/>
            <a:ext cx="60539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 RESET</a:t>
            </a:r>
          </a:p>
        </p:txBody>
      </p:sp>
      <p:graphicFrame>
        <p:nvGraphicFramePr>
          <p:cNvPr id="11" name="표 10">
            <a:extLst>
              <a:ext uri="{FF2B5EF4-FFF2-40B4-BE49-F238E27FC236}">
                <a16:creationId xmlns:a16="http://schemas.microsoft.com/office/drawing/2014/main" id="{87936733-63EE-BB41-F8CD-0B0AE63E29CE}"/>
              </a:ext>
            </a:extLst>
          </p:cNvPr>
          <p:cNvGraphicFramePr>
            <a:graphicFrameLocks noGrp="1"/>
          </p:cNvGraphicFramePr>
          <p:nvPr>
            <p:extLst>
              <p:ext uri="{D42A27DB-BD31-4B8C-83A1-F6EECF244321}">
                <p14:modId xmlns:p14="http://schemas.microsoft.com/office/powerpoint/2010/main" val="1683774736"/>
              </p:ext>
            </p:extLst>
          </p:nvPr>
        </p:nvGraphicFramePr>
        <p:xfrm>
          <a:off x="399453" y="6555319"/>
          <a:ext cx="6050246" cy="1999675"/>
        </p:xfrm>
        <a:graphic>
          <a:graphicData uri="http://schemas.openxmlformats.org/drawingml/2006/table">
            <a:tbl>
              <a:tblPr firstRow="1" bandRow="1">
                <a:tableStyleId>{5C22544A-7EE6-4342-B048-85BDC9FD1C3A}</a:tableStyleId>
              </a:tblPr>
              <a:tblGrid>
                <a:gridCol w="412230">
                  <a:extLst>
                    <a:ext uri="{9D8B030D-6E8A-4147-A177-3AD203B41FA5}">
                      <a16:colId xmlns:a16="http://schemas.microsoft.com/office/drawing/2014/main" val="4170535043"/>
                    </a:ext>
                  </a:extLst>
                </a:gridCol>
                <a:gridCol w="1310945">
                  <a:extLst>
                    <a:ext uri="{9D8B030D-6E8A-4147-A177-3AD203B41FA5}">
                      <a16:colId xmlns:a16="http://schemas.microsoft.com/office/drawing/2014/main" val="2079070694"/>
                    </a:ext>
                  </a:extLst>
                </a:gridCol>
                <a:gridCol w="4327071">
                  <a:extLst>
                    <a:ext uri="{9D8B030D-6E8A-4147-A177-3AD203B41FA5}">
                      <a16:colId xmlns:a16="http://schemas.microsoft.com/office/drawing/2014/main" val="32595803"/>
                    </a:ext>
                  </a:extLst>
                </a:gridCol>
              </a:tblGrid>
              <a:tr h="3676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74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LD_WIDTH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LD_WIDTH determines the PWM data size among the LD data transferred from the XC-24 controller.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‘00’  PWM data size is 10 bits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‘01’  PWM data size is 11 bits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PWM data size is 12 bits</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395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X_ITERATION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X_ITERATION determines how many times the X_SIZE will be repeated for one frame period.  It should be careful that the real executed value is the set value of X_ITERATION + 1.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bl>
          </a:graphicData>
        </a:graphic>
      </p:graphicFrame>
      <p:sp>
        <p:nvSpPr>
          <p:cNvPr id="12" name="TextBox 11">
            <a:extLst>
              <a:ext uri="{FF2B5EF4-FFF2-40B4-BE49-F238E27FC236}">
                <a16:creationId xmlns:a16="http://schemas.microsoft.com/office/drawing/2014/main" id="{396AA636-91E0-7746-8096-A1A1D4036126}"/>
              </a:ext>
            </a:extLst>
          </p:cNvPr>
          <p:cNvSpPr txBox="1"/>
          <p:nvPr/>
        </p:nvSpPr>
        <p:spPr>
          <a:xfrm>
            <a:off x="399453" y="5777152"/>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CONTROL</a:t>
            </a:r>
          </a:p>
        </p:txBody>
      </p:sp>
      <p:graphicFrame>
        <p:nvGraphicFramePr>
          <p:cNvPr id="15" name="표 14">
            <a:extLst>
              <a:ext uri="{FF2B5EF4-FFF2-40B4-BE49-F238E27FC236}">
                <a16:creationId xmlns:a16="http://schemas.microsoft.com/office/drawing/2014/main" id="{B4FFA96A-5D8A-E3AA-B684-C1DD973142EE}"/>
              </a:ext>
            </a:extLst>
          </p:cNvPr>
          <p:cNvGraphicFramePr>
            <a:graphicFrameLocks noGrp="1"/>
          </p:cNvGraphicFramePr>
          <p:nvPr>
            <p:extLst>
              <p:ext uri="{D42A27DB-BD31-4B8C-83A1-F6EECF244321}">
                <p14:modId xmlns:p14="http://schemas.microsoft.com/office/powerpoint/2010/main" val="2017198916"/>
              </p:ext>
            </p:extLst>
          </p:nvPr>
        </p:nvGraphicFramePr>
        <p:xfrm>
          <a:off x="394217" y="6082219"/>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0" fontAlgn="ct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LD_WIDTH [1:0]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X_ITERATION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790048582"/>
              </p:ext>
            </p:extLst>
          </p:nvPr>
        </p:nvGraphicFramePr>
        <p:xfrm>
          <a:off x="390476" y="1800872"/>
          <a:ext cx="6053979" cy="1042412"/>
        </p:xfrm>
        <a:graphic>
          <a:graphicData uri="http://schemas.openxmlformats.org/drawingml/2006/table">
            <a:tbl>
              <a:tblPr firstRow="1" bandRow="1">
                <a:tableStyleId>{5C22544A-7EE6-4342-B048-85BDC9FD1C3A}</a:tableStyleId>
              </a:tblPr>
              <a:tblGrid>
                <a:gridCol w="444639">
                  <a:extLst>
                    <a:ext uri="{9D8B030D-6E8A-4147-A177-3AD203B41FA5}">
                      <a16:colId xmlns:a16="http://schemas.microsoft.com/office/drawing/2014/main" val="4170535043"/>
                    </a:ext>
                  </a:extLst>
                </a:gridCol>
                <a:gridCol w="1056560">
                  <a:extLst>
                    <a:ext uri="{9D8B030D-6E8A-4147-A177-3AD203B41FA5}">
                      <a16:colId xmlns:a16="http://schemas.microsoft.com/office/drawing/2014/main" val="2079070694"/>
                    </a:ext>
                  </a:extLst>
                </a:gridCol>
                <a:gridCol w="4552780">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PWM_SIZE determines a total number of pwm clocks for one frame period. It should be careful that the real executed value is the set value of PWM_SIZE + 1.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PWM_SIZE</a:t>
            </a:r>
          </a:p>
        </p:txBody>
      </p:sp>
      <p:graphicFrame>
        <p:nvGraphicFramePr>
          <p:cNvPr id="8" name="표 7">
            <a:extLst>
              <a:ext uri="{FF2B5EF4-FFF2-40B4-BE49-F238E27FC236}">
                <a16:creationId xmlns:a16="http://schemas.microsoft.com/office/drawing/2014/main" id="{0DCF763D-A3BC-A9A8-CA75-FF8ACA834B9C}"/>
              </a:ext>
            </a:extLst>
          </p:cNvPr>
          <p:cNvGraphicFramePr>
            <a:graphicFrameLocks noGrp="1"/>
          </p:cNvGraphicFramePr>
          <p:nvPr/>
        </p:nvGraphicFramePr>
        <p:xfrm>
          <a:off x="390475" y="1151370"/>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PWM_SIZE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3709572712"/>
              </p:ext>
            </p:extLst>
          </p:nvPr>
        </p:nvGraphicFramePr>
        <p:xfrm>
          <a:off x="390475" y="4096319"/>
          <a:ext cx="6053980" cy="890770"/>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2073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PWM_PERIOD determines the interval time between pwm clocks in units of MCLK.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99452" y="3143633"/>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PWM_PERIOD</a:t>
            </a:r>
          </a:p>
        </p:txBody>
      </p:sp>
      <p:graphicFrame>
        <p:nvGraphicFramePr>
          <p:cNvPr id="14" name="표 13">
            <a:extLst>
              <a:ext uri="{FF2B5EF4-FFF2-40B4-BE49-F238E27FC236}">
                <a16:creationId xmlns:a16="http://schemas.microsoft.com/office/drawing/2014/main" id="{A58AB3E7-AFE5-1E3A-CE0B-5009AE1634F3}"/>
              </a:ext>
            </a:extLst>
          </p:cNvPr>
          <p:cNvGraphicFramePr>
            <a:graphicFrameLocks noGrp="1"/>
          </p:cNvGraphicFramePr>
          <p:nvPr/>
        </p:nvGraphicFramePr>
        <p:xfrm>
          <a:off x="390474" y="3446817"/>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PWM_PERIOD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4180602171"/>
              </p:ext>
            </p:extLst>
          </p:nvPr>
        </p:nvGraphicFramePr>
        <p:xfrm>
          <a:off x="390474" y="6207252"/>
          <a:ext cx="6053980" cy="1165000"/>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X_SIZE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X_SIZE determines a total number of pwm clocks during local dimming period within one frame period.  The local dimming period, X_SIZE, can be repeated the number of X_ ITERATION within one frame period.  It should be careful that the real executed value is the set value of X_SIZE + 1.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9451" y="525456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X_SIZE</a:t>
            </a:r>
          </a:p>
        </p:txBody>
      </p:sp>
      <p:graphicFrame>
        <p:nvGraphicFramePr>
          <p:cNvPr id="17" name="표 16">
            <a:extLst>
              <a:ext uri="{FF2B5EF4-FFF2-40B4-BE49-F238E27FC236}">
                <a16:creationId xmlns:a16="http://schemas.microsoft.com/office/drawing/2014/main" id="{421E849A-1C05-6F21-4626-C5EC2CD31BB9}"/>
              </a:ext>
            </a:extLst>
          </p:cNvPr>
          <p:cNvGraphicFramePr>
            <a:graphicFrameLocks noGrp="1"/>
          </p:cNvGraphicFramePr>
          <p:nvPr>
            <p:extLst>
              <p:ext uri="{D42A27DB-BD31-4B8C-83A1-F6EECF244321}">
                <p14:modId xmlns:p14="http://schemas.microsoft.com/office/powerpoint/2010/main" val="2314218158"/>
              </p:ext>
            </p:extLst>
          </p:nvPr>
        </p:nvGraphicFramePr>
        <p:xfrm>
          <a:off x="390473" y="5557750"/>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X_SIZE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8730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523725617"/>
              </p:ext>
            </p:extLst>
          </p:nvPr>
        </p:nvGraphicFramePr>
        <p:xfrm>
          <a:off x="390476" y="1678597"/>
          <a:ext cx="6059169" cy="753520"/>
        </p:xfrm>
        <a:graphic>
          <a:graphicData uri="http://schemas.openxmlformats.org/drawingml/2006/table">
            <a:tbl>
              <a:tblPr firstRow="1" bandRow="1">
                <a:tableStyleId>{5C22544A-7EE6-4342-B048-85BDC9FD1C3A}</a:tableStyleId>
              </a:tblPr>
              <a:tblGrid>
                <a:gridCol w="445020">
                  <a:extLst>
                    <a:ext uri="{9D8B030D-6E8A-4147-A177-3AD203B41FA5}">
                      <a16:colId xmlns:a16="http://schemas.microsoft.com/office/drawing/2014/main" val="4170535043"/>
                    </a:ext>
                  </a:extLst>
                </a:gridCol>
                <a:gridCol w="1057466">
                  <a:extLst>
                    <a:ext uri="{9D8B030D-6E8A-4147-A177-3AD203B41FA5}">
                      <a16:colId xmlns:a16="http://schemas.microsoft.com/office/drawing/2014/main" val="2079070694"/>
                    </a:ext>
                  </a:extLst>
                </a:gridCol>
                <a:gridCol w="4556683">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35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PAM_FIX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PWM_FIX register is used to successively output a fixed value written in this register instead of PWM data of LD data, regardless of the synchronization signal, when the TEST_EN bit is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PAM_FIX</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3315471899"/>
              </p:ext>
            </p:extLst>
          </p:nvPr>
        </p:nvGraphicFramePr>
        <p:xfrm>
          <a:off x="386687" y="3772963"/>
          <a:ext cx="6053979" cy="1165000"/>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5">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6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CURR_DIMM_TH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CURR_DIMM_TH register determines whether current dimming method 1 is used during the local dimming operation or current dimming method 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CURR_DIMM_TH = 0x0 : current dimming method 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CURR_DIMM_TH = 0xFFF : current dimming method 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CURR_DIMM_TH ≤ PWM data : current dimming method 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CURR_DIMM_TH &gt; PWM data : current dimming method 1</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95664" y="2931919"/>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CURRENT DIMM THRESHOLD</a:t>
            </a:r>
          </a:p>
        </p:txBody>
      </p:sp>
      <p:graphicFrame>
        <p:nvGraphicFramePr>
          <p:cNvPr id="14" name="표 13">
            <a:extLst>
              <a:ext uri="{FF2B5EF4-FFF2-40B4-BE49-F238E27FC236}">
                <a16:creationId xmlns:a16="http://schemas.microsoft.com/office/drawing/2014/main" id="{A58AB3E7-AFE5-1E3A-CE0B-5009AE1634F3}"/>
              </a:ext>
            </a:extLst>
          </p:cNvPr>
          <p:cNvGraphicFramePr>
            <a:graphicFrameLocks noGrp="1"/>
          </p:cNvGraphicFramePr>
          <p:nvPr>
            <p:extLst>
              <p:ext uri="{D42A27DB-BD31-4B8C-83A1-F6EECF244321}">
                <p14:modId xmlns:p14="http://schemas.microsoft.com/office/powerpoint/2010/main" val="1382767666"/>
              </p:ext>
            </p:extLst>
          </p:nvPr>
        </p:nvGraphicFramePr>
        <p:xfrm>
          <a:off x="386686" y="3235103"/>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CURR_DIMM_TH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1200FBC6-4AC7-7B22-B4E1-D9ACD385C689}"/>
              </a:ext>
            </a:extLst>
          </p:cNvPr>
          <p:cNvGraphicFramePr>
            <a:graphicFrameLocks noGrp="1"/>
          </p:cNvGraphicFramePr>
          <p:nvPr/>
        </p:nvGraphicFramePr>
        <p:xfrm>
          <a:off x="399451" y="1126660"/>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PAM_FIX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57E502AA-14ED-6E7C-8C3D-2C5BF8E4E84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pSp>
        <p:nvGrpSpPr>
          <p:cNvPr id="26" name="그룹 25">
            <a:extLst>
              <a:ext uri="{FF2B5EF4-FFF2-40B4-BE49-F238E27FC236}">
                <a16:creationId xmlns:a16="http://schemas.microsoft.com/office/drawing/2014/main" id="{011E5827-2A0D-FA5E-04C5-D1ABD922D56C}"/>
              </a:ext>
            </a:extLst>
          </p:cNvPr>
          <p:cNvGrpSpPr/>
          <p:nvPr/>
        </p:nvGrpSpPr>
        <p:grpSpPr>
          <a:xfrm>
            <a:off x="1916817" y="5286892"/>
            <a:ext cx="4523849" cy="1722362"/>
            <a:chOff x="1846469" y="5428653"/>
            <a:chExt cx="4594197" cy="1722362"/>
          </a:xfrm>
        </p:grpSpPr>
        <p:pic>
          <p:nvPicPr>
            <p:cNvPr id="3" name="object 10">
              <a:extLst>
                <a:ext uri="{FF2B5EF4-FFF2-40B4-BE49-F238E27FC236}">
                  <a16:creationId xmlns:a16="http://schemas.microsoft.com/office/drawing/2014/main" id="{11091778-C246-688E-7DE5-3EBE3E91E3DB}"/>
                </a:ext>
              </a:extLst>
            </p:cNvPr>
            <p:cNvPicPr/>
            <p:nvPr/>
          </p:nvPicPr>
          <p:blipFill>
            <a:blip r:embed="rId4" cstate="print"/>
            <a:stretch>
              <a:fillRect/>
            </a:stretch>
          </p:blipFill>
          <p:spPr>
            <a:xfrm>
              <a:off x="1846469" y="5428653"/>
              <a:ext cx="4594197" cy="1409645"/>
            </a:xfrm>
            <a:prstGeom prst="rect">
              <a:avLst/>
            </a:prstGeom>
          </p:spPr>
        </p:pic>
        <p:sp>
          <p:nvSpPr>
            <p:cNvPr id="8" name="TextBox 7">
              <a:extLst>
                <a:ext uri="{FF2B5EF4-FFF2-40B4-BE49-F238E27FC236}">
                  <a16:creationId xmlns:a16="http://schemas.microsoft.com/office/drawing/2014/main" id="{8CD98C9F-891F-5C14-0BF0-19EF6436797E}"/>
                </a:ext>
              </a:extLst>
            </p:cNvPr>
            <p:cNvSpPr txBox="1"/>
            <p:nvPr/>
          </p:nvSpPr>
          <p:spPr>
            <a:xfrm>
              <a:off x="3503142" y="6950960"/>
              <a:ext cx="1386918" cy="200055"/>
            </a:xfrm>
            <a:prstGeom prst="rect">
              <a:avLst/>
            </a:prstGeom>
            <a:noFill/>
          </p:spPr>
          <p:txBody>
            <a:bodyPr wrap="none" rtlCol="0">
              <a:spAutoFit/>
            </a:bodyPr>
            <a:lstStyle/>
            <a:p>
              <a:r>
                <a:rPr lang="en-US" altLang="ko-KR" sz="700" dirty="0">
                  <a:latin typeface="Arial" panose="020B0604020202020204" pitchFamily="34" charset="0"/>
                  <a:cs typeface="Arial" panose="020B0604020202020204" pitchFamily="34" charset="0"/>
                </a:rPr>
                <a:t>&lt; current dimming method 1 &gt;</a:t>
              </a:r>
              <a:endParaRPr lang="ko-KR" altLang="en-US" sz="7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6EFE684E-FEEC-7AFD-169F-510BB889E2EF}"/>
                </a:ext>
              </a:extLst>
            </p:cNvPr>
            <p:cNvSpPr txBox="1"/>
            <p:nvPr/>
          </p:nvSpPr>
          <p:spPr>
            <a:xfrm>
              <a:off x="1846469" y="5890545"/>
              <a:ext cx="452047" cy="61555"/>
            </a:xfrm>
            <a:prstGeom prst="rect">
              <a:avLst/>
            </a:prstGeom>
            <a:solidFill>
              <a:schemeClr val="bg1"/>
            </a:solidFill>
          </p:spPr>
          <p:txBody>
            <a:bodyPr wrap="none" lIns="0" tIns="0" rIns="0" bIns="0" rtlCol="0" anchor="ctr" anchorCtr="0">
              <a:spAutoFit/>
            </a:bodyPr>
            <a:lstStyle/>
            <a:p>
              <a:r>
                <a:rPr lang="en-US" altLang="ko-KR" sz="400" i="1" dirty="0">
                  <a:solidFill>
                    <a:srgbClr val="0070C0"/>
                  </a:solidFill>
                  <a:latin typeface="Arial" panose="020B0604020202020204" pitchFamily="34" charset="0"/>
                  <a:cs typeface="Arial" panose="020B0604020202020204" pitchFamily="34" charset="0"/>
                </a:rPr>
                <a:t>MAX_CURR_VREF</a:t>
              </a:r>
              <a:endParaRPr lang="ko-KR" altLang="en-US" sz="400" i="1" dirty="0">
                <a:solidFill>
                  <a:srgbClr val="0070C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75CF9C-EECD-57DF-A497-279A060257F8}"/>
                </a:ext>
              </a:extLst>
            </p:cNvPr>
            <p:cNvSpPr txBox="1"/>
            <p:nvPr/>
          </p:nvSpPr>
          <p:spPr>
            <a:xfrm>
              <a:off x="2034401" y="6301254"/>
              <a:ext cx="226024" cy="61555"/>
            </a:xfrm>
            <a:prstGeom prst="rect">
              <a:avLst/>
            </a:prstGeom>
            <a:solidFill>
              <a:schemeClr val="bg1"/>
            </a:solidFill>
          </p:spPr>
          <p:txBody>
            <a:bodyPr wrap="none" lIns="0" tIns="0" rIns="0" bIns="0" rtlCol="0" anchor="ctr" anchorCtr="0">
              <a:spAutoFit/>
            </a:bodyPr>
            <a:lstStyle/>
            <a:p>
              <a:r>
                <a:rPr lang="en-US" altLang="ko-KR" sz="400" dirty="0">
                  <a:solidFill>
                    <a:srgbClr val="0070C0"/>
                  </a:solidFill>
                  <a:latin typeface="Arial" panose="020B0604020202020204" pitchFamily="34" charset="0"/>
                  <a:cs typeface="Arial" panose="020B0604020202020204" pitchFamily="34" charset="0"/>
                </a:rPr>
                <a:t>PAM data</a:t>
              </a:r>
              <a:endParaRPr lang="ko-KR" altLang="en-US" sz="400" dirty="0">
                <a:solidFill>
                  <a:srgbClr val="0070C0"/>
                </a:solidFill>
                <a:latin typeface="Arial" panose="020B0604020202020204" pitchFamily="34" charset="0"/>
                <a:cs typeface="Arial" panose="020B0604020202020204" pitchFamily="34" charset="0"/>
              </a:endParaRPr>
            </a:p>
          </p:txBody>
        </p:sp>
      </p:grpSp>
      <p:grpSp>
        <p:nvGrpSpPr>
          <p:cNvPr id="27" name="그룹 26">
            <a:extLst>
              <a:ext uri="{FF2B5EF4-FFF2-40B4-BE49-F238E27FC236}">
                <a16:creationId xmlns:a16="http://schemas.microsoft.com/office/drawing/2014/main" id="{13AEEF5E-698E-AB61-58CE-FF408D313020}"/>
              </a:ext>
            </a:extLst>
          </p:cNvPr>
          <p:cNvGrpSpPr/>
          <p:nvPr/>
        </p:nvGrpSpPr>
        <p:grpSpPr>
          <a:xfrm>
            <a:off x="1916817" y="7219338"/>
            <a:ext cx="4523849" cy="1681279"/>
            <a:chOff x="1798133" y="7297307"/>
            <a:chExt cx="4642533" cy="1681279"/>
          </a:xfrm>
        </p:grpSpPr>
        <p:pic>
          <p:nvPicPr>
            <p:cNvPr id="7" name="object 9">
              <a:extLst>
                <a:ext uri="{FF2B5EF4-FFF2-40B4-BE49-F238E27FC236}">
                  <a16:creationId xmlns:a16="http://schemas.microsoft.com/office/drawing/2014/main" id="{96B9F2EA-FC72-E6CB-39EE-7E3F1F5CBB94}"/>
                </a:ext>
              </a:extLst>
            </p:cNvPr>
            <p:cNvPicPr/>
            <p:nvPr/>
          </p:nvPicPr>
          <p:blipFill>
            <a:blip r:embed="rId5" cstate="print"/>
            <a:stretch>
              <a:fillRect/>
            </a:stretch>
          </p:blipFill>
          <p:spPr>
            <a:xfrm>
              <a:off x="1846470" y="7297307"/>
              <a:ext cx="4594196" cy="1443511"/>
            </a:xfrm>
            <a:prstGeom prst="rect">
              <a:avLst/>
            </a:prstGeom>
          </p:spPr>
        </p:pic>
        <p:sp>
          <p:nvSpPr>
            <p:cNvPr id="12" name="TextBox 11">
              <a:extLst>
                <a:ext uri="{FF2B5EF4-FFF2-40B4-BE49-F238E27FC236}">
                  <a16:creationId xmlns:a16="http://schemas.microsoft.com/office/drawing/2014/main" id="{7E7E7429-DF15-5825-F4C0-884E0996500E}"/>
                </a:ext>
              </a:extLst>
            </p:cNvPr>
            <p:cNvSpPr txBox="1"/>
            <p:nvPr/>
          </p:nvSpPr>
          <p:spPr>
            <a:xfrm>
              <a:off x="3499703" y="8778531"/>
              <a:ext cx="1386918" cy="200055"/>
            </a:xfrm>
            <a:prstGeom prst="rect">
              <a:avLst/>
            </a:prstGeom>
            <a:noFill/>
          </p:spPr>
          <p:txBody>
            <a:bodyPr wrap="none" rtlCol="0">
              <a:spAutoFit/>
            </a:bodyPr>
            <a:lstStyle/>
            <a:p>
              <a:r>
                <a:rPr lang="en-US" altLang="ko-KR" sz="700" dirty="0">
                  <a:latin typeface="Arial" panose="020B0604020202020204" pitchFamily="34" charset="0"/>
                  <a:cs typeface="Arial" panose="020B0604020202020204" pitchFamily="34" charset="0"/>
                </a:rPr>
                <a:t>&lt; current dimming method 2 &gt;</a:t>
              </a:r>
              <a:endParaRPr lang="ko-KR" altLang="en-US" sz="7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CBE81E62-E007-E492-6C66-564DE44C6C1D}"/>
                </a:ext>
              </a:extLst>
            </p:cNvPr>
            <p:cNvSpPr txBox="1"/>
            <p:nvPr/>
          </p:nvSpPr>
          <p:spPr>
            <a:xfrm>
              <a:off x="1798133" y="7716644"/>
              <a:ext cx="817263" cy="91204"/>
            </a:xfrm>
            <a:prstGeom prst="rect">
              <a:avLst/>
            </a:prstGeom>
            <a:solidFill>
              <a:schemeClr val="bg1"/>
            </a:solidFill>
          </p:spPr>
          <p:txBody>
            <a:bodyPr wrap="square" lIns="0" tIns="0" rIns="0" bIns="0" rtlCol="0" anchor="ctr" anchorCtr="0">
              <a:noAutofit/>
            </a:bodyPr>
            <a:lstStyle/>
            <a:p>
              <a:r>
                <a:rPr lang="en-US" altLang="ko-KR" sz="400" i="1" dirty="0">
                  <a:solidFill>
                    <a:srgbClr val="0070C0"/>
                  </a:solidFill>
                  <a:latin typeface="Arial" panose="020B0604020202020204" pitchFamily="34" charset="0"/>
                  <a:cs typeface="Arial" panose="020B0604020202020204" pitchFamily="34" charset="0"/>
                </a:rPr>
                <a:t>                         MAX_CURR_VREF</a:t>
              </a:r>
              <a:endParaRPr lang="ko-KR" altLang="en-US" sz="400" i="1" dirty="0">
                <a:solidFill>
                  <a:srgbClr val="0070C0"/>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EA50C95D-2D8A-9E09-55DA-39773C03B843}"/>
                </a:ext>
              </a:extLst>
            </p:cNvPr>
            <p:cNvSpPr txBox="1"/>
            <p:nvPr/>
          </p:nvSpPr>
          <p:spPr>
            <a:xfrm>
              <a:off x="4174506" y="8065986"/>
              <a:ext cx="226024" cy="61555"/>
            </a:xfrm>
            <a:prstGeom prst="rect">
              <a:avLst/>
            </a:prstGeom>
            <a:solidFill>
              <a:schemeClr val="bg1"/>
            </a:solidFill>
          </p:spPr>
          <p:txBody>
            <a:bodyPr wrap="none" lIns="0" tIns="0" rIns="0" bIns="0" rtlCol="0" anchor="ctr" anchorCtr="0">
              <a:spAutoFit/>
            </a:bodyPr>
            <a:lstStyle/>
            <a:p>
              <a:r>
                <a:rPr lang="en-US" altLang="ko-KR" sz="400" dirty="0">
                  <a:solidFill>
                    <a:srgbClr val="0070C0"/>
                  </a:solidFill>
                  <a:latin typeface="Arial" panose="020B0604020202020204" pitchFamily="34" charset="0"/>
                  <a:cs typeface="Arial" panose="020B0604020202020204" pitchFamily="34" charset="0"/>
                </a:rPr>
                <a:t>PAM data</a:t>
              </a:r>
              <a:endParaRPr lang="ko-KR" altLang="en-US" sz="400" dirty="0">
                <a:solidFill>
                  <a:srgbClr val="0070C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906863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221343515"/>
              </p:ext>
            </p:extLst>
          </p:nvPr>
        </p:nvGraphicFramePr>
        <p:xfrm>
          <a:off x="377711" y="3753833"/>
          <a:ext cx="6053979" cy="648045"/>
        </p:xfrm>
        <a:graphic>
          <a:graphicData uri="http://schemas.openxmlformats.org/drawingml/2006/table">
            <a:tbl>
              <a:tblPr firstRow="1" bandRow="1">
                <a:tableStyleId>{5C22544A-7EE6-4342-B048-85BDC9FD1C3A}</a:tableStyleId>
              </a:tblPr>
              <a:tblGrid>
                <a:gridCol w="444639">
                  <a:extLst>
                    <a:ext uri="{9D8B030D-6E8A-4147-A177-3AD203B41FA5}">
                      <a16:colId xmlns:a16="http://schemas.microsoft.com/office/drawing/2014/main" val="4170535043"/>
                    </a:ext>
                  </a:extLst>
                </a:gridCol>
                <a:gridCol w="1056560">
                  <a:extLst>
                    <a:ext uri="{9D8B030D-6E8A-4147-A177-3AD203B41FA5}">
                      <a16:colId xmlns:a16="http://schemas.microsoft.com/office/drawing/2014/main" val="2079070694"/>
                    </a:ext>
                  </a:extLst>
                </a:gridCol>
                <a:gridCol w="4552780">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is active.  If 9 channels are used, then you must set CH1_EN to CH9_EN bit.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1991354142"/>
              </p:ext>
            </p:extLst>
          </p:nvPr>
        </p:nvGraphicFramePr>
        <p:xfrm>
          <a:off x="390429" y="3196490"/>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2552383181"/>
              </p:ext>
            </p:extLst>
          </p:nvPr>
        </p:nvGraphicFramePr>
        <p:xfrm>
          <a:off x="386687" y="1696641"/>
          <a:ext cx="6053980" cy="890680"/>
        </p:xfrm>
        <a:graphic>
          <a:graphicData uri="http://schemas.openxmlformats.org/drawingml/2006/table">
            <a:tbl>
              <a:tblPr firstRow="1" bandRow="1">
                <a:tableStyleId>{5C22544A-7EE6-4342-B048-85BDC9FD1C3A}</a:tableStyleId>
              </a:tblPr>
              <a:tblGrid>
                <a:gridCol w="373801">
                  <a:extLst>
                    <a:ext uri="{9D8B030D-6E8A-4147-A177-3AD203B41FA5}">
                      <a16:colId xmlns:a16="http://schemas.microsoft.com/office/drawing/2014/main" val="4170535043"/>
                    </a:ext>
                  </a:extLst>
                </a:gridCol>
                <a:gridCol w="1115753">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corresponding to the current dimming frame. The set value will come into effect at the next internal vsync assertion even if the value is set during current dimming operation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17071C8F-EA75-1BCF-7B88-D66AE747CB85}"/>
              </a:ext>
            </a:extLst>
          </p:cNvPr>
          <p:cNvSpPr txBox="1"/>
          <p:nvPr/>
        </p:nvSpPr>
        <p:spPr>
          <a:xfrm>
            <a:off x="386686" y="2892674"/>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355325193"/>
              </p:ext>
            </p:extLst>
          </p:nvPr>
        </p:nvGraphicFramePr>
        <p:xfrm>
          <a:off x="386686" y="1148148"/>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836024654"/>
              </p:ext>
            </p:extLst>
          </p:nvPr>
        </p:nvGraphicFramePr>
        <p:xfrm>
          <a:off x="386687" y="5976212"/>
          <a:ext cx="6057768" cy="2680600"/>
        </p:xfrm>
        <a:graphic>
          <a:graphicData uri="http://schemas.openxmlformats.org/drawingml/2006/table">
            <a:tbl>
              <a:tblPr firstRow="1" bandRow="1">
                <a:tableStyleId>{5C22544A-7EE6-4342-B048-85BDC9FD1C3A}</a:tableStyleId>
              </a:tblPr>
              <a:tblGrid>
                <a:gridCol w="353742">
                  <a:extLst>
                    <a:ext uri="{9D8B030D-6E8A-4147-A177-3AD203B41FA5}">
                      <a16:colId xmlns:a16="http://schemas.microsoft.com/office/drawing/2014/main" val="4170535043"/>
                    </a:ext>
                  </a:extLst>
                </a:gridCol>
                <a:gridCol w="1459205">
                  <a:extLst>
                    <a:ext uri="{9D8B030D-6E8A-4147-A177-3AD203B41FA5}">
                      <a16:colId xmlns:a16="http://schemas.microsoft.com/office/drawing/2014/main" val="2079070694"/>
                    </a:ext>
                  </a:extLst>
                </a:gridCol>
                <a:gridCol w="424482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device.  The maximum 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max   4mA           3b’011 : max 24mA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max   8mA           3b’100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max 16mA           3b’101 : max 64mA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327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above   2V           3b’100 : above 21V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above   4V           3b’101 : above 24V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above   7V           3b’110 : above 28V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3b’011 : above 12V           3b’111 : above 38V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457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2b’00 : below 0.6V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2b’01 : below 0.8V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2b’10 : below 1.0V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2b’11 : below 1.2V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9451" y="5090188"/>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1802561275"/>
              </p:ext>
            </p:extLst>
          </p:nvPr>
        </p:nvGraphicFramePr>
        <p:xfrm>
          <a:off x="390474" y="5370508"/>
          <a:ext cx="6062957" cy="372600"/>
        </p:xfrm>
        <a:graphic>
          <a:graphicData uri="http://schemas.openxmlformats.org/drawingml/2006/table">
            <a:tbl>
              <a:tblPr firstRow="1" bandRow="1">
                <a:tableStyleId>{5C22544A-7EE6-4342-B048-85BDC9FD1C3A}</a:tableStyleId>
              </a:tblPr>
              <a:tblGrid>
                <a:gridCol w="345836">
                  <a:extLst>
                    <a:ext uri="{9D8B030D-6E8A-4147-A177-3AD203B41FA5}">
                      <a16:colId xmlns:a16="http://schemas.microsoft.com/office/drawing/2014/main" val="657570846"/>
                    </a:ext>
                  </a:extLst>
                </a:gridCol>
                <a:gridCol w="380259">
                  <a:extLst>
                    <a:ext uri="{9D8B030D-6E8A-4147-A177-3AD203B41FA5}">
                      <a16:colId xmlns:a16="http://schemas.microsoft.com/office/drawing/2014/main" val="3259894497"/>
                    </a:ext>
                  </a:extLst>
                </a:gridCol>
                <a:gridCol w="446904">
                  <a:extLst>
                    <a:ext uri="{9D8B030D-6E8A-4147-A177-3AD203B41FA5}">
                      <a16:colId xmlns:a16="http://schemas.microsoft.com/office/drawing/2014/main" val="4170535043"/>
                    </a:ext>
                  </a:extLst>
                </a:gridCol>
                <a:gridCol w="398338">
                  <a:extLst>
                    <a:ext uri="{9D8B030D-6E8A-4147-A177-3AD203B41FA5}">
                      <a16:colId xmlns:a16="http://schemas.microsoft.com/office/drawing/2014/main" val="2079070694"/>
                    </a:ext>
                  </a:extLst>
                </a:gridCol>
                <a:gridCol w="398338">
                  <a:extLst>
                    <a:ext uri="{9D8B030D-6E8A-4147-A177-3AD203B41FA5}">
                      <a16:colId xmlns:a16="http://schemas.microsoft.com/office/drawing/2014/main" val="4213315911"/>
                    </a:ext>
                  </a:extLst>
                </a:gridCol>
                <a:gridCol w="398338">
                  <a:extLst>
                    <a:ext uri="{9D8B030D-6E8A-4147-A177-3AD203B41FA5}">
                      <a16:colId xmlns:a16="http://schemas.microsoft.com/office/drawing/2014/main" val="2769999950"/>
                    </a:ext>
                  </a:extLst>
                </a:gridCol>
                <a:gridCol w="466094">
                  <a:extLst>
                    <a:ext uri="{9D8B030D-6E8A-4147-A177-3AD203B41FA5}">
                      <a16:colId xmlns:a16="http://schemas.microsoft.com/office/drawing/2014/main" val="135637185"/>
                    </a:ext>
                  </a:extLst>
                </a:gridCol>
                <a:gridCol w="398338">
                  <a:extLst>
                    <a:ext uri="{9D8B030D-6E8A-4147-A177-3AD203B41FA5}">
                      <a16:colId xmlns:a16="http://schemas.microsoft.com/office/drawing/2014/main" val="3038050475"/>
                    </a:ext>
                  </a:extLst>
                </a:gridCol>
                <a:gridCol w="398338">
                  <a:extLst>
                    <a:ext uri="{9D8B030D-6E8A-4147-A177-3AD203B41FA5}">
                      <a16:colId xmlns:a16="http://schemas.microsoft.com/office/drawing/2014/main" val="1979433044"/>
                    </a:ext>
                  </a:extLst>
                </a:gridCol>
                <a:gridCol w="398338">
                  <a:extLst>
                    <a:ext uri="{9D8B030D-6E8A-4147-A177-3AD203B41FA5}">
                      <a16:colId xmlns:a16="http://schemas.microsoft.com/office/drawing/2014/main" val="4270661649"/>
                    </a:ext>
                  </a:extLst>
                </a:gridCol>
                <a:gridCol w="398338">
                  <a:extLst>
                    <a:ext uri="{9D8B030D-6E8A-4147-A177-3AD203B41FA5}">
                      <a16:colId xmlns:a16="http://schemas.microsoft.com/office/drawing/2014/main" val="3027041370"/>
                    </a:ext>
                  </a:extLst>
                </a:gridCol>
                <a:gridCol w="440484">
                  <a:extLst>
                    <a:ext uri="{9D8B030D-6E8A-4147-A177-3AD203B41FA5}">
                      <a16:colId xmlns:a16="http://schemas.microsoft.com/office/drawing/2014/main" val="2852526216"/>
                    </a:ext>
                  </a:extLst>
                </a:gridCol>
                <a:gridCol w="398338">
                  <a:extLst>
                    <a:ext uri="{9D8B030D-6E8A-4147-A177-3AD203B41FA5}">
                      <a16:colId xmlns:a16="http://schemas.microsoft.com/office/drawing/2014/main" val="103420222"/>
                    </a:ext>
                  </a:extLst>
                </a:gridCol>
                <a:gridCol w="398338">
                  <a:extLst>
                    <a:ext uri="{9D8B030D-6E8A-4147-A177-3AD203B41FA5}">
                      <a16:colId xmlns:a16="http://schemas.microsoft.com/office/drawing/2014/main" val="1470405609"/>
                    </a:ext>
                  </a:extLst>
                </a:gridCol>
                <a:gridCol w="3983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252056405"/>
              </p:ext>
            </p:extLst>
          </p:nvPr>
        </p:nvGraphicFramePr>
        <p:xfrm>
          <a:off x="390475" y="1771520"/>
          <a:ext cx="6107508" cy="2889760"/>
        </p:xfrm>
        <a:graphic>
          <a:graphicData uri="http://schemas.openxmlformats.org/drawingml/2006/table">
            <a:tbl>
              <a:tblPr firstRow="1" bandRow="1">
                <a:tableStyleId>{5C22544A-7EE6-4342-B048-85BDC9FD1C3A}</a:tableStyleId>
              </a:tblPr>
              <a:tblGrid>
                <a:gridCol w="436905">
                  <a:extLst>
                    <a:ext uri="{9D8B030D-6E8A-4147-A177-3AD203B41FA5}">
                      <a16:colId xmlns:a16="http://schemas.microsoft.com/office/drawing/2014/main" val="4170535043"/>
                    </a:ext>
                  </a:extLst>
                </a:gridCol>
                <a:gridCol w="1038182">
                  <a:extLst>
                    <a:ext uri="{9D8B030D-6E8A-4147-A177-3AD203B41FA5}">
                      <a16:colId xmlns:a16="http://schemas.microsoft.com/office/drawing/2014/main" val="2079070694"/>
                    </a:ext>
                  </a:extLst>
                </a:gridCol>
                <a:gridCol w="463242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68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XD-12 device has internally caused a thermal regulation event due to overheating due to high current for a long time.  After this event has happened, this bit will be reset if internal thermal event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thermal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645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indicated whether the XD-12 output pin is short to a VLED line due to any soldering condition. The detection level can be set by the SHORT_LEVEL of the FAULT LEVEL register and the activating level can be set by the SHORT ENABLE LEVEL register.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short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60157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indicated whether the XD-12 output pin is open, even though the channel output is activated. The open level is fixed to 0.2V.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an open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559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indicated whether the XD-12 output pin’s headroom voltage is under the value set by FB_LEVEL of the FAULT LEVEL register.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an fb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36536727"/>
              </p:ext>
            </p:extLst>
          </p:nvPr>
        </p:nvGraphicFramePr>
        <p:xfrm>
          <a:off x="401294" y="1122018"/>
          <a:ext cx="6052136" cy="372600"/>
        </p:xfrm>
        <a:graphic>
          <a:graphicData uri="http://schemas.openxmlformats.org/drawingml/2006/table">
            <a:tbl>
              <a:tblPr firstRow="1" bandRow="1">
                <a:tableStyleId>{5C22544A-7EE6-4342-B048-85BDC9FD1C3A}</a:tableStyleId>
              </a:tblPr>
              <a:tblGrid>
                <a:gridCol w="349120">
                  <a:extLst>
                    <a:ext uri="{9D8B030D-6E8A-4147-A177-3AD203B41FA5}">
                      <a16:colId xmlns:a16="http://schemas.microsoft.com/office/drawing/2014/main" val="657570846"/>
                    </a:ext>
                  </a:extLst>
                </a:gridCol>
                <a:gridCol w="383870">
                  <a:extLst>
                    <a:ext uri="{9D8B030D-6E8A-4147-A177-3AD203B41FA5}">
                      <a16:colId xmlns:a16="http://schemas.microsoft.com/office/drawing/2014/main" val="3259894497"/>
                    </a:ext>
                  </a:extLst>
                </a:gridCol>
                <a:gridCol w="451148">
                  <a:extLst>
                    <a:ext uri="{9D8B030D-6E8A-4147-A177-3AD203B41FA5}">
                      <a16:colId xmlns:a16="http://schemas.microsoft.com/office/drawing/2014/main" val="4170535043"/>
                    </a:ext>
                  </a:extLst>
                </a:gridCol>
                <a:gridCol w="402121">
                  <a:extLst>
                    <a:ext uri="{9D8B030D-6E8A-4147-A177-3AD203B41FA5}">
                      <a16:colId xmlns:a16="http://schemas.microsoft.com/office/drawing/2014/main" val="2079070694"/>
                    </a:ext>
                  </a:extLst>
                </a:gridCol>
                <a:gridCol w="402121">
                  <a:extLst>
                    <a:ext uri="{9D8B030D-6E8A-4147-A177-3AD203B41FA5}">
                      <a16:colId xmlns:a16="http://schemas.microsoft.com/office/drawing/2014/main" val="4213315911"/>
                    </a:ext>
                  </a:extLst>
                </a:gridCol>
                <a:gridCol w="402121">
                  <a:extLst>
                    <a:ext uri="{9D8B030D-6E8A-4147-A177-3AD203B41FA5}">
                      <a16:colId xmlns:a16="http://schemas.microsoft.com/office/drawing/2014/main" val="2769999950"/>
                    </a:ext>
                  </a:extLst>
                </a:gridCol>
                <a:gridCol w="402121">
                  <a:extLst>
                    <a:ext uri="{9D8B030D-6E8A-4147-A177-3AD203B41FA5}">
                      <a16:colId xmlns:a16="http://schemas.microsoft.com/office/drawing/2014/main" val="135637185"/>
                    </a:ext>
                  </a:extLst>
                </a:gridCol>
                <a:gridCol w="402121">
                  <a:extLst>
                    <a:ext uri="{9D8B030D-6E8A-4147-A177-3AD203B41FA5}">
                      <a16:colId xmlns:a16="http://schemas.microsoft.com/office/drawing/2014/main" val="3038050475"/>
                    </a:ext>
                  </a:extLst>
                </a:gridCol>
                <a:gridCol w="402121">
                  <a:extLst>
                    <a:ext uri="{9D8B030D-6E8A-4147-A177-3AD203B41FA5}">
                      <a16:colId xmlns:a16="http://schemas.microsoft.com/office/drawing/2014/main" val="1979433044"/>
                    </a:ext>
                  </a:extLst>
                </a:gridCol>
                <a:gridCol w="402121">
                  <a:extLst>
                    <a:ext uri="{9D8B030D-6E8A-4147-A177-3AD203B41FA5}">
                      <a16:colId xmlns:a16="http://schemas.microsoft.com/office/drawing/2014/main" val="4270661649"/>
                    </a:ext>
                  </a:extLst>
                </a:gridCol>
                <a:gridCol w="402121">
                  <a:extLst>
                    <a:ext uri="{9D8B030D-6E8A-4147-A177-3AD203B41FA5}">
                      <a16:colId xmlns:a16="http://schemas.microsoft.com/office/drawing/2014/main" val="3027041370"/>
                    </a:ext>
                  </a:extLst>
                </a:gridCol>
                <a:gridCol w="444667">
                  <a:extLst>
                    <a:ext uri="{9D8B030D-6E8A-4147-A177-3AD203B41FA5}">
                      <a16:colId xmlns:a16="http://schemas.microsoft.com/office/drawing/2014/main" val="2852526216"/>
                    </a:ext>
                  </a:extLst>
                </a:gridCol>
                <a:gridCol w="402121">
                  <a:extLst>
                    <a:ext uri="{9D8B030D-6E8A-4147-A177-3AD203B41FA5}">
                      <a16:colId xmlns:a16="http://schemas.microsoft.com/office/drawing/2014/main" val="103420222"/>
                    </a:ext>
                  </a:extLst>
                </a:gridCol>
                <a:gridCol w="402121">
                  <a:extLst>
                    <a:ext uri="{9D8B030D-6E8A-4147-A177-3AD203B41FA5}">
                      <a16:colId xmlns:a16="http://schemas.microsoft.com/office/drawing/2014/main" val="1470405609"/>
                    </a:ext>
                  </a:extLst>
                </a:gridCol>
                <a:gridCol w="4021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4" y="848186"/>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a:t>
            </a:r>
          </a:p>
        </p:txBody>
      </p:sp>
      <p:graphicFrame>
        <p:nvGraphicFramePr>
          <p:cNvPr id="10" name="표 9">
            <a:extLst>
              <a:ext uri="{FF2B5EF4-FFF2-40B4-BE49-F238E27FC236}">
                <a16:creationId xmlns:a16="http://schemas.microsoft.com/office/drawing/2014/main" id="{14EEBE6F-DBA2-7493-C02D-0495F8ABBE75}"/>
              </a:ext>
            </a:extLst>
          </p:cNvPr>
          <p:cNvGraphicFramePr>
            <a:graphicFrameLocks noGrp="1"/>
          </p:cNvGraphicFramePr>
          <p:nvPr/>
        </p:nvGraphicFramePr>
        <p:xfrm>
          <a:off x="399461" y="1147101"/>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209B56D3-A1E6-0BF0-F524-22950314FD50}"/>
              </a:ext>
            </a:extLst>
          </p:cNvPr>
          <p:cNvSpPr txBox="1"/>
          <p:nvPr/>
        </p:nvSpPr>
        <p:spPr>
          <a:xfrm>
            <a:off x="413544" y="1604710"/>
            <a:ext cx="603360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DELAY_CH2</a:t>
            </a:r>
          </a:p>
        </p:txBody>
      </p:sp>
      <p:graphicFrame>
        <p:nvGraphicFramePr>
          <p:cNvPr id="14" name="표 13">
            <a:extLst>
              <a:ext uri="{FF2B5EF4-FFF2-40B4-BE49-F238E27FC236}">
                <a16:creationId xmlns:a16="http://schemas.microsoft.com/office/drawing/2014/main" id="{76CA568B-3405-C349-0B9A-31D010069E3C}"/>
              </a:ext>
            </a:extLst>
          </p:cNvPr>
          <p:cNvGraphicFramePr>
            <a:graphicFrameLocks noGrp="1"/>
          </p:cNvGraphicFramePr>
          <p:nvPr/>
        </p:nvGraphicFramePr>
        <p:xfrm>
          <a:off x="399461" y="1903625"/>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86284F22-9BD3-DA53-61A8-C4D4A8AAB9AB}"/>
              </a:ext>
            </a:extLst>
          </p:cNvPr>
          <p:cNvSpPr txBox="1"/>
          <p:nvPr/>
        </p:nvSpPr>
        <p:spPr>
          <a:xfrm>
            <a:off x="413982" y="2361234"/>
            <a:ext cx="60394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DELAY_CH3</a:t>
            </a:r>
          </a:p>
        </p:txBody>
      </p:sp>
      <p:graphicFrame>
        <p:nvGraphicFramePr>
          <p:cNvPr id="18" name="표 17">
            <a:extLst>
              <a:ext uri="{FF2B5EF4-FFF2-40B4-BE49-F238E27FC236}">
                <a16:creationId xmlns:a16="http://schemas.microsoft.com/office/drawing/2014/main" id="{0115FC92-ADB5-8ADF-DBB7-2713A0C4F434}"/>
              </a:ext>
            </a:extLst>
          </p:cNvPr>
          <p:cNvGraphicFramePr>
            <a:graphicFrameLocks noGrp="1"/>
          </p:cNvGraphicFramePr>
          <p:nvPr/>
        </p:nvGraphicFramePr>
        <p:xfrm>
          <a:off x="399463" y="2660149"/>
          <a:ext cx="6053961"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DELAY_CH3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7DEE360B-C85A-D80A-47C2-BEB07BF4B79B}"/>
              </a:ext>
            </a:extLst>
          </p:cNvPr>
          <p:cNvSpPr txBox="1"/>
          <p:nvPr/>
        </p:nvSpPr>
        <p:spPr>
          <a:xfrm>
            <a:off x="413542" y="3117758"/>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DELAY_CH4</a:t>
            </a:r>
          </a:p>
        </p:txBody>
      </p:sp>
      <p:graphicFrame>
        <p:nvGraphicFramePr>
          <p:cNvPr id="20" name="표 19">
            <a:extLst>
              <a:ext uri="{FF2B5EF4-FFF2-40B4-BE49-F238E27FC236}">
                <a16:creationId xmlns:a16="http://schemas.microsoft.com/office/drawing/2014/main" id="{C669119B-B624-3E40-B293-ACC859C1D57F}"/>
              </a:ext>
            </a:extLst>
          </p:cNvPr>
          <p:cNvGraphicFramePr>
            <a:graphicFrameLocks noGrp="1"/>
          </p:cNvGraphicFramePr>
          <p:nvPr/>
        </p:nvGraphicFramePr>
        <p:xfrm>
          <a:off x="399464" y="3416673"/>
          <a:ext cx="6053962"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7">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DELAY_CH4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E32B801D-6888-0426-D0E7-F982E65CA0DC}"/>
              </a:ext>
            </a:extLst>
          </p:cNvPr>
          <p:cNvSpPr txBox="1"/>
          <p:nvPr/>
        </p:nvSpPr>
        <p:spPr>
          <a:xfrm>
            <a:off x="399464" y="3896768"/>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DELAY_CH5</a:t>
            </a:r>
          </a:p>
        </p:txBody>
      </p:sp>
      <p:graphicFrame>
        <p:nvGraphicFramePr>
          <p:cNvPr id="24" name="표 23">
            <a:extLst>
              <a:ext uri="{FF2B5EF4-FFF2-40B4-BE49-F238E27FC236}">
                <a16:creationId xmlns:a16="http://schemas.microsoft.com/office/drawing/2014/main" id="{429FC182-0895-6237-1B42-9F25E132B682}"/>
              </a:ext>
            </a:extLst>
          </p:cNvPr>
          <p:cNvGraphicFramePr>
            <a:graphicFrameLocks noGrp="1"/>
          </p:cNvGraphicFramePr>
          <p:nvPr/>
        </p:nvGraphicFramePr>
        <p:xfrm>
          <a:off x="399464" y="4195683"/>
          <a:ext cx="6053960"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DELAY_CH5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6C90861D-FBAC-7667-8717-58192ECD3417}"/>
              </a:ext>
            </a:extLst>
          </p:cNvPr>
          <p:cNvSpPr txBox="1"/>
          <p:nvPr/>
        </p:nvSpPr>
        <p:spPr>
          <a:xfrm>
            <a:off x="399464" y="4673692"/>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DELAY_CH6</a:t>
            </a:r>
          </a:p>
        </p:txBody>
      </p:sp>
      <p:graphicFrame>
        <p:nvGraphicFramePr>
          <p:cNvPr id="27" name="표 26">
            <a:extLst>
              <a:ext uri="{FF2B5EF4-FFF2-40B4-BE49-F238E27FC236}">
                <a16:creationId xmlns:a16="http://schemas.microsoft.com/office/drawing/2014/main" id="{56D27CFA-00CC-02BB-FEF3-665C6032EFF9}"/>
              </a:ext>
            </a:extLst>
          </p:cNvPr>
          <p:cNvGraphicFramePr>
            <a:graphicFrameLocks noGrp="1"/>
          </p:cNvGraphicFramePr>
          <p:nvPr/>
        </p:nvGraphicFramePr>
        <p:xfrm>
          <a:off x="399461" y="4972607"/>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DELAY_CH6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46F71A86-4DD6-C848-44D6-CB304A051B81}"/>
              </a:ext>
            </a:extLst>
          </p:cNvPr>
          <p:cNvSpPr txBox="1"/>
          <p:nvPr/>
        </p:nvSpPr>
        <p:spPr>
          <a:xfrm>
            <a:off x="399464" y="5450616"/>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DELAY_CH7</a:t>
            </a:r>
          </a:p>
        </p:txBody>
      </p:sp>
      <p:graphicFrame>
        <p:nvGraphicFramePr>
          <p:cNvPr id="29" name="표 28">
            <a:extLst>
              <a:ext uri="{FF2B5EF4-FFF2-40B4-BE49-F238E27FC236}">
                <a16:creationId xmlns:a16="http://schemas.microsoft.com/office/drawing/2014/main" id="{1F03CE1F-511F-9FF5-3E70-1984A45770FA}"/>
              </a:ext>
            </a:extLst>
          </p:cNvPr>
          <p:cNvGraphicFramePr>
            <a:graphicFrameLocks noGrp="1"/>
          </p:cNvGraphicFramePr>
          <p:nvPr/>
        </p:nvGraphicFramePr>
        <p:xfrm>
          <a:off x="399461" y="5749531"/>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DELAY_CH7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0" name="TextBox 29">
            <a:extLst>
              <a:ext uri="{FF2B5EF4-FFF2-40B4-BE49-F238E27FC236}">
                <a16:creationId xmlns:a16="http://schemas.microsoft.com/office/drawing/2014/main" id="{9DE632F2-E2A9-3D66-B79B-1C5C1B6611FD}"/>
              </a:ext>
            </a:extLst>
          </p:cNvPr>
          <p:cNvSpPr txBox="1"/>
          <p:nvPr/>
        </p:nvSpPr>
        <p:spPr>
          <a:xfrm>
            <a:off x="399464" y="6227607"/>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DELAY_CH8</a:t>
            </a:r>
          </a:p>
        </p:txBody>
      </p:sp>
      <p:graphicFrame>
        <p:nvGraphicFramePr>
          <p:cNvPr id="31" name="표 30">
            <a:extLst>
              <a:ext uri="{FF2B5EF4-FFF2-40B4-BE49-F238E27FC236}">
                <a16:creationId xmlns:a16="http://schemas.microsoft.com/office/drawing/2014/main" id="{5C55DD24-0FD4-39BB-6776-92431CDC6216}"/>
              </a:ext>
            </a:extLst>
          </p:cNvPr>
          <p:cNvGraphicFramePr>
            <a:graphicFrameLocks noGrp="1"/>
          </p:cNvGraphicFramePr>
          <p:nvPr/>
        </p:nvGraphicFramePr>
        <p:xfrm>
          <a:off x="399461" y="6526522"/>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DELAY_CH8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2" name="TextBox 31">
            <a:extLst>
              <a:ext uri="{FF2B5EF4-FFF2-40B4-BE49-F238E27FC236}">
                <a16:creationId xmlns:a16="http://schemas.microsoft.com/office/drawing/2014/main" id="{58901DC2-04E3-F4DD-F959-FE3323638762}"/>
              </a:ext>
            </a:extLst>
          </p:cNvPr>
          <p:cNvSpPr txBox="1"/>
          <p:nvPr/>
        </p:nvSpPr>
        <p:spPr>
          <a:xfrm>
            <a:off x="413544" y="7011969"/>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DELAY_CH9</a:t>
            </a:r>
          </a:p>
        </p:txBody>
      </p:sp>
      <p:graphicFrame>
        <p:nvGraphicFramePr>
          <p:cNvPr id="33" name="표 32">
            <a:extLst>
              <a:ext uri="{FF2B5EF4-FFF2-40B4-BE49-F238E27FC236}">
                <a16:creationId xmlns:a16="http://schemas.microsoft.com/office/drawing/2014/main" id="{BF2775A5-47B2-A1F5-5B68-508A5D578108}"/>
              </a:ext>
            </a:extLst>
          </p:cNvPr>
          <p:cNvGraphicFramePr>
            <a:graphicFrameLocks noGrp="1"/>
          </p:cNvGraphicFramePr>
          <p:nvPr/>
        </p:nvGraphicFramePr>
        <p:xfrm>
          <a:off x="399461" y="7310884"/>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DELAY_CH9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5E0C07B2-3A4C-3F42-E620-B07019820588}"/>
              </a:ext>
            </a:extLst>
          </p:cNvPr>
          <p:cNvSpPr txBox="1"/>
          <p:nvPr/>
        </p:nvSpPr>
        <p:spPr>
          <a:xfrm>
            <a:off x="395845" y="7847753"/>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DELAY_CH10</a:t>
            </a:r>
          </a:p>
        </p:txBody>
      </p:sp>
      <p:graphicFrame>
        <p:nvGraphicFramePr>
          <p:cNvPr id="7" name="표 6">
            <a:extLst>
              <a:ext uri="{FF2B5EF4-FFF2-40B4-BE49-F238E27FC236}">
                <a16:creationId xmlns:a16="http://schemas.microsoft.com/office/drawing/2014/main" id="{F4403D71-59EE-87AC-CFCE-60EC91672842}"/>
              </a:ext>
            </a:extLst>
          </p:cNvPr>
          <p:cNvGraphicFramePr>
            <a:graphicFrameLocks noGrp="1"/>
          </p:cNvGraphicFramePr>
          <p:nvPr/>
        </p:nvGraphicFramePr>
        <p:xfrm>
          <a:off x="395845" y="8146668"/>
          <a:ext cx="6048610"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4">
                  <a:extLst>
                    <a:ext uri="{9D8B030D-6E8A-4147-A177-3AD203B41FA5}">
                      <a16:colId xmlns:a16="http://schemas.microsoft.com/office/drawing/2014/main" val="3259894497"/>
                    </a:ext>
                  </a:extLst>
                </a:gridCol>
                <a:gridCol w="454075">
                  <a:extLst>
                    <a:ext uri="{9D8B030D-6E8A-4147-A177-3AD203B41FA5}">
                      <a16:colId xmlns:a16="http://schemas.microsoft.com/office/drawing/2014/main" val="4170535043"/>
                    </a:ext>
                  </a:extLst>
                </a:gridCol>
                <a:gridCol w="404732">
                  <a:extLst>
                    <a:ext uri="{9D8B030D-6E8A-4147-A177-3AD203B41FA5}">
                      <a16:colId xmlns:a16="http://schemas.microsoft.com/office/drawing/2014/main" val="2079070694"/>
                    </a:ext>
                  </a:extLst>
                </a:gridCol>
                <a:gridCol w="404732">
                  <a:extLst>
                    <a:ext uri="{9D8B030D-6E8A-4147-A177-3AD203B41FA5}">
                      <a16:colId xmlns:a16="http://schemas.microsoft.com/office/drawing/2014/main" val="4213315911"/>
                    </a:ext>
                  </a:extLst>
                </a:gridCol>
                <a:gridCol w="404732">
                  <a:extLst>
                    <a:ext uri="{9D8B030D-6E8A-4147-A177-3AD203B41FA5}">
                      <a16:colId xmlns:a16="http://schemas.microsoft.com/office/drawing/2014/main" val="2769999950"/>
                    </a:ext>
                  </a:extLst>
                </a:gridCol>
                <a:gridCol w="404732">
                  <a:extLst>
                    <a:ext uri="{9D8B030D-6E8A-4147-A177-3AD203B41FA5}">
                      <a16:colId xmlns:a16="http://schemas.microsoft.com/office/drawing/2014/main" val="135637185"/>
                    </a:ext>
                  </a:extLst>
                </a:gridCol>
                <a:gridCol w="404732">
                  <a:extLst>
                    <a:ext uri="{9D8B030D-6E8A-4147-A177-3AD203B41FA5}">
                      <a16:colId xmlns:a16="http://schemas.microsoft.com/office/drawing/2014/main" val="3038050475"/>
                    </a:ext>
                  </a:extLst>
                </a:gridCol>
                <a:gridCol w="404732">
                  <a:extLst>
                    <a:ext uri="{9D8B030D-6E8A-4147-A177-3AD203B41FA5}">
                      <a16:colId xmlns:a16="http://schemas.microsoft.com/office/drawing/2014/main" val="1979433044"/>
                    </a:ext>
                  </a:extLst>
                </a:gridCol>
                <a:gridCol w="404732">
                  <a:extLst>
                    <a:ext uri="{9D8B030D-6E8A-4147-A177-3AD203B41FA5}">
                      <a16:colId xmlns:a16="http://schemas.microsoft.com/office/drawing/2014/main" val="4270661649"/>
                    </a:ext>
                  </a:extLst>
                </a:gridCol>
                <a:gridCol w="404732">
                  <a:extLst>
                    <a:ext uri="{9D8B030D-6E8A-4147-A177-3AD203B41FA5}">
                      <a16:colId xmlns:a16="http://schemas.microsoft.com/office/drawing/2014/main" val="3027041370"/>
                    </a:ext>
                  </a:extLst>
                </a:gridCol>
                <a:gridCol w="404732">
                  <a:extLst>
                    <a:ext uri="{9D8B030D-6E8A-4147-A177-3AD203B41FA5}">
                      <a16:colId xmlns:a16="http://schemas.microsoft.com/office/drawing/2014/main" val="2852526216"/>
                    </a:ext>
                  </a:extLst>
                </a:gridCol>
                <a:gridCol w="404732">
                  <a:extLst>
                    <a:ext uri="{9D8B030D-6E8A-4147-A177-3AD203B41FA5}">
                      <a16:colId xmlns:a16="http://schemas.microsoft.com/office/drawing/2014/main" val="103420222"/>
                    </a:ext>
                  </a:extLst>
                </a:gridCol>
                <a:gridCol w="404732">
                  <a:extLst>
                    <a:ext uri="{9D8B030D-6E8A-4147-A177-3AD203B41FA5}">
                      <a16:colId xmlns:a16="http://schemas.microsoft.com/office/drawing/2014/main" val="1470405609"/>
                    </a:ext>
                  </a:extLst>
                </a:gridCol>
                <a:gridCol w="4047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DELAY_CH10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388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1" name="TextBox 10">
            <a:extLst>
              <a:ext uri="{FF2B5EF4-FFF2-40B4-BE49-F238E27FC236}">
                <a16:creationId xmlns:a16="http://schemas.microsoft.com/office/drawing/2014/main" id="{209B56D3-A1E6-0BF0-F524-22950314FD50}"/>
              </a:ext>
            </a:extLst>
          </p:cNvPr>
          <p:cNvSpPr txBox="1"/>
          <p:nvPr/>
        </p:nvSpPr>
        <p:spPr>
          <a:xfrm>
            <a:off x="404942" y="845342"/>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DELAY_CH11</a:t>
            </a:r>
          </a:p>
        </p:txBody>
      </p:sp>
      <p:graphicFrame>
        <p:nvGraphicFramePr>
          <p:cNvPr id="14" name="표 13">
            <a:extLst>
              <a:ext uri="{FF2B5EF4-FFF2-40B4-BE49-F238E27FC236}">
                <a16:creationId xmlns:a16="http://schemas.microsoft.com/office/drawing/2014/main" id="{76CA568B-3405-C349-0B9A-31D010069E3C}"/>
              </a:ext>
            </a:extLst>
          </p:cNvPr>
          <p:cNvGraphicFramePr>
            <a:graphicFrameLocks noGrp="1"/>
          </p:cNvGraphicFramePr>
          <p:nvPr/>
        </p:nvGraphicFramePr>
        <p:xfrm>
          <a:off x="419026" y="1144257"/>
          <a:ext cx="6039882" cy="372600"/>
        </p:xfrm>
        <a:graphic>
          <a:graphicData uri="http://schemas.openxmlformats.org/drawingml/2006/table">
            <a:tbl>
              <a:tblPr firstRow="1" bandRow="1">
                <a:tableStyleId>{5C22544A-7EE6-4342-B048-85BDC9FD1C3A}</a:tableStyleId>
              </a:tblPr>
              <a:tblGrid>
                <a:gridCol w="350879">
                  <a:extLst>
                    <a:ext uri="{9D8B030D-6E8A-4147-A177-3AD203B41FA5}">
                      <a16:colId xmlns:a16="http://schemas.microsoft.com/office/drawing/2014/main" val="657570846"/>
                    </a:ext>
                  </a:extLst>
                </a:gridCol>
                <a:gridCol w="385807">
                  <a:extLst>
                    <a:ext uri="{9D8B030D-6E8A-4147-A177-3AD203B41FA5}">
                      <a16:colId xmlns:a16="http://schemas.microsoft.com/office/drawing/2014/main" val="3259894497"/>
                    </a:ext>
                  </a:extLst>
                </a:gridCol>
                <a:gridCol w="453420">
                  <a:extLst>
                    <a:ext uri="{9D8B030D-6E8A-4147-A177-3AD203B41FA5}">
                      <a16:colId xmlns:a16="http://schemas.microsoft.com/office/drawing/2014/main" val="4170535043"/>
                    </a:ext>
                  </a:extLst>
                </a:gridCol>
                <a:gridCol w="404148">
                  <a:extLst>
                    <a:ext uri="{9D8B030D-6E8A-4147-A177-3AD203B41FA5}">
                      <a16:colId xmlns:a16="http://schemas.microsoft.com/office/drawing/2014/main" val="2079070694"/>
                    </a:ext>
                  </a:extLst>
                </a:gridCol>
                <a:gridCol w="404148">
                  <a:extLst>
                    <a:ext uri="{9D8B030D-6E8A-4147-A177-3AD203B41FA5}">
                      <a16:colId xmlns:a16="http://schemas.microsoft.com/office/drawing/2014/main" val="4213315911"/>
                    </a:ext>
                  </a:extLst>
                </a:gridCol>
                <a:gridCol w="404148">
                  <a:extLst>
                    <a:ext uri="{9D8B030D-6E8A-4147-A177-3AD203B41FA5}">
                      <a16:colId xmlns:a16="http://schemas.microsoft.com/office/drawing/2014/main" val="2769999950"/>
                    </a:ext>
                  </a:extLst>
                </a:gridCol>
                <a:gridCol w="404148">
                  <a:extLst>
                    <a:ext uri="{9D8B030D-6E8A-4147-A177-3AD203B41FA5}">
                      <a16:colId xmlns:a16="http://schemas.microsoft.com/office/drawing/2014/main" val="135637185"/>
                    </a:ext>
                  </a:extLst>
                </a:gridCol>
                <a:gridCol w="404148">
                  <a:extLst>
                    <a:ext uri="{9D8B030D-6E8A-4147-A177-3AD203B41FA5}">
                      <a16:colId xmlns:a16="http://schemas.microsoft.com/office/drawing/2014/main" val="3038050475"/>
                    </a:ext>
                  </a:extLst>
                </a:gridCol>
                <a:gridCol w="404148">
                  <a:extLst>
                    <a:ext uri="{9D8B030D-6E8A-4147-A177-3AD203B41FA5}">
                      <a16:colId xmlns:a16="http://schemas.microsoft.com/office/drawing/2014/main" val="1979433044"/>
                    </a:ext>
                  </a:extLst>
                </a:gridCol>
                <a:gridCol w="404148">
                  <a:extLst>
                    <a:ext uri="{9D8B030D-6E8A-4147-A177-3AD203B41FA5}">
                      <a16:colId xmlns:a16="http://schemas.microsoft.com/office/drawing/2014/main" val="4270661649"/>
                    </a:ext>
                  </a:extLst>
                </a:gridCol>
                <a:gridCol w="404148">
                  <a:extLst>
                    <a:ext uri="{9D8B030D-6E8A-4147-A177-3AD203B41FA5}">
                      <a16:colId xmlns:a16="http://schemas.microsoft.com/office/drawing/2014/main" val="3027041370"/>
                    </a:ext>
                  </a:extLst>
                </a:gridCol>
                <a:gridCol w="404148">
                  <a:extLst>
                    <a:ext uri="{9D8B030D-6E8A-4147-A177-3AD203B41FA5}">
                      <a16:colId xmlns:a16="http://schemas.microsoft.com/office/drawing/2014/main" val="2852526216"/>
                    </a:ext>
                  </a:extLst>
                </a:gridCol>
                <a:gridCol w="404148">
                  <a:extLst>
                    <a:ext uri="{9D8B030D-6E8A-4147-A177-3AD203B41FA5}">
                      <a16:colId xmlns:a16="http://schemas.microsoft.com/office/drawing/2014/main" val="103420222"/>
                    </a:ext>
                  </a:extLst>
                </a:gridCol>
                <a:gridCol w="404148">
                  <a:extLst>
                    <a:ext uri="{9D8B030D-6E8A-4147-A177-3AD203B41FA5}">
                      <a16:colId xmlns:a16="http://schemas.microsoft.com/office/drawing/2014/main" val="1470405609"/>
                    </a:ext>
                  </a:extLst>
                </a:gridCol>
                <a:gridCol w="4041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DELAY_CH11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6CA0F4EB-B7D5-FA81-AA07-5A8734351879}"/>
              </a:ext>
            </a:extLst>
          </p:cNvPr>
          <p:cNvSpPr txBox="1"/>
          <p:nvPr/>
        </p:nvSpPr>
        <p:spPr>
          <a:xfrm>
            <a:off x="404943" y="1601866"/>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DELAY_CH12</a:t>
            </a:r>
          </a:p>
        </p:txBody>
      </p:sp>
      <p:graphicFrame>
        <p:nvGraphicFramePr>
          <p:cNvPr id="5" name="표 4">
            <a:extLst>
              <a:ext uri="{FF2B5EF4-FFF2-40B4-BE49-F238E27FC236}">
                <a16:creationId xmlns:a16="http://schemas.microsoft.com/office/drawing/2014/main" id="{C7727A14-C73E-5D48-E0BD-24113A0EA515}"/>
              </a:ext>
            </a:extLst>
          </p:cNvPr>
          <p:cNvGraphicFramePr>
            <a:graphicFrameLocks noGrp="1"/>
          </p:cNvGraphicFramePr>
          <p:nvPr/>
        </p:nvGraphicFramePr>
        <p:xfrm>
          <a:off x="410295" y="1900781"/>
          <a:ext cx="6048610"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4">
                  <a:extLst>
                    <a:ext uri="{9D8B030D-6E8A-4147-A177-3AD203B41FA5}">
                      <a16:colId xmlns:a16="http://schemas.microsoft.com/office/drawing/2014/main" val="3259894497"/>
                    </a:ext>
                  </a:extLst>
                </a:gridCol>
                <a:gridCol w="454075">
                  <a:extLst>
                    <a:ext uri="{9D8B030D-6E8A-4147-A177-3AD203B41FA5}">
                      <a16:colId xmlns:a16="http://schemas.microsoft.com/office/drawing/2014/main" val="4170535043"/>
                    </a:ext>
                  </a:extLst>
                </a:gridCol>
                <a:gridCol w="404732">
                  <a:extLst>
                    <a:ext uri="{9D8B030D-6E8A-4147-A177-3AD203B41FA5}">
                      <a16:colId xmlns:a16="http://schemas.microsoft.com/office/drawing/2014/main" val="2079070694"/>
                    </a:ext>
                  </a:extLst>
                </a:gridCol>
                <a:gridCol w="404732">
                  <a:extLst>
                    <a:ext uri="{9D8B030D-6E8A-4147-A177-3AD203B41FA5}">
                      <a16:colId xmlns:a16="http://schemas.microsoft.com/office/drawing/2014/main" val="4213315911"/>
                    </a:ext>
                  </a:extLst>
                </a:gridCol>
                <a:gridCol w="404732">
                  <a:extLst>
                    <a:ext uri="{9D8B030D-6E8A-4147-A177-3AD203B41FA5}">
                      <a16:colId xmlns:a16="http://schemas.microsoft.com/office/drawing/2014/main" val="2769999950"/>
                    </a:ext>
                  </a:extLst>
                </a:gridCol>
                <a:gridCol w="404732">
                  <a:extLst>
                    <a:ext uri="{9D8B030D-6E8A-4147-A177-3AD203B41FA5}">
                      <a16:colId xmlns:a16="http://schemas.microsoft.com/office/drawing/2014/main" val="135637185"/>
                    </a:ext>
                  </a:extLst>
                </a:gridCol>
                <a:gridCol w="404732">
                  <a:extLst>
                    <a:ext uri="{9D8B030D-6E8A-4147-A177-3AD203B41FA5}">
                      <a16:colId xmlns:a16="http://schemas.microsoft.com/office/drawing/2014/main" val="3038050475"/>
                    </a:ext>
                  </a:extLst>
                </a:gridCol>
                <a:gridCol w="404732">
                  <a:extLst>
                    <a:ext uri="{9D8B030D-6E8A-4147-A177-3AD203B41FA5}">
                      <a16:colId xmlns:a16="http://schemas.microsoft.com/office/drawing/2014/main" val="1979433044"/>
                    </a:ext>
                  </a:extLst>
                </a:gridCol>
                <a:gridCol w="404732">
                  <a:extLst>
                    <a:ext uri="{9D8B030D-6E8A-4147-A177-3AD203B41FA5}">
                      <a16:colId xmlns:a16="http://schemas.microsoft.com/office/drawing/2014/main" val="4270661649"/>
                    </a:ext>
                  </a:extLst>
                </a:gridCol>
                <a:gridCol w="404732">
                  <a:extLst>
                    <a:ext uri="{9D8B030D-6E8A-4147-A177-3AD203B41FA5}">
                      <a16:colId xmlns:a16="http://schemas.microsoft.com/office/drawing/2014/main" val="3027041370"/>
                    </a:ext>
                  </a:extLst>
                </a:gridCol>
                <a:gridCol w="404732">
                  <a:extLst>
                    <a:ext uri="{9D8B030D-6E8A-4147-A177-3AD203B41FA5}">
                      <a16:colId xmlns:a16="http://schemas.microsoft.com/office/drawing/2014/main" val="2852526216"/>
                    </a:ext>
                  </a:extLst>
                </a:gridCol>
                <a:gridCol w="404732">
                  <a:extLst>
                    <a:ext uri="{9D8B030D-6E8A-4147-A177-3AD203B41FA5}">
                      <a16:colId xmlns:a16="http://schemas.microsoft.com/office/drawing/2014/main" val="103420222"/>
                    </a:ext>
                  </a:extLst>
                </a:gridCol>
                <a:gridCol w="404732">
                  <a:extLst>
                    <a:ext uri="{9D8B030D-6E8A-4147-A177-3AD203B41FA5}">
                      <a16:colId xmlns:a16="http://schemas.microsoft.com/office/drawing/2014/main" val="1470405609"/>
                    </a:ext>
                  </a:extLst>
                </a:gridCol>
                <a:gridCol w="4047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245840666"/>
              </p:ext>
            </p:extLst>
          </p:nvPr>
        </p:nvGraphicFramePr>
        <p:xfrm>
          <a:off x="404825" y="2530968"/>
          <a:ext cx="6048610" cy="648167"/>
        </p:xfrm>
        <a:graphic>
          <a:graphicData uri="http://schemas.openxmlformats.org/drawingml/2006/table">
            <a:tbl>
              <a:tblPr firstRow="1" bandRow="1">
                <a:tableStyleId>{5C22544A-7EE6-4342-B048-85BDC9FD1C3A}</a:tableStyleId>
              </a:tblPr>
              <a:tblGrid>
                <a:gridCol w="440872">
                  <a:extLst>
                    <a:ext uri="{9D8B030D-6E8A-4147-A177-3AD203B41FA5}">
                      <a16:colId xmlns:a16="http://schemas.microsoft.com/office/drawing/2014/main" val="4170535043"/>
                    </a:ext>
                  </a:extLst>
                </a:gridCol>
                <a:gridCol w="1047611">
                  <a:extLst>
                    <a:ext uri="{9D8B030D-6E8A-4147-A177-3AD203B41FA5}">
                      <a16:colId xmlns:a16="http://schemas.microsoft.com/office/drawing/2014/main" val="2079070694"/>
                    </a:ext>
                  </a:extLst>
                </a:gridCol>
                <a:gridCol w="456012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which pwm clock to start dimming out from.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99454" y="33493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10" name="TextBox 9">
            <a:extLst>
              <a:ext uri="{FF2B5EF4-FFF2-40B4-BE49-F238E27FC236}">
                <a16:creationId xmlns:a16="http://schemas.microsoft.com/office/drawing/2014/main" id="{EAEED484-96C9-A12A-5DB3-D85F7CC0667C}"/>
              </a:ext>
            </a:extLst>
          </p:cNvPr>
          <p:cNvSpPr txBox="1"/>
          <p:nvPr/>
        </p:nvSpPr>
        <p:spPr>
          <a:xfrm>
            <a:off x="413543" y="6172561"/>
            <a:ext cx="603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SHORT ENABLE LEVEL</a:t>
            </a:r>
          </a:p>
        </p:txBody>
      </p:sp>
      <p:graphicFrame>
        <p:nvGraphicFramePr>
          <p:cNvPr id="12" name="표 11">
            <a:extLst>
              <a:ext uri="{FF2B5EF4-FFF2-40B4-BE49-F238E27FC236}">
                <a16:creationId xmlns:a16="http://schemas.microsoft.com/office/drawing/2014/main" id="{5CED9620-84B7-24C7-3D3C-386F037974AB}"/>
              </a:ext>
            </a:extLst>
          </p:cNvPr>
          <p:cNvGraphicFramePr>
            <a:graphicFrameLocks noGrp="1"/>
          </p:cNvGraphicFramePr>
          <p:nvPr>
            <p:extLst>
              <p:ext uri="{D42A27DB-BD31-4B8C-83A1-F6EECF244321}">
                <p14:modId xmlns:p14="http://schemas.microsoft.com/office/powerpoint/2010/main" val="1028433610"/>
              </p:ext>
            </p:extLst>
          </p:nvPr>
        </p:nvGraphicFramePr>
        <p:xfrm>
          <a:off x="399455" y="7007407"/>
          <a:ext cx="6039644" cy="690692"/>
        </p:xfrm>
        <a:graphic>
          <a:graphicData uri="http://schemas.openxmlformats.org/drawingml/2006/table">
            <a:tbl>
              <a:tblPr firstRow="1" bandRow="1">
                <a:tableStyleId>{5C22544A-7EE6-4342-B048-85BDC9FD1C3A}</a:tableStyleId>
              </a:tblPr>
              <a:tblGrid>
                <a:gridCol w="434123">
                  <a:extLst>
                    <a:ext uri="{9D8B030D-6E8A-4147-A177-3AD203B41FA5}">
                      <a16:colId xmlns:a16="http://schemas.microsoft.com/office/drawing/2014/main" val="4170535043"/>
                    </a:ext>
                  </a:extLst>
                </a:gridCol>
                <a:gridCol w="1144586">
                  <a:extLst>
                    <a:ext uri="{9D8B030D-6E8A-4147-A177-3AD203B41FA5}">
                      <a16:colId xmlns:a16="http://schemas.microsoft.com/office/drawing/2014/main" val="2079070694"/>
                    </a:ext>
                  </a:extLst>
                </a:gridCol>
                <a:gridCol w="4460935">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344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SHORT_EN_LEVEL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SHORT_EN_LEVEL determines the activation level of the short function. The short function is activated the condition, PAM</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data</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&gt;</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SHORT_EN_LEVEL.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293561029"/>
              </p:ext>
            </p:extLst>
          </p:nvPr>
        </p:nvGraphicFramePr>
        <p:xfrm>
          <a:off x="404812" y="4203852"/>
          <a:ext cx="6048551" cy="1659849"/>
        </p:xfrm>
        <a:graphic>
          <a:graphicData uri="http://schemas.openxmlformats.org/drawingml/2006/table">
            <a:tbl>
              <a:tblPr firstRow="1" bandRow="1">
                <a:tableStyleId>{5C22544A-7EE6-4342-B048-85BDC9FD1C3A}</a:tableStyleId>
              </a:tblPr>
              <a:tblGrid>
                <a:gridCol w="437158">
                  <a:extLst>
                    <a:ext uri="{9D8B030D-6E8A-4147-A177-3AD203B41FA5}">
                      <a16:colId xmlns:a16="http://schemas.microsoft.com/office/drawing/2014/main" val="4170535043"/>
                    </a:ext>
                  </a:extLst>
                </a:gridCol>
                <a:gridCol w="1145484">
                  <a:extLst>
                    <a:ext uri="{9D8B030D-6E8A-4147-A177-3AD203B41FA5}">
                      <a16:colId xmlns:a16="http://schemas.microsoft.com/office/drawing/2014/main" val="2079070694"/>
                    </a:ext>
                  </a:extLst>
                </a:gridCol>
                <a:gridCol w="446590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XD-12 drivers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on reading.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XD-12 drivers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on reading.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6" name="표 15">
            <a:extLst>
              <a:ext uri="{FF2B5EF4-FFF2-40B4-BE49-F238E27FC236}">
                <a16:creationId xmlns:a16="http://schemas.microsoft.com/office/drawing/2014/main" id="{4D323FBE-D9D1-001F-6BCD-C44B54DFF8B6}"/>
              </a:ext>
            </a:extLst>
          </p:cNvPr>
          <p:cNvGraphicFramePr>
            <a:graphicFrameLocks noGrp="1"/>
          </p:cNvGraphicFramePr>
          <p:nvPr>
            <p:extLst>
              <p:ext uri="{D42A27DB-BD31-4B8C-83A1-F6EECF244321}">
                <p14:modId xmlns:p14="http://schemas.microsoft.com/office/powerpoint/2010/main" val="1342931139"/>
              </p:ext>
            </p:extLst>
          </p:nvPr>
        </p:nvGraphicFramePr>
        <p:xfrm>
          <a:off x="404813" y="3611073"/>
          <a:ext cx="6048553" cy="372600"/>
        </p:xfrm>
        <a:graphic>
          <a:graphicData uri="http://schemas.openxmlformats.org/drawingml/2006/table">
            <a:tbl>
              <a:tblPr firstRow="1" bandRow="1">
                <a:tableStyleId>{5C22544A-7EE6-4342-B048-85BDC9FD1C3A}</a:tableStyleId>
              </a:tblPr>
              <a:tblGrid>
                <a:gridCol w="351384">
                  <a:extLst>
                    <a:ext uri="{9D8B030D-6E8A-4147-A177-3AD203B41FA5}">
                      <a16:colId xmlns:a16="http://schemas.microsoft.com/office/drawing/2014/main" val="657570846"/>
                    </a:ext>
                  </a:extLst>
                </a:gridCol>
                <a:gridCol w="386361">
                  <a:extLst>
                    <a:ext uri="{9D8B030D-6E8A-4147-A177-3AD203B41FA5}">
                      <a16:colId xmlns:a16="http://schemas.microsoft.com/office/drawing/2014/main" val="3259894497"/>
                    </a:ext>
                  </a:extLst>
                </a:gridCol>
                <a:gridCol w="454072">
                  <a:extLst>
                    <a:ext uri="{9D8B030D-6E8A-4147-A177-3AD203B41FA5}">
                      <a16:colId xmlns:a16="http://schemas.microsoft.com/office/drawing/2014/main" val="4170535043"/>
                    </a:ext>
                  </a:extLst>
                </a:gridCol>
                <a:gridCol w="404728">
                  <a:extLst>
                    <a:ext uri="{9D8B030D-6E8A-4147-A177-3AD203B41FA5}">
                      <a16:colId xmlns:a16="http://schemas.microsoft.com/office/drawing/2014/main" val="2079070694"/>
                    </a:ext>
                  </a:extLst>
                </a:gridCol>
                <a:gridCol w="404728">
                  <a:extLst>
                    <a:ext uri="{9D8B030D-6E8A-4147-A177-3AD203B41FA5}">
                      <a16:colId xmlns:a16="http://schemas.microsoft.com/office/drawing/2014/main" val="4213315911"/>
                    </a:ext>
                  </a:extLst>
                </a:gridCol>
                <a:gridCol w="404728">
                  <a:extLst>
                    <a:ext uri="{9D8B030D-6E8A-4147-A177-3AD203B41FA5}">
                      <a16:colId xmlns:a16="http://schemas.microsoft.com/office/drawing/2014/main" val="2769999950"/>
                    </a:ext>
                  </a:extLst>
                </a:gridCol>
                <a:gridCol w="404728">
                  <a:extLst>
                    <a:ext uri="{9D8B030D-6E8A-4147-A177-3AD203B41FA5}">
                      <a16:colId xmlns:a16="http://schemas.microsoft.com/office/drawing/2014/main" val="135637185"/>
                    </a:ext>
                  </a:extLst>
                </a:gridCol>
                <a:gridCol w="404728">
                  <a:extLst>
                    <a:ext uri="{9D8B030D-6E8A-4147-A177-3AD203B41FA5}">
                      <a16:colId xmlns:a16="http://schemas.microsoft.com/office/drawing/2014/main" val="3038050475"/>
                    </a:ext>
                  </a:extLst>
                </a:gridCol>
                <a:gridCol w="404728">
                  <a:extLst>
                    <a:ext uri="{9D8B030D-6E8A-4147-A177-3AD203B41FA5}">
                      <a16:colId xmlns:a16="http://schemas.microsoft.com/office/drawing/2014/main" val="1979433044"/>
                    </a:ext>
                  </a:extLst>
                </a:gridCol>
                <a:gridCol w="404728">
                  <a:extLst>
                    <a:ext uri="{9D8B030D-6E8A-4147-A177-3AD203B41FA5}">
                      <a16:colId xmlns:a16="http://schemas.microsoft.com/office/drawing/2014/main" val="4270661649"/>
                    </a:ext>
                  </a:extLst>
                </a:gridCol>
                <a:gridCol w="404728">
                  <a:extLst>
                    <a:ext uri="{9D8B030D-6E8A-4147-A177-3AD203B41FA5}">
                      <a16:colId xmlns:a16="http://schemas.microsoft.com/office/drawing/2014/main" val="3027041370"/>
                    </a:ext>
                  </a:extLst>
                </a:gridCol>
                <a:gridCol w="404728">
                  <a:extLst>
                    <a:ext uri="{9D8B030D-6E8A-4147-A177-3AD203B41FA5}">
                      <a16:colId xmlns:a16="http://schemas.microsoft.com/office/drawing/2014/main" val="2852526216"/>
                    </a:ext>
                  </a:extLst>
                </a:gridCol>
                <a:gridCol w="404728">
                  <a:extLst>
                    <a:ext uri="{9D8B030D-6E8A-4147-A177-3AD203B41FA5}">
                      <a16:colId xmlns:a16="http://schemas.microsoft.com/office/drawing/2014/main" val="103420222"/>
                    </a:ext>
                  </a:extLst>
                </a:gridCol>
                <a:gridCol w="404728">
                  <a:extLst>
                    <a:ext uri="{9D8B030D-6E8A-4147-A177-3AD203B41FA5}">
                      <a16:colId xmlns:a16="http://schemas.microsoft.com/office/drawing/2014/main" val="1470405609"/>
                    </a:ext>
                  </a:extLst>
                </a:gridCol>
                <a:gridCol w="4047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D3675EAF-0604-5117-23D2-30A2B6CFDA33}"/>
              </a:ext>
            </a:extLst>
          </p:cNvPr>
          <p:cNvGraphicFramePr>
            <a:graphicFrameLocks noGrp="1"/>
          </p:cNvGraphicFramePr>
          <p:nvPr>
            <p:extLst>
              <p:ext uri="{D42A27DB-BD31-4B8C-83A1-F6EECF244321}">
                <p14:modId xmlns:p14="http://schemas.microsoft.com/office/powerpoint/2010/main" val="1191928275"/>
              </p:ext>
            </p:extLst>
          </p:nvPr>
        </p:nvGraphicFramePr>
        <p:xfrm>
          <a:off x="404812" y="6443875"/>
          <a:ext cx="6039644" cy="372600"/>
        </p:xfrm>
        <a:graphic>
          <a:graphicData uri="http://schemas.openxmlformats.org/drawingml/2006/table">
            <a:tbl>
              <a:tblPr firstRow="1" bandRow="1">
                <a:tableStyleId>{5C22544A-7EE6-4342-B048-85BDC9FD1C3A}</a:tableStyleId>
              </a:tblPr>
              <a:tblGrid>
                <a:gridCol w="350866">
                  <a:extLst>
                    <a:ext uri="{9D8B030D-6E8A-4147-A177-3AD203B41FA5}">
                      <a16:colId xmlns:a16="http://schemas.microsoft.com/office/drawing/2014/main" val="657570846"/>
                    </a:ext>
                  </a:extLst>
                </a:gridCol>
                <a:gridCol w="385791">
                  <a:extLst>
                    <a:ext uri="{9D8B030D-6E8A-4147-A177-3AD203B41FA5}">
                      <a16:colId xmlns:a16="http://schemas.microsoft.com/office/drawing/2014/main" val="3259894497"/>
                    </a:ext>
                  </a:extLst>
                </a:gridCol>
                <a:gridCol w="453403">
                  <a:extLst>
                    <a:ext uri="{9D8B030D-6E8A-4147-A177-3AD203B41FA5}">
                      <a16:colId xmlns:a16="http://schemas.microsoft.com/office/drawing/2014/main" val="4170535043"/>
                    </a:ext>
                  </a:extLst>
                </a:gridCol>
                <a:gridCol w="404132">
                  <a:extLst>
                    <a:ext uri="{9D8B030D-6E8A-4147-A177-3AD203B41FA5}">
                      <a16:colId xmlns:a16="http://schemas.microsoft.com/office/drawing/2014/main" val="2079070694"/>
                    </a:ext>
                  </a:extLst>
                </a:gridCol>
                <a:gridCol w="404132">
                  <a:extLst>
                    <a:ext uri="{9D8B030D-6E8A-4147-A177-3AD203B41FA5}">
                      <a16:colId xmlns:a16="http://schemas.microsoft.com/office/drawing/2014/main" val="4213315911"/>
                    </a:ext>
                  </a:extLst>
                </a:gridCol>
                <a:gridCol w="404132">
                  <a:extLst>
                    <a:ext uri="{9D8B030D-6E8A-4147-A177-3AD203B41FA5}">
                      <a16:colId xmlns:a16="http://schemas.microsoft.com/office/drawing/2014/main" val="2769999950"/>
                    </a:ext>
                  </a:extLst>
                </a:gridCol>
                <a:gridCol w="404132">
                  <a:extLst>
                    <a:ext uri="{9D8B030D-6E8A-4147-A177-3AD203B41FA5}">
                      <a16:colId xmlns:a16="http://schemas.microsoft.com/office/drawing/2014/main" val="135637185"/>
                    </a:ext>
                  </a:extLst>
                </a:gridCol>
                <a:gridCol w="404132">
                  <a:extLst>
                    <a:ext uri="{9D8B030D-6E8A-4147-A177-3AD203B41FA5}">
                      <a16:colId xmlns:a16="http://schemas.microsoft.com/office/drawing/2014/main" val="3038050475"/>
                    </a:ext>
                  </a:extLst>
                </a:gridCol>
                <a:gridCol w="404132">
                  <a:extLst>
                    <a:ext uri="{9D8B030D-6E8A-4147-A177-3AD203B41FA5}">
                      <a16:colId xmlns:a16="http://schemas.microsoft.com/office/drawing/2014/main" val="1979433044"/>
                    </a:ext>
                  </a:extLst>
                </a:gridCol>
                <a:gridCol w="404132">
                  <a:extLst>
                    <a:ext uri="{9D8B030D-6E8A-4147-A177-3AD203B41FA5}">
                      <a16:colId xmlns:a16="http://schemas.microsoft.com/office/drawing/2014/main" val="4270661649"/>
                    </a:ext>
                  </a:extLst>
                </a:gridCol>
                <a:gridCol w="404132">
                  <a:extLst>
                    <a:ext uri="{9D8B030D-6E8A-4147-A177-3AD203B41FA5}">
                      <a16:colId xmlns:a16="http://schemas.microsoft.com/office/drawing/2014/main" val="3027041370"/>
                    </a:ext>
                  </a:extLst>
                </a:gridCol>
                <a:gridCol w="404132">
                  <a:extLst>
                    <a:ext uri="{9D8B030D-6E8A-4147-A177-3AD203B41FA5}">
                      <a16:colId xmlns:a16="http://schemas.microsoft.com/office/drawing/2014/main" val="2852526216"/>
                    </a:ext>
                  </a:extLst>
                </a:gridCol>
                <a:gridCol w="404132">
                  <a:extLst>
                    <a:ext uri="{9D8B030D-6E8A-4147-A177-3AD203B41FA5}">
                      <a16:colId xmlns:a16="http://schemas.microsoft.com/office/drawing/2014/main" val="103420222"/>
                    </a:ext>
                  </a:extLst>
                </a:gridCol>
                <a:gridCol w="404132">
                  <a:extLst>
                    <a:ext uri="{9D8B030D-6E8A-4147-A177-3AD203B41FA5}">
                      <a16:colId xmlns:a16="http://schemas.microsoft.com/office/drawing/2014/main" val="1470405609"/>
                    </a:ext>
                  </a:extLst>
                </a:gridCol>
                <a:gridCol w="4041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SHORT_EN_LEVEL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1" name="TextBox 10">
            <a:extLst>
              <a:ext uri="{FF2B5EF4-FFF2-40B4-BE49-F238E27FC236}">
                <a16:creationId xmlns:a16="http://schemas.microsoft.com/office/drawing/2014/main" id="{AF2191A1-6854-CEE6-47D2-456CE3CEB7B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7B3592C-C6D1-2A17-CF1F-12F1291659A0}"/>
              </a:ext>
            </a:extLst>
          </p:cNvPr>
          <p:cNvSpPr txBox="1"/>
          <p:nvPr/>
        </p:nvSpPr>
        <p:spPr>
          <a:xfrm rot="5400000">
            <a:off x="1365160" y="4757267"/>
            <a:ext cx="1877437" cy="230832"/>
          </a:xfrm>
          <a:prstGeom prst="rect">
            <a:avLst/>
          </a:prstGeom>
          <a:noFill/>
        </p:spPr>
        <p:txBody>
          <a:bodyPr wrap="none" rtlCol="0">
            <a:spAutoFit/>
          </a:bodyPr>
          <a:lstStyle/>
          <a:p>
            <a:r>
              <a:rPr lang="en-US" altLang="ko-KR" sz="900" dirty="0">
                <a:latin typeface="Arial" panose="020B0604020202020204" pitchFamily="34" charset="0"/>
                <a:cs typeface="Arial" panose="020B0604020202020204" pitchFamily="34" charset="0"/>
              </a:rPr>
              <a:t>Fig 1. The local dimming scheme</a:t>
            </a:r>
            <a:endParaRPr lang="ko-KR" altLang="en-US" sz="900"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AC8774C6-8221-BBA2-E9A7-14F1E2B4737E}"/>
              </a:ext>
            </a:extLst>
          </p:cNvPr>
          <p:cNvPicPr>
            <a:picLocks noChangeAspect="1"/>
          </p:cNvPicPr>
          <p:nvPr/>
        </p:nvPicPr>
        <p:blipFill>
          <a:blip r:embed="rId4"/>
          <a:stretch>
            <a:fillRect/>
          </a:stretch>
        </p:blipFill>
        <p:spPr>
          <a:xfrm rot="5400000">
            <a:off x="-320710" y="3877900"/>
            <a:ext cx="8444479" cy="2124000"/>
          </a:xfrm>
          <a:prstGeom prst="rect">
            <a:avLst/>
          </a:prstGeom>
        </p:spPr>
      </p:pic>
    </p:spTree>
    <p:extLst>
      <p:ext uri="{BB962C8B-B14F-4D97-AF65-F5344CB8AC3E}">
        <p14:creationId xmlns:p14="http://schemas.microsoft.com/office/powerpoint/2010/main" val="4028756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0474" y="1312210"/>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1</a:t>
            </a:r>
          </a:p>
        </p:txBody>
      </p:sp>
      <p:sp>
        <p:nvSpPr>
          <p:cNvPr id="8" name="TextBox 7">
            <a:extLst>
              <a:ext uri="{FF2B5EF4-FFF2-40B4-BE49-F238E27FC236}">
                <a16:creationId xmlns:a16="http://schemas.microsoft.com/office/drawing/2014/main" id="{2F6234BB-58D6-2570-D24B-287F1BE56786}"/>
              </a:ext>
            </a:extLst>
          </p:cNvPr>
          <p:cNvSpPr txBox="1"/>
          <p:nvPr/>
        </p:nvSpPr>
        <p:spPr>
          <a:xfrm>
            <a:off x="399530" y="3590667"/>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2</a:t>
            </a:r>
          </a:p>
        </p:txBody>
      </p:sp>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1763015429"/>
              </p:ext>
            </p:extLst>
          </p:nvPr>
        </p:nvGraphicFramePr>
        <p:xfrm>
          <a:off x="395832" y="2166676"/>
          <a:ext cx="6062959" cy="1017801"/>
        </p:xfrm>
        <a:graphic>
          <a:graphicData uri="http://schemas.openxmlformats.org/drawingml/2006/table">
            <a:tbl>
              <a:tblPr firstRow="1" bandRow="1">
                <a:tableStyleId>{5C22544A-7EE6-4342-B048-85BDC9FD1C3A}</a:tableStyleId>
              </a:tblPr>
              <a:tblGrid>
                <a:gridCol w="438072">
                  <a:extLst>
                    <a:ext uri="{9D8B030D-6E8A-4147-A177-3AD203B41FA5}">
                      <a16:colId xmlns:a16="http://schemas.microsoft.com/office/drawing/2014/main" val="4170535043"/>
                    </a:ext>
                  </a:extLst>
                </a:gridCol>
                <a:gridCol w="1040955">
                  <a:extLst>
                    <a:ext uri="{9D8B030D-6E8A-4147-A177-3AD203B41FA5}">
                      <a16:colId xmlns:a16="http://schemas.microsoft.com/office/drawing/2014/main" val="2079070694"/>
                    </a:ext>
                  </a:extLst>
                </a:gridCol>
                <a:gridCol w="4583932">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616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There are two purposes to use this pin as below.</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The MCLK divided by 8 is output to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 for trimming the internal OSC.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The analog value of the MAX_CURR_VREF is output to the pin 17 for trimming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the 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AEB572E5-F461-32E6-0156-0C8F4D4AEFBE}"/>
              </a:ext>
            </a:extLst>
          </p:cNvPr>
          <p:cNvGraphicFramePr>
            <a:graphicFrameLocks noGrp="1"/>
          </p:cNvGraphicFramePr>
          <p:nvPr/>
        </p:nvGraphicFramePr>
        <p:xfrm>
          <a:off x="395833" y="1573897"/>
          <a:ext cx="6039643" cy="372600"/>
        </p:xfrm>
        <a:graphic>
          <a:graphicData uri="http://schemas.openxmlformats.org/drawingml/2006/table">
            <a:tbl>
              <a:tblPr firstRow="1" bandRow="1">
                <a:tableStyleId>{5C22544A-7EE6-4342-B048-85BDC9FD1C3A}</a:tableStyleId>
              </a:tblPr>
              <a:tblGrid>
                <a:gridCol w="345748">
                  <a:extLst>
                    <a:ext uri="{9D8B030D-6E8A-4147-A177-3AD203B41FA5}">
                      <a16:colId xmlns:a16="http://schemas.microsoft.com/office/drawing/2014/main" val="657570846"/>
                    </a:ext>
                  </a:extLst>
                </a:gridCol>
                <a:gridCol w="380164">
                  <a:extLst>
                    <a:ext uri="{9D8B030D-6E8A-4147-A177-3AD203B41FA5}">
                      <a16:colId xmlns:a16="http://schemas.microsoft.com/office/drawing/2014/main" val="3259894497"/>
                    </a:ext>
                  </a:extLst>
                </a:gridCol>
                <a:gridCol w="446788">
                  <a:extLst>
                    <a:ext uri="{9D8B030D-6E8A-4147-A177-3AD203B41FA5}">
                      <a16:colId xmlns:a16="http://schemas.microsoft.com/office/drawing/2014/main" val="4170535043"/>
                    </a:ext>
                  </a:extLst>
                </a:gridCol>
                <a:gridCol w="486347">
                  <a:extLst>
                    <a:ext uri="{9D8B030D-6E8A-4147-A177-3AD203B41FA5}">
                      <a16:colId xmlns:a16="http://schemas.microsoft.com/office/drawing/2014/main" val="2079070694"/>
                    </a:ext>
                  </a:extLst>
                </a:gridCol>
                <a:gridCol w="398236">
                  <a:extLst>
                    <a:ext uri="{9D8B030D-6E8A-4147-A177-3AD203B41FA5}">
                      <a16:colId xmlns:a16="http://schemas.microsoft.com/office/drawing/2014/main" val="4213315911"/>
                    </a:ext>
                  </a:extLst>
                </a:gridCol>
                <a:gridCol w="398236">
                  <a:extLst>
                    <a:ext uri="{9D8B030D-6E8A-4147-A177-3AD203B41FA5}">
                      <a16:colId xmlns:a16="http://schemas.microsoft.com/office/drawing/2014/main" val="2769999950"/>
                    </a:ext>
                  </a:extLst>
                </a:gridCol>
                <a:gridCol w="398236">
                  <a:extLst>
                    <a:ext uri="{9D8B030D-6E8A-4147-A177-3AD203B41FA5}">
                      <a16:colId xmlns:a16="http://schemas.microsoft.com/office/drawing/2014/main" val="135637185"/>
                    </a:ext>
                  </a:extLst>
                </a:gridCol>
                <a:gridCol w="398236">
                  <a:extLst>
                    <a:ext uri="{9D8B030D-6E8A-4147-A177-3AD203B41FA5}">
                      <a16:colId xmlns:a16="http://schemas.microsoft.com/office/drawing/2014/main" val="3038050475"/>
                    </a:ext>
                  </a:extLst>
                </a:gridCol>
                <a:gridCol w="398236">
                  <a:extLst>
                    <a:ext uri="{9D8B030D-6E8A-4147-A177-3AD203B41FA5}">
                      <a16:colId xmlns:a16="http://schemas.microsoft.com/office/drawing/2014/main" val="1979433044"/>
                    </a:ext>
                  </a:extLst>
                </a:gridCol>
                <a:gridCol w="398236">
                  <a:extLst>
                    <a:ext uri="{9D8B030D-6E8A-4147-A177-3AD203B41FA5}">
                      <a16:colId xmlns:a16="http://schemas.microsoft.com/office/drawing/2014/main" val="4270661649"/>
                    </a:ext>
                  </a:extLst>
                </a:gridCol>
                <a:gridCol w="398236">
                  <a:extLst>
                    <a:ext uri="{9D8B030D-6E8A-4147-A177-3AD203B41FA5}">
                      <a16:colId xmlns:a16="http://schemas.microsoft.com/office/drawing/2014/main" val="3027041370"/>
                    </a:ext>
                  </a:extLst>
                </a:gridCol>
                <a:gridCol w="398236">
                  <a:extLst>
                    <a:ext uri="{9D8B030D-6E8A-4147-A177-3AD203B41FA5}">
                      <a16:colId xmlns:a16="http://schemas.microsoft.com/office/drawing/2014/main" val="2852526216"/>
                    </a:ext>
                  </a:extLst>
                </a:gridCol>
                <a:gridCol w="398236">
                  <a:extLst>
                    <a:ext uri="{9D8B030D-6E8A-4147-A177-3AD203B41FA5}">
                      <a16:colId xmlns:a16="http://schemas.microsoft.com/office/drawing/2014/main" val="103420222"/>
                    </a:ext>
                  </a:extLst>
                </a:gridCol>
                <a:gridCol w="398236">
                  <a:extLst>
                    <a:ext uri="{9D8B030D-6E8A-4147-A177-3AD203B41FA5}">
                      <a16:colId xmlns:a16="http://schemas.microsoft.com/office/drawing/2014/main" val="1470405609"/>
                    </a:ext>
                  </a:extLst>
                </a:gridCol>
                <a:gridCol w="39823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TEST_EN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OTP_PG_ACCESS_CYCLE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86C92507-9ECD-6D78-6C67-15F41396FC6A}"/>
              </a:ext>
            </a:extLst>
          </p:cNvPr>
          <p:cNvGraphicFramePr>
            <a:graphicFrameLocks noGrp="1"/>
          </p:cNvGraphicFramePr>
          <p:nvPr>
            <p:extLst>
              <p:ext uri="{D42A27DB-BD31-4B8C-83A1-F6EECF244321}">
                <p14:modId xmlns:p14="http://schemas.microsoft.com/office/powerpoint/2010/main" val="1032503484"/>
              </p:ext>
            </p:extLst>
          </p:nvPr>
        </p:nvGraphicFramePr>
        <p:xfrm>
          <a:off x="399529" y="3887764"/>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F1D821D-9B71-5632-3AC1-ABE9EBD67E59}"/>
              </a:ext>
            </a:extLst>
          </p:cNvPr>
          <p:cNvGraphicFramePr>
            <a:graphicFrameLocks noGrp="1"/>
          </p:cNvGraphicFramePr>
          <p:nvPr>
            <p:extLst>
              <p:ext uri="{D42A27DB-BD31-4B8C-83A1-F6EECF244321}">
                <p14:modId xmlns:p14="http://schemas.microsoft.com/office/powerpoint/2010/main" val="2649939002"/>
              </p:ext>
            </p:extLst>
          </p:nvPr>
        </p:nvGraphicFramePr>
        <p:xfrm>
          <a:off x="399529" y="4768946"/>
          <a:ext cx="6053903" cy="372600"/>
        </p:xfrm>
        <a:graphic>
          <a:graphicData uri="http://schemas.openxmlformats.org/drawingml/2006/table">
            <a:tbl>
              <a:tblPr firstRow="1" bandRow="1">
                <a:tableStyleId>{5C22544A-7EE6-4342-B048-85BDC9FD1C3A}</a:tableStyleId>
              </a:tblPr>
              <a:tblGrid>
                <a:gridCol w="346564">
                  <a:extLst>
                    <a:ext uri="{9D8B030D-6E8A-4147-A177-3AD203B41FA5}">
                      <a16:colId xmlns:a16="http://schemas.microsoft.com/office/drawing/2014/main" val="657570846"/>
                    </a:ext>
                  </a:extLst>
                </a:gridCol>
                <a:gridCol w="381062">
                  <a:extLst>
                    <a:ext uri="{9D8B030D-6E8A-4147-A177-3AD203B41FA5}">
                      <a16:colId xmlns:a16="http://schemas.microsoft.com/office/drawing/2014/main" val="3259894497"/>
                    </a:ext>
                  </a:extLst>
                </a:gridCol>
                <a:gridCol w="447843">
                  <a:extLst>
                    <a:ext uri="{9D8B030D-6E8A-4147-A177-3AD203B41FA5}">
                      <a16:colId xmlns:a16="http://schemas.microsoft.com/office/drawing/2014/main" val="4170535043"/>
                    </a:ext>
                  </a:extLst>
                </a:gridCol>
                <a:gridCol w="421413">
                  <a:extLst>
                    <a:ext uri="{9D8B030D-6E8A-4147-A177-3AD203B41FA5}">
                      <a16:colId xmlns:a16="http://schemas.microsoft.com/office/drawing/2014/main" val="2079070694"/>
                    </a:ext>
                  </a:extLst>
                </a:gridCol>
                <a:gridCol w="414960">
                  <a:extLst>
                    <a:ext uri="{9D8B030D-6E8A-4147-A177-3AD203B41FA5}">
                      <a16:colId xmlns:a16="http://schemas.microsoft.com/office/drawing/2014/main" val="4213315911"/>
                    </a:ext>
                  </a:extLst>
                </a:gridCol>
                <a:gridCol w="401280">
                  <a:extLst>
                    <a:ext uri="{9D8B030D-6E8A-4147-A177-3AD203B41FA5}">
                      <a16:colId xmlns:a16="http://schemas.microsoft.com/office/drawing/2014/main" val="2769999950"/>
                    </a:ext>
                  </a:extLst>
                </a:gridCol>
                <a:gridCol w="396720">
                  <a:extLst>
                    <a:ext uri="{9D8B030D-6E8A-4147-A177-3AD203B41FA5}">
                      <a16:colId xmlns:a16="http://schemas.microsoft.com/office/drawing/2014/main" val="135637185"/>
                    </a:ext>
                  </a:extLst>
                </a:gridCol>
                <a:gridCol w="410399">
                  <a:extLst>
                    <a:ext uri="{9D8B030D-6E8A-4147-A177-3AD203B41FA5}">
                      <a16:colId xmlns:a16="http://schemas.microsoft.com/office/drawing/2014/main" val="3038050475"/>
                    </a:ext>
                  </a:extLst>
                </a:gridCol>
                <a:gridCol w="438606">
                  <a:extLst>
                    <a:ext uri="{9D8B030D-6E8A-4147-A177-3AD203B41FA5}">
                      <a16:colId xmlns:a16="http://schemas.microsoft.com/office/drawing/2014/main" val="1979433044"/>
                    </a:ext>
                  </a:extLst>
                </a:gridCol>
                <a:gridCol w="399176">
                  <a:extLst>
                    <a:ext uri="{9D8B030D-6E8A-4147-A177-3AD203B41FA5}">
                      <a16:colId xmlns:a16="http://schemas.microsoft.com/office/drawing/2014/main" val="4270661649"/>
                    </a:ext>
                  </a:extLst>
                </a:gridCol>
                <a:gridCol w="399176">
                  <a:extLst>
                    <a:ext uri="{9D8B030D-6E8A-4147-A177-3AD203B41FA5}">
                      <a16:colId xmlns:a16="http://schemas.microsoft.com/office/drawing/2014/main" val="3027041370"/>
                    </a:ext>
                  </a:extLst>
                </a:gridCol>
                <a:gridCol w="399176">
                  <a:extLst>
                    <a:ext uri="{9D8B030D-6E8A-4147-A177-3AD203B41FA5}">
                      <a16:colId xmlns:a16="http://schemas.microsoft.com/office/drawing/2014/main" val="2852526216"/>
                    </a:ext>
                  </a:extLst>
                </a:gridCol>
                <a:gridCol w="399176">
                  <a:extLst>
                    <a:ext uri="{9D8B030D-6E8A-4147-A177-3AD203B41FA5}">
                      <a16:colId xmlns:a16="http://schemas.microsoft.com/office/drawing/2014/main" val="103420222"/>
                    </a:ext>
                  </a:extLst>
                </a:gridCol>
                <a:gridCol w="399176">
                  <a:extLst>
                    <a:ext uri="{9D8B030D-6E8A-4147-A177-3AD203B41FA5}">
                      <a16:colId xmlns:a16="http://schemas.microsoft.com/office/drawing/2014/main" val="1470405609"/>
                    </a:ext>
                  </a:extLst>
                </a:gridCol>
                <a:gridCol w="39917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EF139A10-A4B0-7C26-6B7A-B0E6A6605EF7}"/>
              </a:ext>
            </a:extLst>
          </p:cNvPr>
          <p:cNvSpPr txBox="1"/>
          <p:nvPr/>
        </p:nvSpPr>
        <p:spPr>
          <a:xfrm>
            <a:off x="396849" y="4482058"/>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3</a:t>
            </a:r>
          </a:p>
        </p:txBody>
      </p:sp>
      <p:graphicFrame>
        <p:nvGraphicFramePr>
          <p:cNvPr id="17" name="표 16">
            <a:extLst>
              <a:ext uri="{FF2B5EF4-FFF2-40B4-BE49-F238E27FC236}">
                <a16:creationId xmlns:a16="http://schemas.microsoft.com/office/drawing/2014/main" id="{762BF228-2DD5-07EE-E96D-6A3DB8E3E9D3}"/>
              </a:ext>
            </a:extLst>
          </p:cNvPr>
          <p:cNvGraphicFramePr>
            <a:graphicFrameLocks noGrp="1"/>
          </p:cNvGraphicFramePr>
          <p:nvPr>
            <p:extLst>
              <p:ext uri="{D42A27DB-BD31-4B8C-83A1-F6EECF244321}">
                <p14:modId xmlns:p14="http://schemas.microsoft.com/office/powerpoint/2010/main" val="4103446981"/>
              </p:ext>
            </p:extLst>
          </p:nvPr>
        </p:nvGraphicFramePr>
        <p:xfrm>
          <a:off x="390474" y="5665063"/>
          <a:ext cx="6062957" cy="372600"/>
        </p:xfrm>
        <a:graphic>
          <a:graphicData uri="http://schemas.openxmlformats.org/drawingml/2006/table">
            <a:tbl>
              <a:tblPr firstRow="1" bandRow="1">
                <a:tableStyleId>{5C22544A-7EE6-4342-B048-85BDC9FD1C3A}</a:tableStyleId>
              </a:tblPr>
              <a:tblGrid>
                <a:gridCol w="337903">
                  <a:extLst>
                    <a:ext uri="{9D8B030D-6E8A-4147-A177-3AD203B41FA5}">
                      <a16:colId xmlns:a16="http://schemas.microsoft.com/office/drawing/2014/main" val="657570846"/>
                    </a:ext>
                  </a:extLst>
                </a:gridCol>
                <a:gridCol w="396367">
                  <a:extLst>
                    <a:ext uri="{9D8B030D-6E8A-4147-A177-3AD203B41FA5}">
                      <a16:colId xmlns:a16="http://schemas.microsoft.com/office/drawing/2014/main" val="3259894497"/>
                    </a:ext>
                  </a:extLst>
                </a:gridCol>
                <a:gridCol w="437370">
                  <a:extLst>
                    <a:ext uri="{9D8B030D-6E8A-4147-A177-3AD203B41FA5}">
                      <a16:colId xmlns:a16="http://schemas.microsoft.com/office/drawing/2014/main" val="4170535043"/>
                    </a:ext>
                  </a:extLst>
                </a:gridCol>
                <a:gridCol w="381495">
                  <a:extLst>
                    <a:ext uri="{9D8B030D-6E8A-4147-A177-3AD203B41FA5}">
                      <a16:colId xmlns:a16="http://schemas.microsoft.com/office/drawing/2014/main" val="2079070694"/>
                    </a:ext>
                  </a:extLst>
                </a:gridCol>
                <a:gridCol w="375770">
                  <a:extLst>
                    <a:ext uri="{9D8B030D-6E8A-4147-A177-3AD203B41FA5}">
                      <a16:colId xmlns:a16="http://schemas.microsoft.com/office/drawing/2014/main" val="4213315911"/>
                    </a:ext>
                  </a:extLst>
                </a:gridCol>
                <a:gridCol w="299921">
                  <a:extLst>
                    <a:ext uri="{9D8B030D-6E8A-4147-A177-3AD203B41FA5}">
                      <a16:colId xmlns:a16="http://schemas.microsoft.com/office/drawing/2014/main" val="2769999950"/>
                    </a:ext>
                  </a:extLst>
                </a:gridCol>
                <a:gridCol w="299921">
                  <a:extLst>
                    <a:ext uri="{9D8B030D-6E8A-4147-A177-3AD203B41FA5}">
                      <a16:colId xmlns:a16="http://schemas.microsoft.com/office/drawing/2014/main" val="135637185"/>
                    </a:ext>
                  </a:extLst>
                </a:gridCol>
                <a:gridCol w="302957">
                  <a:extLst>
                    <a:ext uri="{9D8B030D-6E8A-4147-A177-3AD203B41FA5}">
                      <a16:colId xmlns:a16="http://schemas.microsoft.com/office/drawing/2014/main" val="3038050475"/>
                    </a:ext>
                  </a:extLst>
                </a:gridCol>
                <a:gridCol w="302957">
                  <a:extLst>
                    <a:ext uri="{9D8B030D-6E8A-4147-A177-3AD203B41FA5}">
                      <a16:colId xmlns:a16="http://schemas.microsoft.com/office/drawing/2014/main" val="1979433044"/>
                    </a:ext>
                  </a:extLst>
                </a:gridCol>
                <a:gridCol w="320960">
                  <a:extLst>
                    <a:ext uri="{9D8B030D-6E8A-4147-A177-3AD203B41FA5}">
                      <a16:colId xmlns:a16="http://schemas.microsoft.com/office/drawing/2014/main" val="4270661649"/>
                    </a:ext>
                  </a:extLst>
                </a:gridCol>
                <a:gridCol w="320960">
                  <a:extLst>
                    <a:ext uri="{9D8B030D-6E8A-4147-A177-3AD203B41FA5}">
                      <a16:colId xmlns:a16="http://schemas.microsoft.com/office/drawing/2014/main" val="3027041370"/>
                    </a:ext>
                  </a:extLst>
                </a:gridCol>
                <a:gridCol w="320960">
                  <a:extLst>
                    <a:ext uri="{9D8B030D-6E8A-4147-A177-3AD203B41FA5}">
                      <a16:colId xmlns:a16="http://schemas.microsoft.com/office/drawing/2014/main" val="2852526216"/>
                    </a:ext>
                  </a:extLst>
                </a:gridCol>
                <a:gridCol w="320960">
                  <a:extLst>
                    <a:ext uri="{9D8B030D-6E8A-4147-A177-3AD203B41FA5}">
                      <a16:colId xmlns:a16="http://schemas.microsoft.com/office/drawing/2014/main" val="103420222"/>
                    </a:ext>
                  </a:extLst>
                </a:gridCol>
                <a:gridCol w="821407">
                  <a:extLst>
                    <a:ext uri="{9D8B030D-6E8A-4147-A177-3AD203B41FA5}">
                      <a16:colId xmlns:a16="http://schemas.microsoft.com/office/drawing/2014/main" val="1470405609"/>
                    </a:ext>
                  </a:extLst>
                </a:gridCol>
                <a:gridCol w="8230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EDFCE107-1EDC-D18D-B9E9-717274DD0171}"/>
              </a:ext>
            </a:extLst>
          </p:cNvPr>
          <p:cNvSpPr txBox="1"/>
          <p:nvPr/>
        </p:nvSpPr>
        <p:spPr>
          <a:xfrm>
            <a:off x="393153" y="5373449"/>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4</a:t>
            </a:r>
          </a:p>
        </p:txBody>
      </p:sp>
      <p:sp>
        <p:nvSpPr>
          <p:cNvPr id="19" name="TextBox 18">
            <a:extLst>
              <a:ext uri="{FF2B5EF4-FFF2-40B4-BE49-F238E27FC236}">
                <a16:creationId xmlns:a16="http://schemas.microsoft.com/office/drawing/2014/main" id="{26ED6B34-7541-685A-4990-E991099C88ED}"/>
              </a:ext>
            </a:extLst>
          </p:cNvPr>
          <p:cNvSpPr txBox="1"/>
          <p:nvPr/>
        </p:nvSpPr>
        <p:spPr>
          <a:xfrm>
            <a:off x="381571" y="6249148"/>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5</a:t>
            </a:r>
          </a:p>
        </p:txBody>
      </p:sp>
      <p:graphicFrame>
        <p:nvGraphicFramePr>
          <p:cNvPr id="20" name="표 19">
            <a:extLst>
              <a:ext uri="{FF2B5EF4-FFF2-40B4-BE49-F238E27FC236}">
                <a16:creationId xmlns:a16="http://schemas.microsoft.com/office/drawing/2014/main" id="{F5F2A7BD-B44A-ADA5-5E45-E3C2F51E2865}"/>
              </a:ext>
            </a:extLst>
          </p:cNvPr>
          <p:cNvGraphicFramePr>
            <a:graphicFrameLocks noGrp="1"/>
          </p:cNvGraphicFramePr>
          <p:nvPr>
            <p:extLst>
              <p:ext uri="{D42A27DB-BD31-4B8C-83A1-F6EECF244321}">
                <p14:modId xmlns:p14="http://schemas.microsoft.com/office/powerpoint/2010/main" val="1137167600"/>
              </p:ext>
            </p:extLst>
          </p:nvPr>
        </p:nvGraphicFramePr>
        <p:xfrm>
          <a:off x="381570" y="6546245"/>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8ADA6022-234C-2371-6CB3-F17AF955CAB0}"/>
              </a:ext>
            </a:extLst>
          </p:cNvPr>
          <p:cNvSpPr txBox="1"/>
          <p:nvPr/>
        </p:nvSpPr>
        <p:spPr>
          <a:xfrm>
            <a:off x="387945" y="7130330"/>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6</a:t>
            </a:r>
          </a:p>
        </p:txBody>
      </p:sp>
      <p:graphicFrame>
        <p:nvGraphicFramePr>
          <p:cNvPr id="24" name="표 23">
            <a:extLst>
              <a:ext uri="{FF2B5EF4-FFF2-40B4-BE49-F238E27FC236}">
                <a16:creationId xmlns:a16="http://schemas.microsoft.com/office/drawing/2014/main" id="{5228EE16-9510-4070-1562-2F15A8260F14}"/>
              </a:ext>
            </a:extLst>
          </p:cNvPr>
          <p:cNvGraphicFramePr>
            <a:graphicFrameLocks noGrp="1"/>
          </p:cNvGraphicFramePr>
          <p:nvPr>
            <p:extLst>
              <p:ext uri="{D42A27DB-BD31-4B8C-83A1-F6EECF244321}">
                <p14:modId xmlns:p14="http://schemas.microsoft.com/office/powerpoint/2010/main" val="712560889"/>
              </p:ext>
            </p:extLst>
          </p:nvPr>
        </p:nvGraphicFramePr>
        <p:xfrm>
          <a:off x="387944" y="7427427"/>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OTP_CRC_CHECKSUM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7" name="TextBox 26">
            <a:extLst>
              <a:ext uri="{FF2B5EF4-FFF2-40B4-BE49-F238E27FC236}">
                <a16:creationId xmlns:a16="http://schemas.microsoft.com/office/drawing/2014/main" id="{E9A2885B-6E91-48F5-8F6B-6960BD3383A2}"/>
              </a:ext>
            </a:extLst>
          </p:cNvPr>
          <p:cNvSpPr txBox="1"/>
          <p:nvPr/>
        </p:nvSpPr>
        <p:spPr>
          <a:xfrm>
            <a:off x="409433" y="84818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9773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1B5B58EF-FFC5-6867-DB2C-559D7FD63F55}"/>
              </a:ext>
            </a:extLst>
          </p:cNvPr>
          <p:cNvSpPr txBox="1"/>
          <p:nvPr/>
        </p:nvSpPr>
        <p:spPr>
          <a:xfrm>
            <a:off x="399464" y="1436474"/>
            <a:ext cx="603871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CONTROL</a:t>
            </a: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3637"/>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2" name="표 1">
            <a:extLst>
              <a:ext uri="{FF2B5EF4-FFF2-40B4-BE49-F238E27FC236}">
                <a16:creationId xmlns:a16="http://schemas.microsoft.com/office/drawing/2014/main" id="{4753F3C7-AE1E-5812-C896-AA0B5F47285E}"/>
              </a:ext>
            </a:extLst>
          </p:cNvPr>
          <p:cNvGraphicFramePr>
            <a:graphicFrameLocks noGrp="1"/>
          </p:cNvGraphicFramePr>
          <p:nvPr>
            <p:extLst>
              <p:ext uri="{D42A27DB-BD31-4B8C-83A1-F6EECF244321}">
                <p14:modId xmlns:p14="http://schemas.microsoft.com/office/powerpoint/2010/main" val="2889587591"/>
              </p:ext>
            </p:extLst>
          </p:nvPr>
        </p:nvGraphicFramePr>
        <p:xfrm>
          <a:off x="399464" y="1056118"/>
          <a:ext cx="6053960"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OSC_CTL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0B34594C-30C1-9C1B-33E3-4B54DEB4D274}"/>
              </a:ext>
            </a:extLst>
          </p:cNvPr>
          <p:cNvGraphicFramePr>
            <a:graphicFrameLocks noGrp="1"/>
          </p:cNvGraphicFramePr>
          <p:nvPr>
            <p:extLst>
              <p:ext uri="{D42A27DB-BD31-4B8C-83A1-F6EECF244321}">
                <p14:modId xmlns:p14="http://schemas.microsoft.com/office/powerpoint/2010/main" val="4023314851"/>
              </p:ext>
            </p:extLst>
          </p:nvPr>
        </p:nvGraphicFramePr>
        <p:xfrm>
          <a:off x="399451" y="1659383"/>
          <a:ext cx="6053974"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9">
                  <a:extLst>
                    <a:ext uri="{9D8B030D-6E8A-4147-A177-3AD203B41FA5}">
                      <a16:colId xmlns:a16="http://schemas.microsoft.com/office/drawing/2014/main" val="4170535043"/>
                    </a:ext>
                  </a:extLst>
                </a:gridCol>
                <a:gridCol w="405091">
                  <a:extLst>
                    <a:ext uri="{9D8B030D-6E8A-4147-A177-3AD203B41FA5}">
                      <a16:colId xmlns:a16="http://schemas.microsoft.com/office/drawing/2014/main" val="2079070694"/>
                    </a:ext>
                  </a:extLst>
                </a:gridCol>
                <a:gridCol w="405091">
                  <a:extLst>
                    <a:ext uri="{9D8B030D-6E8A-4147-A177-3AD203B41FA5}">
                      <a16:colId xmlns:a16="http://schemas.microsoft.com/office/drawing/2014/main" val="4213315911"/>
                    </a:ext>
                  </a:extLst>
                </a:gridCol>
                <a:gridCol w="405091">
                  <a:extLst>
                    <a:ext uri="{9D8B030D-6E8A-4147-A177-3AD203B41FA5}">
                      <a16:colId xmlns:a16="http://schemas.microsoft.com/office/drawing/2014/main" val="2769999950"/>
                    </a:ext>
                  </a:extLst>
                </a:gridCol>
                <a:gridCol w="405091">
                  <a:extLst>
                    <a:ext uri="{9D8B030D-6E8A-4147-A177-3AD203B41FA5}">
                      <a16:colId xmlns:a16="http://schemas.microsoft.com/office/drawing/2014/main" val="135637185"/>
                    </a:ext>
                  </a:extLst>
                </a:gridCol>
                <a:gridCol w="405091">
                  <a:extLst>
                    <a:ext uri="{9D8B030D-6E8A-4147-A177-3AD203B41FA5}">
                      <a16:colId xmlns:a16="http://schemas.microsoft.com/office/drawing/2014/main" val="3038050475"/>
                    </a:ext>
                  </a:extLst>
                </a:gridCol>
                <a:gridCol w="405091">
                  <a:extLst>
                    <a:ext uri="{9D8B030D-6E8A-4147-A177-3AD203B41FA5}">
                      <a16:colId xmlns:a16="http://schemas.microsoft.com/office/drawing/2014/main" val="1979433044"/>
                    </a:ext>
                  </a:extLst>
                </a:gridCol>
                <a:gridCol w="405091">
                  <a:extLst>
                    <a:ext uri="{9D8B030D-6E8A-4147-A177-3AD203B41FA5}">
                      <a16:colId xmlns:a16="http://schemas.microsoft.com/office/drawing/2014/main" val="4270661649"/>
                    </a:ext>
                  </a:extLst>
                </a:gridCol>
                <a:gridCol w="405091">
                  <a:extLst>
                    <a:ext uri="{9D8B030D-6E8A-4147-A177-3AD203B41FA5}">
                      <a16:colId xmlns:a16="http://schemas.microsoft.com/office/drawing/2014/main" val="3027041370"/>
                    </a:ext>
                  </a:extLst>
                </a:gridCol>
                <a:gridCol w="405091">
                  <a:extLst>
                    <a:ext uri="{9D8B030D-6E8A-4147-A177-3AD203B41FA5}">
                      <a16:colId xmlns:a16="http://schemas.microsoft.com/office/drawing/2014/main" val="2852526216"/>
                    </a:ext>
                  </a:extLst>
                </a:gridCol>
                <a:gridCol w="405091">
                  <a:extLst>
                    <a:ext uri="{9D8B030D-6E8A-4147-A177-3AD203B41FA5}">
                      <a16:colId xmlns:a16="http://schemas.microsoft.com/office/drawing/2014/main" val="103420222"/>
                    </a:ext>
                  </a:extLst>
                </a:gridCol>
                <a:gridCol w="405091">
                  <a:extLst>
                    <a:ext uri="{9D8B030D-6E8A-4147-A177-3AD203B41FA5}">
                      <a16:colId xmlns:a16="http://schemas.microsoft.com/office/drawing/2014/main" val="1470405609"/>
                    </a:ext>
                  </a:extLst>
                </a:gridCol>
                <a:gridCol w="4050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68E9DDFB-47F7-C07E-1177-27C87C9F252A}"/>
              </a:ext>
            </a:extLst>
          </p:cNvPr>
          <p:cNvSpPr txBox="1"/>
          <p:nvPr/>
        </p:nvSpPr>
        <p:spPr>
          <a:xfrm>
            <a:off x="399464" y="2039967"/>
            <a:ext cx="604769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a:t>
            </a:r>
          </a:p>
        </p:txBody>
      </p:sp>
      <p:graphicFrame>
        <p:nvGraphicFramePr>
          <p:cNvPr id="10" name="표 9">
            <a:extLst>
              <a:ext uri="{FF2B5EF4-FFF2-40B4-BE49-F238E27FC236}">
                <a16:creationId xmlns:a16="http://schemas.microsoft.com/office/drawing/2014/main" id="{AF7C902E-AC4F-0732-B626-52D908B90B7B}"/>
              </a:ext>
            </a:extLst>
          </p:cNvPr>
          <p:cNvGraphicFramePr>
            <a:graphicFrameLocks noGrp="1"/>
          </p:cNvGraphicFramePr>
          <p:nvPr>
            <p:extLst>
              <p:ext uri="{D42A27DB-BD31-4B8C-83A1-F6EECF244321}">
                <p14:modId xmlns:p14="http://schemas.microsoft.com/office/powerpoint/2010/main" val="217554195"/>
              </p:ext>
            </p:extLst>
          </p:nvPr>
        </p:nvGraphicFramePr>
        <p:xfrm>
          <a:off x="399459" y="2247901"/>
          <a:ext cx="6053960"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OFS_CH1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056DBF58-976D-60B3-7AEE-F239393A46C1}"/>
              </a:ext>
            </a:extLst>
          </p:cNvPr>
          <p:cNvSpPr txBox="1"/>
          <p:nvPr/>
        </p:nvSpPr>
        <p:spPr>
          <a:xfrm>
            <a:off x="399459" y="2625465"/>
            <a:ext cx="60559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a:t>
            </a:r>
          </a:p>
        </p:txBody>
      </p:sp>
      <p:graphicFrame>
        <p:nvGraphicFramePr>
          <p:cNvPr id="14" name="표 13">
            <a:extLst>
              <a:ext uri="{FF2B5EF4-FFF2-40B4-BE49-F238E27FC236}">
                <a16:creationId xmlns:a16="http://schemas.microsoft.com/office/drawing/2014/main" id="{E7DFF9F2-077D-E91C-AD10-FF1D2398B48E}"/>
              </a:ext>
            </a:extLst>
          </p:cNvPr>
          <p:cNvGraphicFramePr>
            <a:graphicFrameLocks noGrp="1"/>
          </p:cNvGraphicFramePr>
          <p:nvPr>
            <p:extLst>
              <p:ext uri="{D42A27DB-BD31-4B8C-83A1-F6EECF244321}">
                <p14:modId xmlns:p14="http://schemas.microsoft.com/office/powerpoint/2010/main" val="2533487452"/>
              </p:ext>
            </p:extLst>
          </p:nvPr>
        </p:nvGraphicFramePr>
        <p:xfrm>
          <a:off x="399451" y="2837947"/>
          <a:ext cx="6053961"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OFS_CH2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3C1EA5CE-5F70-B4B1-2166-000EE44C7C5C}"/>
              </a:ext>
            </a:extLst>
          </p:cNvPr>
          <p:cNvSpPr txBox="1"/>
          <p:nvPr/>
        </p:nvSpPr>
        <p:spPr>
          <a:xfrm>
            <a:off x="399451" y="3220060"/>
            <a:ext cx="604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OFS3</a:t>
            </a:r>
          </a:p>
        </p:txBody>
      </p:sp>
      <p:graphicFrame>
        <p:nvGraphicFramePr>
          <p:cNvPr id="16" name="표 15">
            <a:extLst>
              <a:ext uri="{FF2B5EF4-FFF2-40B4-BE49-F238E27FC236}">
                <a16:creationId xmlns:a16="http://schemas.microsoft.com/office/drawing/2014/main" id="{19E15B56-5B11-DFBF-074A-C702E8857F94}"/>
              </a:ext>
            </a:extLst>
          </p:cNvPr>
          <p:cNvGraphicFramePr>
            <a:graphicFrameLocks noGrp="1"/>
          </p:cNvGraphicFramePr>
          <p:nvPr>
            <p:extLst>
              <p:ext uri="{D42A27DB-BD31-4B8C-83A1-F6EECF244321}">
                <p14:modId xmlns:p14="http://schemas.microsoft.com/office/powerpoint/2010/main" val="59002412"/>
              </p:ext>
            </p:extLst>
          </p:nvPr>
        </p:nvGraphicFramePr>
        <p:xfrm>
          <a:off x="400333" y="3437090"/>
          <a:ext cx="6053096" cy="372600"/>
        </p:xfrm>
        <a:graphic>
          <a:graphicData uri="http://schemas.openxmlformats.org/drawingml/2006/table">
            <a:tbl>
              <a:tblPr firstRow="1" bandRow="1">
                <a:tableStyleId>{5C22544A-7EE6-4342-B048-85BDC9FD1C3A}</a:tableStyleId>
              </a:tblPr>
              <a:tblGrid>
                <a:gridCol w="351648">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3">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OFS_CH3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6F6F12C1-EAA3-4732-70F0-243E5B721C89}"/>
              </a:ext>
            </a:extLst>
          </p:cNvPr>
          <p:cNvSpPr txBox="1"/>
          <p:nvPr/>
        </p:nvSpPr>
        <p:spPr>
          <a:xfrm>
            <a:off x="393192" y="3817527"/>
            <a:ext cx="60621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OFS4</a:t>
            </a:r>
          </a:p>
        </p:txBody>
      </p:sp>
      <p:graphicFrame>
        <p:nvGraphicFramePr>
          <p:cNvPr id="18" name="표 17">
            <a:extLst>
              <a:ext uri="{FF2B5EF4-FFF2-40B4-BE49-F238E27FC236}">
                <a16:creationId xmlns:a16="http://schemas.microsoft.com/office/drawing/2014/main" id="{68D81338-BF04-4A29-E11C-919F5FACFA23}"/>
              </a:ext>
            </a:extLst>
          </p:cNvPr>
          <p:cNvGraphicFramePr>
            <a:graphicFrameLocks noGrp="1"/>
          </p:cNvGraphicFramePr>
          <p:nvPr>
            <p:extLst>
              <p:ext uri="{D42A27DB-BD31-4B8C-83A1-F6EECF244321}">
                <p14:modId xmlns:p14="http://schemas.microsoft.com/office/powerpoint/2010/main" val="261531492"/>
              </p:ext>
            </p:extLst>
          </p:nvPr>
        </p:nvGraphicFramePr>
        <p:xfrm>
          <a:off x="400333" y="4034557"/>
          <a:ext cx="6060911" cy="372600"/>
        </p:xfrm>
        <a:graphic>
          <a:graphicData uri="http://schemas.openxmlformats.org/drawingml/2006/table">
            <a:tbl>
              <a:tblPr firstRow="1" bandRow="1">
                <a:tableStyleId>{5C22544A-7EE6-4342-B048-85BDC9FD1C3A}</a:tableStyleId>
              </a:tblPr>
              <a:tblGrid>
                <a:gridCol w="352102">
                  <a:extLst>
                    <a:ext uri="{9D8B030D-6E8A-4147-A177-3AD203B41FA5}">
                      <a16:colId xmlns:a16="http://schemas.microsoft.com/office/drawing/2014/main" val="657570846"/>
                    </a:ext>
                  </a:extLst>
                </a:gridCol>
                <a:gridCol w="387150">
                  <a:extLst>
                    <a:ext uri="{9D8B030D-6E8A-4147-A177-3AD203B41FA5}">
                      <a16:colId xmlns:a16="http://schemas.microsoft.com/office/drawing/2014/main" val="3259894497"/>
                    </a:ext>
                  </a:extLst>
                </a:gridCol>
                <a:gridCol w="454999">
                  <a:extLst>
                    <a:ext uri="{9D8B030D-6E8A-4147-A177-3AD203B41FA5}">
                      <a16:colId xmlns:a16="http://schemas.microsoft.com/office/drawing/2014/main" val="4170535043"/>
                    </a:ext>
                  </a:extLst>
                </a:gridCol>
                <a:gridCol w="405555">
                  <a:extLst>
                    <a:ext uri="{9D8B030D-6E8A-4147-A177-3AD203B41FA5}">
                      <a16:colId xmlns:a16="http://schemas.microsoft.com/office/drawing/2014/main" val="2079070694"/>
                    </a:ext>
                  </a:extLst>
                </a:gridCol>
                <a:gridCol w="405555">
                  <a:extLst>
                    <a:ext uri="{9D8B030D-6E8A-4147-A177-3AD203B41FA5}">
                      <a16:colId xmlns:a16="http://schemas.microsoft.com/office/drawing/2014/main" val="4213315911"/>
                    </a:ext>
                  </a:extLst>
                </a:gridCol>
                <a:gridCol w="405555">
                  <a:extLst>
                    <a:ext uri="{9D8B030D-6E8A-4147-A177-3AD203B41FA5}">
                      <a16:colId xmlns:a16="http://schemas.microsoft.com/office/drawing/2014/main" val="2769999950"/>
                    </a:ext>
                  </a:extLst>
                </a:gridCol>
                <a:gridCol w="405555">
                  <a:extLst>
                    <a:ext uri="{9D8B030D-6E8A-4147-A177-3AD203B41FA5}">
                      <a16:colId xmlns:a16="http://schemas.microsoft.com/office/drawing/2014/main" val="135637185"/>
                    </a:ext>
                  </a:extLst>
                </a:gridCol>
                <a:gridCol w="405555">
                  <a:extLst>
                    <a:ext uri="{9D8B030D-6E8A-4147-A177-3AD203B41FA5}">
                      <a16:colId xmlns:a16="http://schemas.microsoft.com/office/drawing/2014/main" val="3038050475"/>
                    </a:ext>
                  </a:extLst>
                </a:gridCol>
                <a:gridCol w="405555">
                  <a:extLst>
                    <a:ext uri="{9D8B030D-6E8A-4147-A177-3AD203B41FA5}">
                      <a16:colId xmlns:a16="http://schemas.microsoft.com/office/drawing/2014/main" val="1979433044"/>
                    </a:ext>
                  </a:extLst>
                </a:gridCol>
                <a:gridCol w="405555">
                  <a:extLst>
                    <a:ext uri="{9D8B030D-6E8A-4147-A177-3AD203B41FA5}">
                      <a16:colId xmlns:a16="http://schemas.microsoft.com/office/drawing/2014/main" val="4270661649"/>
                    </a:ext>
                  </a:extLst>
                </a:gridCol>
                <a:gridCol w="405555">
                  <a:extLst>
                    <a:ext uri="{9D8B030D-6E8A-4147-A177-3AD203B41FA5}">
                      <a16:colId xmlns:a16="http://schemas.microsoft.com/office/drawing/2014/main" val="3027041370"/>
                    </a:ext>
                  </a:extLst>
                </a:gridCol>
                <a:gridCol w="405555">
                  <a:extLst>
                    <a:ext uri="{9D8B030D-6E8A-4147-A177-3AD203B41FA5}">
                      <a16:colId xmlns:a16="http://schemas.microsoft.com/office/drawing/2014/main" val="2852526216"/>
                    </a:ext>
                  </a:extLst>
                </a:gridCol>
                <a:gridCol w="405555">
                  <a:extLst>
                    <a:ext uri="{9D8B030D-6E8A-4147-A177-3AD203B41FA5}">
                      <a16:colId xmlns:a16="http://schemas.microsoft.com/office/drawing/2014/main" val="103420222"/>
                    </a:ext>
                  </a:extLst>
                </a:gridCol>
                <a:gridCol w="405555">
                  <a:extLst>
                    <a:ext uri="{9D8B030D-6E8A-4147-A177-3AD203B41FA5}">
                      <a16:colId xmlns:a16="http://schemas.microsoft.com/office/drawing/2014/main" val="1470405609"/>
                    </a:ext>
                  </a:extLst>
                </a:gridCol>
                <a:gridCol w="40555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OFS_CH4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71FB9508-CED9-4E7F-F0C6-90B5991FE5DE}"/>
              </a:ext>
            </a:extLst>
          </p:cNvPr>
          <p:cNvSpPr txBox="1"/>
          <p:nvPr/>
        </p:nvSpPr>
        <p:spPr>
          <a:xfrm>
            <a:off x="400332" y="4417849"/>
            <a:ext cx="606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OFS5</a:t>
            </a:r>
          </a:p>
        </p:txBody>
      </p:sp>
      <p:graphicFrame>
        <p:nvGraphicFramePr>
          <p:cNvPr id="20" name="표 19">
            <a:extLst>
              <a:ext uri="{FF2B5EF4-FFF2-40B4-BE49-F238E27FC236}">
                <a16:creationId xmlns:a16="http://schemas.microsoft.com/office/drawing/2014/main" id="{2DBC874F-3DCF-29AA-FE54-FDFC1068E4FD}"/>
              </a:ext>
            </a:extLst>
          </p:cNvPr>
          <p:cNvGraphicFramePr>
            <a:graphicFrameLocks noGrp="1"/>
          </p:cNvGraphicFramePr>
          <p:nvPr>
            <p:extLst>
              <p:ext uri="{D42A27DB-BD31-4B8C-83A1-F6EECF244321}">
                <p14:modId xmlns:p14="http://schemas.microsoft.com/office/powerpoint/2010/main" val="1745031022"/>
              </p:ext>
            </p:extLst>
          </p:nvPr>
        </p:nvGraphicFramePr>
        <p:xfrm>
          <a:off x="393192" y="4630332"/>
          <a:ext cx="6068053" cy="372600"/>
        </p:xfrm>
        <a:graphic>
          <a:graphicData uri="http://schemas.openxmlformats.org/drawingml/2006/table">
            <a:tbl>
              <a:tblPr firstRow="1" bandRow="1">
                <a:tableStyleId>{5C22544A-7EE6-4342-B048-85BDC9FD1C3A}</a:tableStyleId>
              </a:tblPr>
              <a:tblGrid>
                <a:gridCol w="352516">
                  <a:extLst>
                    <a:ext uri="{9D8B030D-6E8A-4147-A177-3AD203B41FA5}">
                      <a16:colId xmlns:a16="http://schemas.microsoft.com/office/drawing/2014/main" val="657570846"/>
                    </a:ext>
                  </a:extLst>
                </a:gridCol>
                <a:gridCol w="387606">
                  <a:extLst>
                    <a:ext uri="{9D8B030D-6E8A-4147-A177-3AD203B41FA5}">
                      <a16:colId xmlns:a16="http://schemas.microsoft.com/office/drawing/2014/main" val="3259894497"/>
                    </a:ext>
                  </a:extLst>
                </a:gridCol>
                <a:gridCol w="455535">
                  <a:extLst>
                    <a:ext uri="{9D8B030D-6E8A-4147-A177-3AD203B41FA5}">
                      <a16:colId xmlns:a16="http://schemas.microsoft.com/office/drawing/2014/main" val="4170535043"/>
                    </a:ext>
                  </a:extLst>
                </a:gridCol>
                <a:gridCol w="406033">
                  <a:extLst>
                    <a:ext uri="{9D8B030D-6E8A-4147-A177-3AD203B41FA5}">
                      <a16:colId xmlns:a16="http://schemas.microsoft.com/office/drawing/2014/main" val="2079070694"/>
                    </a:ext>
                  </a:extLst>
                </a:gridCol>
                <a:gridCol w="406033">
                  <a:extLst>
                    <a:ext uri="{9D8B030D-6E8A-4147-A177-3AD203B41FA5}">
                      <a16:colId xmlns:a16="http://schemas.microsoft.com/office/drawing/2014/main" val="4213315911"/>
                    </a:ext>
                  </a:extLst>
                </a:gridCol>
                <a:gridCol w="406033">
                  <a:extLst>
                    <a:ext uri="{9D8B030D-6E8A-4147-A177-3AD203B41FA5}">
                      <a16:colId xmlns:a16="http://schemas.microsoft.com/office/drawing/2014/main" val="2769999950"/>
                    </a:ext>
                  </a:extLst>
                </a:gridCol>
                <a:gridCol w="406033">
                  <a:extLst>
                    <a:ext uri="{9D8B030D-6E8A-4147-A177-3AD203B41FA5}">
                      <a16:colId xmlns:a16="http://schemas.microsoft.com/office/drawing/2014/main" val="135637185"/>
                    </a:ext>
                  </a:extLst>
                </a:gridCol>
                <a:gridCol w="406033">
                  <a:extLst>
                    <a:ext uri="{9D8B030D-6E8A-4147-A177-3AD203B41FA5}">
                      <a16:colId xmlns:a16="http://schemas.microsoft.com/office/drawing/2014/main" val="3038050475"/>
                    </a:ext>
                  </a:extLst>
                </a:gridCol>
                <a:gridCol w="406033">
                  <a:extLst>
                    <a:ext uri="{9D8B030D-6E8A-4147-A177-3AD203B41FA5}">
                      <a16:colId xmlns:a16="http://schemas.microsoft.com/office/drawing/2014/main" val="1979433044"/>
                    </a:ext>
                  </a:extLst>
                </a:gridCol>
                <a:gridCol w="406033">
                  <a:extLst>
                    <a:ext uri="{9D8B030D-6E8A-4147-A177-3AD203B41FA5}">
                      <a16:colId xmlns:a16="http://schemas.microsoft.com/office/drawing/2014/main" val="4270661649"/>
                    </a:ext>
                  </a:extLst>
                </a:gridCol>
                <a:gridCol w="406033">
                  <a:extLst>
                    <a:ext uri="{9D8B030D-6E8A-4147-A177-3AD203B41FA5}">
                      <a16:colId xmlns:a16="http://schemas.microsoft.com/office/drawing/2014/main" val="3027041370"/>
                    </a:ext>
                  </a:extLst>
                </a:gridCol>
                <a:gridCol w="406033">
                  <a:extLst>
                    <a:ext uri="{9D8B030D-6E8A-4147-A177-3AD203B41FA5}">
                      <a16:colId xmlns:a16="http://schemas.microsoft.com/office/drawing/2014/main" val="2852526216"/>
                    </a:ext>
                  </a:extLst>
                </a:gridCol>
                <a:gridCol w="406033">
                  <a:extLst>
                    <a:ext uri="{9D8B030D-6E8A-4147-A177-3AD203B41FA5}">
                      <a16:colId xmlns:a16="http://schemas.microsoft.com/office/drawing/2014/main" val="103420222"/>
                    </a:ext>
                  </a:extLst>
                </a:gridCol>
                <a:gridCol w="406033">
                  <a:extLst>
                    <a:ext uri="{9D8B030D-6E8A-4147-A177-3AD203B41FA5}">
                      <a16:colId xmlns:a16="http://schemas.microsoft.com/office/drawing/2014/main" val="1470405609"/>
                    </a:ext>
                  </a:extLst>
                </a:gridCol>
                <a:gridCol w="4060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OFS_CH5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2BEB7009-4B39-5F7D-87CF-276FD85EF98A}"/>
              </a:ext>
            </a:extLst>
          </p:cNvPr>
          <p:cNvSpPr txBox="1"/>
          <p:nvPr/>
        </p:nvSpPr>
        <p:spPr>
          <a:xfrm>
            <a:off x="393191" y="5012067"/>
            <a:ext cx="606805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OFS6</a:t>
            </a:r>
          </a:p>
        </p:txBody>
      </p:sp>
      <p:graphicFrame>
        <p:nvGraphicFramePr>
          <p:cNvPr id="24" name="표 23">
            <a:extLst>
              <a:ext uri="{FF2B5EF4-FFF2-40B4-BE49-F238E27FC236}">
                <a16:creationId xmlns:a16="http://schemas.microsoft.com/office/drawing/2014/main" id="{1EA1193E-648E-028B-C21C-7BFAB9AF5B03}"/>
              </a:ext>
            </a:extLst>
          </p:cNvPr>
          <p:cNvGraphicFramePr>
            <a:graphicFrameLocks noGrp="1"/>
          </p:cNvGraphicFramePr>
          <p:nvPr>
            <p:extLst>
              <p:ext uri="{D42A27DB-BD31-4B8C-83A1-F6EECF244321}">
                <p14:modId xmlns:p14="http://schemas.microsoft.com/office/powerpoint/2010/main" val="667481758"/>
              </p:ext>
            </p:extLst>
          </p:nvPr>
        </p:nvGraphicFramePr>
        <p:xfrm>
          <a:off x="393191" y="5229097"/>
          <a:ext cx="6068053" cy="372600"/>
        </p:xfrm>
        <a:graphic>
          <a:graphicData uri="http://schemas.openxmlformats.org/drawingml/2006/table">
            <a:tbl>
              <a:tblPr firstRow="1" bandRow="1">
                <a:tableStyleId>{5C22544A-7EE6-4342-B048-85BDC9FD1C3A}</a:tableStyleId>
              </a:tblPr>
              <a:tblGrid>
                <a:gridCol w="352516">
                  <a:extLst>
                    <a:ext uri="{9D8B030D-6E8A-4147-A177-3AD203B41FA5}">
                      <a16:colId xmlns:a16="http://schemas.microsoft.com/office/drawing/2014/main" val="657570846"/>
                    </a:ext>
                  </a:extLst>
                </a:gridCol>
                <a:gridCol w="387606">
                  <a:extLst>
                    <a:ext uri="{9D8B030D-6E8A-4147-A177-3AD203B41FA5}">
                      <a16:colId xmlns:a16="http://schemas.microsoft.com/office/drawing/2014/main" val="3259894497"/>
                    </a:ext>
                  </a:extLst>
                </a:gridCol>
                <a:gridCol w="455535">
                  <a:extLst>
                    <a:ext uri="{9D8B030D-6E8A-4147-A177-3AD203B41FA5}">
                      <a16:colId xmlns:a16="http://schemas.microsoft.com/office/drawing/2014/main" val="4170535043"/>
                    </a:ext>
                  </a:extLst>
                </a:gridCol>
                <a:gridCol w="406033">
                  <a:extLst>
                    <a:ext uri="{9D8B030D-6E8A-4147-A177-3AD203B41FA5}">
                      <a16:colId xmlns:a16="http://schemas.microsoft.com/office/drawing/2014/main" val="2079070694"/>
                    </a:ext>
                  </a:extLst>
                </a:gridCol>
                <a:gridCol w="406033">
                  <a:extLst>
                    <a:ext uri="{9D8B030D-6E8A-4147-A177-3AD203B41FA5}">
                      <a16:colId xmlns:a16="http://schemas.microsoft.com/office/drawing/2014/main" val="4213315911"/>
                    </a:ext>
                  </a:extLst>
                </a:gridCol>
                <a:gridCol w="406033">
                  <a:extLst>
                    <a:ext uri="{9D8B030D-6E8A-4147-A177-3AD203B41FA5}">
                      <a16:colId xmlns:a16="http://schemas.microsoft.com/office/drawing/2014/main" val="2769999950"/>
                    </a:ext>
                  </a:extLst>
                </a:gridCol>
                <a:gridCol w="406033">
                  <a:extLst>
                    <a:ext uri="{9D8B030D-6E8A-4147-A177-3AD203B41FA5}">
                      <a16:colId xmlns:a16="http://schemas.microsoft.com/office/drawing/2014/main" val="135637185"/>
                    </a:ext>
                  </a:extLst>
                </a:gridCol>
                <a:gridCol w="406033">
                  <a:extLst>
                    <a:ext uri="{9D8B030D-6E8A-4147-A177-3AD203B41FA5}">
                      <a16:colId xmlns:a16="http://schemas.microsoft.com/office/drawing/2014/main" val="3038050475"/>
                    </a:ext>
                  </a:extLst>
                </a:gridCol>
                <a:gridCol w="406033">
                  <a:extLst>
                    <a:ext uri="{9D8B030D-6E8A-4147-A177-3AD203B41FA5}">
                      <a16:colId xmlns:a16="http://schemas.microsoft.com/office/drawing/2014/main" val="1979433044"/>
                    </a:ext>
                  </a:extLst>
                </a:gridCol>
                <a:gridCol w="406033">
                  <a:extLst>
                    <a:ext uri="{9D8B030D-6E8A-4147-A177-3AD203B41FA5}">
                      <a16:colId xmlns:a16="http://schemas.microsoft.com/office/drawing/2014/main" val="4270661649"/>
                    </a:ext>
                  </a:extLst>
                </a:gridCol>
                <a:gridCol w="406033">
                  <a:extLst>
                    <a:ext uri="{9D8B030D-6E8A-4147-A177-3AD203B41FA5}">
                      <a16:colId xmlns:a16="http://schemas.microsoft.com/office/drawing/2014/main" val="3027041370"/>
                    </a:ext>
                  </a:extLst>
                </a:gridCol>
                <a:gridCol w="406033">
                  <a:extLst>
                    <a:ext uri="{9D8B030D-6E8A-4147-A177-3AD203B41FA5}">
                      <a16:colId xmlns:a16="http://schemas.microsoft.com/office/drawing/2014/main" val="2852526216"/>
                    </a:ext>
                  </a:extLst>
                </a:gridCol>
                <a:gridCol w="406033">
                  <a:extLst>
                    <a:ext uri="{9D8B030D-6E8A-4147-A177-3AD203B41FA5}">
                      <a16:colId xmlns:a16="http://schemas.microsoft.com/office/drawing/2014/main" val="103420222"/>
                    </a:ext>
                  </a:extLst>
                </a:gridCol>
                <a:gridCol w="406033">
                  <a:extLst>
                    <a:ext uri="{9D8B030D-6E8A-4147-A177-3AD203B41FA5}">
                      <a16:colId xmlns:a16="http://schemas.microsoft.com/office/drawing/2014/main" val="1470405609"/>
                    </a:ext>
                  </a:extLst>
                </a:gridCol>
                <a:gridCol w="4060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OFS_CH6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1D7A91A1-52B5-813A-F9DB-5F303C231B3A}"/>
              </a:ext>
            </a:extLst>
          </p:cNvPr>
          <p:cNvSpPr txBox="1"/>
          <p:nvPr/>
        </p:nvSpPr>
        <p:spPr>
          <a:xfrm>
            <a:off x="393191" y="5614391"/>
            <a:ext cx="60602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OFS7</a:t>
            </a:r>
          </a:p>
        </p:txBody>
      </p:sp>
      <p:graphicFrame>
        <p:nvGraphicFramePr>
          <p:cNvPr id="27" name="표 26">
            <a:extLst>
              <a:ext uri="{FF2B5EF4-FFF2-40B4-BE49-F238E27FC236}">
                <a16:creationId xmlns:a16="http://schemas.microsoft.com/office/drawing/2014/main" id="{5D6C0E93-B97F-17EC-CEAF-37E5065DC49D}"/>
              </a:ext>
            </a:extLst>
          </p:cNvPr>
          <p:cNvGraphicFramePr>
            <a:graphicFrameLocks noGrp="1"/>
          </p:cNvGraphicFramePr>
          <p:nvPr>
            <p:extLst>
              <p:ext uri="{D42A27DB-BD31-4B8C-83A1-F6EECF244321}">
                <p14:modId xmlns:p14="http://schemas.microsoft.com/office/powerpoint/2010/main" val="804356832"/>
              </p:ext>
            </p:extLst>
          </p:nvPr>
        </p:nvGraphicFramePr>
        <p:xfrm>
          <a:off x="383073" y="5831421"/>
          <a:ext cx="6078172" cy="372600"/>
        </p:xfrm>
        <a:graphic>
          <a:graphicData uri="http://schemas.openxmlformats.org/drawingml/2006/table">
            <a:tbl>
              <a:tblPr firstRow="1" bandRow="1">
                <a:tableStyleId>{5C22544A-7EE6-4342-B048-85BDC9FD1C3A}</a:tableStyleId>
              </a:tblPr>
              <a:tblGrid>
                <a:gridCol w="353104">
                  <a:extLst>
                    <a:ext uri="{9D8B030D-6E8A-4147-A177-3AD203B41FA5}">
                      <a16:colId xmlns:a16="http://schemas.microsoft.com/office/drawing/2014/main" val="657570846"/>
                    </a:ext>
                  </a:extLst>
                </a:gridCol>
                <a:gridCol w="388253">
                  <a:extLst>
                    <a:ext uri="{9D8B030D-6E8A-4147-A177-3AD203B41FA5}">
                      <a16:colId xmlns:a16="http://schemas.microsoft.com/office/drawing/2014/main" val="3259894497"/>
                    </a:ext>
                  </a:extLst>
                </a:gridCol>
                <a:gridCol w="456295">
                  <a:extLst>
                    <a:ext uri="{9D8B030D-6E8A-4147-A177-3AD203B41FA5}">
                      <a16:colId xmlns:a16="http://schemas.microsoft.com/office/drawing/2014/main" val="4170535043"/>
                    </a:ext>
                  </a:extLst>
                </a:gridCol>
                <a:gridCol w="406710">
                  <a:extLst>
                    <a:ext uri="{9D8B030D-6E8A-4147-A177-3AD203B41FA5}">
                      <a16:colId xmlns:a16="http://schemas.microsoft.com/office/drawing/2014/main" val="2079070694"/>
                    </a:ext>
                  </a:extLst>
                </a:gridCol>
                <a:gridCol w="406710">
                  <a:extLst>
                    <a:ext uri="{9D8B030D-6E8A-4147-A177-3AD203B41FA5}">
                      <a16:colId xmlns:a16="http://schemas.microsoft.com/office/drawing/2014/main" val="4213315911"/>
                    </a:ext>
                  </a:extLst>
                </a:gridCol>
                <a:gridCol w="406710">
                  <a:extLst>
                    <a:ext uri="{9D8B030D-6E8A-4147-A177-3AD203B41FA5}">
                      <a16:colId xmlns:a16="http://schemas.microsoft.com/office/drawing/2014/main" val="2769999950"/>
                    </a:ext>
                  </a:extLst>
                </a:gridCol>
                <a:gridCol w="406710">
                  <a:extLst>
                    <a:ext uri="{9D8B030D-6E8A-4147-A177-3AD203B41FA5}">
                      <a16:colId xmlns:a16="http://schemas.microsoft.com/office/drawing/2014/main" val="135637185"/>
                    </a:ext>
                  </a:extLst>
                </a:gridCol>
                <a:gridCol w="406710">
                  <a:extLst>
                    <a:ext uri="{9D8B030D-6E8A-4147-A177-3AD203B41FA5}">
                      <a16:colId xmlns:a16="http://schemas.microsoft.com/office/drawing/2014/main" val="3038050475"/>
                    </a:ext>
                  </a:extLst>
                </a:gridCol>
                <a:gridCol w="406710">
                  <a:extLst>
                    <a:ext uri="{9D8B030D-6E8A-4147-A177-3AD203B41FA5}">
                      <a16:colId xmlns:a16="http://schemas.microsoft.com/office/drawing/2014/main" val="1979433044"/>
                    </a:ext>
                  </a:extLst>
                </a:gridCol>
                <a:gridCol w="406710">
                  <a:extLst>
                    <a:ext uri="{9D8B030D-6E8A-4147-A177-3AD203B41FA5}">
                      <a16:colId xmlns:a16="http://schemas.microsoft.com/office/drawing/2014/main" val="4270661649"/>
                    </a:ext>
                  </a:extLst>
                </a:gridCol>
                <a:gridCol w="406710">
                  <a:extLst>
                    <a:ext uri="{9D8B030D-6E8A-4147-A177-3AD203B41FA5}">
                      <a16:colId xmlns:a16="http://schemas.microsoft.com/office/drawing/2014/main" val="3027041370"/>
                    </a:ext>
                  </a:extLst>
                </a:gridCol>
                <a:gridCol w="406710">
                  <a:extLst>
                    <a:ext uri="{9D8B030D-6E8A-4147-A177-3AD203B41FA5}">
                      <a16:colId xmlns:a16="http://schemas.microsoft.com/office/drawing/2014/main" val="2852526216"/>
                    </a:ext>
                  </a:extLst>
                </a:gridCol>
                <a:gridCol w="406710">
                  <a:extLst>
                    <a:ext uri="{9D8B030D-6E8A-4147-A177-3AD203B41FA5}">
                      <a16:colId xmlns:a16="http://schemas.microsoft.com/office/drawing/2014/main" val="103420222"/>
                    </a:ext>
                  </a:extLst>
                </a:gridCol>
                <a:gridCol w="406710">
                  <a:extLst>
                    <a:ext uri="{9D8B030D-6E8A-4147-A177-3AD203B41FA5}">
                      <a16:colId xmlns:a16="http://schemas.microsoft.com/office/drawing/2014/main" val="1470405609"/>
                    </a:ext>
                  </a:extLst>
                </a:gridCol>
                <a:gridCol w="40671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OFS_CH7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F3BD79CA-1EFA-B438-BB96-D7ED03A7A06C}"/>
              </a:ext>
            </a:extLst>
          </p:cNvPr>
          <p:cNvSpPr txBox="1"/>
          <p:nvPr/>
        </p:nvSpPr>
        <p:spPr>
          <a:xfrm>
            <a:off x="383072" y="6207919"/>
            <a:ext cx="607817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OFS8</a:t>
            </a:r>
          </a:p>
        </p:txBody>
      </p:sp>
      <p:graphicFrame>
        <p:nvGraphicFramePr>
          <p:cNvPr id="29" name="표 28">
            <a:extLst>
              <a:ext uri="{FF2B5EF4-FFF2-40B4-BE49-F238E27FC236}">
                <a16:creationId xmlns:a16="http://schemas.microsoft.com/office/drawing/2014/main" id="{F6A5299B-72E4-3626-7330-745C0E3904E3}"/>
              </a:ext>
            </a:extLst>
          </p:cNvPr>
          <p:cNvGraphicFramePr>
            <a:graphicFrameLocks noGrp="1"/>
          </p:cNvGraphicFramePr>
          <p:nvPr>
            <p:extLst>
              <p:ext uri="{D42A27DB-BD31-4B8C-83A1-F6EECF244321}">
                <p14:modId xmlns:p14="http://schemas.microsoft.com/office/powerpoint/2010/main" val="2897632983"/>
              </p:ext>
            </p:extLst>
          </p:nvPr>
        </p:nvGraphicFramePr>
        <p:xfrm>
          <a:off x="383071" y="6424952"/>
          <a:ext cx="6070340" cy="372600"/>
        </p:xfrm>
        <a:graphic>
          <a:graphicData uri="http://schemas.openxmlformats.org/drawingml/2006/table">
            <a:tbl>
              <a:tblPr firstRow="1" bandRow="1">
                <a:tableStyleId>{5C22544A-7EE6-4342-B048-85BDC9FD1C3A}</a:tableStyleId>
              </a:tblPr>
              <a:tblGrid>
                <a:gridCol w="352649">
                  <a:extLst>
                    <a:ext uri="{9D8B030D-6E8A-4147-A177-3AD203B41FA5}">
                      <a16:colId xmlns:a16="http://schemas.microsoft.com/office/drawing/2014/main" val="657570846"/>
                    </a:ext>
                  </a:extLst>
                </a:gridCol>
                <a:gridCol w="387752">
                  <a:extLst>
                    <a:ext uri="{9D8B030D-6E8A-4147-A177-3AD203B41FA5}">
                      <a16:colId xmlns:a16="http://schemas.microsoft.com/office/drawing/2014/main" val="3259894497"/>
                    </a:ext>
                  </a:extLst>
                </a:gridCol>
                <a:gridCol w="455707">
                  <a:extLst>
                    <a:ext uri="{9D8B030D-6E8A-4147-A177-3AD203B41FA5}">
                      <a16:colId xmlns:a16="http://schemas.microsoft.com/office/drawing/2014/main" val="4170535043"/>
                    </a:ext>
                  </a:extLst>
                </a:gridCol>
                <a:gridCol w="406186">
                  <a:extLst>
                    <a:ext uri="{9D8B030D-6E8A-4147-A177-3AD203B41FA5}">
                      <a16:colId xmlns:a16="http://schemas.microsoft.com/office/drawing/2014/main" val="2079070694"/>
                    </a:ext>
                  </a:extLst>
                </a:gridCol>
                <a:gridCol w="406186">
                  <a:extLst>
                    <a:ext uri="{9D8B030D-6E8A-4147-A177-3AD203B41FA5}">
                      <a16:colId xmlns:a16="http://schemas.microsoft.com/office/drawing/2014/main" val="4213315911"/>
                    </a:ext>
                  </a:extLst>
                </a:gridCol>
                <a:gridCol w="406186">
                  <a:extLst>
                    <a:ext uri="{9D8B030D-6E8A-4147-A177-3AD203B41FA5}">
                      <a16:colId xmlns:a16="http://schemas.microsoft.com/office/drawing/2014/main" val="2769999950"/>
                    </a:ext>
                  </a:extLst>
                </a:gridCol>
                <a:gridCol w="406186">
                  <a:extLst>
                    <a:ext uri="{9D8B030D-6E8A-4147-A177-3AD203B41FA5}">
                      <a16:colId xmlns:a16="http://schemas.microsoft.com/office/drawing/2014/main" val="135637185"/>
                    </a:ext>
                  </a:extLst>
                </a:gridCol>
                <a:gridCol w="406186">
                  <a:extLst>
                    <a:ext uri="{9D8B030D-6E8A-4147-A177-3AD203B41FA5}">
                      <a16:colId xmlns:a16="http://schemas.microsoft.com/office/drawing/2014/main" val="3038050475"/>
                    </a:ext>
                  </a:extLst>
                </a:gridCol>
                <a:gridCol w="406186">
                  <a:extLst>
                    <a:ext uri="{9D8B030D-6E8A-4147-A177-3AD203B41FA5}">
                      <a16:colId xmlns:a16="http://schemas.microsoft.com/office/drawing/2014/main" val="1979433044"/>
                    </a:ext>
                  </a:extLst>
                </a:gridCol>
                <a:gridCol w="406186">
                  <a:extLst>
                    <a:ext uri="{9D8B030D-6E8A-4147-A177-3AD203B41FA5}">
                      <a16:colId xmlns:a16="http://schemas.microsoft.com/office/drawing/2014/main" val="4270661649"/>
                    </a:ext>
                  </a:extLst>
                </a:gridCol>
                <a:gridCol w="406186">
                  <a:extLst>
                    <a:ext uri="{9D8B030D-6E8A-4147-A177-3AD203B41FA5}">
                      <a16:colId xmlns:a16="http://schemas.microsoft.com/office/drawing/2014/main" val="3027041370"/>
                    </a:ext>
                  </a:extLst>
                </a:gridCol>
                <a:gridCol w="406186">
                  <a:extLst>
                    <a:ext uri="{9D8B030D-6E8A-4147-A177-3AD203B41FA5}">
                      <a16:colId xmlns:a16="http://schemas.microsoft.com/office/drawing/2014/main" val="2852526216"/>
                    </a:ext>
                  </a:extLst>
                </a:gridCol>
                <a:gridCol w="406186">
                  <a:extLst>
                    <a:ext uri="{9D8B030D-6E8A-4147-A177-3AD203B41FA5}">
                      <a16:colId xmlns:a16="http://schemas.microsoft.com/office/drawing/2014/main" val="103420222"/>
                    </a:ext>
                  </a:extLst>
                </a:gridCol>
                <a:gridCol w="406186">
                  <a:extLst>
                    <a:ext uri="{9D8B030D-6E8A-4147-A177-3AD203B41FA5}">
                      <a16:colId xmlns:a16="http://schemas.microsoft.com/office/drawing/2014/main" val="1470405609"/>
                    </a:ext>
                  </a:extLst>
                </a:gridCol>
                <a:gridCol w="4061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OFS_CH8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0" name="TextBox 29">
            <a:extLst>
              <a:ext uri="{FF2B5EF4-FFF2-40B4-BE49-F238E27FC236}">
                <a16:creationId xmlns:a16="http://schemas.microsoft.com/office/drawing/2014/main" id="{F6F30D39-7638-4F57-8EB2-473724419701}"/>
              </a:ext>
            </a:extLst>
          </p:cNvPr>
          <p:cNvSpPr txBox="1"/>
          <p:nvPr/>
        </p:nvSpPr>
        <p:spPr>
          <a:xfrm>
            <a:off x="383071" y="6801187"/>
            <a:ext cx="60781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OFS9</a:t>
            </a:r>
          </a:p>
        </p:txBody>
      </p:sp>
      <p:graphicFrame>
        <p:nvGraphicFramePr>
          <p:cNvPr id="31" name="표 30">
            <a:extLst>
              <a:ext uri="{FF2B5EF4-FFF2-40B4-BE49-F238E27FC236}">
                <a16:creationId xmlns:a16="http://schemas.microsoft.com/office/drawing/2014/main" id="{39D41E1C-CFC2-4581-418E-F4BDB58C83C5}"/>
              </a:ext>
            </a:extLst>
          </p:cNvPr>
          <p:cNvGraphicFramePr>
            <a:graphicFrameLocks noGrp="1"/>
          </p:cNvGraphicFramePr>
          <p:nvPr>
            <p:extLst>
              <p:ext uri="{D42A27DB-BD31-4B8C-83A1-F6EECF244321}">
                <p14:modId xmlns:p14="http://schemas.microsoft.com/office/powerpoint/2010/main" val="1224208536"/>
              </p:ext>
            </p:extLst>
          </p:nvPr>
        </p:nvGraphicFramePr>
        <p:xfrm>
          <a:off x="383070" y="7018435"/>
          <a:ext cx="6070341" cy="372600"/>
        </p:xfrm>
        <a:graphic>
          <a:graphicData uri="http://schemas.openxmlformats.org/drawingml/2006/table">
            <a:tbl>
              <a:tblPr firstRow="1" bandRow="1">
                <a:tableStyleId>{5C22544A-7EE6-4342-B048-85BDC9FD1C3A}</a:tableStyleId>
              </a:tblPr>
              <a:tblGrid>
                <a:gridCol w="352649">
                  <a:extLst>
                    <a:ext uri="{9D8B030D-6E8A-4147-A177-3AD203B41FA5}">
                      <a16:colId xmlns:a16="http://schemas.microsoft.com/office/drawing/2014/main" val="657570846"/>
                    </a:ext>
                  </a:extLst>
                </a:gridCol>
                <a:gridCol w="387753">
                  <a:extLst>
                    <a:ext uri="{9D8B030D-6E8A-4147-A177-3AD203B41FA5}">
                      <a16:colId xmlns:a16="http://schemas.microsoft.com/office/drawing/2014/main" val="3259894497"/>
                    </a:ext>
                  </a:extLst>
                </a:gridCol>
                <a:gridCol w="455707">
                  <a:extLst>
                    <a:ext uri="{9D8B030D-6E8A-4147-A177-3AD203B41FA5}">
                      <a16:colId xmlns:a16="http://schemas.microsoft.com/office/drawing/2014/main" val="4170535043"/>
                    </a:ext>
                  </a:extLst>
                </a:gridCol>
                <a:gridCol w="406186">
                  <a:extLst>
                    <a:ext uri="{9D8B030D-6E8A-4147-A177-3AD203B41FA5}">
                      <a16:colId xmlns:a16="http://schemas.microsoft.com/office/drawing/2014/main" val="2079070694"/>
                    </a:ext>
                  </a:extLst>
                </a:gridCol>
                <a:gridCol w="406186">
                  <a:extLst>
                    <a:ext uri="{9D8B030D-6E8A-4147-A177-3AD203B41FA5}">
                      <a16:colId xmlns:a16="http://schemas.microsoft.com/office/drawing/2014/main" val="4213315911"/>
                    </a:ext>
                  </a:extLst>
                </a:gridCol>
                <a:gridCol w="406186">
                  <a:extLst>
                    <a:ext uri="{9D8B030D-6E8A-4147-A177-3AD203B41FA5}">
                      <a16:colId xmlns:a16="http://schemas.microsoft.com/office/drawing/2014/main" val="2769999950"/>
                    </a:ext>
                  </a:extLst>
                </a:gridCol>
                <a:gridCol w="406186">
                  <a:extLst>
                    <a:ext uri="{9D8B030D-6E8A-4147-A177-3AD203B41FA5}">
                      <a16:colId xmlns:a16="http://schemas.microsoft.com/office/drawing/2014/main" val="135637185"/>
                    </a:ext>
                  </a:extLst>
                </a:gridCol>
                <a:gridCol w="406186">
                  <a:extLst>
                    <a:ext uri="{9D8B030D-6E8A-4147-A177-3AD203B41FA5}">
                      <a16:colId xmlns:a16="http://schemas.microsoft.com/office/drawing/2014/main" val="3038050475"/>
                    </a:ext>
                  </a:extLst>
                </a:gridCol>
                <a:gridCol w="406186">
                  <a:extLst>
                    <a:ext uri="{9D8B030D-6E8A-4147-A177-3AD203B41FA5}">
                      <a16:colId xmlns:a16="http://schemas.microsoft.com/office/drawing/2014/main" val="1979433044"/>
                    </a:ext>
                  </a:extLst>
                </a:gridCol>
                <a:gridCol w="406186">
                  <a:extLst>
                    <a:ext uri="{9D8B030D-6E8A-4147-A177-3AD203B41FA5}">
                      <a16:colId xmlns:a16="http://schemas.microsoft.com/office/drawing/2014/main" val="4270661649"/>
                    </a:ext>
                  </a:extLst>
                </a:gridCol>
                <a:gridCol w="406186">
                  <a:extLst>
                    <a:ext uri="{9D8B030D-6E8A-4147-A177-3AD203B41FA5}">
                      <a16:colId xmlns:a16="http://schemas.microsoft.com/office/drawing/2014/main" val="3027041370"/>
                    </a:ext>
                  </a:extLst>
                </a:gridCol>
                <a:gridCol w="406186">
                  <a:extLst>
                    <a:ext uri="{9D8B030D-6E8A-4147-A177-3AD203B41FA5}">
                      <a16:colId xmlns:a16="http://schemas.microsoft.com/office/drawing/2014/main" val="2852526216"/>
                    </a:ext>
                  </a:extLst>
                </a:gridCol>
                <a:gridCol w="406186">
                  <a:extLst>
                    <a:ext uri="{9D8B030D-6E8A-4147-A177-3AD203B41FA5}">
                      <a16:colId xmlns:a16="http://schemas.microsoft.com/office/drawing/2014/main" val="103420222"/>
                    </a:ext>
                  </a:extLst>
                </a:gridCol>
                <a:gridCol w="406186">
                  <a:extLst>
                    <a:ext uri="{9D8B030D-6E8A-4147-A177-3AD203B41FA5}">
                      <a16:colId xmlns:a16="http://schemas.microsoft.com/office/drawing/2014/main" val="1470405609"/>
                    </a:ext>
                  </a:extLst>
                </a:gridCol>
                <a:gridCol w="4061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OFS_CH9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2" name="TextBox 31">
            <a:extLst>
              <a:ext uri="{FF2B5EF4-FFF2-40B4-BE49-F238E27FC236}">
                <a16:creationId xmlns:a16="http://schemas.microsoft.com/office/drawing/2014/main" id="{89A6DD31-2568-CFCA-F408-DE9FBF9D5D05}"/>
              </a:ext>
            </a:extLst>
          </p:cNvPr>
          <p:cNvSpPr txBox="1"/>
          <p:nvPr/>
        </p:nvSpPr>
        <p:spPr>
          <a:xfrm>
            <a:off x="404812" y="7399223"/>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OFS10</a:t>
            </a:r>
          </a:p>
        </p:txBody>
      </p:sp>
      <p:graphicFrame>
        <p:nvGraphicFramePr>
          <p:cNvPr id="33" name="표 32">
            <a:extLst>
              <a:ext uri="{FF2B5EF4-FFF2-40B4-BE49-F238E27FC236}">
                <a16:creationId xmlns:a16="http://schemas.microsoft.com/office/drawing/2014/main" id="{AFBA5423-1DDB-0F36-B1F2-649AC6C59BEB}"/>
              </a:ext>
            </a:extLst>
          </p:cNvPr>
          <p:cNvGraphicFramePr>
            <a:graphicFrameLocks noGrp="1"/>
          </p:cNvGraphicFramePr>
          <p:nvPr>
            <p:extLst>
              <p:ext uri="{D42A27DB-BD31-4B8C-83A1-F6EECF244321}">
                <p14:modId xmlns:p14="http://schemas.microsoft.com/office/powerpoint/2010/main" val="4078698626"/>
              </p:ext>
            </p:extLst>
          </p:nvPr>
        </p:nvGraphicFramePr>
        <p:xfrm>
          <a:off x="404811" y="7611704"/>
          <a:ext cx="6048626"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6">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OFS_CH10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4" name="TextBox 33">
            <a:extLst>
              <a:ext uri="{FF2B5EF4-FFF2-40B4-BE49-F238E27FC236}">
                <a16:creationId xmlns:a16="http://schemas.microsoft.com/office/drawing/2014/main" id="{9C7C29B5-1B9C-CF81-15A6-E8D6DC1F4630}"/>
              </a:ext>
            </a:extLst>
          </p:cNvPr>
          <p:cNvSpPr txBox="1"/>
          <p:nvPr/>
        </p:nvSpPr>
        <p:spPr>
          <a:xfrm>
            <a:off x="404805" y="7996858"/>
            <a:ext cx="604862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OFS11</a:t>
            </a:r>
          </a:p>
        </p:txBody>
      </p:sp>
      <p:graphicFrame>
        <p:nvGraphicFramePr>
          <p:cNvPr id="35" name="표 34">
            <a:extLst>
              <a:ext uri="{FF2B5EF4-FFF2-40B4-BE49-F238E27FC236}">
                <a16:creationId xmlns:a16="http://schemas.microsoft.com/office/drawing/2014/main" id="{8216F373-8138-70CA-BE6A-48E7B35D8B55}"/>
              </a:ext>
            </a:extLst>
          </p:cNvPr>
          <p:cNvGraphicFramePr>
            <a:graphicFrameLocks noGrp="1"/>
          </p:cNvGraphicFramePr>
          <p:nvPr>
            <p:extLst>
              <p:ext uri="{D42A27DB-BD31-4B8C-83A1-F6EECF244321}">
                <p14:modId xmlns:p14="http://schemas.microsoft.com/office/powerpoint/2010/main" val="53739169"/>
              </p:ext>
            </p:extLst>
          </p:nvPr>
        </p:nvGraphicFramePr>
        <p:xfrm>
          <a:off x="404805" y="8218436"/>
          <a:ext cx="6048626" cy="372600"/>
        </p:xfrm>
        <a:graphic>
          <a:graphicData uri="http://schemas.openxmlformats.org/drawingml/2006/table">
            <a:tbl>
              <a:tblPr firstRow="1" bandRow="1">
                <a:tableStyleId>{5C22544A-7EE6-4342-B048-85BDC9FD1C3A}</a:tableStyleId>
              </a:tblPr>
              <a:tblGrid>
                <a:gridCol w="351388">
                  <a:extLst>
                    <a:ext uri="{9D8B030D-6E8A-4147-A177-3AD203B41FA5}">
                      <a16:colId xmlns:a16="http://schemas.microsoft.com/office/drawing/2014/main" val="657570846"/>
                    </a:ext>
                  </a:extLst>
                </a:gridCol>
                <a:gridCol w="386365">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OFS_CH11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6" name="TextBox 35">
            <a:extLst>
              <a:ext uri="{FF2B5EF4-FFF2-40B4-BE49-F238E27FC236}">
                <a16:creationId xmlns:a16="http://schemas.microsoft.com/office/drawing/2014/main" id="{D465543A-DE14-C881-73F4-54D5F70FE6FA}"/>
              </a:ext>
            </a:extLst>
          </p:cNvPr>
          <p:cNvSpPr txBox="1"/>
          <p:nvPr/>
        </p:nvSpPr>
        <p:spPr>
          <a:xfrm>
            <a:off x="400334" y="8596003"/>
            <a:ext cx="60530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OFS12</a:t>
            </a:r>
          </a:p>
        </p:txBody>
      </p:sp>
      <p:graphicFrame>
        <p:nvGraphicFramePr>
          <p:cNvPr id="37" name="표 36">
            <a:extLst>
              <a:ext uri="{FF2B5EF4-FFF2-40B4-BE49-F238E27FC236}">
                <a16:creationId xmlns:a16="http://schemas.microsoft.com/office/drawing/2014/main" id="{DF2A05C3-850A-E834-539B-2383968CFB14}"/>
              </a:ext>
            </a:extLst>
          </p:cNvPr>
          <p:cNvGraphicFramePr>
            <a:graphicFrameLocks noGrp="1"/>
          </p:cNvGraphicFramePr>
          <p:nvPr>
            <p:extLst>
              <p:ext uri="{D42A27DB-BD31-4B8C-83A1-F6EECF244321}">
                <p14:modId xmlns:p14="http://schemas.microsoft.com/office/powerpoint/2010/main" val="1114148301"/>
              </p:ext>
            </p:extLst>
          </p:nvPr>
        </p:nvGraphicFramePr>
        <p:xfrm>
          <a:off x="400334" y="8817581"/>
          <a:ext cx="6053096" cy="372600"/>
        </p:xfrm>
        <a:graphic>
          <a:graphicData uri="http://schemas.openxmlformats.org/drawingml/2006/table">
            <a:tbl>
              <a:tblPr firstRow="1" bandRow="1">
                <a:tableStyleId>{5C22544A-7EE6-4342-B048-85BDC9FD1C3A}</a:tableStyleId>
              </a:tblPr>
              <a:tblGrid>
                <a:gridCol w="351648">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3">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OFS_CH12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8" name="TextBox 37">
            <a:extLst>
              <a:ext uri="{FF2B5EF4-FFF2-40B4-BE49-F238E27FC236}">
                <a16:creationId xmlns:a16="http://schemas.microsoft.com/office/drawing/2014/main" id="{2572BCB2-8EBB-89F2-C181-B7DE0C3CA40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5588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GAIN1</a:t>
            </a:r>
          </a:p>
        </p:txBody>
      </p:sp>
      <p:graphicFrame>
        <p:nvGraphicFramePr>
          <p:cNvPr id="8" name="표 7">
            <a:extLst>
              <a:ext uri="{FF2B5EF4-FFF2-40B4-BE49-F238E27FC236}">
                <a16:creationId xmlns:a16="http://schemas.microsoft.com/office/drawing/2014/main" id="{FE4CC778-EAD2-EE71-4B0E-FDE8754B7327}"/>
              </a:ext>
            </a:extLst>
          </p:cNvPr>
          <p:cNvGraphicFramePr>
            <a:graphicFrameLocks noGrp="1"/>
          </p:cNvGraphicFramePr>
          <p:nvPr>
            <p:extLst>
              <p:ext uri="{D42A27DB-BD31-4B8C-83A1-F6EECF244321}">
                <p14:modId xmlns:p14="http://schemas.microsoft.com/office/powerpoint/2010/main" val="2038207538"/>
              </p:ext>
            </p:extLst>
          </p:nvPr>
        </p:nvGraphicFramePr>
        <p:xfrm>
          <a:off x="399459" y="1110126"/>
          <a:ext cx="6053965"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7">
                  <a:extLst>
                    <a:ext uri="{9D8B030D-6E8A-4147-A177-3AD203B41FA5}">
                      <a16:colId xmlns:a16="http://schemas.microsoft.com/office/drawing/2014/main" val="3259894497"/>
                    </a:ext>
                  </a:extLst>
                </a:gridCol>
                <a:gridCol w="454480">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B7C73215-6393-C686-492F-A1EB6E18A8E4}"/>
              </a:ext>
            </a:extLst>
          </p:cNvPr>
          <p:cNvSpPr txBox="1"/>
          <p:nvPr/>
        </p:nvSpPr>
        <p:spPr>
          <a:xfrm>
            <a:off x="399453" y="1505809"/>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GAIN2</a:t>
            </a:r>
          </a:p>
        </p:txBody>
      </p:sp>
      <p:graphicFrame>
        <p:nvGraphicFramePr>
          <p:cNvPr id="7" name="표 6">
            <a:extLst>
              <a:ext uri="{FF2B5EF4-FFF2-40B4-BE49-F238E27FC236}">
                <a16:creationId xmlns:a16="http://schemas.microsoft.com/office/drawing/2014/main" id="{232BA961-CFEF-5E7E-19DE-DDA6D4B0F896}"/>
              </a:ext>
            </a:extLst>
          </p:cNvPr>
          <p:cNvGraphicFramePr>
            <a:graphicFrameLocks noGrp="1"/>
          </p:cNvGraphicFramePr>
          <p:nvPr>
            <p:extLst>
              <p:ext uri="{D42A27DB-BD31-4B8C-83A1-F6EECF244321}">
                <p14:modId xmlns:p14="http://schemas.microsoft.com/office/powerpoint/2010/main" val="2925332206"/>
              </p:ext>
            </p:extLst>
          </p:nvPr>
        </p:nvGraphicFramePr>
        <p:xfrm>
          <a:off x="400335" y="1772298"/>
          <a:ext cx="6053095" cy="372600"/>
        </p:xfrm>
        <a:graphic>
          <a:graphicData uri="http://schemas.openxmlformats.org/drawingml/2006/table">
            <a:tbl>
              <a:tblPr firstRow="1" bandRow="1">
                <a:tableStyleId>{5C22544A-7EE6-4342-B048-85BDC9FD1C3A}</a:tableStyleId>
              </a:tblPr>
              <a:tblGrid>
                <a:gridCol w="351647">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3">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E61FEC9E-82F3-676D-249A-5EF948FE8EAA}"/>
              </a:ext>
            </a:extLst>
          </p:cNvPr>
          <p:cNvSpPr txBox="1"/>
          <p:nvPr/>
        </p:nvSpPr>
        <p:spPr>
          <a:xfrm>
            <a:off x="398590" y="2158885"/>
            <a:ext cx="605397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GAIN3</a:t>
            </a:r>
          </a:p>
        </p:txBody>
      </p:sp>
      <p:graphicFrame>
        <p:nvGraphicFramePr>
          <p:cNvPr id="12" name="표 11">
            <a:extLst>
              <a:ext uri="{FF2B5EF4-FFF2-40B4-BE49-F238E27FC236}">
                <a16:creationId xmlns:a16="http://schemas.microsoft.com/office/drawing/2014/main" id="{531189D1-3EB0-26C8-F492-06789272E63E}"/>
              </a:ext>
            </a:extLst>
          </p:cNvPr>
          <p:cNvGraphicFramePr>
            <a:graphicFrameLocks noGrp="1"/>
          </p:cNvGraphicFramePr>
          <p:nvPr>
            <p:extLst>
              <p:ext uri="{D42A27DB-BD31-4B8C-83A1-F6EECF244321}">
                <p14:modId xmlns:p14="http://schemas.microsoft.com/office/powerpoint/2010/main" val="304577232"/>
              </p:ext>
            </p:extLst>
          </p:nvPr>
        </p:nvGraphicFramePr>
        <p:xfrm>
          <a:off x="398590" y="2425374"/>
          <a:ext cx="6054843" cy="372600"/>
        </p:xfrm>
        <a:graphic>
          <a:graphicData uri="http://schemas.openxmlformats.org/drawingml/2006/table">
            <a:tbl>
              <a:tblPr firstRow="1" bandRow="1">
                <a:tableStyleId>{5C22544A-7EE6-4342-B048-85BDC9FD1C3A}</a:tableStyleId>
              </a:tblPr>
              <a:tblGrid>
                <a:gridCol w="351749">
                  <a:extLst>
                    <a:ext uri="{9D8B030D-6E8A-4147-A177-3AD203B41FA5}">
                      <a16:colId xmlns:a16="http://schemas.microsoft.com/office/drawing/2014/main" val="657570846"/>
                    </a:ext>
                  </a:extLst>
                </a:gridCol>
                <a:gridCol w="386762">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GAIN_CH3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663E5DEB-BA4D-1BA8-A503-E44B64D14EE0}"/>
              </a:ext>
            </a:extLst>
          </p:cNvPr>
          <p:cNvSpPr txBox="1"/>
          <p:nvPr/>
        </p:nvSpPr>
        <p:spPr>
          <a:xfrm>
            <a:off x="399464" y="2821055"/>
            <a:ext cx="60530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GAIN4</a:t>
            </a:r>
          </a:p>
        </p:txBody>
      </p:sp>
      <p:graphicFrame>
        <p:nvGraphicFramePr>
          <p:cNvPr id="27" name="표 26">
            <a:extLst>
              <a:ext uri="{FF2B5EF4-FFF2-40B4-BE49-F238E27FC236}">
                <a16:creationId xmlns:a16="http://schemas.microsoft.com/office/drawing/2014/main" id="{BF065BAF-8E6E-83D5-2737-EA5C30BC28A8}"/>
              </a:ext>
            </a:extLst>
          </p:cNvPr>
          <p:cNvGraphicFramePr>
            <a:graphicFrameLocks noGrp="1"/>
          </p:cNvGraphicFramePr>
          <p:nvPr>
            <p:extLst>
              <p:ext uri="{D42A27DB-BD31-4B8C-83A1-F6EECF244321}">
                <p14:modId xmlns:p14="http://schemas.microsoft.com/office/powerpoint/2010/main" val="898080480"/>
              </p:ext>
            </p:extLst>
          </p:nvPr>
        </p:nvGraphicFramePr>
        <p:xfrm>
          <a:off x="397719" y="3087544"/>
          <a:ext cx="6054843" cy="372600"/>
        </p:xfrm>
        <a:graphic>
          <a:graphicData uri="http://schemas.openxmlformats.org/drawingml/2006/table">
            <a:tbl>
              <a:tblPr firstRow="1" bandRow="1">
                <a:tableStyleId>{5C22544A-7EE6-4342-B048-85BDC9FD1C3A}</a:tableStyleId>
              </a:tblPr>
              <a:tblGrid>
                <a:gridCol w="351748">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GAIN_CH4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C0AC2242-7CCF-2E91-5DD3-268FEECEA744}"/>
              </a:ext>
            </a:extLst>
          </p:cNvPr>
          <p:cNvSpPr txBox="1"/>
          <p:nvPr/>
        </p:nvSpPr>
        <p:spPr>
          <a:xfrm>
            <a:off x="413542" y="3477866"/>
            <a:ext cx="603901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GAIN5</a:t>
            </a:r>
          </a:p>
        </p:txBody>
      </p:sp>
      <p:graphicFrame>
        <p:nvGraphicFramePr>
          <p:cNvPr id="29" name="표 28">
            <a:extLst>
              <a:ext uri="{FF2B5EF4-FFF2-40B4-BE49-F238E27FC236}">
                <a16:creationId xmlns:a16="http://schemas.microsoft.com/office/drawing/2014/main" id="{8E3B3684-2149-4184-EAFE-E73A58D5E373}"/>
              </a:ext>
            </a:extLst>
          </p:cNvPr>
          <p:cNvGraphicFramePr>
            <a:graphicFrameLocks noGrp="1"/>
          </p:cNvGraphicFramePr>
          <p:nvPr>
            <p:extLst>
              <p:ext uri="{D42A27DB-BD31-4B8C-83A1-F6EECF244321}">
                <p14:modId xmlns:p14="http://schemas.microsoft.com/office/powerpoint/2010/main" val="4171909557"/>
              </p:ext>
            </p:extLst>
          </p:nvPr>
        </p:nvGraphicFramePr>
        <p:xfrm>
          <a:off x="397719" y="3744355"/>
          <a:ext cx="6054843" cy="372600"/>
        </p:xfrm>
        <a:graphic>
          <a:graphicData uri="http://schemas.openxmlformats.org/drawingml/2006/table">
            <a:tbl>
              <a:tblPr firstRow="1" bandRow="1">
                <a:tableStyleId>{5C22544A-7EE6-4342-B048-85BDC9FD1C3A}</a:tableStyleId>
              </a:tblPr>
              <a:tblGrid>
                <a:gridCol w="351748">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GAIN_CH5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B56A05A2-0FF1-5C20-4A43-237698A99A98}"/>
              </a:ext>
            </a:extLst>
          </p:cNvPr>
          <p:cNvSpPr txBox="1"/>
          <p:nvPr/>
        </p:nvSpPr>
        <p:spPr>
          <a:xfrm>
            <a:off x="397717" y="4139226"/>
            <a:ext cx="605484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GAIN6</a:t>
            </a:r>
          </a:p>
        </p:txBody>
      </p:sp>
      <p:graphicFrame>
        <p:nvGraphicFramePr>
          <p:cNvPr id="32" name="표 31">
            <a:extLst>
              <a:ext uri="{FF2B5EF4-FFF2-40B4-BE49-F238E27FC236}">
                <a16:creationId xmlns:a16="http://schemas.microsoft.com/office/drawing/2014/main" id="{E20EBFAD-7844-2D12-D90B-591BF92DCE44}"/>
              </a:ext>
            </a:extLst>
          </p:cNvPr>
          <p:cNvGraphicFramePr>
            <a:graphicFrameLocks noGrp="1"/>
          </p:cNvGraphicFramePr>
          <p:nvPr>
            <p:extLst>
              <p:ext uri="{D42A27DB-BD31-4B8C-83A1-F6EECF244321}">
                <p14:modId xmlns:p14="http://schemas.microsoft.com/office/powerpoint/2010/main" val="1358848838"/>
              </p:ext>
            </p:extLst>
          </p:nvPr>
        </p:nvGraphicFramePr>
        <p:xfrm>
          <a:off x="397717" y="4405715"/>
          <a:ext cx="6046744" cy="372600"/>
        </p:xfrm>
        <a:graphic>
          <a:graphicData uri="http://schemas.openxmlformats.org/drawingml/2006/table">
            <a:tbl>
              <a:tblPr firstRow="1" bandRow="1">
                <a:tableStyleId>{5C22544A-7EE6-4342-B048-85BDC9FD1C3A}</a:tableStyleId>
              </a:tblPr>
              <a:tblGrid>
                <a:gridCol w="351279">
                  <a:extLst>
                    <a:ext uri="{9D8B030D-6E8A-4147-A177-3AD203B41FA5}">
                      <a16:colId xmlns:a16="http://schemas.microsoft.com/office/drawing/2014/main" val="657570846"/>
                    </a:ext>
                  </a:extLst>
                </a:gridCol>
                <a:gridCol w="386245">
                  <a:extLst>
                    <a:ext uri="{9D8B030D-6E8A-4147-A177-3AD203B41FA5}">
                      <a16:colId xmlns:a16="http://schemas.microsoft.com/office/drawing/2014/main" val="3259894497"/>
                    </a:ext>
                  </a:extLst>
                </a:gridCol>
                <a:gridCol w="453936">
                  <a:extLst>
                    <a:ext uri="{9D8B030D-6E8A-4147-A177-3AD203B41FA5}">
                      <a16:colId xmlns:a16="http://schemas.microsoft.com/office/drawing/2014/main" val="4170535043"/>
                    </a:ext>
                  </a:extLst>
                </a:gridCol>
                <a:gridCol w="404607">
                  <a:extLst>
                    <a:ext uri="{9D8B030D-6E8A-4147-A177-3AD203B41FA5}">
                      <a16:colId xmlns:a16="http://schemas.microsoft.com/office/drawing/2014/main" val="2079070694"/>
                    </a:ext>
                  </a:extLst>
                </a:gridCol>
                <a:gridCol w="404607">
                  <a:extLst>
                    <a:ext uri="{9D8B030D-6E8A-4147-A177-3AD203B41FA5}">
                      <a16:colId xmlns:a16="http://schemas.microsoft.com/office/drawing/2014/main" val="4213315911"/>
                    </a:ext>
                  </a:extLst>
                </a:gridCol>
                <a:gridCol w="404607">
                  <a:extLst>
                    <a:ext uri="{9D8B030D-6E8A-4147-A177-3AD203B41FA5}">
                      <a16:colId xmlns:a16="http://schemas.microsoft.com/office/drawing/2014/main" val="2769999950"/>
                    </a:ext>
                  </a:extLst>
                </a:gridCol>
                <a:gridCol w="404607">
                  <a:extLst>
                    <a:ext uri="{9D8B030D-6E8A-4147-A177-3AD203B41FA5}">
                      <a16:colId xmlns:a16="http://schemas.microsoft.com/office/drawing/2014/main" val="135637185"/>
                    </a:ext>
                  </a:extLst>
                </a:gridCol>
                <a:gridCol w="404607">
                  <a:extLst>
                    <a:ext uri="{9D8B030D-6E8A-4147-A177-3AD203B41FA5}">
                      <a16:colId xmlns:a16="http://schemas.microsoft.com/office/drawing/2014/main" val="3038050475"/>
                    </a:ext>
                  </a:extLst>
                </a:gridCol>
                <a:gridCol w="404607">
                  <a:extLst>
                    <a:ext uri="{9D8B030D-6E8A-4147-A177-3AD203B41FA5}">
                      <a16:colId xmlns:a16="http://schemas.microsoft.com/office/drawing/2014/main" val="1979433044"/>
                    </a:ext>
                  </a:extLst>
                </a:gridCol>
                <a:gridCol w="404607">
                  <a:extLst>
                    <a:ext uri="{9D8B030D-6E8A-4147-A177-3AD203B41FA5}">
                      <a16:colId xmlns:a16="http://schemas.microsoft.com/office/drawing/2014/main" val="4270661649"/>
                    </a:ext>
                  </a:extLst>
                </a:gridCol>
                <a:gridCol w="404607">
                  <a:extLst>
                    <a:ext uri="{9D8B030D-6E8A-4147-A177-3AD203B41FA5}">
                      <a16:colId xmlns:a16="http://schemas.microsoft.com/office/drawing/2014/main" val="3027041370"/>
                    </a:ext>
                  </a:extLst>
                </a:gridCol>
                <a:gridCol w="404607">
                  <a:extLst>
                    <a:ext uri="{9D8B030D-6E8A-4147-A177-3AD203B41FA5}">
                      <a16:colId xmlns:a16="http://schemas.microsoft.com/office/drawing/2014/main" val="2852526216"/>
                    </a:ext>
                  </a:extLst>
                </a:gridCol>
                <a:gridCol w="404607">
                  <a:extLst>
                    <a:ext uri="{9D8B030D-6E8A-4147-A177-3AD203B41FA5}">
                      <a16:colId xmlns:a16="http://schemas.microsoft.com/office/drawing/2014/main" val="103420222"/>
                    </a:ext>
                  </a:extLst>
                </a:gridCol>
                <a:gridCol w="404607">
                  <a:extLst>
                    <a:ext uri="{9D8B030D-6E8A-4147-A177-3AD203B41FA5}">
                      <a16:colId xmlns:a16="http://schemas.microsoft.com/office/drawing/2014/main" val="1470405609"/>
                    </a:ext>
                  </a:extLst>
                </a:gridCol>
                <a:gridCol w="40460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GAIN_CH6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6899DE62-C317-4E51-C941-4CCA92A8B17E}"/>
              </a:ext>
            </a:extLst>
          </p:cNvPr>
          <p:cNvSpPr txBox="1"/>
          <p:nvPr/>
        </p:nvSpPr>
        <p:spPr>
          <a:xfrm>
            <a:off x="397712" y="4801100"/>
            <a:ext cx="60467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GAIN7</a:t>
            </a:r>
          </a:p>
        </p:txBody>
      </p:sp>
      <p:graphicFrame>
        <p:nvGraphicFramePr>
          <p:cNvPr id="34" name="표 33">
            <a:extLst>
              <a:ext uri="{FF2B5EF4-FFF2-40B4-BE49-F238E27FC236}">
                <a16:creationId xmlns:a16="http://schemas.microsoft.com/office/drawing/2014/main" id="{553B7D1F-3AFF-6062-3AE5-847BEF6240EB}"/>
              </a:ext>
            </a:extLst>
          </p:cNvPr>
          <p:cNvGraphicFramePr>
            <a:graphicFrameLocks noGrp="1"/>
          </p:cNvGraphicFramePr>
          <p:nvPr>
            <p:extLst>
              <p:ext uri="{D42A27DB-BD31-4B8C-83A1-F6EECF244321}">
                <p14:modId xmlns:p14="http://schemas.microsoft.com/office/powerpoint/2010/main" val="2501530722"/>
              </p:ext>
            </p:extLst>
          </p:nvPr>
        </p:nvGraphicFramePr>
        <p:xfrm>
          <a:off x="404814" y="5067589"/>
          <a:ext cx="6039634" cy="372600"/>
        </p:xfrm>
        <a:graphic>
          <a:graphicData uri="http://schemas.openxmlformats.org/drawingml/2006/table">
            <a:tbl>
              <a:tblPr firstRow="1" bandRow="1">
                <a:tableStyleId>{5C22544A-7EE6-4342-B048-85BDC9FD1C3A}</a:tableStyleId>
              </a:tblPr>
              <a:tblGrid>
                <a:gridCol w="350866">
                  <a:extLst>
                    <a:ext uri="{9D8B030D-6E8A-4147-A177-3AD203B41FA5}">
                      <a16:colId xmlns:a16="http://schemas.microsoft.com/office/drawing/2014/main" val="657570846"/>
                    </a:ext>
                  </a:extLst>
                </a:gridCol>
                <a:gridCol w="385792">
                  <a:extLst>
                    <a:ext uri="{9D8B030D-6E8A-4147-A177-3AD203B41FA5}">
                      <a16:colId xmlns:a16="http://schemas.microsoft.com/office/drawing/2014/main" val="3259894497"/>
                    </a:ext>
                  </a:extLst>
                </a:gridCol>
                <a:gridCol w="453404">
                  <a:extLst>
                    <a:ext uri="{9D8B030D-6E8A-4147-A177-3AD203B41FA5}">
                      <a16:colId xmlns:a16="http://schemas.microsoft.com/office/drawing/2014/main" val="4170535043"/>
                    </a:ext>
                  </a:extLst>
                </a:gridCol>
                <a:gridCol w="404131">
                  <a:extLst>
                    <a:ext uri="{9D8B030D-6E8A-4147-A177-3AD203B41FA5}">
                      <a16:colId xmlns:a16="http://schemas.microsoft.com/office/drawing/2014/main" val="2079070694"/>
                    </a:ext>
                  </a:extLst>
                </a:gridCol>
                <a:gridCol w="404131">
                  <a:extLst>
                    <a:ext uri="{9D8B030D-6E8A-4147-A177-3AD203B41FA5}">
                      <a16:colId xmlns:a16="http://schemas.microsoft.com/office/drawing/2014/main" val="4213315911"/>
                    </a:ext>
                  </a:extLst>
                </a:gridCol>
                <a:gridCol w="404131">
                  <a:extLst>
                    <a:ext uri="{9D8B030D-6E8A-4147-A177-3AD203B41FA5}">
                      <a16:colId xmlns:a16="http://schemas.microsoft.com/office/drawing/2014/main" val="2769999950"/>
                    </a:ext>
                  </a:extLst>
                </a:gridCol>
                <a:gridCol w="404131">
                  <a:extLst>
                    <a:ext uri="{9D8B030D-6E8A-4147-A177-3AD203B41FA5}">
                      <a16:colId xmlns:a16="http://schemas.microsoft.com/office/drawing/2014/main" val="135637185"/>
                    </a:ext>
                  </a:extLst>
                </a:gridCol>
                <a:gridCol w="404131">
                  <a:extLst>
                    <a:ext uri="{9D8B030D-6E8A-4147-A177-3AD203B41FA5}">
                      <a16:colId xmlns:a16="http://schemas.microsoft.com/office/drawing/2014/main" val="3038050475"/>
                    </a:ext>
                  </a:extLst>
                </a:gridCol>
                <a:gridCol w="404131">
                  <a:extLst>
                    <a:ext uri="{9D8B030D-6E8A-4147-A177-3AD203B41FA5}">
                      <a16:colId xmlns:a16="http://schemas.microsoft.com/office/drawing/2014/main" val="1979433044"/>
                    </a:ext>
                  </a:extLst>
                </a:gridCol>
                <a:gridCol w="404131">
                  <a:extLst>
                    <a:ext uri="{9D8B030D-6E8A-4147-A177-3AD203B41FA5}">
                      <a16:colId xmlns:a16="http://schemas.microsoft.com/office/drawing/2014/main" val="4270661649"/>
                    </a:ext>
                  </a:extLst>
                </a:gridCol>
                <a:gridCol w="404131">
                  <a:extLst>
                    <a:ext uri="{9D8B030D-6E8A-4147-A177-3AD203B41FA5}">
                      <a16:colId xmlns:a16="http://schemas.microsoft.com/office/drawing/2014/main" val="3027041370"/>
                    </a:ext>
                  </a:extLst>
                </a:gridCol>
                <a:gridCol w="404131">
                  <a:extLst>
                    <a:ext uri="{9D8B030D-6E8A-4147-A177-3AD203B41FA5}">
                      <a16:colId xmlns:a16="http://schemas.microsoft.com/office/drawing/2014/main" val="2852526216"/>
                    </a:ext>
                  </a:extLst>
                </a:gridCol>
                <a:gridCol w="404131">
                  <a:extLst>
                    <a:ext uri="{9D8B030D-6E8A-4147-A177-3AD203B41FA5}">
                      <a16:colId xmlns:a16="http://schemas.microsoft.com/office/drawing/2014/main" val="103420222"/>
                    </a:ext>
                  </a:extLst>
                </a:gridCol>
                <a:gridCol w="404131">
                  <a:extLst>
                    <a:ext uri="{9D8B030D-6E8A-4147-A177-3AD203B41FA5}">
                      <a16:colId xmlns:a16="http://schemas.microsoft.com/office/drawing/2014/main" val="1470405609"/>
                    </a:ext>
                  </a:extLst>
                </a:gridCol>
                <a:gridCol w="40413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GAIN_CH7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9E535E07-1BB0-76F1-FC45-B75873606116}"/>
              </a:ext>
            </a:extLst>
          </p:cNvPr>
          <p:cNvSpPr txBox="1"/>
          <p:nvPr/>
        </p:nvSpPr>
        <p:spPr>
          <a:xfrm>
            <a:off x="397712" y="5457476"/>
            <a:ext cx="60548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GAIN8</a:t>
            </a:r>
          </a:p>
        </p:txBody>
      </p:sp>
      <p:graphicFrame>
        <p:nvGraphicFramePr>
          <p:cNvPr id="36" name="표 35">
            <a:extLst>
              <a:ext uri="{FF2B5EF4-FFF2-40B4-BE49-F238E27FC236}">
                <a16:creationId xmlns:a16="http://schemas.microsoft.com/office/drawing/2014/main" id="{3C858469-E7E7-6983-6E10-EC43B0DDC34F}"/>
              </a:ext>
            </a:extLst>
          </p:cNvPr>
          <p:cNvGraphicFramePr>
            <a:graphicFrameLocks noGrp="1"/>
          </p:cNvGraphicFramePr>
          <p:nvPr>
            <p:extLst>
              <p:ext uri="{D42A27DB-BD31-4B8C-83A1-F6EECF244321}">
                <p14:modId xmlns:p14="http://schemas.microsoft.com/office/powerpoint/2010/main" val="3280679455"/>
              </p:ext>
            </p:extLst>
          </p:nvPr>
        </p:nvGraphicFramePr>
        <p:xfrm>
          <a:off x="397713" y="5723965"/>
          <a:ext cx="6053097" cy="372600"/>
        </p:xfrm>
        <a:graphic>
          <a:graphicData uri="http://schemas.openxmlformats.org/drawingml/2006/table">
            <a:tbl>
              <a:tblPr firstRow="1" bandRow="1">
                <a:tableStyleId>{5C22544A-7EE6-4342-B048-85BDC9FD1C3A}</a:tableStyleId>
              </a:tblPr>
              <a:tblGrid>
                <a:gridCol w="351648">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4">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GAIN_CH8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179A3219-8536-E5A0-D755-F919996D61D6}"/>
              </a:ext>
            </a:extLst>
          </p:cNvPr>
          <p:cNvSpPr txBox="1"/>
          <p:nvPr/>
        </p:nvSpPr>
        <p:spPr>
          <a:xfrm>
            <a:off x="395962" y="6119823"/>
            <a:ext cx="60548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GAIN9</a:t>
            </a:r>
          </a:p>
        </p:txBody>
      </p:sp>
      <p:graphicFrame>
        <p:nvGraphicFramePr>
          <p:cNvPr id="38" name="표 37">
            <a:extLst>
              <a:ext uri="{FF2B5EF4-FFF2-40B4-BE49-F238E27FC236}">
                <a16:creationId xmlns:a16="http://schemas.microsoft.com/office/drawing/2014/main" id="{CEA1B82A-448B-5D0E-2134-F324CBB19F12}"/>
              </a:ext>
            </a:extLst>
          </p:cNvPr>
          <p:cNvGraphicFramePr>
            <a:graphicFrameLocks noGrp="1"/>
          </p:cNvGraphicFramePr>
          <p:nvPr>
            <p:extLst>
              <p:ext uri="{D42A27DB-BD31-4B8C-83A1-F6EECF244321}">
                <p14:modId xmlns:p14="http://schemas.microsoft.com/office/powerpoint/2010/main" val="2831456522"/>
              </p:ext>
            </p:extLst>
          </p:nvPr>
        </p:nvGraphicFramePr>
        <p:xfrm>
          <a:off x="395963" y="6386312"/>
          <a:ext cx="6054857" cy="372600"/>
        </p:xfrm>
        <a:graphic>
          <a:graphicData uri="http://schemas.openxmlformats.org/drawingml/2006/table">
            <a:tbl>
              <a:tblPr firstRow="1" bandRow="1">
                <a:tableStyleId>{5C22544A-7EE6-4342-B048-85BDC9FD1C3A}</a:tableStyleId>
              </a:tblPr>
              <a:tblGrid>
                <a:gridCol w="351749">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5">
                  <a:extLst>
                    <a:ext uri="{9D8B030D-6E8A-4147-A177-3AD203B41FA5}">
                      <a16:colId xmlns:a16="http://schemas.microsoft.com/office/drawing/2014/main" val="4170535043"/>
                    </a:ext>
                  </a:extLst>
                </a:gridCol>
                <a:gridCol w="405150">
                  <a:extLst>
                    <a:ext uri="{9D8B030D-6E8A-4147-A177-3AD203B41FA5}">
                      <a16:colId xmlns:a16="http://schemas.microsoft.com/office/drawing/2014/main" val="2079070694"/>
                    </a:ext>
                  </a:extLst>
                </a:gridCol>
                <a:gridCol w="405150">
                  <a:extLst>
                    <a:ext uri="{9D8B030D-6E8A-4147-A177-3AD203B41FA5}">
                      <a16:colId xmlns:a16="http://schemas.microsoft.com/office/drawing/2014/main" val="4213315911"/>
                    </a:ext>
                  </a:extLst>
                </a:gridCol>
                <a:gridCol w="405150">
                  <a:extLst>
                    <a:ext uri="{9D8B030D-6E8A-4147-A177-3AD203B41FA5}">
                      <a16:colId xmlns:a16="http://schemas.microsoft.com/office/drawing/2014/main" val="2769999950"/>
                    </a:ext>
                  </a:extLst>
                </a:gridCol>
                <a:gridCol w="405150">
                  <a:extLst>
                    <a:ext uri="{9D8B030D-6E8A-4147-A177-3AD203B41FA5}">
                      <a16:colId xmlns:a16="http://schemas.microsoft.com/office/drawing/2014/main" val="135637185"/>
                    </a:ext>
                  </a:extLst>
                </a:gridCol>
                <a:gridCol w="405150">
                  <a:extLst>
                    <a:ext uri="{9D8B030D-6E8A-4147-A177-3AD203B41FA5}">
                      <a16:colId xmlns:a16="http://schemas.microsoft.com/office/drawing/2014/main" val="3038050475"/>
                    </a:ext>
                  </a:extLst>
                </a:gridCol>
                <a:gridCol w="405150">
                  <a:extLst>
                    <a:ext uri="{9D8B030D-6E8A-4147-A177-3AD203B41FA5}">
                      <a16:colId xmlns:a16="http://schemas.microsoft.com/office/drawing/2014/main" val="1979433044"/>
                    </a:ext>
                  </a:extLst>
                </a:gridCol>
                <a:gridCol w="405150">
                  <a:extLst>
                    <a:ext uri="{9D8B030D-6E8A-4147-A177-3AD203B41FA5}">
                      <a16:colId xmlns:a16="http://schemas.microsoft.com/office/drawing/2014/main" val="4270661649"/>
                    </a:ext>
                  </a:extLst>
                </a:gridCol>
                <a:gridCol w="405150">
                  <a:extLst>
                    <a:ext uri="{9D8B030D-6E8A-4147-A177-3AD203B41FA5}">
                      <a16:colId xmlns:a16="http://schemas.microsoft.com/office/drawing/2014/main" val="3027041370"/>
                    </a:ext>
                  </a:extLst>
                </a:gridCol>
                <a:gridCol w="405150">
                  <a:extLst>
                    <a:ext uri="{9D8B030D-6E8A-4147-A177-3AD203B41FA5}">
                      <a16:colId xmlns:a16="http://schemas.microsoft.com/office/drawing/2014/main" val="2852526216"/>
                    </a:ext>
                  </a:extLst>
                </a:gridCol>
                <a:gridCol w="405150">
                  <a:extLst>
                    <a:ext uri="{9D8B030D-6E8A-4147-A177-3AD203B41FA5}">
                      <a16:colId xmlns:a16="http://schemas.microsoft.com/office/drawing/2014/main" val="103420222"/>
                    </a:ext>
                  </a:extLst>
                </a:gridCol>
                <a:gridCol w="405150">
                  <a:extLst>
                    <a:ext uri="{9D8B030D-6E8A-4147-A177-3AD203B41FA5}">
                      <a16:colId xmlns:a16="http://schemas.microsoft.com/office/drawing/2014/main" val="1470405609"/>
                    </a:ext>
                  </a:extLst>
                </a:gridCol>
                <a:gridCol w="4051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GAIN_CH9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A547B5ED-5906-A95C-C7C5-C6297FC0ED64}"/>
              </a:ext>
            </a:extLst>
          </p:cNvPr>
          <p:cNvSpPr txBox="1"/>
          <p:nvPr/>
        </p:nvSpPr>
        <p:spPr>
          <a:xfrm>
            <a:off x="400334" y="6776424"/>
            <a:ext cx="605047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GAIN10</a:t>
            </a:r>
          </a:p>
        </p:txBody>
      </p:sp>
      <p:graphicFrame>
        <p:nvGraphicFramePr>
          <p:cNvPr id="40" name="표 39">
            <a:extLst>
              <a:ext uri="{FF2B5EF4-FFF2-40B4-BE49-F238E27FC236}">
                <a16:creationId xmlns:a16="http://schemas.microsoft.com/office/drawing/2014/main" id="{3DAC43AF-45D8-D4AA-2525-81801267CA08}"/>
              </a:ext>
            </a:extLst>
          </p:cNvPr>
          <p:cNvGraphicFramePr>
            <a:graphicFrameLocks noGrp="1"/>
          </p:cNvGraphicFramePr>
          <p:nvPr>
            <p:extLst>
              <p:ext uri="{D42A27DB-BD31-4B8C-83A1-F6EECF244321}">
                <p14:modId xmlns:p14="http://schemas.microsoft.com/office/powerpoint/2010/main" val="3830134090"/>
              </p:ext>
            </p:extLst>
          </p:nvPr>
        </p:nvGraphicFramePr>
        <p:xfrm>
          <a:off x="389591" y="7042913"/>
          <a:ext cx="6054859" cy="372600"/>
        </p:xfrm>
        <a:graphic>
          <a:graphicData uri="http://schemas.openxmlformats.org/drawingml/2006/table">
            <a:tbl>
              <a:tblPr firstRow="1" bandRow="1">
                <a:tableStyleId>{5C22544A-7EE6-4342-B048-85BDC9FD1C3A}</a:tableStyleId>
              </a:tblPr>
              <a:tblGrid>
                <a:gridCol w="351750">
                  <a:extLst>
                    <a:ext uri="{9D8B030D-6E8A-4147-A177-3AD203B41FA5}">
                      <a16:colId xmlns:a16="http://schemas.microsoft.com/office/drawing/2014/main" val="657570846"/>
                    </a:ext>
                  </a:extLst>
                </a:gridCol>
                <a:gridCol w="386764">
                  <a:extLst>
                    <a:ext uri="{9D8B030D-6E8A-4147-A177-3AD203B41FA5}">
                      <a16:colId xmlns:a16="http://schemas.microsoft.com/office/drawing/2014/main" val="3259894497"/>
                    </a:ext>
                  </a:extLst>
                </a:gridCol>
                <a:gridCol w="454545">
                  <a:extLst>
                    <a:ext uri="{9D8B030D-6E8A-4147-A177-3AD203B41FA5}">
                      <a16:colId xmlns:a16="http://schemas.microsoft.com/office/drawing/2014/main" val="4170535043"/>
                    </a:ext>
                  </a:extLst>
                </a:gridCol>
                <a:gridCol w="405150">
                  <a:extLst>
                    <a:ext uri="{9D8B030D-6E8A-4147-A177-3AD203B41FA5}">
                      <a16:colId xmlns:a16="http://schemas.microsoft.com/office/drawing/2014/main" val="2079070694"/>
                    </a:ext>
                  </a:extLst>
                </a:gridCol>
                <a:gridCol w="405150">
                  <a:extLst>
                    <a:ext uri="{9D8B030D-6E8A-4147-A177-3AD203B41FA5}">
                      <a16:colId xmlns:a16="http://schemas.microsoft.com/office/drawing/2014/main" val="4213315911"/>
                    </a:ext>
                  </a:extLst>
                </a:gridCol>
                <a:gridCol w="405150">
                  <a:extLst>
                    <a:ext uri="{9D8B030D-6E8A-4147-A177-3AD203B41FA5}">
                      <a16:colId xmlns:a16="http://schemas.microsoft.com/office/drawing/2014/main" val="2769999950"/>
                    </a:ext>
                  </a:extLst>
                </a:gridCol>
                <a:gridCol w="405150">
                  <a:extLst>
                    <a:ext uri="{9D8B030D-6E8A-4147-A177-3AD203B41FA5}">
                      <a16:colId xmlns:a16="http://schemas.microsoft.com/office/drawing/2014/main" val="135637185"/>
                    </a:ext>
                  </a:extLst>
                </a:gridCol>
                <a:gridCol w="405150">
                  <a:extLst>
                    <a:ext uri="{9D8B030D-6E8A-4147-A177-3AD203B41FA5}">
                      <a16:colId xmlns:a16="http://schemas.microsoft.com/office/drawing/2014/main" val="3038050475"/>
                    </a:ext>
                  </a:extLst>
                </a:gridCol>
                <a:gridCol w="405150">
                  <a:extLst>
                    <a:ext uri="{9D8B030D-6E8A-4147-A177-3AD203B41FA5}">
                      <a16:colId xmlns:a16="http://schemas.microsoft.com/office/drawing/2014/main" val="1979433044"/>
                    </a:ext>
                  </a:extLst>
                </a:gridCol>
                <a:gridCol w="405150">
                  <a:extLst>
                    <a:ext uri="{9D8B030D-6E8A-4147-A177-3AD203B41FA5}">
                      <a16:colId xmlns:a16="http://schemas.microsoft.com/office/drawing/2014/main" val="4270661649"/>
                    </a:ext>
                  </a:extLst>
                </a:gridCol>
                <a:gridCol w="405150">
                  <a:extLst>
                    <a:ext uri="{9D8B030D-6E8A-4147-A177-3AD203B41FA5}">
                      <a16:colId xmlns:a16="http://schemas.microsoft.com/office/drawing/2014/main" val="3027041370"/>
                    </a:ext>
                  </a:extLst>
                </a:gridCol>
                <a:gridCol w="405150">
                  <a:extLst>
                    <a:ext uri="{9D8B030D-6E8A-4147-A177-3AD203B41FA5}">
                      <a16:colId xmlns:a16="http://schemas.microsoft.com/office/drawing/2014/main" val="2852526216"/>
                    </a:ext>
                  </a:extLst>
                </a:gridCol>
                <a:gridCol w="405150">
                  <a:extLst>
                    <a:ext uri="{9D8B030D-6E8A-4147-A177-3AD203B41FA5}">
                      <a16:colId xmlns:a16="http://schemas.microsoft.com/office/drawing/2014/main" val="103420222"/>
                    </a:ext>
                  </a:extLst>
                </a:gridCol>
                <a:gridCol w="405150">
                  <a:extLst>
                    <a:ext uri="{9D8B030D-6E8A-4147-A177-3AD203B41FA5}">
                      <a16:colId xmlns:a16="http://schemas.microsoft.com/office/drawing/2014/main" val="1470405609"/>
                    </a:ext>
                  </a:extLst>
                </a:gridCol>
                <a:gridCol w="4051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GAIN_CH10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51A1028D-0BCB-1E94-5FA5-670781F433D4}"/>
              </a:ext>
            </a:extLst>
          </p:cNvPr>
          <p:cNvSpPr txBox="1"/>
          <p:nvPr/>
        </p:nvSpPr>
        <p:spPr>
          <a:xfrm>
            <a:off x="383974" y="8085375"/>
            <a:ext cx="606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GAIN12</a:t>
            </a:r>
          </a:p>
        </p:txBody>
      </p:sp>
      <p:graphicFrame>
        <p:nvGraphicFramePr>
          <p:cNvPr id="10" name="표 9">
            <a:extLst>
              <a:ext uri="{FF2B5EF4-FFF2-40B4-BE49-F238E27FC236}">
                <a16:creationId xmlns:a16="http://schemas.microsoft.com/office/drawing/2014/main" id="{F3D7034B-4975-B3F2-43D1-645124025735}"/>
              </a:ext>
            </a:extLst>
          </p:cNvPr>
          <p:cNvGraphicFramePr>
            <a:graphicFrameLocks noGrp="1"/>
          </p:cNvGraphicFramePr>
          <p:nvPr>
            <p:extLst>
              <p:ext uri="{D42A27DB-BD31-4B8C-83A1-F6EECF244321}">
                <p14:modId xmlns:p14="http://schemas.microsoft.com/office/powerpoint/2010/main" val="4036330711"/>
              </p:ext>
            </p:extLst>
          </p:nvPr>
        </p:nvGraphicFramePr>
        <p:xfrm>
          <a:off x="383975" y="8351864"/>
          <a:ext cx="6060465" cy="372600"/>
        </p:xfrm>
        <a:graphic>
          <a:graphicData uri="http://schemas.openxmlformats.org/drawingml/2006/table">
            <a:tbl>
              <a:tblPr firstRow="1" bandRow="1">
                <a:tableStyleId>{5C22544A-7EE6-4342-B048-85BDC9FD1C3A}</a:tableStyleId>
              </a:tblPr>
              <a:tblGrid>
                <a:gridCol w="352076">
                  <a:extLst>
                    <a:ext uri="{9D8B030D-6E8A-4147-A177-3AD203B41FA5}">
                      <a16:colId xmlns:a16="http://schemas.microsoft.com/office/drawing/2014/main" val="657570846"/>
                    </a:ext>
                  </a:extLst>
                </a:gridCol>
                <a:gridCol w="387122">
                  <a:extLst>
                    <a:ext uri="{9D8B030D-6E8A-4147-A177-3AD203B41FA5}">
                      <a16:colId xmlns:a16="http://schemas.microsoft.com/office/drawing/2014/main" val="3259894497"/>
                    </a:ext>
                  </a:extLst>
                </a:gridCol>
                <a:gridCol w="454967">
                  <a:extLst>
                    <a:ext uri="{9D8B030D-6E8A-4147-A177-3AD203B41FA5}">
                      <a16:colId xmlns:a16="http://schemas.microsoft.com/office/drawing/2014/main" val="4170535043"/>
                    </a:ext>
                  </a:extLst>
                </a:gridCol>
                <a:gridCol w="405525">
                  <a:extLst>
                    <a:ext uri="{9D8B030D-6E8A-4147-A177-3AD203B41FA5}">
                      <a16:colId xmlns:a16="http://schemas.microsoft.com/office/drawing/2014/main" val="2079070694"/>
                    </a:ext>
                  </a:extLst>
                </a:gridCol>
                <a:gridCol w="405525">
                  <a:extLst>
                    <a:ext uri="{9D8B030D-6E8A-4147-A177-3AD203B41FA5}">
                      <a16:colId xmlns:a16="http://schemas.microsoft.com/office/drawing/2014/main" val="4213315911"/>
                    </a:ext>
                  </a:extLst>
                </a:gridCol>
                <a:gridCol w="405525">
                  <a:extLst>
                    <a:ext uri="{9D8B030D-6E8A-4147-A177-3AD203B41FA5}">
                      <a16:colId xmlns:a16="http://schemas.microsoft.com/office/drawing/2014/main" val="2769999950"/>
                    </a:ext>
                  </a:extLst>
                </a:gridCol>
                <a:gridCol w="405525">
                  <a:extLst>
                    <a:ext uri="{9D8B030D-6E8A-4147-A177-3AD203B41FA5}">
                      <a16:colId xmlns:a16="http://schemas.microsoft.com/office/drawing/2014/main" val="135637185"/>
                    </a:ext>
                  </a:extLst>
                </a:gridCol>
                <a:gridCol w="405525">
                  <a:extLst>
                    <a:ext uri="{9D8B030D-6E8A-4147-A177-3AD203B41FA5}">
                      <a16:colId xmlns:a16="http://schemas.microsoft.com/office/drawing/2014/main" val="3038050475"/>
                    </a:ext>
                  </a:extLst>
                </a:gridCol>
                <a:gridCol w="405525">
                  <a:extLst>
                    <a:ext uri="{9D8B030D-6E8A-4147-A177-3AD203B41FA5}">
                      <a16:colId xmlns:a16="http://schemas.microsoft.com/office/drawing/2014/main" val="1979433044"/>
                    </a:ext>
                  </a:extLst>
                </a:gridCol>
                <a:gridCol w="405525">
                  <a:extLst>
                    <a:ext uri="{9D8B030D-6E8A-4147-A177-3AD203B41FA5}">
                      <a16:colId xmlns:a16="http://schemas.microsoft.com/office/drawing/2014/main" val="4270661649"/>
                    </a:ext>
                  </a:extLst>
                </a:gridCol>
                <a:gridCol w="405525">
                  <a:extLst>
                    <a:ext uri="{9D8B030D-6E8A-4147-A177-3AD203B41FA5}">
                      <a16:colId xmlns:a16="http://schemas.microsoft.com/office/drawing/2014/main" val="3027041370"/>
                    </a:ext>
                  </a:extLst>
                </a:gridCol>
                <a:gridCol w="405525">
                  <a:extLst>
                    <a:ext uri="{9D8B030D-6E8A-4147-A177-3AD203B41FA5}">
                      <a16:colId xmlns:a16="http://schemas.microsoft.com/office/drawing/2014/main" val="2852526216"/>
                    </a:ext>
                  </a:extLst>
                </a:gridCol>
                <a:gridCol w="405525">
                  <a:extLst>
                    <a:ext uri="{9D8B030D-6E8A-4147-A177-3AD203B41FA5}">
                      <a16:colId xmlns:a16="http://schemas.microsoft.com/office/drawing/2014/main" val="103420222"/>
                    </a:ext>
                  </a:extLst>
                </a:gridCol>
                <a:gridCol w="405525">
                  <a:extLst>
                    <a:ext uri="{9D8B030D-6E8A-4147-A177-3AD203B41FA5}">
                      <a16:colId xmlns:a16="http://schemas.microsoft.com/office/drawing/2014/main" val="1470405609"/>
                    </a:ext>
                  </a:extLst>
                </a:gridCol>
                <a:gridCol w="40552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GAIN_CH12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ECC73A73-13AE-14BB-A7C9-BC1AA8BB0E47}"/>
              </a:ext>
            </a:extLst>
          </p:cNvPr>
          <p:cNvSpPr txBox="1"/>
          <p:nvPr/>
        </p:nvSpPr>
        <p:spPr>
          <a:xfrm>
            <a:off x="383974" y="7428565"/>
            <a:ext cx="606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GAIN11</a:t>
            </a:r>
          </a:p>
        </p:txBody>
      </p:sp>
      <p:graphicFrame>
        <p:nvGraphicFramePr>
          <p:cNvPr id="14" name="표 13">
            <a:extLst>
              <a:ext uri="{FF2B5EF4-FFF2-40B4-BE49-F238E27FC236}">
                <a16:creationId xmlns:a16="http://schemas.microsoft.com/office/drawing/2014/main" id="{C0D27092-8143-FAB7-4483-5A80BD12EEBA}"/>
              </a:ext>
            </a:extLst>
          </p:cNvPr>
          <p:cNvGraphicFramePr>
            <a:graphicFrameLocks noGrp="1"/>
          </p:cNvGraphicFramePr>
          <p:nvPr>
            <p:extLst>
              <p:ext uri="{D42A27DB-BD31-4B8C-83A1-F6EECF244321}">
                <p14:modId xmlns:p14="http://schemas.microsoft.com/office/powerpoint/2010/main" val="2059060760"/>
              </p:ext>
            </p:extLst>
          </p:nvPr>
        </p:nvGraphicFramePr>
        <p:xfrm>
          <a:off x="383975" y="7690505"/>
          <a:ext cx="6060465" cy="372600"/>
        </p:xfrm>
        <a:graphic>
          <a:graphicData uri="http://schemas.openxmlformats.org/drawingml/2006/table">
            <a:tbl>
              <a:tblPr firstRow="1" bandRow="1">
                <a:tableStyleId>{5C22544A-7EE6-4342-B048-85BDC9FD1C3A}</a:tableStyleId>
              </a:tblPr>
              <a:tblGrid>
                <a:gridCol w="352076">
                  <a:extLst>
                    <a:ext uri="{9D8B030D-6E8A-4147-A177-3AD203B41FA5}">
                      <a16:colId xmlns:a16="http://schemas.microsoft.com/office/drawing/2014/main" val="657570846"/>
                    </a:ext>
                  </a:extLst>
                </a:gridCol>
                <a:gridCol w="387122">
                  <a:extLst>
                    <a:ext uri="{9D8B030D-6E8A-4147-A177-3AD203B41FA5}">
                      <a16:colId xmlns:a16="http://schemas.microsoft.com/office/drawing/2014/main" val="3259894497"/>
                    </a:ext>
                  </a:extLst>
                </a:gridCol>
                <a:gridCol w="454967">
                  <a:extLst>
                    <a:ext uri="{9D8B030D-6E8A-4147-A177-3AD203B41FA5}">
                      <a16:colId xmlns:a16="http://schemas.microsoft.com/office/drawing/2014/main" val="4170535043"/>
                    </a:ext>
                  </a:extLst>
                </a:gridCol>
                <a:gridCol w="405525">
                  <a:extLst>
                    <a:ext uri="{9D8B030D-6E8A-4147-A177-3AD203B41FA5}">
                      <a16:colId xmlns:a16="http://schemas.microsoft.com/office/drawing/2014/main" val="2079070694"/>
                    </a:ext>
                  </a:extLst>
                </a:gridCol>
                <a:gridCol w="405525">
                  <a:extLst>
                    <a:ext uri="{9D8B030D-6E8A-4147-A177-3AD203B41FA5}">
                      <a16:colId xmlns:a16="http://schemas.microsoft.com/office/drawing/2014/main" val="4213315911"/>
                    </a:ext>
                  </a:extLst>
                </a:gridCol>
                <a:gridCol w="405525">
                  <a:extLst>
                    <a:ext uri="{9D8B030D-6E8A-4147-A177-3AD203B41FA5}">
                      <a16:colId xmlns:a16="http://schemas.microsoft.com/office/drawing/2014/main" val="2769999950"/>
                    </a:ext>
                  </a:extLst>
                </a:gridCol>
                <a:gridCol w="405525">
                  <a:extLst>
                    <a:ext uri="{9D8B030D-6E8A-4147-A177-3AD203B41FA5}">
                      <a16:colId xmlns:a16="http://schemas.microsoft.com/office/drawing/2014/main" val="135637185"/>
                    </a:ext>
                  </a:extLst>
                </a:gridCol>
                <a:gridCol w="405525">
                  <a:extLst>
                    <a:ext uri="{9D8B030D-6E8A-4147-A177-3AD203B41FA5}">
                      <a16:colId xmlns:a16="http://schemas.microsoft.com/office/drawing/2014/main" val="3038050475"/>
                    </a:ext>
                  </a:extLst>
                </a:gridCol>
                <a:gridCol w="405525">
                  <a:extLst>
                    <a:ext uri="{9D8B030D-6E8A-4147-A177-3AD203B41FA5}">
                      <a16:colId xmlns:a16="http://schemas.microsoft.com/office/drawing/2014/main" val="1979433044"/>
                    </a:ext>
                  </a:extLst>
                </a:gridCol>
                <a:gridCol w="405525">
                  <a:extLst>
                    <a:ext uri="{9D8B030D-6E8A-4147-A177-3AD203B41FA5}">
                      <a16:colId xmlns:a16="http://schemas.microsoft.com/office/drawing/2014/main" val="4270661649"/>
                    </a:ext>
                  </a:extLst>
                </a:gridCol>
                <a:gridCol w="405525">
                  <a:extLst>
                    <a:ext uri="{9D8B030D-6E8A-4147-A177-3AD203B41FA5}">
                      <a16:colId xmlns:a16="http://schemas.microsoft.com/office/drawing/2014/main" val="3027041370"/>
                    </a:ext>
                  </a:extLst>
                </a:gridCol>
                <a:gridCol w="405525">
                  <a:extLst>
                    <a:ext uri="{9D8B030D-6E8A-4147-A177-3AD203B41FA5}">
                      <a16:colId xmlns:a16="http://schemas.microsoft.com/office/drawing/2014/main" val="2852526216"/>
                    </a:ext>
                  </a:extLst>
                </a:gridCol>
                <a:gridCol w="405525">
                  <a:extLst>
                    <a:ext uri="{9D8B030D-6E8A-4147-A177-3AD203B41FA5}">
                      <a16:colId xmlns:a16="http://schemas.microsoft.com/office/drawing/2014/main" val="103420222"/>
                    </a:ext>
                  </a:extLst>
                </a:gridCol>
                <a:gridCol w="405525">
                  <a:extLst>
                    <a:ext uri="{9D8B030D-6E8A-4147-A177-3AD203B41FA5}">
                      <a16:colId xmlns:a16="http://schemas.microsoft.com/office/drawing/2014/main" val="1470405609"/>
                    </a:ext>
                  </a:extLst>
                </a:gridCol>
                <a:gridCol w="40552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GAIN_CH11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C910A1C4-AD0D-753F-AE26-EEB05D648AB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5278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0440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22</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pSp>
        <p:nvGrpSpPr>
          <p:cNvPr id="15" name="그룹 14">
            <a:extLst>
              <a:ext uri="{FF2B5EF4-FFF2-40B4-BE49-F238E27FC236}">
                <a16:creationId xmlns:a16="http://schemas.microsoft.com/office/drawing/2014/main" id="{CE2BE880-8A00-B21D-BFB2-ACD72C01B041}"/>
              </a:ext>
            </a:extLst>
          </p:cNvPr>
          <p:cNvGrpSpPr/>
          <p:nvPr/>
        </p:nvGrpSpPr>
        <p:grpSpPr>
          <a:xfrm>
            <a:off x="879025" y="1753754"/>
            <a:ext cx="1602000" cy="1602000"/>
            <a:chOff x="934465" y="2137885"/>
            <a:chExt cx="1602000" cy="1602000"/>
          </a:xfrm>
        </p:grpSpPr>
        <p:sp>
          <p:nvSpPr>
            <p:cNvPr id="11" name="직사각형 10">
              <a:extLst>
                <a:ext uri="{FF2B5EF4-FFF2-40B4-BE49-F238E27FC236}">
                  <a16:creationId xmlns:a16="http://schemas.microsoft.com/office/drawing/2014/main" id="{5E50971F-363C-33E9-9B35-6D3667A1E87B}"/>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B50F6445-B46B-51DC-494D-3D25D6EB410E}"/>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F7E52E5A-D686-639C-CA25-CB26904B8172}"/>
                </a:ext>
              </a:extLst>
            </p:cNvPr>
            <p:cNvSpPr txBox="1"/>
            <p:nvPr/>
          </p:nvSpPr>
          <p:spPr>
            <a:xfrm>
              <a:off x="951974" y="3353975"/>
              <a:ext cx="473206" cy="230832"/>
            </a:xfrm>
            <a:prstGeom prst="rect">
              <a:avLst/>
            </a:prstGeom>
            <a:noFill/>
            <a:ln w="12700">
              <a:noFill/>
            </a:ln>
          </p:spPr>
          <p:txBody>
            <a:bodyPr wrap="none" rtlCol="0">
              <a:spAutoFit/>
            </a:bodyPr>
            <a:lstStyle/>
            <a:p>
              <a:r>
                <a:rPr lang="en-US" altLang="ko-KR" sz="900" dirty="0"/>
                <a:t>Pin #1</a:t>
              </a:r>
              <a:endParaRPr lang="ko-KR" altLang="en-US" sz="900" dirty="0"/>
            </a:p>
          </p:txBody>
        </p:sp>
      </p:grpSp>
      <p:sp>
        <p:nvSpPr>
          <p:cNvPr id="16" name="TextBox 15">
            <a:extLst>
              <a:ext uri="{FF2B5EF4-FFF2-40B4-BE49-F238E27FC236}">
                <a16:creationId xmlns:a16="http://schemas.microsoft.com/office/drawing/2014/main" id="{8ECE76E6-C6E6-2D71-4221-9CAD67ED331F}"/>
              </a:ext>
            </a:extLst>
          </p:cNvPr>
          <p:cNvSpPr txBox="1"/>
          <p:nvPr/>
        </p:nvSpPr>
        <p:spPr>
          <a:xfrm>
            <a:off x="1132457" y="1323853"/>
            <a:ext cx="873957" cy="261610"/>
          </a:xfrm>
          <a:prstGeom prst="rect">
            <a:avLst/>
          </a:prstGeom>
          <a:noFill/>
        </p:spPr>
        <p:txBody>
          <a:bodyPr wrap="none" rtlCol="0">
            <a:spAutoFit/>
          </a:bodyPr>
          <a:lstStyle/>
          <a:p>
            <a:r>
              <a:rPr lang="en-US" altLang="ko-KR" sz="1100" dirty="0">
                <a:latin typeface="Arial" panose="020B0604020202020204" pitchFamily="34" charset="0"/>
                <a:cs typeface="Arial" panose="020B0604020202020204" pitchFamily="34" charset="0"/>
              </a:rPr>
              <a:t>TOP VIEW</a:t>
            </a:r>
            <a:endParaRPr lang="ko-KR" altLang="en-US" sz="1100" dirty="0">
              <a:latin typeface="Arial" panose="020B0604020202020204" pitchFamily="34" charset="0"/>
              <a:cs typeface="Arial" panose="020B0604020202020204" pitchFamily="34" charset="0"/>
            </a:endParaRPr>
          </a:p>
        </p:txBody>
      </p:sp>
      <p:cxnSp>
        <p:nvCxnSpPr>
          <p:cNvPr id="18" name="직선 연결선 17">
            <a:extLst>
              <a:ext uri="{FF2B5EF4-FFF2-40B4-BE49-F238E27FC236}">
                <a16:creationId xmlns:a16="http://schemas.microsoft.com/office/drawing/2014/main" id="{F4E374E8-1E3E-377D-6AA8-6C3BBC42DC06}"/>
              </a:ext>
            </a:extLst>
          </p:cNvPr>
          <p:cNvCxnSpPr>
            <a:cxnSpLocks/>
          </p:cNvCxnSpPr>
          <p:nvPr/>
        </p:nvCxnSpPr>
        <p:spPr>
          <a:xfrm flipH="1">
            <a:off x="493788" y="1753754"/>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4ED23F71-C8E3-5C9E-DBB6-5D762B14DDBA}"/>
              </a:ext>
            </a:extLst>
          </p:cNvPr>
          <p:cNvCxnSpPr/>
          <p:nvPr/>
        </p:nvCxnSpPr>
        <p:spPr>
          <a:xfrm>
            <a:off x="619788" y="1771292"/>
            <a:ext cx="0" cy="154800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DD6F000-8CC7-A8D5-7DDE-B1C2139D63C5}"/>
              </a:ext>
            </a:extLst>
          </p:cNvPr>
          <p:cNvCxnSpPr>
            <a:cxnSpLocks/>
          </p:cNvCxnSpPr>
          <p:nvPr/>
        </p:nvCxnSpPr>
        <p:spPr>
          <a:xfrm flipH="1">
            <a:off x="483153" y="3333993"/>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A7A44B44-99B4-33EA-7A72-A24AA7BB0A45}"/>
              </a:ext>
            </a:extLst>
          </p:cNvPr>
          <p:cNvCxnSpPr>
            <a:cxnSpLocks/>
          </p:cNvCxnSpPr>
          <p:nvPr/>
        </p:nvCxnSpPr>
        <p:spPr>
          <a:xfrm rot="5400000" flipH="1" flipV="1">
            <a:off x="756626" y="358740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592D1208-32E6-7CFD-BCFE-E99D09F3672D}"/>
              </a:ext>
            </a:extLst>
          </p:cNvPr>
          <p:cNvCxnSpPr>
            <a:cxnSpLocks/>
          </p:cNvCxnSpPr>
          <p:nvPr/>
        </p:nvCxnSpPr>
        <p:spPr>
          <a:xfrm rot="5400000" flipH="1" flipV="1">
            <a:off x="2350337" y="3586437"/>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FCBD5E64-421D-A410-8B9C-E2714F929AD8}"/>
              </a:ext>
            </a:extLst>
          </p:cNvPr>
          <p:cNvCxnSpPr>
            <a:cxnSpLocks/>
          </p:cNvCxnSpPr>
          <p:nvPr/>
        </p:nvCxnSpPr>
        <p:spPr>
          <a:xfrm flipH="1">
            <a:off x="884543" y="3591753"/>
            <a:ext cx="1584000"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E0EFEDE-1F6F-14CD-1A2D-8532CD4B748F}"/>
              </a:ext>
            </a:extLst>
          </p:cNvPr>
          <p:cNvSpPr txBox="1"/>
          <p:nvPr/>
        </p:nvSpPr>
        <p:spPr>
          <a:xfrm>
            <a:off x="553206" y="2395833"/>
            <a:ext cx="141633" cy="241980"/>
          </a:xfrm>
          <a:prstGeom prst="rect">
            <a:avLst/>
          </a:prstGeom>
          <a:solidFill>
            <a:schemeClr val="bg1"/>
          </a:solidFill>
        </p:spPr>
        <p:txBody>
          <a:bodyPr wrap="none" lIns="36000" tIns="36000" rIns="36000" bIns="36000" rtlCol="0" anchor="ctr" anchorCtr="0">
            <a:spAutoFit/>
          </a:bodyPr>
          <a:lstStyle/>
          <a:p>
            <a:r>
              <a:rPr lang="en-US" altLang="ko-KR" sz="1100" dirty="0"/>
              <a:t>E</a:t>
            </a:r>
            <a:endParaRPr lang="ko-KR" altLang="en-US" sz="1100" dirty="0"/>
          </a:p>
        </p:txBody>
      </p: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B00D99C6-B920-CE1E-5882-F93632742210}"/>
              </a:ext>
            </a:extLst>
          </p:cNvPr>
          <p:cNvPicPr>
            <a:picLocks noChangeAspect="1"/>
          </p:cNvPicPr>
          <p:nvPr/>
        </p:nvPicPr>
        <p:blipFill>
          <a:blip r:embed="rId4"/>
          <a:stretch>
            <a:fillRect/>
          </a:stretch>
        </p:blipFill>
        <p:spPr>
          <a:xfrm>
            <a:off x="514373" y="3864467"/>
            <a:ext cx="1987236" cy="614183"/>
          </a:xfrm>
          <a:prstGeom prst="rect">
            <a:avLst/>
          </a:prstGeom>
        </p:spPr>
      </p:pic>
      <p:sp>
        <p:nvSpPr>
          <p:cNvPr id="126" name="TextBox 125">
            <a:extLst>
              <a:ext uri="{FF2B5EF4-FFF2-40B4-BE49-F238E27FC236}">
                <a16:creationId xmlns:a16="http://schemas.microsoft.com/office/drawing/2014/main" id="{5F5E678F-8862-7787-B868-8C9A46D469EF}"/>
              </a:ext>
            </a:extLst>
          </p:cNvPr>
          <p:cNvSpPr txBox="1"/>
          <p:nvPr/>
        </p:nvSpPr>
        <p:spPr>
          <a:xfrm>
            <a:off x="4280313" y="1326980"/>
            <a:ext cx="1279966" cy="276999"/>
          </a:xfrm>
          <a:prstGeom prst="rect">
            <a:avLst/>
          </a:prstGeom>
          <a:noFill/>
        </p:spPr>
        <p:txBody>
          <a:bodyPr wrap="none" rtlCol="0">
            <a:spAutoFit/>
          </a:bodyPr>
          <a:lstStyle/>
          <a:p>
            <a:r>
              <a:rPr lang="en-US" altLang="ko-KR" sz="1200" dirty="0">
                <a:latin typeface="Arial" panose="020B0604020202020204" pitchFamily="34" charset="0"/>
                <a:cs typeface="Arial" panose="020B0604020202020204" pitchFamily="34" charset="0"/>
              </a:rPr>
              <a:t>BOTTOM VIEW</a:t>
            </a:r>
            <a:endParaRPr lang="ko-KR" altLang="en-US" sz="1200"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D15C21C8-3D2C-175B-0587-BA34F459224F}"/>
              </a:ext>
            </a:extLst>
          </p:cNvPr>
          <p:cNvGrpSpPr/>
          <p:nvPr/>
        </p:nvGrpSpPr>
        <p:grpSpPr>
          <a:xfrm>
            <a:off x="3223974" y="1553503"/>
            <a:ext cx="3384830" cy="2677553"/>
            <a:chOff x="3248734" y="2136795"/>
            <a:chExt cx="3384830" cy="2677553"/>
          </a:xfrm>
        </p:grpSpPr>
        <p:sp>
          <p:nvSpPr>
            <p:cNvPr id="28" name="직사각형 27">
              <a:extLst>
                <a:ext uri="{FF2B5EF4-FFF2-40B4-BE49-F238E27FC236}">
                  <a16:creationId xmlns:a16="http://schemas.microsoft.com/office/drawing/2014/main" id="{AED7EE6B-190B-11DF-0065-16C5ABD89972}"/>
                </a:ext>
              </a:extLst>
            </p:cNvPr>
            <p:cNvSpPr/>
            <p:nvPr/>
          </p:nvSpPr>
          <p:spPr>
            <a:xfrm>
              <a:off x="5205345" y="2825794"/>
              <a:ext cx="367085" cy="11779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sp>
          <p:nvSpPr>
            <p:cNvPr id="127" name="직사각형 126">
              <a:extLst>
                <a:ext uri="{FF2B5EF4-FFF2-40B4-BE49-F238E27FC236}">
                  <a16:creationId xmlns:a16="http://schemas.microsoft.com/office/drawing/2014/main" id="{1B101B96-EF5F-230E-D571-904BB44AEC66}"/>
                </a:ext>
              </a:extLst>
            </p:cNvPr>
            <p:cNvSpPr/>
            <p:nvPr/>
          </p:nvSpPr>
          <p:spPr>
            <a:xfrm rot="19581337">
              <a:off x="5097443" y="3782709"/>
              <a:ext cx="367085" cy="299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pic>
          <p:nvPicPr>
            <p:cNvPr id="1031" name="그림 1030">
              <a:extLst>
                <a:ext uri="{FF2B5EF4-FFF2-40B4-BE49-F238E27FC236}">
                  <a16:creationId xmlns:a16="http://schemas.microsoft.com/office/drawing/2014/main" id="{787A0EED-0BFD-0AC6-C524-0A9B2F8B81D7}"/>
                </a:ext>
              </a:extLst>
            </p:cNvPr>
            <p:cNvPicPr>
              <a:picLocks noChangeAspect="1"/>
            </p:cNvPicPr>
            <p:nvPr/>
          </p:nvPicPr>
          <p:blipFill>
            <a:blip r:embed="rId5"/>
            <a:stretch>
              <a:fillRect/>
            </a:stretch>
          </p:blipFill>
          <p:spPr>
            <a:xfrm>
              <a:off x="3248734" y="2136795"/>
              <a:ext cx="3384830" cy="2677553"/>
            </a:xfrm>
            <a:prstGeom prst="rect">
              <a:avLst/>
            </a:prstGeom>
          </p:spPr>
        </p:pic>
        <p:sp>
          <p:nvSpPr>
            <p:cNvPr id="27" name="직사각형 26">
              <a:extLst>
                <a:ext uri="{FF2B5EF4-FFF2-40B4-BE49-F238E27FC236}">
                  <a16:creationId xmlns:a16="http://schemas.microsoft.com/office/drawing/2014/main" id="{E3A61A87-29C3-5667-77F6-002CF34EB6B7}"/>
                </a:ext>
              </a:extLst>
            </p:cNvPr>
            <p:cNvSpPr/>
            <p:nvPr/>
          </p:nvSpPr>
          <p:spPr>
            <a:xfrm>
              <a:off x="4278652" y="2770814"/>
              <a:ext cx="1051055" cy="1352166"/>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sp>
          <p:nvSpPr>
            <p:cNvPr id="1032" name="이등변 삼각형 1031">
              <a:extLst>
                <a:ext uri="{FF2B5EF4-FFF2-40B4-BE49-F238E27FC236}">
                  <a16:creationId xmlns:a16="http://schemas.microsoft.com/office/drawing/2014/main" id="{8845D455-9363-9BF0-7E22-F03AD42D7922}"/>
                </a:ext>
              </a:extLst>
            </p:cNvPr>
            <p:cNvSpPr/>
            <p:nvPr/>
          </p:nvSpPr>
          <p:spPr>
            <a:xfrm>
              <a:off x="5073433" y="3862438"/>
              <a:ext cx="333955" cy="300663"/>
            </a:xfrm>
            <a:prstGeom prst="triangle">
              <a:avLst>
                <a:gd name="adj" fmla="val 7667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cxnSp>
          <p:nvCxnSpPr>
            <p:cNvPr id="1034" name="직선 연결선 1033">
              <a:extLst>
                <a:ext uri="{FF2B5EF4-FFF2-40B4-BE49-F238E27FC236}">
                  <a16:creationId xmlns:a16="http://schemas.microsoft.com/office/drawing/2014/main" id="{3C51C6AB-C6E2-CC03-5B82-46EBBC02ACEC}"/>
                </a:ext>
              </a:extLst>
            </p:cNvPr>
            <p:cNvCxnSpPr>
              <a:cxnSpLocks/>
              <a:stCxn id="1032" idx="0"/>
            </p:cNvCxnSpPr>
            <p:nvPr/>
          </p:nvCxnSpPr>
          <p:spPr>
            <a:xfrm flipH="1">
              <a:off x="5097289" y="3862438"/>
              <a:ext cx="232191" cy="2673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3" name="직선 화살표 연결선 1042">
              <a:extLst>
                <a:ext uri="{FF2B5EF4-FFF2-40B4-BE49-F238E27FC236}">
                  <a16:creationId xmlns:a16="http://schemas.microsoft.com/office/drawing/2014/main" id="{CEBEC921-DD1B-634C-882A-E6477F0B96BA}"/>
                </a:ext>
              </a:extLst>
            </p:cNvPr>
            <p:cNvCxnSpPr>
              <a:stCxn id="27" idx="1"/>
              <a:endCxn id="27" idx="3"/>
            </p:cNvCxnSpPr>
            <p:nvPr/>
          </p:nvCxnSpPr>
          <p:spPr>
            <a:xfrm>
              <a:off x="4278652" y="3446897"/>
              <a:ext cx="1051055"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44" name="직선 화살표 연결선 1043">
              <a:extLst>
                <a:ext uri="{FF2B5EF4-FFF2-40B4-BE49-F238E27FC236}">
                  <a16:creationId xmlns:a16="http://schemas.microsoft.com/office/drawing/2014/main" id="{22AA8AFE-AD67-47DB-718A-0596529BA6B6}"/>
                </a:ext>
              </a:extLst>
            </p:cNvPr>
            <p:cNvCxnSpPr>
              <a:cxnSpLocks/>
              <a:stCxn id="27" idx="0"/>
              <a:endCxn id="27" idx="2"/>
            </p:cNvCxnSpPr>
            <p:nvPr/>
          </p:nvCxnSpPr>
          <p:spPr>
            <a:xfrm>
              <a:off x="4804180" y="2770814"/>
              <a:ext cx="0" cy="1352166"/>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048" name="TextBox 1047">
              <a:extLst>
                <a:ext uri="{FF2B5EF4-FFF2-40B4-BE49-F238E27FC236}">
                  <a16:creationId xmlns:a16="http://schemas.microsoft.com/office/drawing/2014/main" id="{23FBC996-773C-ED88-6390-D3FAABC1F75E}"/>
                </a:ext>
              </a:extLst>
            </p:cNvPr>
            <p:cNvSpPr txBox="1"/>
            <p:nvPr/>
          </p:nvSpPr>
          <p:spPr>
            <a:xfrm>
              <a:off x="4912420" y="3345999"/>
              <a:ext cx="220179" cy="211203"/>
            </a:xfrm>
            <a:prstGeom prst="rect">
              <a:avLst/>
            </a:prstGeom>
            <a:solidFill>
              <a:schemeClr val="bg1"/>
            </a:solidFill>
          </p:spPr>
          <p:txBody>
            <a:bodyPr wrap="none" lIns="36000" tIns="36000" rIns="36000" bIns="36000" rtlCol="0" anchor="ctr" anchorCtr="0">
              <a:spAutoFit/>
            </a:bodyPr>
            <a:lstStyle/>
            <a:p>
              <a:r>
                <a:rPr lang="en-US" altLang="ko-KR" sz="900" b="1" dirty="0">
                  <a:latin typeface="Arial" panose="020B0604020202020204" pitchFamily="34" charset="0"/>
                  <a:cs typeface="Arial" panose="020B0604020202020204" pitchFamily="34" charset="0"/>
                </a:rPr>
                <a:t>D1</a:t>
              </a:r>
              <a:endParaRPr lang="ko-KR" altLang="en-US" sz="900" b="1" dirty="0">
                <a:latin typeface="Arial" panose="020B0604020202020204" pitchFamily="34" charset="0"/>
                <a:cs typeface="Arial" panose="020B0604020202020204" pitchFamily="34" charset="0"/>
              </a:endParaRPr>
            </a:p>
          </p:txBody>
        </p:sp>
        <p:sp>
          <p:nvSpPr>
            <p:cNvPr id="1049" name="TextBox 1048">
              <a:extLst>
                <a:ext uri="{FF2B5EF4-FFF2-40B4-BE49-F238E27FC236}">
                  <a16:creationId xmlns:a16="http://schemas.microsoft.com/office/drawing/2014/main" id="{83200D73-7D62-F843-8C91-C8349A667E0B}"/>
                </a:ext>
              </a:extLst>
            </p:cNvPr>
            <p:cNvSpPr txBox="1"/>
            <p:nvPr/>
          </p:nvSpPr>
          <p:spPr>
            <a:xfrm>
              <a:off x="4702371" y="3692336"/>
              <a:ext cx="213767" cy="211203"/>
            </a:xfrm>
            <a:prstGeom prst="rect">
              <a:avLst/>
            </a:prstGeom>
            <a:solidFill>
              <a:schemeClr val="bg1"/>
            </a:solidFill>
          </p:spPr>
          <p:txBody>
            <a:bodyPr wrap="none" lIns="36000" tIns="36000" rIns="36000" bIns="36000" rtlCol="0" anchor="ctr" anchorCtr="0">
              <a:spAutoFit/>
            </a:bodyPr>
            <a:lstStyle/>
            <a:p>
              <a:r>
                <a:rPr lang="en-US" altLang="ko-KR" sz="900" b="1" dirty="0">
                  <a:latin typeface="Arial" panose="020B0604020202020204" pitchFamily="34" charset="0"/>
                  <a:cs typeface="Arial" panose="020B0604020202020204" pitchFamily="34" charset="0"/>
                </a:rPr>
                <a:t>E1</a:t>
              </a:r>
              <a:endParaRPr lang="ko-KR" altLang="en-US" sz="900" b="1" dirty="0">
                <a:latin typeface="Arial" panose="020B0604020202020204" pitchFamily="34" charset="0"/>
                <a:cs typeface="Arial" panose="020B0604020202020204" pitchFamily="34" charset="0"/>
              </a:endParaRPr>
            </a:p>
          </p:txBody>
        </p:sp>
      </p:grpSp>
      <p:sp>
        <p:nvSpPr>
          <p:cNvPr id="1054" name="TextBox 1053">
            <a:extLst>
              <a:ext uri="{FF2B5EF4-FFF2-40B4-BE49-F238E27FC236}">
                <a16:creationId xmlns:a16="http://schemas.microsoft.com/office/drawing/2014/main" id="{4CED4C68-5F99-ABC9-E080-A9786B66B574}"/>
              </a:ext>
            </a:extLst>
          </p:cNvPr>
          <p:cNvSpPr txBox="1"/>
          <p:nvPr/>
        </p:nvSpPr>
        <p:spPr>
          <a:xfrm>
            <a:off x="1569436" y="3466092"/>
            <a:ext cx="159265" cy="241980"/>
          </a:xfrm>
          <a:prstGeom prst="rect">
            <a:avLst/>
          </a:prstGeom>
          <a:solidFill>
            <a:schemeClr val="bg1"/>
          </a:solidFill>
        </p:spPr>
        <p:txBody>
          <a:bodyPr wrap="none" lIns="36000" tIns="36000" rIns="36000" bIns="36000" rtlCol="0" anchor="ctr" anchorCtr="0">
            <a:spAutoFit/>
          </a:bodyPr>
          <a:lstStyle/>
          <a:p>
            <a:r>
              <a:rPr lang="en-US" altLang="ko-KR" sz="1100" dirty="0"/>
              <a:t>D</a:t>
            </a:r>
            <a:endParaRPr lang="ko-KR" altLang="en-US" sz="1100" dirty="0"/>
          </a:p>
        </p:txBody>
      </p:sp>
      <p:grpSp>
        <p:nvGrpSpPr>
          <p:cNvPr id="1058" name="그룹 1057">
            <a:extLst>
              <a:ext uri="{FF2B5EF4-FFF2-40B4-BE49-F238E27FC236}">
                <a16:creationId xmlns:a16="http://schemas.microsoft.com/office/drawing/2014/main" id="{E7BA0D1D-FC49-AC4E-D8BE-7BB474F4CCDC}"/>
              </a:ext>
            </a:extLst>
          </p:cNvPr>
          <p:cNvGrpSpPr/>
          <p:nvPr/>
        </p:nvGrpSpPr>
        <p:grpSpPr>
          <a:xfrm>
            <a:off x="2219672" y="4917201"/>
            <a:ext cx="2800661" cy="3935612"/>
            <a:chOff x="2132959" y="4800308"/>
            <a:chExt cx="2696716" cy="3828256"/>
          </a:xfrm>
        </p:grpSpPr>
        <p:pic>
          <p:nvPicPr>
            <p:cNvPr id="1029" name="그림 1">
              <a:extLst>
                <a:ext uri="{FF2B5EF4-FFF2-40B4-BE49-F238E27FC236}">
                  <a16:creationId xmlns:a16="http://schemas.microsoft.com/office/drawing/2014/main" id="{952AB76D-B125-7879-50DF-01C01C0AE8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2959" y="4800308"/>
              <a:ext cx="2696716" cy="382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5" name="TextBox 1054">
              <a:extLst>
                <a:ext uri="{FF2B5EF4-FFF2-40B4-BE49-F238E27FC236}">
                  <a16:creationId xmlns:a16="http://schemas.microsoft.com/office/drawing/2014/main" id="{449658C8-F177-8FF5-047D-99D7DB029DA1}"/>
                </a:ext>
              </a:extLst>
            </p:cNvPr>
            <p:cNvSpPr txBox="1"/>
            <p:nvPr/>
          </p:nvSpPr>
          <p:spPr>
            <a:xfrm>
              <a:off x="3722388"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1.30</a:t>
              </a:r>
              <a:endParaRPr lang="ko-KR" altLang="en-US" sz="1300" b="1" dirty="0"/>
            </a:p>
          </p:txBody>
        </p:sp>
        <p:sp>
          <p:nvSpPr>
            <p:cNvPr id="1056" name="TextBox 1055">
              <a:extLst>
                <a:ext uri="{FF2B5EF4-FFF2-40B4-BE49-F238E27FC236}">
                  <a16:creationId xmlns:a16="http://schemas.microsoft.com/office/drawing/2014/main" id="{31903BAB-277B-79DD-B606-DD06E0A3C9B9}"/>
                </a:ext>
              </a:extLst>
            </p:cNvPr>
            <p:cNvSpPr txBox="1"/>
            <p:nvPr/>
          </p:nvSpPr>
          <p:spPr>
            <a:xfrm>
              <a:off x="3091585"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1.25</a:t>
              </a:r>
              <a:endParaRPr lang="ko-KR" altLang="en-US" sz="1300" b="1" dirty="0"/>
            </a:p>
          </p:txBody>
        </p:sp>
        <p:sp>
          <p:nvSpPr>
            <p:cNvPr id="1057" name="TextBox 1056">
              <a:extLst>
                <a:ext uri="{FF2B5EF4-FFF2-40B4-BE49-F238E27FC236}">
                  <a16:creationId xmlns:a16="http://schemas.microsoft.com/office/drawing/2014/main" id="{E59FEC2E-A57C-4C6F-4413-17CB37B28859}"/>
                </a:ext>
              </a:extLst>
            </p:cNvPr>
            <p:cNvSpPr txBox="1"/>
            <p:nvPr/>
          </p:nvSpPr>
          <p:spPr>
            <a:xfrm>
              <a:off x="4331980"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1.35</a:t>
              </a:r>
              <a:endParaRPr lang="ko-KR" altLang="en-US" sz="1300" b="1" dirty="0"/>
            </a:p>
          </p:txBody>
        </p:sp>
      </p:grpSp>
    </p:spTree>
    <p:extLst>
      <p:ext uri="{BB962C8B-B14F-4D97-AF65-F5344CB8AC3E}">
        <p14:creationId xmlns:p14="http://schemas.microsoft.com/office/powerpoint/2010/main" val="2010051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23</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87620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A85F6BC-18EF-2342-15EA-50D7D3EF7859}"/>
              </a:ext>
            </a:extLst>
          </p:cNvPr>
          <p:cNvPicPr>
            <a:picLocks noChangeAspect="1"/>
          </p:cNvPicPr>
          <p:nvPr/>
        </p:nvPicPr>
        <p:blipFill>
          <a:blip r:embed="rId4"/>
          <a:stretch>
            <a:fillRect/>
          </a:stretch>
        </p:blipFill>
        <p:spPr>
          <a:xfrm>
            <a:off x="858139" y="1087797"/>
            <a:ext cx="5039731" cy="4101462"/>
          </a:xfrm>
          <a:prstGeom prst="rect">
            <a:avLst/>
          </a:prstGeom>
        </p:spPr>
      </p:pic>
      <p:pic>
        <p:nvPicPr>
          <p:cNvPr id="5" name="그림 4">
            <a:extLst>
              <a:ext uri="{FF2B5EF4-FFF2-40B4-BE49-F238E27FC236}">
                <a16:creationId xmlns:a16="http://schemas.microsoft.com/office/drawing/2014/main" id="{DDD5A028-222F-CA8B-B419-9F0F8BEDF532}"/>
              </a:ext>
            </a:extLst>
          </p:cNvPr>
          <p:cNvPicPr>
            <a:picLocks noChangeAspect="1"/>
          </p:cNvPicPr>
          <p:nvPr/>
        </p:nvPicPr>
        <p:blipFill>
          <a:blip r:embed="rId5"/>
          <a:stretch>
            <a:fillRect/>
          </a:stretch>
        </p:blipFill>
        <p:spPr>
          <a:xfrm>
            <a:off x="2335777" y="5475984"/>
            <a:ext cx="2186445" cy="3505163"/>
          </a:xfrm>
          <a:prstGeom prst="rect">
            <a:avLst/>
          </a:prstGeom>
        </p:spPr>
      </p:pic>
    </p:spTree>
    <p:extLst>
      <p:ext uri="{BB962C8B-B14F-4D97-AF65-F5344CB8AC3E}">
        <p14:creationId xmlns:p14="http://schemas.microsoft.com/office/powerpoint/2010/main" val="1970544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2" name="Rectangle 12">
            <a:extLst>
              <a:ext uri="{FF2B5EF4-FFF2-40B4-BE49-F238E27FC236}">
                <a16:creationId xmlns:a16="http://schemas.microsoft.com/office/drawing/2014/main" id="{35CFC163-8B08-4038-8722-4B054955E712}"/>
              </a:ext>
            </a:extLst>
          </p:cNvPr>
          <p:cNvSpPr>
            <a:spLocks noChangeArrowheads="1"/>
          </p:cNvSpPr>
          <p:nvPr/>
        </p:nvSpPr>
        <p:spPr bwMode="auto">
          <a:xfrm>
            <a:off x="404813" y="6964980"/>
            <a:ext cx="6048622"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r>
              <a:rPr kumimoji="0" lang="en-US" altLang="ko-KR" sz="600" b="0" i="0" u="none" strike="noStrike" cap="none" normalizeH="0" baseline="0" dirty="0">
                <a:ln>
                  <a:noFill/>
                </a:ln>
                <a:solidFill>
                  <a:schemeClr val="tx1"/>
                </a:solidFill>
                <a:effectLst/>
                <a:latin typeface="+mj-lt"/>
              </a:rPr>
              <a:t> </a:t>
            </a:r>
          </a:p>
        </p:txBody>
      </p:sp>
      <p:pic>
        <p:nvPicPr>
          <p:cNvPr id="1035" name="그림 1">
            <a:extLst>
              <a:ext uri="{FF2B5EF4-FFF2-40B4-BE49-F238E27FC236}">
                <a16:creationId xmlns:a16="http://schemas.microsoft.com/office/drawing/2014/main" id="{7483604B-021F-4F33-8BD2-8690A869C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216" y="6976257"/>
            <a:ext cx="100553" cy="14696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5">
            <a:extLst>
              <a:ext uri="{FF2B5EF4-FFF2-40B4-BE49-F238E27FC236}">
                <a16:creationId xmlns:a16="http://schemas.microsoft.com/office/drawing/2014/main" id="{D4F2D7F0-5D5C-4C8A-9010-51FDDF932EC4}"/>
              </a:ext>
            </a:extLst>
          </p:cNvPr>
          <p:cNvSpPr>
            <a:spLocks noChangeArrowheads="1"/>
          </p:cNvSpPr>
          <p:nvPr/>
        </p:nvSpPr>
        <p:spPr bwMode="auto">
          <a:xfrm>
            <a:off x="404689" y="7568676"/>
            <a:ext cx="6048622" cy="13849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r>
              <a:rPr kumimoji="0" lang="en-US" altLang="ko-KR" sz="600" b="0" i="0" u="none" strike="noStrike" cap="none" normalizeH="0" baseline="0" dirty="0">
                <a:ln>
                  <a:noFill/>
                </a:ln>
                <a:solidFill>
                  <a:schemeClr val="tx1"/>
                </a:solidFill>
                <a:effectLst/>
                <a:latin typeface="+mj-lt"/>
              </a:rPr>
              <a:t> </a:t>
            </a:r>
          </a:p>
        </p:txBody>
      </p:sp>
      <p:pic>
        <p:nvPicPr>
          <p:cNvPr id="50" name="그림 1">
            <a:extLst>
              <a:ext uri="{FF2B5EF4-FFF2-40B4-BE49-F238E27FC236}">
                <a16:creationId xmlns:a16="http://schemas.microsoft.com/office/drawing/2014/main" id="{68A01D4B-9986-4FE0-955B-BA5B3C51E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18" y="7580699"/>
            <a:ext cx="91652" cy="133953"/>
          </a:xfrm>
          <a:prstGeom prst="rect">
            <a:avLst/>
          </a:prstGeom>
          <a:noFill/>
          <a:extLst>
            <a:ext uri="{909E8E84-426E-40DD-AFC4-6F175D3DCCD1}">
              <a14:hiddenFill xmlns:a14="http://schemas.microsoft.com/office/drawing/2010/main">
                <a:solidFill>
                  <a:srgbClr val="FFFFFF"/>
                </a:solidFill>
              </a14:hiddenFill>
            </a:ext>
          </a:extLst>
        </p:spPr>
      </p:pic>
      <p:pic>
        <p:nvPicPr>
          <p:cNvPr id="13" name="그림 12">
            <a:extLst>
              <a:ext uri="{FF2B5EF4-FFF2-40B4-BE49-F238E27FC236}">
                <a16:creationId xmlns:a16="http://schemas.microsoft.com/office/drawing/2014/main" id="{FD4A0DEA-5196-4821-A6B0-961423C86A0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D2C408C6-3E99-4903-BAA7-59E01256678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15ECFB03-B85D-E36C-CC33-0EC771E2100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274968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30493</TotalTime>
  <Words>5572</Words>
  <Application>Microsoft Office PowerPoint</Application>
  <PresentationFormat>A4 용지(210x297mm)</PresentationFormat>
  <Paragraphs>2091</Paragraphs>
  <Slides>24</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24</vt:i4>
      </vt:variant>
    </vt:vector>
  </HeadingPairs>
  <TitlesOfParts>
    <vt:vector size="33" baseType="lpstr">
      <vt:lpstr>Microsoft GothicNeo</vt:lpstr>
      <vt:lpstr>굴림</vt:lpstr>
      <vt:lpstr>맑은 고딕</vt:lpstr>
      <vt:lpstr>Aharoni</vt:lpstr>
      <vt:lpstr>Arial</vt:lpstr>
      <vt:lpstr>Calibri</vt:lpstr>
      <vt:lpstr>Calibri Light</vt:lpstr>
      <vt:lpstr>Perpetua Titling MT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Han ST</dc:creator>
  <cp:lastModifiedBy>김 영훈</cp:lastModifiedBy>
  <cp:revision>1123</cp:revision>
  <cp:lastPrinted>2023-08-01T07:21:23Z</cp:lastPrinted>
  <dcterms:created xsi:type="dcterms:W3CDTF">2020-06-17T04:27:48Z</dcterms:created>
  <dcterms:modified xsi:type="dcterms:W3CDTF">2023-09-01T08:39:31Z</dcterms:modified>
</cp:coreProperties>
</file>