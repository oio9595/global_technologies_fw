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handoutMasterIdLst>
    <p:handoutMasterId r:id="rId26"/>
  </p:handoutMasterIdLst>
  <p:sldIdLst>
    <p:sldId id="266" r:id="rId2"/>
    <p:sldId id="385" r:id="rId3"/>
    <p:sldId id="277" r:id="rId4"/>
    <p:sldId id="278" r:id="rId5"/>
    <p:sldId id="279" r:id="rId6"/>
    <p:sldId id="276" r:id="rId7"/>
    <p:sldId id="345" r:id="rId8"/>
    <p:sldId id="344" r:id="rId9"/>
    <p:sldId id="287" r:id="rId10"/>
    <p:sldId id="293" r:id="rId11"/>
    <p:sldId id="330" r:id="rId12"/>
    <p:sldId id="407" r:id="rId13"/>
    <p:sldId id="412" r:id="rId14"/>
    <p:sldId id="353" r:id="rId15"/>
    <p:sldId id="409" r:id="rId16"/>
    <p:sldId id="352" r:id="rId17"/>
    <p:sldId id="410" r:id="rId18"/>
    <p:sldId id="411" r:id="rId19"/>
    <p:sldId id="402" r:id="rId20"/>
    <p:sldId id="309" r:id="rId21"/>
    <p:sldId id="413" r:id="rId22"/>
    <p:sldId id="348" r:id="rId23"/>
    <p:sldId id="311" r:id="rId24"/>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FF"/>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varScale="1">
        <p:scale>
          <a:sx n="102" d="100"/>
          <a:sy n="102" d="100"/>
        </p:scale>
        <p:origin x="3080" y="88"/>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2023-08-30</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2023-08-30</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 optimized for LED lighting solution.  The XD-12 driver is used together with the XC-24 controller as a companion chip.  A lot of the  XD-12 drivers can be daisied each other to the XC-24 channels and controlled through a serial interface by the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has a feedback control for the LED power efficiently, and self-protection features like as a thermal-regulation, a temperature-protection, a LED open and a short monitoring.</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20038" y="1341458"/>
            <a:ext cx="6024417" cy="4795608"/>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45</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15" dirty="0">
                <a:effectLst/>
                <a:latin typeface="Arial" panose="020B0604020202020204" pitchFamily="34" charset="0"/>
                <a:ea typeface="Arial" panose="020B0604020202020204" pitchFamily="34" charset="0"/>
                <a:cs typeface="굴림" panose="020B0600000101010101" pitchFamily="50" charset="-127"/>
              </a:rPr>
              <a:t> 32</a:t>
            </a:r>
            <a:r>
              <a:rPr lang="en-US" altLang="ko-KR" sz="1000" dirty="0">
                <a:effectLst/>
                <a:latin typeface="Arial" panose="020B0604020202020204" pitchFamily="34" charset="0"/>
                <a:ea typeface="Arial" panose="020B0604020202020204" pitchFamily="34" charset="0"/>
                <a:cs typeface="굴림" panose="020B0600000101010101" pitchFamily="50" charset="-127"/>
              </a:rPr>
              <a:t>mA</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sink</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current</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per</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channel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5 control levels for device max current limit, 4mA, 8mA, 16mA, 24mA and 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12-bit global max current control level for each device max current limit</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10-bit PAM current control for global max current level</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12-,11-,10-bit PWM current dimming control</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Sync control between ICs</a:t>
            </a:r>
            <a:endParaRPr lang="ko-KR"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Max f</a:t>
            </a:r>
            <a:r>
              <a:rPr lang="en-US" altLang="ko-KR" sz="1000" dirty="0">
                <a:solidFill>
                  <a:srgbClr val="FF0000"/>
                </a:solidFill>
                <a:effectLst/>
                <a:latin typeface="Arial" panose="020B0604020202020204" pitchFamily="34" charset="0"/>
                <a:ea typeface="Arial" panose="020B0604020202020204" pitchFamily="34" charset="0"/>
                <a:cs typeface="굴림" panose="020B0600000101010101" pitchFamily="50" charset="-127"/>
              </a:rPr>
              <a:t>rame </a:t>
            </a: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refresh rate 30KHz @ 4095-step</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solidFill>
                  <a:srgbClr val="FF0000"/>
                </a:solidFill>
                <a:latin typeface="Arial" panose="020B0604020202020204" pitchFamily="34" charset="0"/>
                <a:ea typeface="Arial" panose="020B0604020202020204" pitchFamily="34" charset="0"/>
                <a:cs typeface="굴림" panose="020B0600000101010101" pitchFamily="50" charset="-127"/>
              </a:rPr>
              <a:t>Flicker-less frame frequency switching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Bi-directional one line interface being capable of daisy connection for dimming operation</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Fault detection facilities, thermal, short and open event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3-bit short &amp;</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2-bit feedback control</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level</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Auto thermal regulation &amp; </a:t>
            </a:r>
            <a:r>
              <a:rPr lang="en-US" altLang="ko-KR" sz="1000" dirty="0">
                <a:latin typeface="Arial" panose="020B0604020202020204" pitchFamily="34" charset="0"/>
                <a:ea typeface="Arial" panose="020B0604020202020204" pitchFamily="34" charset="0"/>
                <a:cs typeface="굴림" panose="020B0600000101010101" pitchFamily="50" charset="-127"/>
              </a:rPr>
              <a:t>over temperature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4"/>
          <a:stretch>
            <a:fillRect/>
          </a:stretch>
        </p:blipFill>
        <p:spPr>
          <a:xfrm>
            <a:off x="313908" y="5934020"/>
            <a:ext cx="6363353" cy="2312621"/>
          </a:xfrm>
          <a:prstGeom prst="rect">
            <a:avLst/>
          </a:prstGeom>
        </p:spPr>
      </p:pic>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F7ADD112-FE5A-3C7E-2F6B-042102910A23}"/>
              </a:ext>
            </a:extLst>
          </p:cNvPr>
          <p:cNvPicPr>
            <a:picLocks noChangeAspect="1"/>
          </p:cNvPicPr>
          <p:nvPr/>
        </p:nvPicPr>
        <p:blipFill>
          <a:blip r:embed="rId5">
            <a:duotone>
              <a:prstClr val="black"/>
              <a:schemeClr val="accent2">
                <a:tint val="45000"/>
                <a:satMod val="400000"/>
              </a:schemeClr>
            </a:duotone>
          </a:blip>
          <a:stretch>
            <a:fillRect/>
          </a:stretch>
        </p:blipFill>
        <p:spPr>
          <a:xfrm>
            <a:off x="1197850" y="1224076"/>
            <a:ext cx="4038600" cy="3619535"/>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121683868"/>
              </p:ext>
            </p:extLst>
          </p:nvPr>
        </p:nvGraphicFramePr>
        <p:xfrm>
          <a:off x="420038" y="4961701"/>
          <a:ext cx="6024417" cy="4066593"/>
        </p:xfrm>
        <a:graphic>
          <a:graphicData uri="http://schemas.openxmlformats.org/drawingml/2006/table">
            <a:tbl>
              <a:tblPr>
                <a:tableStyleId>{5C22544A-7EE6-4342-B048-85BDC9FD1C3A}</a:tableStyleId>
              </a:tblPr>
              <a:tblGrid>
                <a:gridCol w="764837">
                  <a:extLst>
                    <a:ext uri="{9D8B030D-6E8A-4147-A177-3AD203B41FA5}">
                      <a16:colId xmlns:a16="http://schemas.microsoft.com/office/drawing/2014/main" val="1199541810"/>
                    </a:ext>
                  </a:extLst>
                </a:gridCol>
                <a:gridCol w="550604">
                  <a:extLst>
                    <a:ext uri="{9D8B030D-6E8A-4147-A177-3AD203B41FA5}">
                      <a16:colId xmlns:a16="http://schemas.microsoft.com/office/drawing/2014/main" val="2771136683"/>
                    </a:ext>
                  </a:extLst>
                </a:gridCol>
                <a:gridCol w="519141">
                  <a:extLst>
                    <a:ext uri="{9D8B030D-6E8A-4147-A177-3AD203B41FA5}">
                      <a16:colId xmlns:a16="http://schemas.microsoft.com/office/drawing/2014/main" val="112759525"/>
                    </a:ext>
                  </a:extLst>
                </a:gridCol>
                <a:gridCol w="920116">
                  <a:extLst>
                    <a:ext uri="{9D8B030D-6E8A-4147-A177-3AD203B41FA5}">
                      <a16:colId xmlns:a16="http://schemas.microsoft.com/office/drawing/2014/main" val="3900317923"/>
                    </a:ext>
                  </a:extLst>
                </a:gridCol>
                <a:gridCol w="1785132">
                  <a:extLst>
                    <a:ext uri="{9D8B030D-6E8A-4147-A177-3AD203B41FA5}">
                      <a16:colId xmlns:a16="http://schemas.microsoft.com/office/drawing/2014/main" val="3382103366"/>
                    </a:ext>
                  </a:extLst>
                </a:gridCol>
                <a:gridCol w="1484587">
                  <a:extLst>
                    <a:ext uri="{9D8B030D-6E8A-4147-A177-3AD203B41FA5}">
                      <a16:colId xmlns:a16="http://schemas.microsoft.com/office/drawing/2014/main" val="915546717"/>
                    </a:ext>
                  </a:extLst>
                </a:gridCol>
              </a:tblGrid>
              <a:tr h="38408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58603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pic>
        <p:nvPicPr>
          <p:cNvPr id="11" name="그림 10">
            <a:extLst>
              <a:ext uri="{FF2B5EF4-FFF2-40B4-BE49-F238E27FC236}">
                <a16:creationId xmlns:a16="http://schemas.microsoft.com/office/drawing/2014/main" id="{73C02E3F-2705-8564-478F-C03F76B412B3}"/>
              </a:ext>
            </a:extLst>
          </p:cNvPr>
          <p:cNvPicPr>
            <a:picLocks noChangeAspect="1"/>
          </p:cNvPicPr>
          <p:nvPr/>
        </p:nvPicPr>
        <p:blipFill>
          <a:blip r:embed="rId4"/>
          <a:stretch>
            <a:fillRect/>
          </a:stretch>
        </p:blipFill>
        <p:spPr>
          <a:xfrm>
            <a:off x="1866554" y="1429957"/>
            <a:ext cx="2938527" cy="2969009"/>
          </a:xfrm>
          <a:prstGeom prst="rect">
            <a:avLst/>
          </a:prstGeom>
        </p:spPr>
      </p:pic>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348628413"/>
              </p:ext>
            </p:extLst>
          </p:nvPr>
        </p:nvGraphicFramePr>
        <p:xfrm>
          <a:off x="404813" y="1276542"/>
          <a:ext cx="6039643" cy="3023791"/>
        </p:xfrm>
        <a:graphic>
          <a:graphicData uri="http://schemas.openxmlformats.org/drawingml/2006/table">
            <a:tbl>
              <a:tblPr>
                <a:tableStyleId>{5C22544A-7EE6-4342-B048-85BDC9FD1C3A}</a:tableStyleId>
              </a:tblPr>
              <a:tblGrid>
                <a:gridCol w="766769">
                  <a:extLst>
                    <a:ext uri="{9D8B030D-6E8A-4147-A177-3AD203B41FA5}">
                      <a16:colId xmlns:a16="http://schemas.microsoft.com/office/drawing/2014/main" val="1199541810"/>
                    </a:ext>
                  </a:extLst>
                </a:gridCol>
                <a:gridCol w="551996">
                  <a:extLst>
                    <a:ext uri="{9D8B030D-6E8A-4147-A177-3AD203B41FA5}">
                      <a16:colId xmlns:a16="http://schemas.microsoft.com/office/drawing/2014/main" val="2771136683"/>
                    </a:ext>
                  </a:extLst>
                </a:gridCol>
                <a:gridCol w="520453">
                  <a:extLst>
                    <a:ext uri="{9D8B030D-6E8A-4147-A177-3AD203B41FA5}">
                      <a16:colId xmlns:a16="http://schemas.microsoft.com/office/drawing/2014/main" val="112759525"/>
                    </a:ext>
                  </a:extLst>
                </a:gridCol>
                <a:gridCol w="922441">
                  <a:extLst>
                    <a:ext uri="{9D8B030D-6E8A-4147-A177-3AD203B41FA5}">
                      <a16:colId xmlns:a16="http://schemas.microsoft.com/office/drawing/2014/main" val="3900317923"/>
                    </a:ext>
                  </a:extLst>
                </a:gridCol>
                <a:gridCol w="1785043">
                  <a:extLst>
                    <a:ext uri="{9D8B030D-6E8A-4147-A177-3AD203B41FA5}">
                      <a16:colId xmlns:a16="http://schemas.microsoft.com/office/drawing/2014/main" val="3382103366"/>
                    </a:ext>
                  </a:extLst>
                </a:gridCol>
                <a:gridCol w="1492941">
                  <a:extLst>
                    <a:ext uri="{9D8B030D-6E8A-4147-A177-3AD203B41FA5}">
                      <a16:colId xmlns:a16="http://schemas.microsoft.com/office/drawing/2014/main" val="915546717"/>
                    </a:ext>
                  </a:extLst>
                </a:gridCol>
              </a:tblGrid>
              <a:tr h="38160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3" y="4579661"/>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2741185259"/>
              </p:ext>
            </p:extLst>
          </p:nvPr>
        </p:nvGraphicFramePr>
        <p:xfrm>
          <a:off x="413545" y="4985500"/>
          <a:ext cx="6030910" cy="4057492"/>
        </p:xfrm>
        <a:graphic>
          <a:graphicData uri="http://schemas.openxmlformats.org/drawingml/2006/table">
            <a:tbl>
              <a:tblPr>
                <a:tableStyleId>{5C22544A-7EE6-4342-B048-85BDC9FD1C3A}</a:tableStyleId>
              </a:tblPr>
              <a:tblGrid>
                <a:gridCol w="746020">
                  <a:extLst>
                    <a:ext uri="{9D8B030D-6E8A-4147-A177-3AD203B41FA5}">
                      <a16:colId xmlns:a16="http://schemas.microsoft.com/office/drawing/2014/main" val="1199541810"/>
                    </a:ext>
                  </a:extLst>
                </a:gridCol>
                <a:gridCol w="556592">
                  <a:extLst>
                    <a:ext uri="{9D8B030D-6E8A-4147-A177-3AD203B41FA5}">
                      <a16:colId xmlns:a16="http://schemas.microsoft.com/office/drawing/2014/main" val="112759525"/>
                    </a:ext>
                  </a:extLst>
                </a:gridCol>
                <a:gridCol w="3226904">
                  <a:extLst>
                    <a:ext uri="{9D8B030D-6E8A-4147-A177-3AD203B41FA5}">
                      <a16:colId xmlns:a16="http://schemas.microsoft.com/office/drawing/2014/main" val="3900317923"/>
                    </a:ext>
                  </a:extLst>
                </a:gridCol>
                <a:gridCol w="1501394">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1971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2147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27975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sp>
        <p:nvSpPr>
          <p:cNvPr id="10" name="직사각형 9">
            <a:extLst>
              <a:ext uri="{FF2B5EF4-FFF2-40B4-BE49-F238E27FC236}">
                <a16:creationId xmlns:a16="http://schemas.microsoft.com/office/drawing/2014/main" id="{BF12276F-5FEE-9923-4E2E-5195895666B7}"/>
              </a:ext>
            </a:extLst>
          </p:cNvPr>
          <p:cNvSpPr/>
          <p:nvPr/>
        </p:nvSpPr>
        <p:spPr>
          <a:xfrm>
            <a:off x="1749020" y="5400483"/>
            <a:ext cx="3160510" cy="3602821"/>
          </a:xfrm>
          <a:prstGeom prst="rect">
            <a:avLst/>
          </a:prstGeom>
          <a:solidFill>
            <a:srgbClr val="FF00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 name="그림 12" descr="화살이(가) 표시된 사진&#10;&#10;자동 생성된 설명">
            <a:extLst>
              <a:ext uri="{FF2B5EF4-FFF2-40B4-BE49-F238E27FC236}">
                <a16:creationId xmlns:a16="http://schemas.microsoft.com/office/drawing/2014/main" id="{16732858-DAB7-35BA-8351-80E12F79936B}"/>
              </a:ext>
            </a:extLst>
          </p:cNvPr>
          <p:cNvPicPr>
            <a:picLocks noChangeAspect="1"/>
          </p:cNvPicPr>
          <p:nvPr/>
        </p:nvPicPr>
        <p:blipFill>
          <a:blip r:embed="rId4"/>
          <a:stretch>
            <a:fillRect/>
          </a:stretch>
        </p:blipFill>
        <p:spPr>
          <a:xfrm>
            <a:off x="2785772" y="5532784"/>
            <a:ext cx="1075276" cy="865630"/>
          </a:xfrm>
          <a:prstGeom prst="rect">
            <a:avLst/>
          </a:prstGeom>
        </p:spPr>
      </p:pic>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393239" y="5289778"/>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3601048300"/>
              </p:ext>
            </p:extLst>
          </p:nvPr>
        </p:nvGraphicFramePr>
        <p:xfrm>
          <a:off x="404813" y="1151755"/>
          <a:ext cx="6033150" cy="3996861"/>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635467369"/>
              </p:ext>
            </p:extLst>
          </p:nvPr>
        </p:nvGraphicFramePr>
        <p:xfrm>
          <a:off x="420038" y="6689567"/>
          <a:ext cx="6033150" cy="1158313"/>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56424576"/>
              </p:ext>
            </p:extLst>
          </p:nvPr>
        </p:nvGraphicFramePr>
        <p:xfrm>
          <a:off x="404813" y="1082643"/>
          <a:ext cx="6033152" cy="7900775"/>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21852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1852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852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8520">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18520">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8520">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18520">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18520">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18520">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739708784"/>
                  </a:ext>
                </a:extLst>
              </a:tr>
              <a:tr h="218520">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0985968"/>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852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51082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sz="900" dirty="0">
                          <a:effectLst/>
                          <a:latin typeface="Arial" panose="020B0604020202020204" pitchFamily="34" charset="0"/>
                          <a:ea typeface="Arial" panose="020B0604020202020204" pitchFamily="34" charset="0"/>
                          <a:cs typeface="Times New Roman" panose="02020603050405020304" pitchFamily="18" charset="0"/>
                        </a:rPr>
                        <a:t>Headroom</a:t>
                      </a:r>
                      <a:r>
                        <a:rPr lang="en-US" sz="900" spc="-15" dirty="0">
                          <a:effectLst/>
                          <a:latin typeface="Arial" panose="020B0604020202020204" pitchFamily="34" charset="0"/>
                          <a:ea typeface="Arial" panose="020B0604020202020204" pitchFamily="34" charset="0"/>
                          <a:cs typeface="Times New Roman" panose="02020603050405020304" pitchFamily="18" charset="0"/>
                        </a:rPr>
                        <a:t> </a:t>
                      </a:r>
                      <a:r>
                        <a:rPr lang="en-US" sz="900" dirty="0">
                          <a:effectLst/>
                          <a:latin typeface="Arial" panose="020B0604020202020204" pitchFamily="34" charset="0"/>
                          <a:ea typeface="Arial" panose="020B0604020202020204" pitchFamily="34" charset="0"/>
                          <a:cs typeface="Times New Roman" panose="02020603050405020304" pitchFamily="18" charset="0"/>
                        </a:rPr>
                        <a:t>voltage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r>
                        <a:rPr lang="en-US" sz="900" dirty="0">
                          <a:effectLst/>
                          <a:latin typeface="Arial" panose="020B0604020202020204" pitchFamily="34" charset="0"/>
                          <a:ea typeface="Arial" panose="020B0604020202020204" pitchFamily="34" charset="0"/>
                          <a:cs typeface="Times New Roman" panose="02020603050405020304" pitchFamily="18"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0.65V@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=4~16mA</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0.80V@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=16~32mA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8689188"/>
                  </a:ext>
                </a:extLst>
              </a:tr>
              <a:tr h="8655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spc="-15" dirty="0">
                          <a:effectLst/>
                          <a:latin typeface="Arial" panose="020B0604020202020204" pitchFamily="34" charset="0"/>
                          <a:ea typeface="Arial" panose="020B0604020202020204" pitchFamily="34" charset="0"/>
                          <a:cs typeface="Times New Roman" panose="02020603050405020304" pitchFamily="18" charset="0"/>
                        </a:rPr>
                        <a:t>Short detection level</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 </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2V,  3b’100 : 21V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4V,  3b’101 : 24V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7V,  3b’110 : 28V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12V,  3b’111 : 38V</a:t>
                      </a:r>
                      <a:endParaRPr lang="ko-KR"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7854791"/>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95083"/>
                  </a:ext>
                </a:extLst>
              </a:tr>
              <a:tr h="6811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3’b010 = 16mA, 3’b011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3’b100 = 32mA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630984"/>
                  </a:ext>
                </a:extLst>
              </a:tr>
              <a:tr h="103584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Trimmed current</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accuracy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8mA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16mA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24mA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1mA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32mA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0000445"/>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Vo = 40V</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274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637636866"/>
              </p:ext>
            </p:extLst>
          </p:nvPr>
        </p:nvGraphicFramePr>
        <p:xfrm>
          <a:off x="404813" y="1146856"/>
          <a:ext cx="6033152" cy="3806140"/>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783343538"/>
                    </a:ext>
                  </a:extLst>
                </a:gridCol>
                <a:gridCol w="682277">
                  <a:extLst>
                    <a:ext uri="{9D8B030D-6E8A-4147-A177-3AD203B41FA5}">
                      <a16:colId xmlns:a16="http://schemas.microsoft.com/office/drawing/2014/main" val="3180006436"/>
                    </a:ext>
                  </a:extLst>
                </a:gridCol>
                <a:gridCol w="1804988">
                  <a:extLst>
                    <a:ext uri="{9D8B030D-6E8A-4147-A177-3AD203B41FA5}">
                      <a16:colId xmlns:a16="http://schemas.microsoft.com/office/drawing/2014/main" val="1629708029"/>
                    </a:ext>
                  </a:extLst>
                </a:gridCol>
                <a:gridCol w="528638">
                  <a:extLst>
                    <a:ext uri="{9D8B030D-6E8A-4147-A177-3AD203B41FA5}">
                      <a16:colId xmlns:a16="http://schemas.microsoft.com/office/drawing/2014/main" val="3514095092"/>
                    </a:ext>
                  </a:extLst>
                </a:gridCol>
                <a:gridCol w="528638">
                  <a:extLst>
                    <a:ext uri="{9D8B030D-6E8A-4147-A177-3AD203B41FA5}">
                      <a16:colId xmlns:a16="http://schemas.microsoft.com/office/drawing/2014/main" val="2256908222"/>
                    </a:ext>
                  </a:extLst>
                </a:gridCol>
                <a:gridCol w="528638">
                  <a:extLst>
                    <a:ext uri="{9D8B030D-6E8A-4147-A177-3AD203B41FA5}">
                      <a16:colId xmlns:a16="http://schemas.microsoft.com/office/drawing/2014/main" val="2915946677"/>
                    </a:ext>
                  </a:extLst>
                </a:gridCol>
                <a:gridCol w="561038">
                  <a:extLst>
                    <a:ext uri="{9D8B030D-6E8A-4147-A177-3AD203B41FA5}">
                      <a16:colId xmlns:a16="http://schemas.microsoft.com/office/drawing/2014/main" val="2559142005"/>
                    </a:ext>
                  </a:extLst>
                </a:gridCol>
              </a:tblGrid>
              <a:tr h="20461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00011002"/>
                  </a:ext>
                </a:extLst>
              </a:tr>
              <a:tr h="20461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04616">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046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14.45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15.05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8469821"/>
                  </a:ext>
                </a:extLst>
              </a:tr>
              <a:tr h="20461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116126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12-channel</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0.6V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0.8V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1.0V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1.2V</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2933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95946">
                <a:tc gridSpan="7">
                  <a:txBody>
                    <a:bodyPr/>
                    <a:lstStyle/>
                    <a:p>
                      <a:pPr algn="l"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Automatic Thermal</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Regulation Range @T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ATR</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120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p>
                      <a:pPr marL="0" algn="ctr" defTabSz="685800" rtl="0" eaLnBrk="1" fontAlgn="ctr" latinLnBrk="1" hangingPunct="1"/>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≈150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8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04616">
                <a:tc>
                  <a:txBody>
                    <a:bodyPr/>
                    <a:lstStyle/>
                    <a:p>
                      <a:pPr algn="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 @Tj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OTP</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it-IT"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off</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150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86497"/>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hysteresis @Tj</a:t>
                      </a:r>
                      <a:endPar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24</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30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36</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3" y="6611116"/>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LED short detection logic circuit will cut-off the LED sinking current when it is detected.</a:t>
            </a:r>
          </a:p>
          <a:p>
            <a:r>
              <a:rPr lang="en-US" altLang="ko-KR" dirty="0"/>
              <a:t>            3) Based on internal circuit simulation result.</a:t>
            </a:r>
          </a:p>
        </p:txBody>
      </p:sp>
      <p:grpSp>
        <p:nvGrpSpPr>
          <p:cNvPr id="28" name="그룹 27">
            <a:extLst>
              <a:ext uri="{FF2B5EF4-FFF2-40B4-BE49-F238E27FC236}">
                <a16:creationId xmlns:a16="http://schemas.microsoft.com/office/drawing/2014/main" id="{6F6EF941-C768-54F3-3909-E4D2DEA73ADE}"/>
              </a:ext>
            </a:extLst>
          </p:cNvPr>
          <p:cNvGrpSpPr/>
          <p:nvPr/>
        </p:nvGrpSpPr>
        <p:grpSpPr>
          <a:xfrm>
            <a:off x="1311246" y="5349622"/>
            <a:ext cx="3854654" cy="866921"/>
            <a:chOff x="1311246" y="5349622"/>
            <a:chExt cx="3854654" cy="866921"/>
          </a:xfrm>
        </p:grpSpPr>
        <p:grpSp>
          <p:nvGrpSpPr>
            <p:cNvPr id="29" name="그룹 28">
              <a:extLst>
                <a:ext uri="{FF2B5EF4-FFF2-40B4-BE49-F238E27FC236}">
                  <a16:creationId xmlns:a16="http://schemas.microsoft.com/office/drawing/2014/main" id="{CA8233A7-D00D-AB65-67C1-B2EB16ED9227}"/>
                </a:ext>
              </a:extLst>
            </p:cNvPr>
            <p:cNvGrpSpPr/>
            <p:nvPr/>
          </p:nvGrpSpPr>
          <p:grpSpPr>
            <a:xfrm>
              <a:off x="1311246" y="5349622"/>
              <a:ext cx="3852000" cy="212651"/>
              <a:chOff x="1002181" y="5433237"/>
              <a:chExt cx="2561878" cy="212651"/>
            </a:xfrm>
          </p:grpSpPr>
          <p:cxnSp>
            <p:nvCxnSpPr>
              <p:cNvPr id="47" name="직선 연결선 46">
                <a:extLst>
                  <a:ext uri="{FF2B5EF4-FFF2-40B4-BE49-F238E27FC236}">
                    <a16:creationId xmlns:a16="http://schemas.microsoft.com/office/drawing/2014/main" id="{B43F9201-A5E7-08CE-E404-BF5C06795272}"/>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D1504149-75FE-5276-F58A-7D6DA83F22FA}"/>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320D0801-7A19-E8E9-1D01-27B269329F95}"/>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67623E84-0D2A-5DA3-EE83-48A3538C4D9E}"/>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64D128DF-565D-361D-4894-7A1A6A084C34}"/>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D5F69B1D-87BB-4250-BC51-7CCC34AF8777}"/>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DBBEA969-69B5-9C6A-3EFA-41F177A5EE85}"/>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875F65B2-E897-3A07-1CA1-3A9C8BE0926A}"/>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2DA39384-1497-BA83-F939-A58FE45FAC13}"/>
                  </a:ext>
                </a:extLst>
              </p:cNvPr>
              <p:cNvCxnSpPr>
                <a:cxnSpLocks/>
              </p:cNvCxnSpPr>
              <p:nvPr/>
            </p:nvCxnSpPr>
            <p:spPr>
              <a:xfrm flipH="1">
                <a:off x="1002181"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A595CCB8-8702-BB14-EAE8-1666807206C4}"/>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직선 연결선 29">
              <a:extLst>
                <a:ext uri="{FF2B5EF4-FFF2-40B4-BE49-F238E27FC236}">
                  <a16:creationId xmlns:a16="http://schemas.microsoft.com/office/drawing/2014/main" id="{AA1872C2-B3E2-F657-F1BF-4F84C71A20EC}"/>
                </a:ext>
              </a:extLst>
            </p:cNvPr>
            <p:cNvCxnSpPr>
              <a:cxnSpLocks/>
            </p:cNvCxnSpPr>
            <p:nvPr/>
          </p:nvCxnSpPr>
          <p:spPr>
            <a:xfrm>
              <a:off x="1904720" y="5671673"/>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3337FB8-87AE-E329-EB28-76F15459E040}"/>
                </a:ext>
              </a:extLst>
            </p:cNvPr>
            <p:cNvCxnSpPr>
              <a:cxnSpLocks/>
            </p:cNvCxnSpPr>
            <p:nvPr/>
          </p:nvCxnSpPr>
          <p:spPr>
            <a:xfrm>
              <a:off x="3539246" y="5675360"/>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E068D6A9-1DDD-CFB7-7D7C-F6F8F6EECCCC}"/>
                </a:ext>
              </a:extLst>
            </p:cNvPr>
            <p:cNvCxnSpPr>
              <a:cxnSpLocks/>
            </p:cNvCxnSpPr>
            <p:nvPr/>
          </p:nvCxnSpPr>
          <p:spPr>
            <a:xfrm>
              <a:off x="5163246" y="5681164"/>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DB2CC3FC-4867-A867-A503-3062A1CC4556}"/>
                </a:ext>
              </a:extLst>
            </p:cNvPr>
            <p:cNvCxnSpPr>
              <a:cxnSpLocks/>
            </p:cNvCxnSpPr>
            <p:nvPr/>
          </p:nvCxnSpPr>
          <p:spPr>
            <a:xfrm>
              <a:off x="2921795" y="599725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F66BF1E5-69B9-310C-D623-ADFF6BD5B8F7}"/>
                </a:ext>
              </a:extLst>
            </p:cNvPr>
            <p:cNvCxnSpPr>
              <a:cxnSpLocks/>
            </p:cNvCxnSpPr>
            <p:nvPr/>
          </p:nvCxnSpPr>
          <p:spPr>
            <a:xfrm flipH="1">
              <a:off x="1904720" y="5787067"/>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3C45C29D-AD2D-8150-D0B5-97AF60315CDA}"/>
                </a:ext>
              </a:extLst>
            </p:cNvPr>
            <p:cNvCxnSpPr>
              <a:cxnSpLocks/>
            </p:cNvCxnSpPr>
            <p:nvPr/>
          </p:nvCxnSpPr>
          <p:spPr>
            <a:xfrm>
              <a:off x="4148845" y="6021507"/>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54331015-FB6A-A806-B447-5575E65A0CDB}"/>
                </a:ext>
              </a:extLst>
            </p:cNvPr>
            <p:cNvCxnSpPr>
              <a:cxnSpLocks/>
            </p:cNvCxnSpPr>
            <p:nvPr/>
          </p:nvCxnSpPr>
          <p:spPr>
            <a:xfrm flipH="1">
              <a:off x="3545900" y="5790752"/>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7B9AEFC-C9F0-77E5-66B4-8E239A4AEDC3}"/>
                </a:ext>
              </a:extLst>
            </p:cNvPr>
            <p:cNvSpPr txBox="1"/>
            <p:nvPr/>
          </p:nvSpPr>
          <p:spPr>
            <a:xfrm>
              <a:off x="2451854" y="565937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3AC9826-357C-6A93-CC01-024C11F4CAA1}"/>
                </a:ext>
              </a:extLst>
            </p:cNvPr>
            <p:cNvSpPr txBox="1"/>
            <p:nvPr/>
          </p:nvSpPr>
          <p:spPr>
            <a:xfrm>
              <a:off x="4120217" y="5679727"/>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39" name="직선 연결선 38">
              <a:extLst>
                <a:ext uri="{FF2B5EF4-FFF2-40B4-BE49-F238E27FC236}">
                  <a16:creationId xmlns:a16="http://schemas.microsoft.com/office/drawing/2014/main" id="{6882CD70-DB63-4E8C-ADA0-85B4BE526742}"/>
                </a:ext>
              </a:extLst>
            </p:cNvPr>
            <p:cNvCxnSpPr>
              <a:cxnSpLocks/>
            </p:cNvCxnSpPr>
            <p:nvPr/>
          </p:nvCxnSpPr>
          <p:spPr>
            <a:xfrm flipH="1">
              <a:off x="1906058" y="61131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2CBA3077-E05B-D387-140E-2A8CAB86BB2D}"/>
                </a:ext>
              </a:extLst>
            </p:cNvPr>
            <p:cNvCxnSpPr>
              <a:cxnSpLocks/>
            </p:cNvCxnSpPr>
            <p:nvPr/>
          </p:nvCxnSpPr>
          <p:spPr>
            <a:xfrm flipH="1">
              <a:off x="2926485" y="6113138"/>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67D8B12C-3A0E-0493-FDC5-864DB0E2C202}"/>
                </a:ext>
              </a:extLst>
            </p:cNvPr>
            <p:cNvCxnSpPr>
              <a:cxnSpLocks/>
            </p:cNvCxnSpPr>
            <p:nvPr/>
          </p:nvCxnSpPr>
          <p:spPr>
            <a:xfrm flipH="1">
              <a:off x="4154161" y="6118454"/>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43113126-8715-C2F6-EB5F-77F162FC0212}"/>
                </a:ext>
              </a:extLst>
            </p:cNvPr>
            <p:cNvCxnSpPr>
              <a:cxnSpLocks/>
            </p:cNvCxnSpPr>
            <p:nvPr/>
          </p:nvCxnSpPr>
          <p:spPr>
            <a:xfrm flipH="1">
              <a:off x="3540196" y="6111507"/>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E572706-EAF6-18CF-BBF6-BC27C34FAE6F}"/>
                </a:ext>
              </a:extLst>
            </p:cNvPr>
            <p:cNvSpPr txBox="1"/>
            <p:nvPr/>
          </p:nvSpPr>
          <p:spPr>
            <a:xfrm>
              <a:off x="2263618" y="5993196"/>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A85C65E0-A410-0A62-84F0-AD915F9B65B3}"/>
                </a:ext>
              </a:extLst>
            </p:cNvPr>
            <p:cNvSpPr txBox="1"/>
            <p:nvPr/>
          </p:nvSpPr>
          <p:spPr>
            <a:xfrm>
              <a:off x="3108771" y="5988054"/>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014062BF-50E2-F0FE-E696-7BA2AB416369}"/>
                </a:ext>
              </a:extLst>
            </p:cNvPr>
            <p:cNvSpPr txBox="1"/>
            <p:nvPr/>
          </p:nvSpPr>
          <p:spPr>
            <a:xfrm>
              <a:off x="3728385" y="5997251"/>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CA0931A7-66EC-7A52-20CE-DBFF42078189}"/>
                </a:ext>
              </a:extLst>
            </p:cNvPr>
            <p:cNvSpPr txBox="1"/>
            <p:nvPr/>
          </p:nvSpPr>
          <p:spPr>
            <a:xfrm>
              <a:off x="4538057" y="599392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9572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60" y="882048"/>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6354061"/>
              </p:ext>
            </p:extLst>
          </p:nvPr>
        </p:nvGraphicFramePr>
        <p:xfrm>
          <a:off x="396079" y="2308736"/>
          <a:ext cx="6057356" cy="812502"/>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6">
                  <a:extLst>
                    <a:ext uri="{9D8B030D-6E8A-4147-A177-3AD203B41FA5}">
                      <a16:colId xmlns:a16="http://schemas.microsoft.com/office/drawing/2014/main" val="32595803"/>
                    </a:ext>
                  </a:extLst>
                </a:gridCol>
              </a:tblGrid>
              <a:tr h="2690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447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‘1’ All logics are reset and auto-cleared after setting to 1.</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690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internal LD data buffers are reset and auto-cleared after setting to 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0041" y="3401462"/>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3959566482"/>
              </p:ext>
            </p:extLst>
          </p:nvPr>
        </p:nvGraphicFramePr>
        <p:xfrm>
          <a:off x="390041" y="4260921"/>
          <a:ext cx="6057354" cy="1184587"/>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4">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If the XD-12 will receive the ID-Gen command from the XC-24 controller, then the ID value will be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nvGraphicFramePr>
        <p:xfrm>
          <a:off x="399460" y="177232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C6B889AF-1198-C7C2-174E-BC68E2744010}"/>
              </a:ext>
            </a:extLst>
          </p:cNvPr>
          <p:cNvGraphicFramePr>
            <a:graphicFrameLocks noGrp="1"/>
          </p:cNvGraphicFramePr>
          <p:nvPr>
            <p:extLst>
              <p:ext uri="{D42A27DB-BD31-4B8C-83A1-F6EECF244321}">
                <p14:modId xmlns:p14="http://schemas.microsoft.com/office/powerpoint/2010/main" val="2689677508"/>
              </p:ext>
            </p:extLst>
          </p:nvPr>
        </p:nvGraphicFramePr>
        <p:xfrm>
          <a:off x="390041" y="3753667"/>
          <a:ext cx="6063393" cy="372600"/>
        </p:xfrm>
        <a:graphic>
          <a:graphicData uri="http://schemas.openxmlformats.org/drawingml/2006/table">
            <a:tbl>
              <a:tblPr firstRow="1" bandRow="1">
                <a:tableStyleId>{5C22544A-7EE6-4342-B048-85BDC9FD1C3A}</a:tableStyleId>
              </a:tblPr>
              <a:tblGrid>
                <a:gridCol w="352246">
                  <a:extLst>
                    <a:ext uri="{9D8B030D-6E8A-4147-A177-3AD203B41FA5}">
                      <a16:colId xmlns:a16="http://schemas.microsoft.com/office/drawing/2014/main" val="657570846"/>
                    </a:ext>
                  </a:extLst>
                </a:gridCol>
                <a:gridCol w="387309">
                  <a:extLst>
                    <a:ext uri="{9D8B030D-6E8A-4147-A177-3AD203B41FA5}">
                      <a16:colId xmlns:a16="http://schemas.microsoft.com/office/drawing/2014/main" val="3259894497"/>
                    </a:ext>
                  </a:extLst>
                </a:gridCol>
                <a:gridCol w="455186">
                  <a:extLst>
                    <a:ext uri="{9D8B030D-6E8A-4147-A177-3AD203B41FA5}">
                      <a16:colId xmlns:a16="http://schemas.microsoft.com/office/drawing/2014/main" val="4170535043"/>
                    </a:ext>
                  </a:extLst>
                </a:gridCol>
                <a:gridCol w="405721">
                  <a:extLst>
                    <a:ext uri="{9D8B030D-6E8A-4147-A177-3AD203B41FA5}">
                      <a16:colId xmlns:a16="http://schemas.microsoft.com/office/drawing/2014/main" val="2079070694"/>
                    </a:ext>
                  </a:extLst>
                </a:gridCol>
                <a:gridCol w="405721">
                  <a:extLst>
                    <a:ext uri="{9D8B030D-6E8A-4147-A177-3AD203B41FA5}">
                      <a16:colId xmlns:a16="http://schemas.microsoft.com/office/drawing/2014/main" val="4213315911"/>
                    </a:ext>
                  </a:extLst>
                </a:gridCol>
                <a:gridCol w="405721">
                  <a:extLst>
                    <a:ext uri="{9D8B030D-6E8A-4147-A177-3AD203B41FA5}">
                      <a16:colId xmlns:a16="http://schemas.microsoft.com/office/drawing/2014/main" val="2769999950"/>
                    </a:ext>
                  </a:extLst>
                </a:gridCol>
                <a:gridCol w="405721">
                  <a:extLst>
                    <a:ext uri="{9D8B030D-6E8A-4147-A177-3AD203B41FA5}">
                      <a16:colId xmlns:a16="http://schemas.microsoft.com/office/drawing/2014/main" val="135637185"/>
                    </a:ext>
                  </a:extLst>
                </a:gridCol>
                <a:gridCol w="405721">
                  <a:extLst>
                    <a:ext uri="{9D8B030D-6E8A-4147-A177-3AD203B41FA5}">
                      <a16:colId xmlns:a16="http://schemas.microsoft.com/office/drawing/2014/main" val="3038050475"/>
                    </a:ext>
                  </a:extLst>
                </a:gridCol>
                <a:gridCol w="405721">
                  <a:extLst>
                    <a:ext uri="{9D8B030D-6E8A-4147-A177-3AD203B41FA5}">
                      <a16:colId xmlns:a16="http://schemas.microsoft.com/office/drawing/2014/main" val="1979433044"/>
                    </a:ext>
                  </a:extLst>
                </a:gridCol>
                <a:gridCol w="405721">
                  <a:extLst>
                    <a:ext uri="{9D8B030D-6E8A-4147-A177-3AD203B41FA5}">
                      <a16:colId xmlns:a16="http://schemas.microsoft.com/office/drawing/2014/main" val="4270661649"/>
                    </a:ext>
                  </a:extLst>
                </a:gridCol>
                <a:gridCol w="405721">
                  <a:extLst>
                    <a:ext uri="{9D8B030D-6E8A-4147-A177-3AD203B41FA5}">
                      <a16:colId xmlns:a16="http://schemas.microsoft.com/office/drawing/2014/main" val="3027041370"/>
                    </a:ext>
                  </a:extLst>
                </a:gridCol>
                <a:gridCol w="405721">
                  <a:extLst>
                    <a:ext uri="{9D8B030D-6E8A-4147-A177-3AD203B41FA5}">
                      <a16:colId xmlns:a16="http://schemas.microsoft.com/office/drawing/2014/main" val="2852526216"/>
                    </a:ext>
                  </a:extLst>
                </a:gridCol>
                <a:gridCol w="405721">
                  <a:extLst>
                    <a:ext uri="{9D8B030D-6E8A-4147-A177-3AD203B41FA5}">
                      <a16:colId xmlns:a16="http://schemas.microsoft.com/office/drawing/2014/main" val="103420222"/>
                    </a:ext>
                  </a:extLst>
                </a:gridCol>
                <a:gridCol w="405721">
                  <a:extLst>
                    <a:ext uri="{9D8B030D-6E8A-4147-A177-3AD203B41FA5}">
                      <a16:colId xmlns:a16="http://schemas.microsoft.com/office/drawing/2014/main" val="1470405609"/>
                    </a:ext>
                  </a:extLst>
                </a:gridCol>
                <a:gridCol w="4057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a:t>
                      </a:r>
                      <a:r>
                        <a:rPr lang="en-US" altLang="ko-KR" sz="700" b="0" baseline="-25000" dirty="0">
                          <a:solidFill>
                            <a:schemeClr val="tx1"/>
                          </a:solidFill>
                          <a:latin typeface="Arial" panose="020B0604020202020204" pitchFamily="34" charset="0"/>
                          <a:cs typeface="Arial" panose="020B0604020202020204" pitchFamily="34" charset="0"/>
                        </a:rPr>
                        <a:t>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399453" y="1466617"/>
            <a:ext cx="60539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 RESET</a:t>
            </a:r>
          </a:p>
        </p:txBody>
      </p:sp>
    </p:spTree>
    <p:extLst>
      <p:ext uri="{BB962C8B-B14F-4D97-AF65-F5344CB8AC3E}">
        <p14:creationId xmlns:p14="http://schemas.microsoft.com/office/powerpoint/2010/main" val="351749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451136046"/>
              </p:ext>
            </p:extLst>
          </p:nvPr>
        </p:nvGraphicFramePr>
        <p:xfrm>
          <a:off x="390476" y="1800872"/>
          <a:ext cx="6053979" cy="65869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86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DELAY_SIZE determines a total number of delay clocks for one frame period.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SIZE</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830930408"/>
              </p:ext>
            </p:extLst>
          </p:nvPr>
        </p:nvGraphicFramePr>
        <p:xfrm>
          <a:off x="390475" y="4011654"/>
          <a:ext cx="6053980" cy="657714"/>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6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DELAY_PERIOD determines the interval time between delay clocks in units of MCLK.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9452" y="305896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PERIOD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extLst>
              <p:ext uri="{D42A27DB-BD31-4B8C-83A1-F6EECF244321}">
                <p14:modId xmlns:p14="http://schemas.microsoft.com/office/powerpoint/2010/main" val="2866885723"/>
              </p:ext>
            </p:extLst>
          </p:nvPr>
        </p:nvGraphicFramePr>
        <p:xfrm>
          <a:off x="390474" y="3362152"/>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249037932"/>
              </p:ext>
            </p:extLst>
          </p:nvPr>
        </p:nvGraphicFramePr>
        <p:xfrm>
          <a:off x="390474" y="6917117"/>
          <a:ext cx="6053980"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X_SIZE determines a total number of pwm clocks during local dimming period within one frame period.  The local dimming period, X_SIZE, can be repeated the number of X_ ITERATION within one frame period.  It should be careful that the real executed value is the set value of X_SIZE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254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1</a:t>
            </a:r>
          </a:p>
        </p:txBody>
      </p:sp>
      <p:graphicFrame>
        <p:nvGraphicFramePr>
          <p:cNvPr id="17" name="표 16">
            <a:extLst>
              <a:ext uri="{FF2B5EF4-FFF2-40B4-BE49-F238E27FC236}">
                <a16:creationId xmlns:a16="http://schemas.microsoft.com/office/drawing/2014/main" id="{421E849A-1C05-6F21-4626-C5EC2CD31BB9}"/>
              </a:ext>
            </a:extLst>
          </p:cNvPr>
          <p:cNvGraphicFramePr>
            <a:graphicFrameLocks noGrp="1"/>
          </p:cNvGraphicFramePr>
          <p:nvPr>
            <p:extLst>
              <p:ext uri="{D42A27DB-BD31-4B8C-83A1-F6EECF244321}">
                <p14:modId xmlns:p14="http://schemas.microsoft.com/office/powerpoint/2010/main" val="1471698763"/>
              </p:ext>
            </p:extLst>
          </p:nvPr>
        </p:nvGraphicFramePr>
        <p:xfrm>
          <a:off x="390473" y="555775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0467CCE9-B058-A9D3-D5AD-CF31F006F2AB}"/>
              </a:ext>
            </a:extLst>
          </p:cNvPr>
          <p:cNvGraphicFramePr>
            <a:graphicFrameLocks noGrp="1"/>
          </p:cNvGraphicFramePr>
          <p:nvPr>
            <p:extLst>
              <p:ext uri="{D42A27DB-BD31-4B8C-83A1-F6EECF244321}">
                <p14:modId xmlns:p14="http://schemas.microsoft.com/office/powerpoint/2010/main" val="2474998347"/>
              </p:ext>
            </p:extLst>
          </p:nvPr>
        </p:nvGraphicFramePr>
        <p:xfrm>
          <a:off x="386687" y="1149997"/>
          <a:ext cx="6053985" cy="372600"/>
        </p:xfrm>
        <a:graphic>
          <a:graphicData uri="http://schemas.openxmlformats.org/drawingml/2006/table">
            <a:tbl>
              <a:tblPr firstRow="1" bandRow="1">
                <a:tableStyleId>{5C22544A-7EE6-4342-B048-85BDC9FD1C3A}</a:tableStyleId>
              </a:tblPr>
              <a:tblGrid>
                <a:gridCol w="362069">
                  <a:extLst>
                    <a:ext uri="{9D8B030D-6E8A-4147-A177-3AD203B41FA5}">
                      <a16:colId xmlns:a16="http://schemas.microsoft.com/office/drawing/2014/main" val="657570846"/>
                    </a:ext>
                  </a:extLst>
                </a:gridCol>
                <a:gridCol w="398110">
                  <a:extLst>
                    <a:ext uri="{9D8B030D-6E8A-4147-A177-3AD203B41FA5}">
                      <a16:colId xmlns:a16="http://schemas.microsoft.com/office/drawing/2014/main" val="3259894497"/>
                    </a:ext>
                  </a:extLst>
                </a:gridCol>
                <a:gridCol w="467881">
                  <a:extLst>
                    <a:ext uri="{9D8B030D-6E8A-4147-A177-3AD203B41FA5}">
                      <a16:colId xmlns:a16="http://schemas.microsoft.com/office/drawing/2014/main" val="4170535043"/>
                    </a:ext>
                  </a:extLst>
                </a:gridCol>
                <a:gridCol w="386031">
                  <a:extLst>
                    <a:ext uri="{9D8B030D-6E8A-4147-A177-3AD203B41FA5}">
                      <a16:colId xmlns:a16="http://schemas.microsoft.com/office/drawing/2014/main" val="2079070694"/>
                    </a:ext>
                  </a:extLst>
                </a:gridCol>
                <a:gridCol w="386031">
                  <a:extLst>
                    <a:ext uri="{9D8B030D-6E8A-4147-A177-3AD203B41FA5}">
                      <a16:colId xmlns:a16="http://schemas.microsoft.com/office/drawing/2014/main" val="4213315911"/>
                    </a:ext>
                  </a:extLst>
                </a:gridCol>
                <a:gridCol w="386031">
                  <a:extLst>
                    <a:ext uri="{9D8B030D-6E8A-4147-A177-3AD203B41FA5}">
                      <a16:colId xmlns:a16="http://schemas.microsoft.com/office/drawing/2014/main" val="2769999950"/>
                    </a:ext>
                  </a:extLst>
                </a:gridCol>
                <a:gridCol w="386031">
                  <a:extLst>
                    <a:ext uri="{9D8B030D-6E8A-4147-A177-3AD203B41FA5}">
                      <a16:colId xmlns:a16="http://schemas.microsoft.com/office/drawing/2014/main" val="135637185"/>
                    </a:ext>
                  </a:extLst>
                </a:gridCol>
                <a:gridCol w="386031">
                  <a:extLst>
                    <a:ext uri="{9D8B030D-6E8A-4147-A177-3AD203B41FA5}">
                      <a16:colId xmlns:a16="http://schemas.microsoft.com/office/drawing/2014/main" val="3038050475"/>
                    </a:ext>
                  </a:extLst>
                </a:gridCol>
                <a:gridCol w="386031">
                  <a:extLst>
                    <a:ext uri="{9D8B030D-6E8A-4147-A177-3AD203B41FA5}">
                      <a16:colId xmlns:a16="http://schemas.microsoft.com/office/drawing/2014/main" val="1979433044"/>
                    </a:ext>
                  </a:extLst>
                </a:gridCol>
                <a:gridCol w="386031">
                  <a:extLst>
                    <a:ext uri="{9D8B030D-6E8A-4147-A177-3AD203B41FA5}">
                      <a16:colId xmlns:a16="http://schemas.microsoft.com/office/drawing/2014/main" val="4270661649"/>
                    </a:ext>
                  </a:extLst>
                </a:gridCol>
                <a:gridCol w="386031">
                  <a:extLst>
                    <a:ext uri="{9D8B030D-6E8A-4147-A177-3AD203B41FA5}">
                      <a16:colId xmlns:a16="http://schemas.microsoft.com/office/drawing/2014/main" val="3027041370"/>
                    </a:ext>
                  </a:extLst>
                </a:gridCol>
                <a:gridCol w="386031">
                  <a:extLst>
                    <a:ext uri="{9D8B030D-6E8A-4147-A177-3AD203B41FA5}">
                      <a16:colId xmlns:a16="http://schemas.microsoft.com/office/drawing/2014/main" val="2852526216"/>
                    </a:ext>
                  </a:extLst>
                </a:gridCol>
                <a:gridCol w="386031">
                  <a:extLst>
                    <a:ext uri="{9D8B030D-6E8A-4147-A177-3AD203B41FA5}">
                      <a16:colId xmlns:a16="http://schemas.microsoft.com/office/drawing/2014/main" val="103420222"/>
                    </a:ext>
                  </a:extLst>
                </a:gridCol>
                <a:gridCol w="386031">
                  <a:extLst>
                    <a:ext uri="{9D8B030D-6E8A-4147-A177-3AD203B41FA5}">
                      <a16:colId xmlns:a16="http://schemas.microsoft.com/office/drawing/2014/main" val="1470405609"/>
                    </a:ext>
                  </a:extLst>
                </a:gridCol>
                <a:gridCol w="5795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DELAY_SIZE [6:0]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710CB4D-800D-D3EC-4786-C1A680543EAB}"/>
              </a:ext>
            </a:extLst>
          </p:cNvPr>
          <p:cNvGraphicFramePr>
            <a:graphicFrameLocks noGrp="1"/>
          </p:cNvGraphicFramePr>
          <p:nvPr>
            <p:extLst>
              <p:ext uri="{D42A27DB-BD31-4B8C-83A1-F6EECF244321}">
                <p14:modId xmlns:p14="http://schemas.microsoft.com/office/powerpoint/2010/main" val="1203291545"/>
              </p:ext>
            </p:extLst>
          </p:nvPr>
        </p:nvGraphicFramePr>
        <p:xfrm>
          <a:off x="386687" y="6394853"/>
          <a:ext cx="5975997" cy="372600"/>
        </p:xfrm>
        <a:graphic>
          <a:graphicData uri="http://schemas.openxmlformats.org/drawingml/2006/table">
            <a:tbl>
              <a:tblPr firstRow="1" bandRow="1">
                <a:tableStyleId>{5C22544A-7EE6-4342-B048-85BDC9FD1C3A}</a:tableStyleId>
              </a:tblPr>
              <a:tblGrid>
                <a:gridCol w="357405">
                  <a:extLst>
                    <a:ext uri="{9D8B030D-6E8A-4147-A177-3AD203B41FA5}">
                      <a16:colId xmlns:a16="http://schemas.microsoft.com/office/drawing/2014/main" val="657570846"/>
                    </a:ext>
                  </a:extLst>
                </a:gridCol>
                <a:gridCol w="392982">
                  <a:extLst>
                    <a:ext uri="{9D8B030D-6E8A-4147-A177-3AD203B41FA5}">
                      <a16:colId xmlns:a16="http://schemas.microsoft.com/office/drawing/2014/main" val="3259894497"/>
                    </a:ext>
                  </a:extLst>
                </a:gridCol>
                <a:gridCol w="461854">
                  <a:extLst>
                    <a:ext uri="{9D8B030D-6E8A-4147-A177-3AD203B41FA5}">
                      <a16:colId xmlns:a16="http://schemas.microsoft.com/office/drawing/2014/main" val="4170535043"/>
                    </a:ext>
                  </a:extLst>
                </a:gridCol>
                <a:gridCol w="381058">
                  <a:extLst>
                    <a:ext uri="{9D8B030D-6E8A-4147-A177-3AD203B41FA5}">
                      <a16:colId xmlns:a16="http://schemas.microsoft.com/office/drawing/2014/main" val="2079070694"/>
                    </a:ext>
                  </a:extLst>
                </a:gridCol>
                <a:gridCol w="381058">
                  <a:extLst>
                    <a:ext uri="{9D8B030D-6E8A-4147-A177-3AD203B41FA5}">
                      <a16:colId xmlns:a16="http://schemas.microsoft.com/office/drawing/2014/main" val="4213315911"/>
                    </a:ext>
                  </a:extLst>
                </a:gridCol>
                <a:gridCol w="381058">
                  <a:extLst>
                    <a:ext uri="{9D8B030D-6E8A-4147-A177-3AD203B41FA5}">
                      <a16:colId xmlns:a16="http://schemas.microsoft.com/office/drawing/2014/main" val="2769999950"/>
                    </a:ext>
                  </a:extLst>
                </a:gridCol>
                <a:gridCol w="381058">
                  <a:extLst>
                    <a:ext uri="{9D8B030D-6E8A-4147-A177-3AD203B41FA5}">
                      <a16:colId xmlns:a16="http://schemas.microsoft.com/office/drawing/2014/main" val="135637185"/>
                    </a:ext>
                  </a:extLst>
                </a:gridCol>
                <a:gridCol w="381058">
                  <a:extLst>
                    <a:ext uri="{9D8B030D-6E8A-4147-A177-3AD203B41FA5}">
                      <a16:colId xmlns:a16="http://schemas.microsoft.com/office/drawing/2014/main" val="3038050475"/>
                    </a:ext>
                  </a:extLst>
                </a:gridCol>
                <a:gridCol w="381058">
                  <a:extLst>
                    <a:ext uri="{9D8B030D-6E8A-4147-A177-3AD203B41FA5}">
                      <a16:colId xmlns:a16="http://schemas.microsoft.com/office/drawing/2014/main" val="1979433044"/>
                    </a:ext>
                  </a:extLst>
                </a:gridCol>
                <a:gridCol w="381058">
                  <a:extLst>
                    <a:ext uri="{9D8B030D-6E8A-4147-A177-3AD203B41FA5}">
                      <a16:colId xmlns:a16="http://schemas.microsoft.com/office/drawing/2014/main" val="4270661649"/>
                    </a:ext>
                  </a:extLst>
                </a:gridCol>
                <a:gridCol w="381058">
                  <a:extLst>
                    <a:ext uri="{9D8B030D-6E8A-4147-A177-3AD203B41FA5}">
                      <a16:colId xmlns:a16="http://schemas.microsoft.com/office/drawing/2014/main" val="3027041370"/>
                    </a:ext>
                  </a:extLst>
                </a:gridCol>
                <a:gridCol w="381058">
                  <a:extLst>
                    <a:ext uri="{9D8B030D-6E8A-4147-A177-3AD203B41FA5}">
                      <a16:colId xmlns:a16="http://schemas.microsoft.com/office/drawing/2014/main" val="2852526216"/>
                    </a:ext>
                  </a:extLst>
                </a:gridCol>
                <a:gridCol w="381058">
                  <a:extLst>
                    <a:ext uri="{9D8B030D-6E8A-4147-A177-3AD203B41FA5}">
                      <a16:colId xmlns:a16="http://schemas.microsoft.com/office/drawing/2014/main" val="103420222"/>
                    </a:ext>
                  </a:extLst>
                </a:gridCol>
                <a:gridCol w="381058">
                  <a:extLst>
                    <a:ext uri="{9D8B030D-6E8A-4147-A177-3AD203B41FA5}">
                      <a16:colId xmlns:a16="http://schemas.microsoft.com/office/drawing/2014/main" val="1470405609"/>
                    </a:ext>
                  </a:extLst>
                </a:gridCol>
                <a:gridCol w="57211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457784A5-338A-F324-10D9-9B221E9FA7A8}"/>
              </a:ext>
            </a:extLst>
          </p:cNvPr>
          <p:cNvSpPr txBox="1"/>
          <p:nvPr/>
        </p:nvSpPr>
        <p:spPr>
          <a:xfrm>
            <a:off x="386687" y="606570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2</a:t>
            </a:r>
          </a:p>
        </p:txBody>
      </p:sp>
    </p:spTree>
    <p:extLst>
      <p:ext uri="{BB962C8B-B14F-4D97-AF65-F5344CB8AC3E}">
        <p14:creationId xmlns:p14="http://schemas.microsoft.com/office/powerpoint/2010/main" val="2708730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642935451"/>
              </p:ext>
            </p:extLst>
          </p:nvPr>
        </p:nvGraphicFramePr>
        <p:xfrm>
          <a:off x="377711" y="3753833"/>
          <a:ext cx="6053979" cy="64804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is active.  If 9 channels are used, then you must set CH1_EN to CH9_EN bit.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1991354142"/>
              </p:ext>
            </p:extLst>
          </p:nvPr>
        </p:nvGraphicFramePr>
        <p:xfrm>
          <a:off x="390429" y="319649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117477269"/>
              </p:ext>
            </p:extLst>
          </p:nvPr>
        </p:nvGraphicFramePr>
        <p:xfrm>
          <a:off x="386687" y="1696641"/>
          <a:ext cx="6053980" cy="890680"/>
        </p:xfrm>
        <a:graphic>
          <a:graphicData uri="http://schemas.openxmlformats.org/drawingml/2006/table">
            <a:tbl>
              <a:tblPr firstRow="1" bandRow="1">
                <a:tableStyleId>{5C22544A-7EE6-4342-B048-85BDC9FD1C3A}</a:tableStyleId>
              </a:tblPr>
              <a:tblGrid>
                <a:gridCol w="373801">
                  <a:extLst>
                    <a:ext uri="{9D8B030D-6E8A-4147-A177-3AD203B41FA5}">
                      <a16:colId xmlns:a16="http://schemas.microsoft.com/office/drawing/2014/main" val="4170535043"/>
                    </a:ext>
                  </a:extLst>
                </a:gridCol>
                <a:gridCol w="1115753">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corresponding to the current dimming frame. The set value will come into effect at the next internal vsync assertion even if the value is set during current dimming operation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6686" y="289267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355325193"/>
              </p:ext>
            </p:extLst>
          </p:nvPr>
        </p:nvGraphicFramePr>
        <p:xfrm>
          <a:off x="386686" y="1148148"/>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951960138"/>
              </p:ext>
            </p:extLst>
          </p:nvPr>
        </p:nvGraphicFramePr>
        <p:xfrm>
          <a:off x="386687" y="5976212"/>
          <a:ext cx="6057768" cy="2680600"/>
        </p:xfrm>
        <a:graphic>
          <a:graphicData uri="http://schemas.openxmlformats.org/drawingml/2006/table">
            <a:tbl>
              <a:tblPr firstRow="1" bandRow="1">
                <a:tableStyleId>{5C22544A-7EE6-4342-B048-85BDC9FD1C3A}</a:tableStyleId>
              </a:tblPr>
              <a:tblGrid>
                <a:gridCol w="353742">
                  <a:extLst>
                    <a:ext uri="{9D8B030D-6E8A-4147-A177-3AD203B41FA5}">
                      <a16:colId xmlns:a16="http://schemas.microsoft.com/office/drawing/2014/main" val="4170535043"/>
                    </a:ext>
                  </a:extLst>
                </a:gridCol>
                <a:gridCol w="1459205">
                  <a:extLst>
                    <a:ext uri="{9D8B030D-6E8A-4147-A177-3AD203B41FA5}">
                      <a16:colId xmlns:a16="http://schemas.microsoft.com/office/drawing/2014/main" val="2079070694"/>
                    </a:ext>
                  </a:extLst>
                </a:gridCol>
                <a:gridCol w="42448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device.  The maximum 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max   4mA           3b’100 : max 24mA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max   8mA           3b’101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max 16mA           3b’110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27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above   2V           3b’100 : above 21V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above   4V           3b’101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above   7V           3b’110 : above 28V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above 12V           3b’111 : above 38V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below 0.6V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below 0.8V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below 1.0V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below 1.2V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09018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802561275"/>
              </p:ext>
            </p:extLst>
          </p:nvPr>
        </p:nvGraphicFramePr>
        <p:xfrm>
          <a:off x="390474" y="5370508"/>
          <a:ext cx="6062957" cy="372600"/>
        </p:xfrm>
        <a:graphic>
          <a:graphicData uri="http://schemas.openxmlformats.org/drawingml/2006/table">
            <a:tbl>
              <a:tblPr firstRow="1" bandRow="1">
                <a:tableStyleId>{5C22544A-7EE6-4342-B048-85BDC9FD1C3A}</a:tableStyleId>
              </a:tblPr>
              <a:tblGrid>
                <a:gridCol w="345836">
                  <a:extLst>
                    <a:ext uri="{9D8B030D-6E8A-4147-A177-3AD203B41FA5}">
                      <a16:colId xmlns:a16="http://schemas.microsoft.com/office/drawing/2014/main" val="657570846"/>
                    </a:ext>
                  </a:extLst>
                </a:gridCol>
                <a:gridCol w="380259">
                  <a:extLst>
                    <a:ext uri="{9D8B030D-6E8A-4147-A177-3AD203B41FA5}">
                      <a16:colId xmlns:a16="http://schemas.microsoft.com/office/drawing/2014/main" val="3259894497"/>
                    </a:ext>
                  </a:extLst>
                </a:gridCol>
                <a:gridCol w="446904">
                  <a:extLst>
                    <a:ext uri="{9D8B030D-6E8A-4147-A177-3AD203B41FA5}">
                      <a16:colId xmlns:a16="http://schemas.microsoft.com/office/drawing/2014/main" val="4170535043"/>
                    </a:ext>
                  </a:extLst>
                </a:gridCol>
                <a:gridCol w="398338">
                  <a:extLst>
                    <a:ext uri="{9D8B030D-6E8A-4147-A177-3AD203B41FA5}">
                      <a16:colId xmlns:a16="http://schemas.microsoft.com/office/drawing/2014/main" val="2079070694"/>
                    </a:ext>
                  </a:extLst>
                </a:gridCol>
                <a:gridCol w="398338">
                  <a:extLst>
                    <a:ext uri="{9D8B030D-6E8A-4147-A177-3AD203B41FA5}">
                      <a16:colId xmlns:a16="http://schemas.microsoft.com/office/drawing/2014/main" val="4213315911"/>
                    </a:ext>
                  </a:extLst>
                </a:gridCol>
                <a:gridCol w="398338">
                  <a:extLst>
                    <a:ext uri="{9D8B030D-6E8A-4147-A177-3AD203B41FA5}">
                      <a16:colId xmlns:a16="http://schemas.microsoft.com/office/drawing/2014/main" val="2769999950"/>
                    </a:ext>
                  </a:extLst>
                </a:gridCol>
                <a:gridCol w="466094">
                  <a:extLst>
                    <a:ext uri="{9D8B030D-6E8A-4147-A177-3AD203B41FA5}">
                      <a16:colId xmlns:a16="http://schemas.microsoft.com/office/drawing/2014/main" val="135637185"/>
                    </a:ext>
                  </a:extLst>
                </a:gridCol>
                <a:gridCol w="398338">
                  <a:extLst>
                    <a:ext uri="{9D8B030D-6E8A-4147-A177-3AD203B41FA5}">
                      <a16:colId xmlns:a16="http://schemas.microsoft.com/office/drawing/2014/main" val="3038050475"/>
                    </a:ext>
                  </a:extLst>
                </a:gridCol>
                <a:gridCol w="398338">
                  <a:extLst>
                    <a:ext uri="{9D8B030D-6E8A-4147-A177-3AD203B41FA5}">
                      <a16:colId xmlns:a16="http://schemas.microsoft.com/office/drawing/2014/main" val="1979433044"/>
                    </a:ext>
                  </a:extLst>
                </a:gridCol>
                <a:gridCol w="398338">
                  <a:extLst>
                    <a:ext uri="{9D8B030D-6E8A-4147-A177-3AD203B41FA5}">
                      <a16:colId xmlns:a16="http://schemas.microsoft.com/office/drawing/2014/main" val="4270661649"/>
                    </a:ext>
                  </a:extLst>
                </a:gridCol>
                <a:gridCol w="398338">
                  <a:extLst>
                    <a:ext uri="{9D8B030D-6E8A-4147-A177-3AD203B41FA5}">
                      <a16:colId xmlns:a16="http://schemas.microsoft.com/office/drawing/2014/main" val="3027041370"/>
                    </a:ext>
                  </a:extLst>
                </a:gridCol>
                <a:gridCol w="440484">
                  <a:extLst>
                    <a:ext uri="{9D8B030D-6E8A-4147-A177-3AD203B41FA5}">
                      <a16:colId xmlns:a16="http://schemas.microsoft.com/office/drawing/2014/main" val="2852526216"/>
                    </a:ext>
                  </a:extLst>
                </a:gridCol>
                <a:gridCol w="398338">
                  <a:extLst>
                    <a:ext uri="{9D8B030D-6E8A-4147-A177-3AD203B41FA5}">
                      <a16:colId xmlns:a16="http://schemas.microsoft.com/office/drawing/2014/main" val="103420222"/>
                    </a:ext>
                  </a:extLst>
                </a:gridCol>
                <a:gridCol w="398338">
                  <a:extLst>
                    <a:ext uri="{9D8B030D-6E8A-4147-A177-3AD203B41FA5}">
                      <a16:colId xmlns:a16="http://schemas.microsoft.com/office/drawing/2014/main" val="1470405609"/>
                    </a:ext>
                  </a:extLst>
                </a:gridCol>
                <a:gridCol w="3983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169094940"/>
              </p:ext>
            </p:extLst>
          </p:nvPr>
        </p:nvGraphicFramePr>
        <p:xfrm>
          <a:off x="390475" y="1771520"/>
          <a:ext cx="6107508" cy="2889760"/>
        </p:xfrm>
        <a:graphic>
          <a:graphicData uri="http://schemas.openxmlformats.org/drawingml/2006/table">
            <a:tbl>
              <a:tblPr firstRow="1" bandRow="1">
                <a:tableStyleId>{5C22544A-7EE6-4342-B048-85BDC9FD1C3A}</a:tableStyleId>
              </a:tblPr>
              <a:tblGrid>
                <a:gridCol w="436905">
                  <a:extLst>
                    <a:ext uri="{9D8B030D-6E8A-4147-A177-3AD203B41FA5}">
                      <a16:colId xmlns:a16="http://schemas.microsoft.com/office/drawing/2014/main" val="4170535043"/>
                    </a:ext>
                  </a:extLst>
                </a:gridCol>
                <a:gridCol w="1038182">
                  <a:extLst>
                    <a:ext uri="{9D8B030D-6E8A-4147-A177-3AD203B41FA5}">
                      <a16:colId xmlns:a16="http://schemas.microsoft.com/office/drawing/2014/main" val="2079070694"/>
                    </a:ext>
                  </a:extLst>
                </a:gridCol>
                <a:gridCol w="46324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8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caused a thermal regulation event due to overheating due to high current for a long time.  After this event has happened, this bit will be reset if internal thermal event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thermal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645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indicated whether the XD-12 output pin is short to a VLED line due to any soldering condition. The detection level can be set by the SHORT_LEVEL of the FAULT LEVEL register and the activating level can be set by the SHORT ENABLE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short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0157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indicated whether the XD-12 output pin is open, even though the channel output is activated. The open level is fixed to 0.2V.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open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559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indicated whether the XD-12 output pin’s headroom voltage is under the value set by FB_LEVEL of the FAULT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fb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6536727"/>
              </p:ext>
            </p:extLst>
          </p:nvPr>
        </p:nvGraphicFramePr>
        <p:xfrm>
          <a:off x="401294" y="1122018"/>
          <a:ext cx="6052136" cy="372600"/>
        </p:xfrm>
        <a:graphic>
          <a:graphicData uri="http://schemas.openxmlformats.org/drawingml/2006/table">
            <a:tbl>
              <a:tblPr firstRow="1" bandRow="1">
                <a:tableStyleId>{5C22544A-7EE6-4342-B048-85BDC9FD1C3A}</a:tableStyleId>
              </a:tblPr>
              <a:tblGrid>
                <a:gridCol w="349120">
                  <a:extLst>
                    <a:ext uri="{9D8B030D-6E8A-4147-A177-3AD203B41FA5}">
                      <a16:colId xmlns:a16="http://schemas.microsoft.com/office/drawing/2014/main" val="657570846"/>
                    </a:ext>
                  </a:extLst>
                </a:gridCol>
                <a:gridCol w="383870">
                  <a:extLst>
                    <a:ext uri="{9D8B030D-6E8A-4147-A177-3AD203B41FA5}">
                      <a16:colId xmlns:a16="http://schemas.microsoft.com/office/drawing/2014/main" val="3259894497"/>
                    </a:ext>
                  </a:extLst>
                </a:gridCol>
                <a:gridCol w="451148">
                  <a:extLst>
                    <a:ext uri="{9D8B030D-6E8A-4147-A177-3AD203B41FA5}">
                      <a16:colId xmlns:a16="http://schemas.microsoft.com/office/drawing/2014/main" val="4170535043"/>
                    </a:ext>
                  </a:extLst>
                </a:gridCol>
                <a:gridCol w="402121">
                  <a:extLst>
                    <a:ext uri="{9D8B030D-6E8A-4147-A177-3AD203B41FA5}">
                      <a16:colId xmlns:a16="http://schemas.microsoft.com/office/drawing/2014/main" val="2079070694"/>
                    </a:ext>
                  </a:extLst>
                </a:gridCol>
                <a:gridCol w="402121">
                  <a:extLst>
                    <a:ext uri="{9D8B030D-6E8A-4147-A177-3AD203B41FA5}">
                      <a16:colId xmlns:a16="http://schemas.microsoft.com/office/drawing/2014/main" val="4213315911"/>
                    </a:ext>
                  </a:extLst>
                </a:gridCol>
                <a:gridCol w="402121">
                  <a:extLst>
                    <a:ext uri="{9D8B030D-6E8A-4147-A177-3AD203B41FA5}">
                      <a16:colId xmlns:a16="http://schemas.microsoft.com/office/drawing/2014/main" val="2769999950"/>
                    </a:ext>
                  </a:extLst>
                </a:gridCol>
                <a:gridCol w="402121">
                  <a:extLst>
                    <a:ext uri="{9D8B030D-6E8A-4147-A177-3AD203B41FA5}">
                      <a16:colId xmlns:a16="http://schemas.microsoft.com/office/drawing/2014/main" val="135637185"/>
                    </a:ext>
                  </a:extLst>
                </a:gridCol>
                <a:gridCol w="402121">
                  <a:extLst>
                    <a:ext uri="{9D8B030D-6E8A-4147-A177-3AD203B41FA5}">
                      <a16:colId xmlns:a16="http://schemas.microsoft.com/office/drawing/2014/main" val="3038050475"/>
                    </a:ext>
                  </a:extLst>
                </a:gridCol>
                <a:gridCol w="402121">
                  <a:extLst>
                    <a:ext uri="{9D8B030D-6E8A-4147-A177-3AD203B41FA5}">
                      <a16:colId xmlns:a16="http://schemas.microsoft.com/office/drawing/2014/main" val="1979433044"/>
                    </a:ext>
                  </a:extLst>
                </a:gridCol>
                <a:gridCol w="402121">
                  <a:extLst>
                    <a:ext uri="{9D8B030D-6E8A-4147-A177-3AD203B41FA5}">
                      <a16:colId xmlns:a16="http://schemas.microsoft.com/office/drawing/2014/main" val="4270661649"/>
                    </a:ext>
                  </a:extLst>
                </a:gridCol>
                <a:gridCol w="402121">
                  <a:extLst>
                    <a:ext uri="{9D8B030D-6E8A-4147-A177-3AD203B41FA5}">
                      <a16:colId xmlns:a16="http://schemas.microsoft.com/office/drawing/2014/main" val="3027041370"/>
                    </a:ext>
                  </a:extLst>
                </a:gridCol>
                <a:gridCol w="444667">
                  <a:extLst>
                    <a:ext uri="{9D8B030D-6E8A-4147-A177-3AD203B41FA5}">
                      <a16:colId xmlns:a16="http://schemas.microsoft.com/office/drawing/2014/main" val="2852526216"/>
                    </a:ext>
                  </a:extLst>
                </a:gridCol>
                <a:gridCol w="402121">
                  <a:extLst>
                    <a:ext uri="{9D8B030D-6E8A-4147-A177-3AD203B41FA5}">
                      <a16:colId xmlns:a16="http://schemas.microsoft.com/office/drawing/2014/main" val="103420222"/>
                    </a:ext>
                  </a:extLst>
                </a:gridCol>
                <a:gridCol w="402121">
                  <a:extLst>
                    <a:ext uri="{9D8B030D-6E8A-4147-A177-3AD203B41FA5}">
                      <a16:colId xmlns:a16="http://schemas.microsoft.com/office/drawing/2014/main" val="1470405609"/>
                    </a:ext>
                  </a:extLst>
                </a:gridCol>
                <a:gridCol w="4021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4" y="848186"/>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graphicFrame>
        <p:nvGraphicFramePr>
          <p:cNvPr id="10" name="표 9">
            <a:extLst>
              <a:ext uri="{FF2B5EF4-FFF2-40B4-BE49-F238E27FC236}">
                <a16:creationId xmlns:a16="http://schemas.microsoft.com/office/drawing/2014/main" id="{14EEBE6F-DBA2-7493-C02D-0495F8ABBE75}"/>
              </a:ext>
            </a:extLst>
          </p:cNvPr>
          <p:cNvGraphicFramePr>
            <a:graphicFrameLocks noGrp="1"/>
          </p:cNvGraphicFramePr>
          <p:nvPr/>
        </p:nvGraphicFramePr>
        <p:xfrm>
          <a:off x="399461" y="114710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209B56D3-A1E6-0BF0-F524-22950314FD50}"/>
              </a:ext>
            </a:extLst>
          </p:cNvPr>
          <p:cNvSpPr txBox="1"/>
          <p:nvPr/>
        </p:nvSpPr>
        <p:spPr>
          <a:xfrm>
            <a:off x="413544" y="1604710"/>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399461" y="1903625"/>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86284F22-9BD3-DA53-61A8-C4D4A8AAB9AB}"/>
              </a:ext>
            </a:extLst>
          </p:cNvPr>
          <p:cNvSpPr txBox="1"/>
          <p:nvPr/>
        </p:nvSpPr>
        <p:spPr>
          <a:xfrm>
            <a:off x="413982" y="2361234"/>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graphicFrame>
        <p:nvGraphicFramePr>
          <p:cNvPr id="18" name="표 17">
            <a:extLst>
              <a:ext uri="{FF2B5EF4-FFF2-40B4-BE49-F238E27FC236}">
                <a16:creationId xmlns:a16="http://schemas.microsoft.com/office/drawing/2014/main" id="{0115FC92-ADB5-8ADF-DBB7-2713A0C4F434}"/>
              </a:ext>
            </a:extLst>
          </p:cNvPr>
          <p:cNvGraphicFramePr>
            <a:graphicFrameLocks noGrp="1"/>
          </p:cNvGraphicFramePr>
          <p:nvPr/>
        </p:nvGraphicFramePr>
        <p:xfrm>
          <a:off x="399463" y="2660149"/>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DELAY_CH3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DEE360B-C85A-D80A-47C2-BEB07BF4B79B}"/>
              </a:ext>
            </a:extLst>
          </p:cNvPr>
          <p:cNvSpPr txBox="1"/>
          <p:nvPr/>
        </p:nvSpPr>
        <p:spPr>
          <a:xfrm>
            <a:off x="413542" y="3117758"/>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graphicFrame>
        <p:nvGraphicFramePr>
          <p:cNvPr id="20" name="표 19">
            <a:extLst>
              <a:ext uri="{FF2B5EF4-FFF2-40B4-BE49-F238E27FC236}">
                <a16:creationId xmlns:a16="http://schemas.microsoft.com/office/drawing/2014/main" id="{C669119B-B624-3E40-B293-ACC859C1D57F}"/>
              </a:ext>
            </a:extLst>
          </p:cNvPr>
          <p:cNvGraphicFramePr>
            <a:graphicFrameLocks noGrp="1"/>
          </p:cNvGraphicFramePr>
          <p:nvPr/>
        </p:nvGraphicFramePr>
        <p:xfrm>
          <a:off x="399464" y="3416673"/>
          <a:ext cx="6053962"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DELAY_CH4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E32B801D-6888-0426-D0E7-F982E65CA0DC}"/>
              </a:ext>
            </a:extLst>
          </p:cNvPr>
          <p:cNvSpPr txBox="1"/>
          <p:nvPr/>
        </p:nvSpPr>
        <p:spPr>
          <a:xfrm>
            <a:off x="399464" y="389676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graphicFrame>
        <p:nvGraphicFramePr>
          <p:cNvPr id="24" name="표 23">
            <a:extLst>
              <a:ext uri="{FF2B5EF4-FFF2-40B4-BE49-F238E27FC236}">
                <a16:creationId xmlns:a16="http://schemas.microsoft.com/office/drawing/2014/main" id="{429FC182-0895-6237-1B42-9F25E132B682}"/>
              </a:ext>
            </a:extLst>
          </p:cNvPr>
          <p:cNvGraphicFramePr>
            <a:graphicFrameLocks noGrp="1"/>
          </p:cNvGraphicFramePr>
          <p:nvPr/>
        </p:nvGraphicFramePr>
        <p:xfrm>
          <a:off x="399464" y="4195683"/>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DELAY_CH5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C90861D-FBAC-7667-8717-58192ECD3417}"/>
              </a:ext>
            </a:extLst>
          </p:cNvPr>
          <p:cNvSpPr txBox="1"/>
          <p:nvPr/>
        </p:nvSpPr>
        <p:spPr>
          <a:xfrm>
            <a:off x="399464" y="4673692"/>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graphicFrame>
        <p:nvGraphicFramePr>
          <p:cNvPr id="27" name="표 26">
            <a:extLst>
              <a:ext uri="{FF2B5EF4-FFF2-40B4-BE49-F238E27FC236}">
                <a16:creationId xmlns:a16="http://schemas.microsoft.com/office/drawing/2014/main" id="{56D27CFA-00CC-02BB-FEF3-665C6032EFF9}"/>
              </a:ext>
            </a:extLst>
          </p:cNvPr>
          <p:cNvGraphicFramePr>
            <a:graphicFrameLocks noGrp="1"/>
          </p:cNvGraphicFramePr>
          <p:nvPr/>
        </p:nvGraphicFramePr>
        <p:xfrm>
          <a:off x="399461" y="4972607"/>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DELAY_CH6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46F71A86-4DD6-C848-44D6-CB304A051B81}"/>
              </a:ext>
            </a:extLst>
          </p:cNvPr>
          <p:cNvSpPr txBox="1"/>
          <p:nvPr/>
        </p:nvSpPr>
        <p:spPr>
          <a:xfrm>
            <a:off x="399464" y="545061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graphicFrame>
        <p:nvGraphicFramePr>
          <p:cNvPr id="29" name="표 28">
            <a:extLst>
              <a:ext uri="{FF2B5EF4-FFF2-40B4-BE49-F238E27FC236}">
                <a16:creationId xmlns:a16="http://schemas.microsoft.com/office/drawing/2014/main" id="{1F03CE1F-511F-9FF5-3E70-1984A45770FA}"/>
              </a:ext>
            </a:extLst>
          </p:cNvPr>
          <p:cNvGraphicFramePr>
            <a:graphicFrameLocks noGrp="1"/>
          </p:cNvGraphicFramePr>
          <p:nvPr/>
        </p:nvGraphicFramePr>
        <p:xfrm>
          <a:off x="399461" y="574953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DELAY_CH7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9DE632F2-E2A9-3D66-B79B-1C5C1B6611FD}"/>
              </a:ext>
            </a:extLst>
          </p:cNvPr>
          <p:cNvSpPr txBox="1"/>
          <p:nvPr/>
        </p:nvSpPr>
        <p:spPr>
          <a:xfrm>
            <a:off x="399464" y="622760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graphicFrame>
        <p:nvGraphicFramePr>
          <p:cNvPr id="31" name="표 30">
            <a:extLst>
              <a:ext uri="{FF2B5EF4-FFF2-40B4-BE49-F238E27FC236}">
                <a16:creationId xmlns:a16="http://schemas.microsoft.com/office/drawing/2014/main" id="{5C55DD24-0FD4-39BB-6776-92431CDC6216}"/>
              </a:ext>
            </a:extLst>
          </p:cNvPr>
          <p:cNvGraphicFramePr>
            <a:graphicFrameLocks noGrp="1"/>
          </p:cNvGraphicFramePr>
          <p:nvPr/>
        </p:nvGraphicFramePr>
        <p:xfrm>
          <a:off x="399461" y="6526522"/>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DELAY_CH8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58901DC2-04E3-F4DD-F959-FE3323638762}"/>
              </a:ext>
            </a:extLst>
          </p:cNvPr>
          <p:cNvSpPr txBox="1"/>
          <p:nvPr/>
        </p:nvSpPr>
        <p:spPr>
          <a:xfrm>
            <a:off x="413544" y="7011969"/>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graphicFrame>
        <p:nvGraphicFramePr>
          <p:cNvPr id="33" name="표 32">
            <a:extLst>
              <a:ext uri="{FF2B5EF4-FFF2-40B4-BE49-F238E27FC236}">
                <a16:creationId xmlns:a16="http://schemas.microsoft.com/office/drawing/2014/main" id="{BF2775A5-47B2-A1F5-5B68-508A5D578108}"/>
              </a:ext>
            </a:extLst>
          </p:cNvPr>
          <p:cNvGraphicFramePr>
            <a:graphicFrameLocks noGrp="1"/>
          </p:cNvGraphicFramePr>
          <p:nvPr/>
        </p:nvGraphicFramePr>
        <p:xfrm>
          <a:off x="399461" y="7310884"/>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DELAY_CH9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E0C07B2-3A4C-3F42-E620-B07019820588}"/>
              </a:ext>
            </a:extLst>
          </p:cNvPr>
          <p:cNvSpPr txBox="1"/>
          <p:nvPr/>
        </p:nvSpPr>
        <p:spPr>
          <a:xfrm>
            <a:off x="395845" y="7847753"/>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graphicFrame>
        <p:nvGraphicFramePr>
          <p:cNvPr id="7" name="표 6">
            <a:extLst>
              <a:ext uri="{FF2B5EF4-FFF2-40B4-BE49-F238E27FC236}">
                <a16:creationId xmlns:a16="http://schemas.microsoft.com/office/drawing/2014/main" id="{F4403D71-59EE-87AC-CFCE-60EC91672842}"/>
              </a:ext>
            </a:extLst>
          </p:cNvPr>
          <p:cNvGraphicFramePr>
            <a:graphicFrameLocks noGrp="1"/>
          </p:cNvGraphicFramePr>
          <p:nvPr/>
        </p:nvGraphicFramePr>
        <p:xfrm>
          <a:off x="395845" y="8146668"/>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DELAY_CH10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388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419026" y="1144257"/>
          <a:ext cx="6039882" cy="372600"/>
        </p:xfrm>
        <a:graphic>
          <a:graphicData uri="http://schemas.openxmlformats.org/drawingml/2006/table">
            <a:tbl>
              <a:tblPr firstRow="1" bandRow="1">
                <a:tableStyleId>{5C22544A-7EE6-4342-B048-85BDC9FD1C3A}</a:tableStyleId>
              </a:tblPr>
              <a:tblGrid>
                <a:gridCol w="350879">
                  <a:extLst>
                    <a:ext uri="{9D8B030D-6E8A-4147-A177-3AD203B41FA5}">
                      <a16:colId xmlns:a16="http://schemas.microsoft.com/office/drawing/2014/main" val="657570846"/>
                    </a:ext>
                  </a:extLst>
                </a:gridCol>
                <a:gridCol w="385807">
                  <a:extLst>
                    <a:ext uri="{9D8B030D-6E8A-4147-A177-3AD203B41FA5}">
                      <a16:colId xmlns:a16="http://schemas.microsoft.com/office/drawing/2014/main" val="3259894497"/>
                    </a:ext>
                  </a:extLst>
                </a:gridCol>
                <a:gridCol w="453420">
                  <a:extLst>
                    <a:ext uri="{9D8B030D-6E8A-4147-A177-3AD203B41FA5}">
                      <a16:colId xmlns:a16="http://schemas.microsoft.com/office/drawing/2014/main" val="4170535043"/>
                    </a:ext>
                  </a:extLst>
                </a:gridCol>
                <a:gridCol w="404148">
                  <a:extLst>
                    <a:ext uri="{9D8B030D-6E8A-4147-A177-3AD203B41FA5}">
                      <a16:colId xmlns:a16="http://schemas.microsoft.com/office/drawing/2014/main" val="2079070694"/>
                    </a:ext>
                  </a:extLst>
                </a:gridCol>
                <a:gridCol w="404148">
                  <a:extLst>
                    <a:ext uri="{9D8B030D-6E8A-4147-A177-3AD203B41FA5}">
                      <a16:colId xmlns:a16="http://schemas.microsoft.com/office/drawing/2014/main" val="4213315911"/>
                    </a:ext>
                  </a:extLst>
                </a:gridCol>
                <a:gridCol w="404148">
                  <a:extLst>
                    <a:ext uri="{9D8B030D-6E8A-4147-A177-3AD203B41FA5}">
                      <a16:colId xmlns:a16="http://schemas.microsoft.com/office/drawing/2014/main" val="2769999950"/>
                    </a:ext>
                  </a:extLst>
                </a:gridCol>
                <a:gridCol w="404148">
                  <a:extLst>
                    <a:ext uri="{9D8B030D-6E8A-4147-A177-3AD203B41FA5}">
                      <a16:colId xmlns:a16="http://schemas.microsoft.com/office/drawing/2014/main" val="135637185"/>
                    </a:ext>
                  </a:extLst>
                </a:gridCol>
                <a:gridCol w="404148">
                  <a:extLst>
                    <a:ext uri="{9D8B030D-6E8A-4147-A177-3AD203B41FA5}">
                      <a16:colId xmlns:a16="http://schemas.microsoft.com/office/drawing/2014/main" val="3038050475"/>
                    </a:ext>
                  </a:extLst>
                </a:gridCol>
                <a:gridCol w="404148">
                  <a:extLst>
                    <a:ext uri="{9D8B030D-6E8A-4147-A177-3AD203B41FA5}">
                      <a16:colId xmlns:a16="http://schemas.microsoft.com/office/drawing/2014/main" val="1979433044"/>
                    </a:ext>
                  </a:extLst>
                </a:gridCol>
                <a:gridCol w="404148">
                  <a:extLst>
                    <a:ext uri="{9D8B030D-6E8A-4147-A177-3AD203B41FA5}">
                      <a16:colId xmlns:a16="http://schemas.microsoft.com/office/drawing/2014/main" val="4270661649"/>
                    </a:ext>
                  </a:extLst>
                </a:gridCol>
                <a:gridCol w="404148">
                  <a:extLst>
                    <a:ext uri="{9D8B030D-6E8A-4147-A177-3AD203B41FA5}">
                      <a16:colId xmlns:a16="http://schemas.microsoft.com/office/drawing/2014/main" val="3027041370"/>
                    </a:ext>
                  </a:extLst>
                </a:gridCol>
                <a:gridCol w="404148">
                  <a:extLst>
                    <a:ext uri="{9D8B030D-6E8A-4147-A177-3AD203B41FA5}">
                      <a16:colId xmlns:a16="http://schemas.microsoft.com/office/drawing/2014/main" val="2852526216"/>
                    </a:ext>
                  </a:extLst>
                </a:gridCol>
                <a:gridCol w="404148">
                  <a:extLst>
                    <a:ext uri="{9D8B030D-6E8A-4147-A177-3AD203B41FA5}">
                      <a16:colId xmlns:a16="http://schemas.microsoft.com/office/drawing/2014/main" val="103420222"/>
                    </a:ext>
                  </a:extLst>
                </a:gridCol>
                <a:gridCol w="404148">
                  <a:extLst>
                    <a:ext uri="{9D8B030D-6E8A-4147-A177-3AD203B41FA5}">
                      <a16:colId xmlns:a16="http://schemas.microsoft.com/office/drawing/2014/main" val="1470405609"/>
                    </a:ext>
                  </a:extLst>
                </a:gridCol>
                <a:gridCol w="4041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6CA0F4EB-B7D5-FA81-AA07-5A8734351879}"/>
              </a:ext>
            </a:extLst>
          </p:cNvPr>
          <p:cNvSpPr txBox="1"/>
          <p:nvPr/>
        </p:nvSpPr>
        <p:spPr>
          <a:xfrm>
            <a:off x="404943" y="1601866"/>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5" name="표 4">
            <a:extLst>
              <a:ext uri="{FF2B5EF4-FFF2-40B4-BE49-F238E27FC236}">
                <a16:creationId xmlns:a16="http://schemas.microsoft.com/office/drawing/2014/main" id="{C7727A14-C73E-5D48-E0BD-24113A0EA515}"/>
              </a:ext>
            </a:extLst>
          </p:cNvPr>
          <p:cNvGraphicFramePr>
            <a:graphicFrameLocks noGrp="1"/>
          </p:cNvGraphicFramePr>
          <p:nvPr/>
        </p:nvGraphicFramePr>
        <p:xfrm>
          <a:off x="410295" y="1900781"/>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268679709"/>
              </p:ext>
            </p:extLst>
          </p:nvPr>
        </p:nvGraphicFramePr>
        <p:xfrm>
          <a:off x="404825" y="2434714"/>
          <a:ext cx="6048610" cy="648167"/>
        </p:xfrm>
        <a:graphic>
          <a:graphicData uri="http://schemas.openxmlformats.org/drawingml/2006/table">
            <a:tbl>
              <a:tblPr firstRow="1" bandRow="1">
                <a:tableStyleId>{5C22544A-7EE6-4342-B048-85BDC9FD1C3A}</a:tableStyleId>
              </a:tblPr>
              <a:tblGrid>
                <a:gridCol w="440872">
                  <a:extLst>
                    <a:ext uri="{9D8B030D-6E8A-4147-A177-3AD203B41FA5}">
                      <a16:colId xmlns:a16="http://schemas.microsoft.com/office/drawing/2014/main" val="4170535043"/>
                    </a:ext>
                  </a:extLst>
                </a:gridCol>
                <a:gridCol w="1047611">
                  <a:extLst>
                    <a:ext uri="{9D8B030D-6E8A-4147-A177-3AD203B41FA5}">
                      <a16:colId xmlns:a16="http://schemas.microsoft.com/office/drawing/2014/main" val="2079070694"/>
                    </a:ext>
                  </a:extLst>
                </a:gridCol>
                <a:gridCol w="456012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which delay clock to start dimming out from.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39751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413543" y="5913884"/>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SHORT ENABLE LEVEL</a:t>
            </a:r>
          </a:p>
        </p:txBody>
      </p:sp>
      <p:graphicFrame>
        <p:nvGraphicFramePr>
          <p:cNvPr id="12" name="표 11">
            <a:extLst>
              <a:ext uri="{FF2B5EF4-FFF2-40B4-BE49-F238E27FC236}">
                <a16:creationId xmlns:a16="http://schemas.microsoft.com/office/drawing/2014/main" id="{5CED9620-84B7-24C7-3D3C-386F037974AB}"/>
              </a:ext>
            </a:extLst>
          </p:cNvPr>
          <p:cNvGraphicFramePr>
            <a:graphicFrameLocks noGrp="1"/>
          </p:cNvGraphicFramePr>
          <p:nvPr>
            <p:extLst>
              <p:ext uri="{D42A27DB-BD31-4B8C-83A1-F6EECF244321}">
                <p14:modId xmlns:p14="http://schemas.microsoft.com/office/powerpoint/2010/main" val="3785579803"/>
              </p:ext>
            </p:extLst>
          </p:nvPr>
        </p:nvGraphicFramePr>
        <p:xfrm>
          <a:off x="399455" y="6748730"/>
          <a:ext cx="6039644" cy="690692"/>
        </p:xfrm>
        <a:graphic>
          <a:graphicData uri="http://schemas.openxmlformats.org/drawingml/2006/table">
            <a:tbl>
              <a:tblPr firstRow="1" bandRow="1">
                <a:tableStyleId>{5C22544A-7EE6-4342-B048-85BDC9FD1C3A}</a:tableStyleId>
              </a:tblPr>
              <a:tblGrid>
                <a:gridCol w="434123">
                  <a:extLst>
                    <a:ext uri="{9D8B030D-6E8A-4147-A177-3AD203B41FA5}">
                      <a16:colId xmlns:a16="http://schemas.microsoft.com/office/drawing/2014/main" val="4170535043"/>
                    </a:ext>
                  </a:extLst>
                </a:gridCol>
                <a:gridCol w="1144586">
                  <a:extLst>
                    <a:ext uri="{9D8B030D-6E8A-4147-A177-3AD203B41FA5}">
                      <a16:colId xmlns:a16="http://schemas.microsoft.com/office/drawing/2014/main" val="2079070694"/>
                    </a:ext>
                  </a:extLst>
                </a:gridCol>
                <a:gridCol w="446093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344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SHORT_EN_LEVEL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SHORT_EN_LEVEL determines the activation level of the short function. The short function is activated the condition, PAM</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data</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&gt;</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SHORT_EN_LEVEL.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01498022"/>
              </p:ext>
            </p:extLst>
          </p:nvPr>
        </p:nvGraphicFramePr>
        <p:xfrm>
          <a:off x="404812" y="4251980"/>
          <a:ext cx="6048551" cy="1659849"/>
        </p:xfrm>
        <a:graphic>
          <a:graphicData uri="http://schemas.openxmlformats.org/drawingml/2006/table">
            <a:tbl>
              <a:tblPr firstRow="1" bandRow="1">
                <a:tableStyleId>{5C22544A-7EE6-4342-B048-85BDC9FD1C3A}</a:tableStyleId>
              </a:tblPr>
              <a:tblGrid>
                <a:gridCol w="437158">
                  <a:extLst>
                    <a:ext uri="{9D8B030D-6E8A-4147-A177-3AD203B41FA5}">
                      <a16:colId xmlns:a16="http://schemas.microsoft.com/office/drawing/2014/main" val="4170535043"/>
                    </a:ext>
                  </a:extLst>
                </a:gridCol>
                <a:gridCol w="1145484">
                  <a:extLst>
                    <a:ext uri="{9D8B030D-6E8A-4147-A177-3AD203B41FA5}">
                      <a16:colId xmlns:a16="http://schemas.microsoft.com/office/drawing/2014/main" val="2079070694"/>
                    </a:ext>
                  </a:extLst>
                </a:gridCol>
                <a:gridCol w="446590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6" name="표 15">
            <a:extLst>
              <a:ext uri="{FF2B5EF4-FFF2-40B4-BE49-F238E27FC236}">
                <a16:creationId xmlns:a16="http://schemas.microsoft.com/office/drawing/2014/main" id="{4D323FBE-D9D1-001F-6BCD-C44B54DFF8B6}"/>
              </a:ext>
            </a:extLst>
          </p:cNvPr>
          <p:cNvGraphicFramePr>
            <a:graphicFrameLocks noGrp="1"/>
          </p:cNvGraphicFramePr>
          <p:nvPr>
            <p:extLst>
              <p:ext uri="{D42A27DB-BD31-4B8C-83A1-F6EECF244321}">
                <p14:modId xmlns:p14="http://schemas.microsoft.com/office/powerpoint/2010/main" val="1899901485"/>
              </p:ext>
            </p:extLst>
          </p:nvPr>
        </p:nvGraphicFramePr>
        <p:xfrm>
          <a:off x="404813" y="3659201"/>
          <a:ext cx="6048553" cy="372600"/>
        </p:xfrm>
        <a:graphic>
          <a:graphicData uri="http://schemas.openxmlformats.org/drawingml/2006/table">
            <a:tbl>
              <a:tblPr firstRow="1" bandRow="1">
                <a:tableStyleId>{5C22544A-7EE6-4342-B048-85BDC9FD1C3A}</a:tableStyleId>
              </a:tblPr>
              <a:tblGrid>
                <a:gridCol w="351384">
                  <a:extLst>
                    <a:ext uri="{9D8B030D-6E8A-4147-A177-3AD203B41FA5}">
                      <a16:colId xmlns:a16="http://schemas.microsoft.com/office/drawing/2014/main" val="657570846"/>
                    </a:ext>
                  </a:extLst>
                </a:gridCol>
                <a:gridCol w="386361">
                  <a:extLst>
                    <a:ext uri="{9D8B030D-6E8A-4147-A177-3AD203B41FA5}">
                      <a16:colId xmlns:a16="http://schemas.microsoft.com/office/drawing/2014/main" val="3259894497"/>
                    </a:ext>
                  </a:extLst>
                </a:gridCol>
                <a:gridCol w="454072">
                  <a:extLst>
                    <a:ext uri="{9D8B030D-6E8A-4147-A177-3AD203B41FA5}">
                      <a16:colId xmlns:a16="http://schemas.microsoft.com/office/drawing/2014/main" val="4170535043"/>
                    </a:ext>
                  </a:extLst>
                </a:gridCol>
                <a:gridCol w="404728">
                  <a:extLst>
                    <a:ext uri="{9D8B030D-6E8A-4147-A177-3AD203B41FA5}">
                      <a16:colId xmlns:a16="http://schemas.microsoft.com/office/drawing/2014/main" val="2079070694"/>
                    </a:ext>
                  </a:extLst>
                </a:gridCol>
                <a:gridCol w="404728">
                  <a:extLst>
                    <a:ext uri="{9D8B030D-6E8A-4147-A177-3AD203B41FA5}">
                      <a16:colId xmlns:a16="http://schemas.microsoft.com/office/drawing/2014/main" val="4213315911"/>
                    </a:ext>
                  </a:extLst>
                </a:gridCol>
                <a:gridCol w="404728">
                  <a:extLst>
                    <a:ext uri="{9D8B030D-6E8A-4147-A177-3AD203B41FA5}">
                      <a16:colId xmlns:a16="http://schemas.microsoft.com/office/drawing/2014/main" val="2769999950"/>
                    </a:ext>
                  </a:extLst>
                </a:gridCol>
                <a:gridCol w="404728">
                  <a:extLst>
                    <a:ext uri="{9D8B030D-6E8A-4147-A177-3AD203B41FA5}">
                      <a16:colId xmlns:a16="http://schemas.microsoft.com/office/drawing/2014/main" val="135637185"/>
                    </a:ext>
                  </a:extLst>
                </a:gridCol>
                <a:gridCol w="404728">
                  <a:extLst>
                    <a:ext uri="{9D8B030D-6E8A-4147-A177-3AD203B41FA5}">
                      <a16:colId xmlns:a16="http://schemas.microsoft.com/office/drawing/2014/main" val="3038050475"/>
                    </a:ext>
                  </a:extLst>
                </a:gridCol>
                <a:gridCol w="404728">
                  <a:extLst>
                    <a:ext uri="{9D8B030D-6E8A-4147-A177-3AD203B41FA5}">
                      <a16:colId xmlns:a16="http://schemas.microsoft.com/office/drawing/2014/main" val="1979433044"/>
                    </a:ext>
                  </a:extLst>
                </a:gridCol>
                <a:gridCol w="404728">
                  <a:extLst>
                    <a:ext uri="{9D8B030D-6E8A-4147-A177-3AD203B41FA5}">
                      <a16:colId xmlns:a16="http://schemas.microsoft.com/office/drawing/2014/main" val="4270661649"/>
                    </a:ext>
                  </a:extLst>
                </a:gridCol>
                <a:gridCol w="404728">
                  <a:extLst>
                    <a:ext uri="{9D8B030D-6E8A-4147-A177-3AD203B41FA5}">
                      <a16:colId xmlns:a16="http://schemas.microsoft.com/office/drawing/2014/main" val="3027041370"/>
                    </a:ext>
                  </a:extLst>
                </a:gridCol>
                <a:gridCol w="404728">
                  <a:extLst>
                    <a:ext uri="{9D8B030D-6E8A-4147-A177-3AD203B41FA5}">
                      <a16:colId xmlns:a16="http://schemas.microsoft.com/office/drawing/2014/main" val="2852526216"/>
                    </a:ext>
                  </a:extLst>
                </a:gridCol>
                <a:gridCol w="404728">
                  <a:extLst>
                    <a:ext uri="{9D8B030D-6E8A-4147-A177-3AD203B41FA5}">
                      <a16:colId xmlns:a16="http://schemas.microsoft.com/office/drawing/2014/main" val="103420222"/>
                    </a:ext>
                  </a:extLst>
                </a:gridCol>
                <a:gridCol w="404728">
                  <a:extLst>
                    <a:ext uri="{9D8B030D-6E8A-4147-A177-3AD203B41FA5}">
                      <a16:colId xmlns:a16="http://schemas.microsoft.com/office/drawing/2014/main" val="1470405609"/>
                    </a:ext>
                  </a:extLst>
                </a:gridCol>
                <a:gridCol w="4047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D3675EAF-0604-5117-23D2-30A2B6CFDA33}"/>
              </a:ext>
            </a:extLst>
          </p:cNvPr>
          <p:cNvGraphicFramePr>
            <a:graphicFrameLocks noGrp="1"/>
          </p:cNvGraphicFramePr>
          <p:nvPr>
            <p:extLst>
              <p:ext uri="{D42A27DB-BD31-4B8C-83A1-F6EECF244321}">
                <p14:modId xmlns:p14="http://schemas.microsoft.com/office/powerpoint/2010/main" val="1246579415"/>
              </p:ext>
            </p:extLst>
          </p:nvPr>
        </p:nvGraphicFramePr>
        <p:xfrm>
          <a:off x="404812" y="6185198"/>
          <a:ext cx="603964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1">
                  <a:extLst>
                    <a:ext uri="{9D8B030D-6E8A-4147-A177-3AD203B41FA5}">
                      <a16:colId xmlns:a16="http://schemas.microsoft.com/office/drawing/2014/main" val="3259894497"/>
                    </a:ext>
                  </a:extLst>
                </a:gridCol>
                <a:gridCol w="453403">
                  <a:extLst>
                    <a:ext uri="{9D8B030D-6E8A-4147-A177-3AD203B41FA5}">
                      <a16:colId xmlns:a16="http://schemas.microsoft.com/office/drawing/2014/main" val="4170535043"/>
                    </a:ext>
                  </a:extLst>
                </a:gridCol>
                <a:gridCol w="404132">
                  <a:extLst>
                    <a:ext uri="{9D8B030D-6E8A-4147-A177-3AD203B41FA5}">
                      <a16:colId xmlns:a16="http://schemas.microsoft.com/office/drawing/2014/main" val="2079070694"/>
                    </a:ext>
                  </a:extLst>
                </a:gridCol>
                <a:gridCol w="404132">
                  <a:extLst>
                    <a:ext uri="{9D8B030D-6E8A-4147-A177-3AD203B41FA5}">
                      <a16:colId xmlns:a16="http://schemas.microsoft.com/office/drawing/2014/main" val="4213315911"/>
                    </a:ext>
                  </a:extLst>
                </a:gridCol>
                <a:gridCol w="404132">
                  <a:extLst>
                    <a:ext uri="{9D8B030D-6E8A-4147-A177-3AD203B41FA5}">
                      <a16:colId xmlns:a16="http://schemas.microsoft.com/office/drawing/2014/main" val="2769999950"/>
                    </a:ext>
                  </a:extLst>
                </a:gridCol>
                <a:gridCol w="404132">
                  <a:extLst>
                    <a:ext uri="{9D8B030D-6E8A-4147-A177-3AD203B41FA5}">
                      <a16:colId xmlns:a16="http://schemas.microsoft.com/office/drawing/2014/main" val="135637185"/>
                    </a:ext>
                  </a:extLst>
                </a:gridCol>
                <a:gridCol w="404132">
                  <a:extLst>
                    <a:ext uri="{9D8B030D-6E8A-4147-A177-3AD203B41FA5}">
                      <a16:colId xmlns:a16="http://schemas.microsoft.com/office/drawing/2014/main" val="3038050475"/>
                    </a:ext>
                  </a:extLst>
                </a:gridCol>
                <a:gridCol w="404132">
                  <a:extLst>
                    <a:ext uri="{9D8B030D-6E8A-4147-A177-3AD203B41FA5}">
                      <a16:colId xmlns:a16="http://schemas.microsoft.com/office/drawing/2014/main" val="1979433044"/>
                    </a:ext>
                  </a:extLst>
                </a:gridCol>
                <a:gridCol w="404132">
                  <a:extLst>
                    <a:ext uri="{9D8B030D-6E8A-4147-A177-3AD203B41FA5}">
                      <a16:colId xmlns:a16="http://schemas.microsoft.com/office/drawing/2014/main" val="4270661649"/>
                    </a:ext>
                  </a:extLst>
                </a:gridCol>
                <a:gridCol w="404132">
                  <a:extLst>
                    <a:ext uri="{9D8B030D-6E8A-4147-A177-3AD203B41FA5}">
                      <a16:colId xmlns:a16="http://schemas.microsoft.com/office/drawing/2014/main" val="3027041370"/>
                    </a:ext>
                  </a:extLst>
                </a:gridCol>
                <a:gridCol w="404132">
                  <a:extLst>
                    <a:ext uri="{9D8B030D-6E8A-4147-A177-3AD203B41FA5}">
                      <a16:colId xmlns:a16="http://schemas.microsoft.com/office/drawing/2014/main" val="2852526216"/>
                    </a:ext>
                  </a:extLst>
                </a:gridCol>
                <a:gridCol w="404132">
                  <a:extLst>
                    <a:ext uri="{9D8B030D-6E8A-4147-A177-3AD203B41FA5}">
                      <a16:colId xmlns:a16="http://schemas.microsoft.com/office/drawing/2014/main" val="103420222"/>
                    </a:ext>
                  </a:extLst>
                </a:gridCol>
                <a:gridCol w="404132">
                  <a:extLst>
                    <a:ext uri="{9D8B030D-6E8A-4147-A177-3AD203B41FA5}">
                      <a16:colId xmlns:a16="http://schemas.microsoft.com/office/drawing/2014/main" val="1470405609"/>
                    </a:ext>
                  </a:extLst>
                </a:gridCol>
                <a:gridCol w="4041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SHORT_EN_LEVEL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CB8E3383-A088-65C2-BEE7-7447F233C5DB}"/>
              </a:ext>
            </a:extLst>
          </p:cNvPr>
          <p:cNvSpPr txBox="1"/>
          <p:nvPr/>
        </p:nvSpPr>
        <p:spPr>
          <a:xfrm>
            <a:off x="422450" y="7631373"/>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19" name="표 18">
            <a:extLst>
              <a:ext uri="{FF2B5EF4-FFF2-40B4-BE49-F238E27FC236}">
                <a16:creationId xmlns:a16="http://schemas.microsoft.com/office/drawing/2014/main" id="{67E021DB-7735-2413-F13B-3A45C3605F94}"/>
              </a:ext>
            </a:extLst>
          </p:cNvPr>
          <p:cNvGraphicFramePr>
            <a:graphicFrameLocks noGrp="1"/>
          </p:cNvGraphicFramePr>
          <p:nvPr>
            <p:extLst>
              <p:ext uri="{D42A27DB-BD31-4B8C-83A1-F6EECF244321}">
                <p14:modId xmlns:p14="http://schemas.microsoft.com/office/powerpoint/2010/main" val="2617000926"/>
              </p:ext>
            </p:extLst>
          </p:nvPr>
        </p:nvGraphicFramePr>
        <p:xfrm>
          <a:off x="397792" y="7892570"/>
          <a:ext cx="6037761" cy="375462"/>
        </p:xfrm>
        <a:graphic>
          <a:graphicData uri="http://schemas.openxmlformats.org/drawingml/2006/table">
            <a:tbl>
              <a:tblPr firstRow="1" bandRow="1">
                <a:tableStyleId>{5C22544A-7EE6-4342-B048-85BDC9FD1C3A}</a:tableStyleId>
              </a:tblPr>
              <a:tblGrid>
                <a:gridCol w="320307">
                  <a:extLst>
                    <a:ext uri="{9D8B030D-6E8A-4147-A177-3AD203B41FA5}">
                      <a16:colId xmlns:a16="http://schemas.microsoft.com/office/drawing/2014/main" val="706560209"/>
                    </a:ext>
                  </a:extLst>
                </a:gridCol>
                <a:gridCol w="374833">
                  <a:extLst>
                    <a:ext uri="{9D8B030D-6E8A-4147-A177-3AD203B41FA5}">
                      <a16:colId xmlns:a16="http://schemas.microsoft.com/office/drawing/2014/main" val="469493411"/>
                    </a:ext>
                  </a:extLst>
                </a:gridCol>
                <a:gridCol w="502690">
                  <a:extLst>
                    <a:ext uri="{9D8B030D-6E8A-4147-A177-3AD203B41FA5}">
                      <a16:colId xmlns:a16="http://schemas.microsoft.com/office/drawing/2014/main" val="1324513755"/>
                    </a:ext>
                  </a:extLst>
                </a:gridCol>
                <a:gridCol w="348081">
                  <a:extLst>
                    <a:ext uri="{9D8B030D-6E8A-4147-A177-3AD203B41FA5}">
                      <a16:colId xmlns:a16="http://schemas.microsoft.com/office/drawing/2014/main" val="2447681749"/>
                    </a:ext>
                  </a:extLst>
                </a:gridCol>
                <a:gridCol w="408350">
                  <a:extLst>
                    <a:ext uri="{9D8B030D-6E8A-4147-A177-3AD203B41FA5}">
                      <a16:colId xmlns:a16="http://schemas.microsoft.com/office/drawing/2014/main" val="3151883602"/>
                    </a:ext>
                  </a:extLst>
                </a:gridCol>
                <a:gridCol w="408350">
                  <a:extLst>
                    <a:ext uri="{9D8B030D-6E8A-4147-A177-3AD203B41FA5}">
                      <a16:colId xmlns:a16="http://schemas.microsoft.com/office/drawing/2014/main" val="1700719855"/>
                    </a:ext>
                  </a:extLst>
                </a:gridCol>
                <a:gridCol w="408350">
                  <a:extLst>
                    <a:ext uri="{9D8B030D-6E8A-4147-A177-3AD203B41FA5}">
                      <a16:colId xmlns:a16="http://schemas.microsoft.com/office/drawing/2014/main" val="1405606478"/>
                    </a:ext>
                  </a:extLst>
                </a:gridCol>
                <a:gridCol w="408350">
                  <a:extLst>
                    <a:ext uri="{9D8B030D-6E8A-4147-A177-3AD203B41FA5}">
                      <a16:colId xmlns:a16="http://schemas.microsoft.com/office/drawing/2014/main" val="3075494279"/>
                    </a:ext>
                  </a:extLst>
                </a:gridCol>
                <a:gridCol w="408350">
                  <a:extLst>
                    <a:ext uri="{9D8B030D-6E8A-4147-A177-3AD203B41FA5}">
                      <a16:colId xmlns:a16="http://schemas.microsoft.com/office/drawing/2014/main" val="3893597216"/>
                    </a:ext>
                  </a:extLst>
                </a:gridCol>
                <a:gridCol w="408350">
                  <a:extLst>
                    <a:ext uri="{9D8B030D-6E8A-4147-A177-3AD203B41FA5}">
                      <a16:colId xmlns:a16="http://schemas.microsoft.com/office/drawing/2014/main" val="140235902"/>
                    </a:ext>
                  </a:extLst>
                </a:gridCol>
                <a:gridCol w="408350">
                  <a:extLst>
                    <a:ext uri="{9D8B030D-6E8A-4147-A177-3AD203B41FA5}">
                      <a16:colId xmlns:a16="http://schemas.microsoft.com/office/drawing/2014/main" val="925949063"/>
                    </a:ext>
                  </a:extLst>
                </a:gridCol>
                <a:gridCol w="408350">
                  <a:extLst>
                    <a:ext uri="{9D8B030D-6E8A-4147-A177-3AD203B41FA5}">
                      <a16:colId xmlns:a16="http://schemas.microsoft.com/office/drawing/2014/main" val="2465396751"/>
                    </a:ext>
                  </a:extLst>
                </a:gridCol>
                <a:gridCol w="408350">
                  <a:extLst>
                    <a:ext uri="{9D8B030D-6E8A-4147-A177-3AD203B41FA5}">
                      <a16:colId xmlns:a16="http://schemas.microsoft.com/office/drawing/2014/main" val="1134801836"/>
                    </a:ext>
                  </a:extLst>
                </a:gridCol>
                <a:gridCol w="408350">
                  <a:extLst>
                    <a:ext uri="{9D8B030D-6E8A-4147-A177-3AD203B41FA5}">
                      <a16:colId xmlns:a16="http://schemas.microsoft.com/office/drawing/2014/main" val="1142652455"/>
                    </a:ext>
                  </a:extLst>
                </a:gridCol>
                <a:gridCol w="408350">
                  <a:extLst>
                    <a:ext uri="{9D8B030D-6E8A-4147-A177-3AD203B41FA5}">
                      <a16:colId xmlns:a16="http://schemas.microsoft.com/office/drawing/2014/main" val="3255546333"/>
                    </a:ext>
                  </a:extLst>
                </a:gridCol>
              </a:tblGrid>
              <a:tr h="196782">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8961779"/>
                  </a:ext>
                </a:extLst>
              </a:tr>
              <a:tr h="1113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CLK_SEL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BIT_SEL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5055158"/>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AF2191A1-6854-CEE6-47D2-456CE3CEB7B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7B3592C-C6D1-2A17-CF1F-12F1291659A0}"/>
              </a:ext>
            </a:extLst>
          </p:cNvPr>
          <p:cNvSpPr txBox="1"/>
          <p:nvPr/>
        </p:nvSpPr>
        <p:spPr>
          <a:xfrm rot="5400000">
            <a:off x="1365160" y="4757267"/>
            <a:ext cx="1877437" cy="230832"/>
          </a:xfrm>
          <a:prstGeom prst="rect">
            <a:avLst/>
          </a:prstGeom>
          <a:noFill/>
        </p:spPr>
        <p:txBody>
          <a:bodyPr wrap="none" rtlCol="0">
            <a:spAutoFit/>
          </a:bodyPr>
          <a:lstStyle/>
          <a:p>
            <a:r>
              <a:rPr lang="en-US" altLang="ko-KR" sz="900" dirty="0">
                <a:latin typeface="Arial" panose="020B0604020202020204" pitchFamily="34" charset="0"/>
                <a:cs typeface="Arial" panose="020B0604020202020204" pitchFamily="34" charset="0"/>
              </a:rPr>
              <a:t>Fig 1. The local dimming scheme</a:t>
            </a:r>
            <a:endParaRPr lang="ko-KR" altLang="en-US" sz="900"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59EFCEED-88F4-D55D-F9B4-110E4131703C}"/>
              </a:ext>
            </a:extLst>
          </p:cNvPr>
          <p:cNvPicPr>
            <a:picLocks noChangeAspect="1"/>
          </p:cNvPicPr>
          <p:nvPr/>
        </p:nvPicPr>
        <p:blipFill>
          <a:blip r:embed="rId4"/>
          <a:stretch>
            <a:fillRect/>
          </a:stretch>
        </p:blipFill>
        <p:spPr>
          <a:xfrm rot="5400000">
            <a:off x="-365500" y="3863685"/>
            <a:ext cx="8141045" cy="1980000"/>
          </a:xfrm>
          <a:prstGeom prst="rect">
            <a:avLst/>
          </a:prstGeom>
        </p:spPr>
      </p:pic>
    </p:spTree>
    <p:extLst>
      <p:ext uri="{BB962C8B-B14F-4D97-AF65-F5344CB8AC3E}">
        <p14:creationId xmlns:p14="http://schemas.microsoft.com/office/powerpoint/2010/main" val="4028756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0474" y="131221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1</a:t>
            </a:r>
          </a:p>
        </p:txBody>
      </p:sp>
      <p:sp>
        <p:nvSpPr>
          <p:cNvPr id="8" name="TextBox 7">
            <a:extLst>
              <a:ext uri="{FF2B5EF4-FFF2-40B4-BE49-F238E27FC236}">
                <a16:creationId xmlns:a16="http://schemas.microsoft.com/office/drawing/2014/main" id="{2F6234BB-58D6-2570-D24B-287F1BE56786}"/>
              </a:ext>
            </a:extLst>
          </p:cNvPr>
          <p:cNvSpPr txBox="1"/>
          <p:nvPr/>
        </p:nvSpPr>
        <p:spPr>
          <a:xfrm>
            <a:off x="399530" y="3379246"/>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2</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843984437"/>
              </p:ext>
            </p:extLst>
          </p:nvPr>
        </p:nvGraphicFramePr>
        <p:xfrm>
          <a:off x="395832" y="2166676"/>
          <a:ext cx="6062959" cy="1017801"/>
        </p:xfrm>
        <a:graphic>
          <a:graphicData uri="http://schemas.openxmlformats.org/drawingml/2006/table">
            <a:tbl>
              <a:tblPr firstRow="1" bandRow="1">
                <a:tableStyleId>{5C22544A-7EE6-4342-B048-85BDC9FD1C3A}</a:tableStyleId>
              </a:tblPr>
              <a:tblGrid>
                <a:gridCol w="438072">
                  <a:extLst>
                    <a:ext uri="{9D8B030D-6E8A-4147-A177-3AD203B41FA5}">
                      <a16:colId xmlns:a16="http://schemas.microsoft.com/office/drawing/2014/main" val="4170535043"/>
                    </a:ext>
                  </a:extLst>
                </a:gridCol>
                <a:gridCol w="1040955">
                  <a:extLst>
                    <a:ext uri="{9D8B030D-6E8A-4147-A177-3AD203B41FA5}">
                      <a16:colId xmlns:a16="http://schemas.microsoft.com/office/drawing/2014/main" val="2079070694"/>
                    </a:ext>
                  </a:extLst>
                </a:gridCol>
                <a:gridCol w="4583932">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616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There are two purposes to use this pin as below.</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MCLK divided by 8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The analog value of the MAX_CURR_VREF is output to the pin 17 for trimming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 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AEB572E5-F461-32E6-0156-0C8F4D4AEFBE}"/>
              </a:ext>
            </a:extLst>
          </p:cNvPr>
          <p:cNvGraphicFramePr>
            <a:graphicFrameLocks noGrp="1"/>
          </p:cNvGraphicFramePr>
          <p:nvPr/>
        </p:nvGraphicFramePr>
        <p:xfrm>
          <a:off x="395833" y="1573897"/>
          <a:ext cx="6039643" cy="372600"/>
        </p:xfrm>
        <a:graphic>
          <a:graphicData uri="http://schemas.openxmlformats.org/drawingml/2006/table">
            <a:tbl>
              <a:tblPr firstRow="1" bandRow="1">
                <a:tableStyleId>{5C22544A-7EE6-4342-B048-85BDC9FD1C3A}</a:tableStyleId>
              </a:tblPr>
              <a:tblGrid>
                <a:gridCol w="345748">
                  <a:extLst>
                    <a:ext uri="{9D8B030D-6E8A-4147-A177-3AD203B41FA5}">
                      <a16:colId xmlns:a16="http://schemas.microsoft.com/office/drawing/2014/main" val="657570846"/>
                    </a:ext>
                  </a:extLst>
                </a:gridCol>
                <a:gridCol w="380164">
                  <a:extLst>
                    <a:ext uri="{9D8B030D-6E8A-4147-A177-3AD203B41FA5}">
                      <a16:colId xmlns:a16="http://schemas.microsoft.com/office/drawing/2014/main" val="3259894497"/>
                    </a:ext>
                  </a:extLst>
                </a:gridCol>
                <a:gridCol w="446788">
                  <a:extLst>
                    <a:ext uri="{9D8B030D-6E8A-4147-A177-3AD203B41FA5}">
                      <a16:colId xmlns:a16="http://schemas.microsoft.com/office/drawing/2014/main" val="4170535043"/>
                    </a:ext>
                  </a:extLst>
                </a:gridCol>
                <a:gridCol w="486347">
                  <a:extLst>
                    <a:ext uri="{9D8B030D-6E8A-4147-A177-3AD203B41FA5}">
                      <a16:colId xmlns:a16="http://schemas.microsoft.com/office/drawing/2014/main" val="2079070694"/>
                    </a:ext>
                  </a:extLst>
                </a:gridCol>
                <a:gridCol w="398236">
                  <a:extLst>
                    <a:ext uri="{9D8B030D-6E8A-4147-A177-3AD203B41FA5}">
                      <a16:colId xmlns:a16="http://schemas.microsoft.com/office/drawing/2014/main" val="4213315911"/>
                    </a:ext>
                  </a:extLst>
                </a:gridCol>
                <a:gridCol w="398236">
                  <a:extLst>
                    <a:ext uri="{9D8B030D-6E8A-4147-A177-3AD203B41FA5}">
                      <a16:colId xmlns:a16="http://schemas.microsoft.com/office/drawing/2014/main" val="2769999950"/>
                    </a:ext>
                  </a:extLst>
                </a:gridCol>
                <a:gridCol w="398236">
                  <a:extLst>
                    <a:ext uri="{9D8B030D-6E8A-4147-A177-3AD203B41FA5}">
                      <a16:colId xmlns:a16="http://schemas.microsoft.com/office/drawing/2014/main" val="135637185"/>
                    </a:ext>
                  </a:extLst>
                </a:gridCol>
                <a:gridCol w="398236">
                  <a:extLst>
                    <a:ext uri="{9D8B030D-6E8A-4147-A177-3AD203B41FA5}">
                      <a16:colId xmlns:a16="http://schemas.microsoft.com/office/drawing/2014/main" val="3038050475"/>
                    </a:ext>
                  </a:extLst>
                </a:gridCol>
                <a:gridCol w="398236">
                  <a:extLst>
                    <a:ext uri="{9D8B030D-6E8A-4147-A177-3AD203B41FA5}">
                      <a16:colId xmlns:a16="http://schemas.microsoft.com/office/drawing/2014/main" val="1979433044"/>
                    </a:ext>
                  </a:extLst>
                </a:gridCol>
                <a:gridCol w="398236">
                  <a:extLst>
                    <a:ext uri="{9D8B030D-6E8A-4147-A177-3AD203B41FA5}">
                      <a16:colId xmlns:a16="http://schemas.microsoft.com/office/drawing/2014/main" val="4270661649"/>
                    </a:ext>
                  </a:extLst>
                </a:gridCol>
                <a:gridCol w="398236">
                  <a:extLst>
                    <a:ext uri="{9D8B030D-6E8A-4147-A177-3AD203B41FA5}">
                      <a16:colId xmlns:a16="http://schemas.microsoft.com/office/drawing/2014/main" val="3027041370"/>
                    </a:ext>
                  </a:extLst>
                </a:gridCol>
                <a:gridCol w="398236">
                  <a:extLst>
                    <a:ext uri="{9D8B030D-6E8A-4147-A177-3AD203B41FA5}">
                      <a16:colId xmlns:a16="http://schemas.microsoft.com/office/drawing/2014/main" val="2852526216"/>
                    </a:ext>
                  </a:extLst>
                </a:gridCol>
                <a:gridCol w="398236">
                  <a:extLst>
                    <a:ext uri="{9D8B030D-6E8A-4147-A177-3AD203B41FA5}">
                      <a16:colId xmlns:a16="http://schemas.microsoft.com/office/drawing/2014/main" val="103420222"/>
                    </a:ext>
                  </a:extLst>
                </a:gridCol>
                <a:gridCol w="398236">
                  <a:extLst>
                    <a:ext uri="{9D8B030D-6E8A-4147-A177-3AD203B41FA5}">
                      <a16:colId xmlns:a16="http://schemas.microsoft.com/office/drawing/2014/main" val="1470405609"/>
                    </a:ext>
                  </a:extLst>
                </a:gridCol>
                <a:gridCol w="39823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TEST_EN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OTP_PG_ACCESS_CYCLE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86C92507-9ECD-6D78-6C67-15F41396FC6A}"/>
              </a:ext>
            </a:extLst>
          </p:cNvPr>
          <p:cNvGraphicFramePr>
            <a:graphicFrameLocks noGrp="1"/>
          </p:cNvGraphicFramePr>
          <p:nvPr>
            <p:extLst>
              <p:ext uri="{D42A27DB-BD31-4B8C-83A1-F6EECF244321}">
                <p14:modId xmlns:p14="http://schemas.microsoft.com/office/powerpoint/2010/main" val="1881880847"/>
              </p:ext>
            </p:extLst>
          </p:nvPr>
        </p:nvGraphicFramePr>
        <p:xfrm>
          <a:off x="399529" y="3676343"/>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F1D821D-9B71-5632-3AC1-ABE9EBD67E59}"/>
              </a:ext>
            </a:extLst>
          </p:cNvPr>
          <p:cNvGraphicFramePr>
            <a:graphicFrameLocks noGrp="1"/>
          </p:cNvGraphicFramePr>
          <p:nvPr>
            <p:extLst>
              <p:ext uri="{D42A27DB-BD31-4B8C-83A1-F6EECF244321}">
                <p14:modId xmlns:p14="http://schemas.microsoft.com/office/powerpoint/2010/main" val="2273169389"/>
              </p:ext>
            </p:extLst>
          </p:nvPr>
        </p:nvGraphicFramePr>
        <p:xfrm>
          <a:off x="399529" y="4557525"/>
          <a:ext cx="6053903" cy="372600"/>
        </p:xfrm>
        <a:graphic>
          <a:graphicData uri="http://schemas.openxmlformats.org/drawingml/2006/table">
            <a:tbl>
              <a:tblPr firstRow="1" bandRow="1">
                <a:tableStyleId>{5C22544A-7EE6-4342-B048-85BDC9FD1C3A}</a:tableStyleId>
              </a:tblPr>
              <a:tblGrid>
                <a:gridCol w="346564">
                  <a:extLst>
                    <a:ext uri="{9D8B030D-6E8A-4147-A177-3AD203B41FA5}">
                      <a16:colId xmlns:a16="http://schemas.microsoft.com/office/drawing/2014/main" val="657570846"/>
                    </a:ext>
                  </a:extLst>
                </a:gridCol>
                <a:gridCol w="381062">
                  <a:extLst>
                    <a:ext uri="{9D8B030D-6E8A-4147-A177-3AD203B41FA5}">
                      <a16:colId xmlns:a16="http://schemas.microsoft.com/office/drawing/2014/main" val="3259894497"/>
                    </a:ext>
                  </a:extLst>
                </a:gridCol>
                <a:gridCol w="447843">
                  <a:extLst>
                    <a:ext uri="{9D8B030D-6E8A-4147-A177-3AD203B41FA5}">
                      <a16:colId xmlns:a16="http://schemas.microsoft.com/office/drawing/2014/main" val="4170535043"/>
                    </a:ext>
                  </a:extLst>
                </a:gridCol>
                <a:gridCol w="421413">
                  <a:extLst>
                    <a:ext uri="{9D8B030D-6E8A-4147-A177-3AD203B41FA5}">
                      <a16:colId xmlns:a16="http://schemas.microsoft.com/office/drawing/2014/main" val="2079070694"/>
                    </a:ext>
                  </a:extLst>
                </a:gridCol>
                <a:gridCol w="414960">
                  <a:extLst>
                    <a:ext uri="{9D8B030D-6E8A-4147-A177-3AD203B41FA5}">
                      <a16:colId xmlns:a16="http://schemas.microsoft.com/office/drawing/2014/main" val="4213315911"/>
                    </a:ext>
                  </a:extLst>
                </a:gridCol>
                <a:gridCol w="401280">
                  <a:extLst>
                    <a:ext uri="{9D8B030D-6E8A-4147-A177-3AD203B41FA5}">
                      <a16:colId xmlns:a16="http://schemas.microsoft.com/office/drawing/2014/main" val="2769999950"/>
                    </a:ext>
                  </a:extLst>
                </a:gridCol>
                <a:gridCol w="396720">
                  <a:extLst>
                    <a:ext uri="{9D8B030D-6E8A-4147-A177-3AD203B41FA5}">
                      <a16:colId xmlns:a16="http://schemas.microsoft.com/office/drawing/2014/main" val="135637185"/>
                    </a:ext>
                  </a:extLst>
                </a:gridCol>
                <a:gridCol w="410399">
                  <a:extLst>
                    <a:ext uri="{9D8B030D-6E8A-4147-A177-3AD203B41FA5}">
                      <a16:colId xmlns:a16="http://schemas.microsoft.com/office/drawing/2014/main" val="3038050475"/>
                    </a:ext>
                  </a:extLst>
                </a:gridCol>
                <a:gridCol w="438606">
                  <a:extLst>
                    <a:ext uri="{9D8B030D-6E8A-4147-A177-3AD203B41FA5}">
                      <a16:colId xmlns:a16="http://schemas.microsoft.com/office/drawing/2014/main" val="1979433044"/>
                    </a:ext>
                  </a:extLst>
                </a:gridCol>
                <a:gridCol w="399176">
                  <a:extLst>
                    <a:ext uri="{9D8B030D-6E8A-4147-A177-3AD203B41FA5}">
                      <a16:colId xmlns:a16="http://schemas.microsoft.com/office/drawing/2014/main" val="4270661649"/>
                    </a:ext>
                  </a:extLst>
                </a:gridCol>
                <a:gridCol w="399176">
                  <a:extLst>
                    <a:ext uri="{9D8B030D-6E8A-4147-A177-3AD203B41FA5}">
                      <a16:colId xmlns:a16="http://schemas.microsoft.com/office/drawing/2014/main" val="3027041370"/>
                    </a:ext>
                  </a:extLst>
                </a:gridCol>
                <a:gridCol w="399176">
                  <a:extLst>
                    <a:ext uri="{9D8B030D-6E8A-4147-A177-3AD203B41FA5}">
                      <a16:colId xmlns:a16="http://schemas.microsoft.com/office/drawing/2014/main" val="2852526216"/>
                    </a:ext>
                  </a:extLst>
                </a:gridCol>
                <a:gridCol w="399176">
                  <a:extLst>
                    <a:ext uri="{9D8B030D-6E8A-4147-A177-3AD203B41FA5}">
                      <a16:colId xmlns:a16="http://schemas.microsoft.com/office/drawing/2014/main" val="103420222"/>
                    </a:ext>
                  </a:extLst>
                </a:gridCol>
                <a:gridCol w="399176">
                  <a:extLst>
                    <a:ext uri="{9D8B030D-6E8A-4147-A177-3AD203B41FA5}">
                      <a16:colId xmlns:a16="http://schemas.microsoft.com/office/drawing/2014/main" val="1470405609"/>
                    </a:ext>
                  </a:extLst>
                </a:gridCol>
                <a:gridCol w="39917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EF139A10-A4B0-7C26-6B7A-B0E6A6605EF7}"/>
              </a:ext>
            </a:extLst>
          </p:cNvPr>
          <p:cNvSpPr txBox="1"/>
          <p:nvPr/>
        </p:nvSpPr>
        <p:spPr>
          <a:xfrm>
            <a:off x="396849" y="427063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3</a:t>
            </a:r>
          </a:p>
        </p:txBody>
      </p:sp>
      <p:graphicFrame>
        <p:nvGraphicFramePr>
          <p:cNvPr id="17" name="표 16">
            <a:extLst>
              <a:ext uri="{FF2B5EF4-FFF2-40B4-BE49-F238E27FC236}">
                <a16:creationId xmlns:a16="http://schemas.microsoft.com/office/drawing/2014/main" id="{762BF228-2DD5-07EE-E96D-6A3DB8E3E9D3}"/>
              </a:ext>
            </a:extLst>
          </p:cNvPr>
          <p:cNvGraphicFramePr>
            <a:graphicFrameLocks noGrp="1"/>
          </p:cNvGraphicFramePr>
          <p:nvPr>
            <p:extLst>
              <p:ext uri="{D42A27DB-BD31-4B8C-83A1-F6EECF244321}">
                <p14:modId xmlns:p14="http://schemas.microsoft.com/office/powerpoint/2010/main" val="840041908"/>
              </p:ext>
            </p:extLst>
          </p:nvPr>
        </p:nvGraphicFramePr>
        <p:xfrm>
          <a:off x="390474" y="5453642"/>
          <a:ext cx="6062957" cy="372600"/>
        </p:xfrm>
        <a:graphic>
          <a:graphicData uri="http://schemas.openxmlformats.org/drawingml/2006/table">
            <a:tbl>
              <a:tblPr firstRow="1" bandRow="1">
                <a:tableStyleId>{5C22544A-7EE6-4342-B048-85BDC9FD1C3A}</a:tableStyleId>
              </a:tblPr>
              <a:tblGrid>
                <a:gridCol w="337903">
                  <a:extLst>
                    <a:ext uri="{9D8B030D-6E8A-4147-A177-3AD203B41FA5}">
                      <a16:colId xmlns:a16="http://schemas.microsoft.com/office/drawing/2014/main" val="657570846"/>
                    </a:ext>
                  </a:extLst>
                </a:gridCol>
                <a:gridCol w="396367">
                  <a:extLst>
                    <a:ext uri="{9D8B030D-6E8A-4147-A177-3AD203B41FA5}">
                      <a16:colId xmlns:a16="http://schemas.microsoft.com/office/drawing/2014/main" val="3259894497"/>
                    </a:ext>
                  </a:extLst>
                </a:gridCol>
                <a:gridCol w="437370">
                  <a:extLst>
                    <a:ext uri="{9D8B030D-6E8A-4147-A177-3AD203B41FA5}">
                      <a16:colId xmlns:a16="http://schemas.microsoft.com/office/drawing/2014/main" val="4170535043"/>
                    </a:ext>
                  </a:extLst>
                </a:gridCol>
                <a:gridCol w="381495">
                  <a:extLst>
                    <a:ext uri="{9D8B030D-6E8A-4147-A177-3AD203B41FA5}">
                      <a16:colId xmlns:a16="http://schemas.microsoft.com/office/drawing/2014/main" val="2079070694"/>
                    </a:ext>
                  </a:extLst>
                </a:gridCol>
                <a:gridCol w="375770">
                  <a:extLst>
                    <a:ext uri="{9D8B030D-6E8A-4147-A177-3AD203B41FA5}">
                      <a16:colId xmlns:a16="http://schemas.microsoft.com/office/drawing/2014/main" val="4213315911"/>
                    </a:ext>
                  </a:extLst>
                </a:gridCol>
                <a:gridCol w="299921">
                  <a:extLst>
                    <a:ext uri="{9D8B030D-6E8A-4147-A177-3AD203B41FA5}">
                      <a16:colId xmlns:a16="http://schemas.microsoft.com/office/drawing/2014/main" val="2769999950"/>
                    </a:ext>
                  </a:extLst>
                </a:gridCol>
                <a:gridCol w="299921">
                  <a:extLst>
                    <a:ext uri="{9D8B030D-6E8A-4147-A177-3AD203B41FA5}">
                      <a16:colId xmlns:a16="http://schemas.microsoft.com/office/drawing/2014/main" val="135637185"/>
                    </a:ext>
                  </a:extLst>
                </a:gridCol>
                <a:gridCol w="302957">
                  <a:extLst>
                    <a:ext uri="{9D8B030D-6E8A-4147-A177-3AD203B41FA5}">
                      <a16:colId xmlns:a16="http://schemas.microsoft.com/office/drawing/2014/main" val="3038050475"/>
                    </a:ext>
                  </a:extLst>
                </a:gridCol>
                <a:gridCol w="302957">
                  <a:extLst>
                    <a:ext uri="{9D8B030D-6E8A-4147-A177-3AD203B41FA5}">
                      <a16:colId xmlns:a16="http://schemas.microsoft.com/office/drawing/2014/main" val="1979433044"/>
                    </a:ext>
                  </a:extLst>
                </a:gridCol>
                <a:gridCol w="320960">
                  <a:extLst>
                    <a:ext uri="{9D8B030D-6E8A-4147-A177-3AD203B41FA5}">
                      <a16:colId xmlns:a16="http://schemas.microsoft.com/office/drawing/2014/main" val="4270661649"/>
                    </a:ext>
                  </a:extLst>
                </a:gridCol>
                <a:gridCol w="320960">
                  <a:extLst>
                    <a:ext uri="{9D8B030D-6E8A-4147-A177-3AD203B41FA5}">
                      <a16:colId xmlns:a16="http://schemas.microsoft.com/office/drawing/2014/main" val="3027041370"/>
                    </a:ext>
                  </a:extLst>
                </a:gridCol>
                <a:gridCol w="320960">
                  <a:extLst>
                    <a:ext uri="{9D8B030D-6E8A-4147-A177-3AD203B41FA5}">
                      <a16:colId xmlns:a16="http://schemas.microsoft.com/office/drawing/2014/main" val="2852526216"/>
                    </a:ext>
                  </a:extLst>
                </a:gridCol>
                <a:gridCol w="320960">
                  <a:extLst>
                    <a:ext uri="{9D8B030D-6E8A-4147-A177-3AD203B41FA5}">
                      <a16:colId xmlns:a16="http://schemas.microsoft.com/office/drawing/2014/main" val="103420222"/>
                    </a:ext>
                  </a:extLst>
                </a:gridCol>
                <a:gridCol w="821407">
                  <a:extLst>
                    <a:ext uri="{9D8B030D-6E8A-4147-A177-3AD203B41FA5}">
                      <a16:colId xmlns:a16="http://schemas.microsoft.com/office/drawing/2014/main" val="1470405609"/>
                    </a:ext>
                  </a:extLst>
                </a:gridCol>
                <a:gridCol w="8230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EDFCE107-1EDC-D18D-B9E9-717274DD0171}"/>
              </a:ext>
            </a:extLst>
          </p:cNvPr>
          <p:cNvSpPr txBox="1"/>
          <p:nvPr/>
        </p:nvSpPr>
        <p:spPr>
          <a:xfrm>
            <a:off x="393153" y="516202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4</a:t>
            </a:r>
          </a:p>
        </p:txBody>
      </p:sp>
      <p:sp>
        <p:nvSpPr>
          <p:cNvPr id="19" name="TextBox 18">
            <a:extLst>
              <a:ext uri="{FF2B5EF4-FFF2-40B4-BE49-F238E27FC236}">
                <a16:creationId xmlns:a16="http://schemas.microsoft.com/office/drawing/2014/main" id="{26ED6B34-7541-685A-4990-E991099C88ED}"/>
              </a:ext>
            </a:extLst>
          </p:cNvPr>
          <p:cNvSpPr txBox="1"/>
          <p:nvPr/>
        </p:nvSpPr>
        <p:spPr>
          <a:xfrm>
            <a:off x="381571" y="603772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5</a:t>
            </a:r>
          </a:p>
        </p:txBody>
      </p:sp>
      <p:graphicFrame>
        <p:nvGraphicFramePr>
          <p:cNvPr id="20" name="표 19">
            <a:extLst>
              <a:ext uri="{FF2B5EF4-FFF2-40B4-BE49-F238E27FC236}">
                <a16:creationId xmlns:a16="http://schemas.microsoft.com/office/drawing/2014/main" id="{F5F2A7BD-B44A-ADA5-5E45-E3C2F51E2865}"/>
              </a:ext>
            </a:extLst>
          </p:cNvPr>
          <p:cNvGraphicFramePr>
            <a:graphicFrameLocks noGrp="1"/>
          </p:cNvGraphicFramePr>
          <p:nvPr>
            <p:extLst>
              <p:ext uri="{D42A27DB-BD31-4B8C-83A1-F6EECF244321}">
                <p14:modId xmlns:p14="http://schemas.microsoft.com/office/powerpoint/2010/main" val="3259606326"/>
              </p:ext>
            </p:extLst>
          </p:nvPr>
        </p:nvGraphicFramePr>
        <p:xfrm>
          <a:off x="381570" y="6334824"/>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8ADA6022-234C-2371-6CB3-F17AF955CAB0}"/>
              </a:ext>
            </a:extLst>
          </p:cNvPr>
          <p:cNvSpPr txBox="1"/>
          <p:nvPr/>
        </p:nvSpPr>
        <p:spPr>
          <a:xfrm>
            <a:off x="387945" y="6918909"/>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6</a:t>
            </a:r>
          </a:p>
        </p:txBody>
      </p:sp>
      <p:graphicFrame>
        <p:nvGraphicFramePr>
          <p:cNvPr id="24" name="표 23">
            <a:extLst>
              <a:ext uri="{FF2B5EF4-FFF2-40B4-BE49-F238E27FC236}">
                <a16:creationId xmlns:a16="http://schemas.microsoft.com/office/drawing/2014/main" id="{5228EE16-9510-4070-1562-2F15A8260F14}"/>
              </a:ext>
            </a:extLst>
          </p:cNvPr>
          <p:cNvGraphicFramePr>
            <a:graphicFrameLocks noGrp="1"/>
          </p:cNvGraphicFramePr>
          <p:nvPr>
            <p:extLst>
              <p:ext uri="{D42A27DB-BD31-4B8C-83A1-F6EECF244321}">
                <p14:modId xmlns:p14="http://schemas.microsoft.com/office/powerpoint/2010/main" val="4249915951"/>
              </p:ext>
            </p:extLst>
          </p:nvPr>
        </p:nvGraphicFramePr>
        <p:xfrm>
          <a:off x="387944" y="7216006"/>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OTP_CRC_CHECKSUM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E9A2885B-6E91-48F5-8F6B-6960BD3383A2}"/>
              </a:ext>
            </a:extLst>
          </p:cNvPr>
          <p:cNvSpPr txBox="1"/>
          <p:nvPr/>
        </p:nvSpPr>
        <p:spPr>
          <a:xfrm>
            <a:off x="409433" y="84818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9773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1B5B58EF-FFC5-6867-DB2C-559D7FD63F55}"/>
              </a:ext>
            </a:extLst>
          </p:cNvPr>
          <p:cNvSpPr txBox="1"/>
          <p:nvPr/>
        </p:nvSpPr>
        <p:spPr>
          <a:xfrm>
            <a:off x="399464" y="143647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6" name="TextBox 5">
            <a:extLst>
              <a:ext uri="{FF2B5EF4-FFF2-40B4-BE49-F238E27FC236}">
                <a16:creationId xmlns:a16="http://schemas.microsoft.com/office/drawing/2014/main" id="{0A0E28D5-A8BE-3313-6E1E-880FD4AA20EE}"/>
              </a:ext>
            </a:extLst>
          </p:cNvPr>
          <p:cNvSpPr txBox="1"/>
          <p:nvPr/>
        </p:nvSpPr>
        <p:spPr>
          <a:xfrm>
            <a:off x="399465" y="843637"/>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2" name="표 1">
            <a:extLst>
              <a:ext uri="{FF2B5EF4-FFF2-40B4-BE49-F238E27FC236}">
                <a16:creationId xmlns:a16="http://schemas.microsoft.com/office/drawing/2014/main" id="{4753F3C7-AE1E-5812-C896-AA0B5F47285E}"/>
              </a:ext>
            </a:extLst>
          </p:cNvPr>
          <p:cNvGraphicFramePr>
            <a:graphicFrameLocks noGrp="1"/>
          </p:cNvGraphicFramePr>
          <p:nvPr>
            <p:extLst>
              <p:ext uri="{D42A27DB-BD31-4B8C-83A1-F6EECF244321}">
                <p14:modId xmlns:p14="http://schemas.microsoft.com/office/powerpoint/2010/main" val="3007148459"/>
              </p:ext>
            </p:extLst>
          </p:nvPr>
        </p:nvGraphicFramePr>
        <p:xfrm>
          <a:off x="404734" y="1056118"/>
          <a:ext cx="6046356" cy="372600"/>
        </p:xfrm>
        <a:graphic>
          <a:graphicData uri="http://schemas.openxmlformats.org/drawingml/2006/table">
            <a:tbl>
              <a:tblPr firstRow="1" bandRow="1">
                <a:tableStyleId>{5C22544A-7EE6-4342-B048-85BDC9FD1C3A}</a:tableStyleId>
              </a:tblPr>
              <a:tblGrid>
                <a:gridCol w="351256">
                  <a:extLst>
                    <a:ext uri="{9D8B030D-6E8A-4147-A177-3AD203B41FA5}">
                      <a16:colId xmlns:a16="http://schemas.microsoft.com/office/drawing/2014/main" val="657570846"/>
                    </a:ext>
                  </a:extLst>
                </a:gridCol>
                <a:gridCol w="386221">
                  <a:extLst>
                    <a:ext uri="{9D8B030D-6E8A-4147-A177-3AD203B41FA5}">
                      <a16:colId xmlns:a16="http://schemas.microsoft.com/office/drawing/2014/main" val="3259894497"/>
                    </a:ext>
                  </a:extLst>
                </a:gridCol>
                <a:gridCol w="453907">
                  <a:extLst>
                    <a:ext uri="{9D8B030D-6E8A-4147-A177-3AD203B41FA5}">
                      <a16:colId xmlns:a16="http://schemas.microsoft.com/office/drawing/2014/main" val="4170535043"/>
                    </a:ext>
                  </a:extLst>
                </a:gridCol>
                <a:gridCol w="404581">
                  <a:extLst>
                    <a:ext uri="{9D8B030D-6E8A-4147-A177-3AD203B41FA5}">
                      <a16:colId xmlns:a16="http://schemas.microsoft.com/office/drawing/2014/main" val="2079070694"/>
                    </a:ext>
                  </a:extLst>
                </a:gridCol>
                <a:gridCol w="404581">
                  <a:extLst>
                    <a:ext uri="{9D8B030D-6E8A-4147-A177-3AD203B41FA5}">
                      <a16:colId xmlns:a16="http://schemas.microsoft.com/office/drawing/2014/main" val="4213315911"/>
                    </a:ext>
                  </a:extLst>
                </a:gridCol>
                <a:gridCol w="404581">
                  <a:extLst>
                    <a:ext uri="{9D8B030D-6E8A-4147-A177-3AD203B41FA5}">
                      <a16:colId xmlns:a16="http://schemas.microsoft.com/office/drawing/2014/main" val="2769999950"/>
                    </a:ext>
                  </a:extLst>
                </a:gridCol>
                <a:gridCol w="404581">
                  <a:extLst>
                    <a:ext uri="{9D8B030D-6E8A-4147-A177-3AD203B41FA5}">
                      <a16:colId xmlns:a16="http://schemas.microsoft.com/office/drawing/2014/main" val="135637185"/>
                    </a:ext>
                  </a:extLst>
                </a:gridCol>
                <a:gridCol w="404581">
                  <a:extLst>
                    <a:ext uri="{9D8B030D-6E8A-4147-A177-3AD203B41FA5}">
                      <a16:colId xmlns:a16="http://schemas.microsoft.com/office/drawing/2014/main" val="3038050475"/>
                    </a:ext>
                  </a:extLst>
                </a:gridCol>
                <a:gridCol w="404581">
                  <a:extLst>
                    <a:ext uri="{9D8B030D-6E8A-4147-A177-3AD203B41FA5}">
                      <a16:colId xmlns:a16="http://schemas.microsoft.com/office/drawing/2014/main" val="1979433044"/>
                    </a:ext>
                  </a:extLst>
                </a:gridCol>
                <a:gridCol w="404581">
                  <a:extLst>
                    <a:ext uri="{9D8B030D-6E8A-4147-A177-3AD203B41FA5}">
                      <a16:colId xmlns:a16="http://schemas.microsoft.com/office/drawing/2014/main" val="4270661649"/>
                    </a:ext>
                  </a:extLst>
                </a:gridCol>
                <a:gridCol w="404581">
                  <a:extLst>
                    <a:ext uri="{9D8B030D-6E8A-4147-A177-3AD203B41FA5}">
                      <a16:colId xmlns:a16="http://schemas.microsoft.com/office/drawing/2014/main" val="3027041370"/>
                    </a:ext>
                  </a:extLst>
                </a:gridCol>
                <a:gridCol w="404581">
                  <a:extLst>
                    <a:ext uri="{9D8B030D-6E8A-4147-A177-3AD203B41FA5}">
                      <a16:colId xmlns:a16="http://schemas.microsoft.com/office/drawing/2014/main" val="2852526216"/>
                    </a:ext>
                  </a:extLst>
                </a:gridCol>
                <a:gridCol w="404581">
                  <a:extLst>
                    <a:ext uri="{9D8B030D-6E8A-4147-A177-3AD203B41FA5}">
                      <a16:colId xmlns:a16="http://schemas.microsoft.com/office/drawing/2014/main" val="103420222"/>
                    </a:ext>
                  </a:extLst>
                </a:gridCol>
                <a:gridCol w="404581">
                  <a:extLst>
                    <a:ext uri="{9D8B030D-6E8A-4147-A177-3AD203B41FA5}">
                      <a16:colId xmlns:a16="http://schemas.microsoft.com/office/drawing/2014/main" val="1470405609"/>
                    </a:ext>
                  </a:extLst>
                </a:gridCol>
                <a:gridCol w="404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OSC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0B34594C-30C1-9C1B-33E3-4B54DEB4D274}"/>
              </a:ext>
            </a:extLst>
          </p:cNvPr>
          <p:cNvGraphicFramePr>
            <a:graphicFrameLocks noGrp="1"/>
          </p:cNvGraphicFramePr>
          <p:nvPr>
            <p:extLst>
              <p:ext uri="{D42A27DB-BD31-4B8C-83A1-F6EECF244321}">
                <p14:modId xmlns:p14="http://schemas.microsoft.com/office/powerpoint/2010/main" val="3642242077"/>
              </p:ext>
            </p:extLst>
          </p:nvPr>
        </p:nvGraphicFramePr>
        <p:xfrm>
          <a:off x="399451" y="1659383"/>
          <a:ext cx="6051644" cy="372600"/>
        </p:xfrm>
        <a:graphic>
          <a:graphicData uri="http://schemas.openxmlformats.org/drawingml/2006/table">
            <a:tbl>
              <a:tblPr firstRow="1" bandRow="1">
                <a:tableStyleId>{5C22544A-7EE6-4342-B048-85BDC9FD1C3A}</a:tableStyleId>
              </a:tblPr>
              <a:tblGrid>
                <a:gridCol w="351562">
                  <a:extLst>
                    <a:ext uri="{9D8B030D-6E8A-4147-A177-3AD203B41FA5}">
                      <a16:colId xmlns:a16="http://schemas.microsoft.com/office/drawing/2014/main" val="657570846"/>
                    </a:ext>
                  </a:extLst>
                </a:gridCol>
                <a:gridCol w="386557">
                  <a:extLst>
                    <a:ext uri="{9D8B030D-6E8A-4147-A177-3AD203B41FA5}">
                      <a16:colId xmlns:a16="http://schemas.microsoft.com/office/drawing/2014/main" val="3259894497"/>
                    </a:ext>
                  </a:extLst>
                </a:gridCol>
                <a:gridCol w="454305">
                  <a:extLst>
                    <a:ext uri="{9D8B030D-6E8A-4147-A177-3AD203B41FA5}">
                      <a16:colId xmlns:a16="http://schemas.microsoft.com/office/drawing/2014/main" val="4170535043"/>
                    </a:ext>
                  </a:extLst>
                </a:gridCol>
                <a:gridCol w="404935">
                  <a:extLst>
                    <a:ext uri="{9D8B030D-6E8A-4147-A177-3AD203B41FA5}">
                      <a16:colId xmlns:a16="http://schemas.microsoft.com/office/drawing/2014/main" val="2079070694"/>
                    </a:ext>
                  </a:extLst>
                </a:gridCol>
                <a:gridCol w="404935">
                  <a:extLst>
                    <a:ext uri="{9D8B030D-6E8A-4147-A177-3AD203B41FA5}">
                      <a16:colId xmlns:a16="http://schemas.microsoft.com/office/drawing/2014/main" val="4213315911"/>
                    </a:ext>
                  </a:extLst>
                </a:gridCol>
                <a:gridCol w="404935">
                  <a:extLst>
                    <a:ext uri="{9D8B030D-6E8A-4147-A177-3AD203B41FA5}">
                      <a16:colId xmlns:a16="http://schemas.microsoft.com/office/drawing/2014/main" val="2769999950"/>
                    </a:ext>
                  </a:extLst>
                </a:gridCol>
                <a:gridCol w="404935">
                  <a:extLst>
                    <a:ext uri="{9D8B030D-6E8A-4147-A177-3AD203B41FA5}">
                      <a16:colId xmlns:a16="http://schemas.microsoft.com/office/drawing/2014/main" val="135637185"/>
                    </a:ext>
                  </a:extLst>
                </a:gridCol>
                <a:gridCol w="404935">
                  <a:extLst>
                    <a:ext uri="{9D8B030D-6E8A-4147-A177-3AD203B41FA5}">
                      <a16:colId xmlns:a16="http://schemas.microsoft.com/office/drawing/2014/main" val="3038050475"/>
                    </a:ext>
                  </a:extLst>
                </a:gridCol>
                <a:gridCol w="404935">
                  <a:extLst>
                    <a:ext uri="{9D8B030D-6E8A-4147-A177-3AD203B41FA5}">
                      <a16:colId xmlns:a16="http://schemas.microsoft.com/office/drawing/2014/main" val="1979433044"/>
                    </a:ext>
                  </a:extLst>
                </a:gridCol>
                <a:gridCol w="404935">
                  <a:extLst>
                    <a:ext uri="{9D8B030D-6E8A-4147-A177-3AD203B41FA5}">
                      <a16:colId xmlns:a16="http://schemas.microsoft.com/office/drawing/2014/main" val="4270661649"/>
                    </a:ext>
                  </a:extLst>
                </a:gridCol>
                <a:gridCol w="404935">
                  <a:extLst>
                    <a:ext uri="{9D8B030D-6E8A-4147-A177-3AD203B41FA5}">
                      <a16:colId xmlns:a16="http://schemas.microsoft.com/office/drawing/2014/main" val="3027041370"/>
                    </a:ext>
                  </a:extLst>
                </a:gridCol>
                <a:gridCol w="404935">
                  <a:extLst>
                    <a:ext uri="{9D8B030D-6E8A-4147-A177-3AD203B41FA5}">
                      <a16:colId xmlns:a16="http://schemas.microsoft.com/office/drawing/2014/main" val="2852526216"/>
                    </a:ext>
                  </a:extLst>
                </a:gridCol>
                <a:gridCol w="404935">
                  <a:extLst>
                    <a:ext uri="{9D8B030D-6E8A-4147-A177-3AD203B41FA5}">
                      <a16:colId xmlns:a16="http://schemas.microsoft.com/office/drawing/2014/main" val="103420222"/>
                    </a:ext>
                  </a:extLst>
                </a:gridCol>
                <a:gridCol w="404935">
                  <a:extLst>
                    <a:ext uri="{9D8B030D-6E8A-4147-A177-3AD203B41FA5}">
                      <a16:colId xmlns:a16="http://schemas.microsoft.com/office/drawing/2014/main" val="1470405609"/>
                    </a:ext>
                  </a:extLst>
                </a:gridCol>
                <a:gridCol w="40493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ICTL_GLB [2:0]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8E9DDFB-47F7-C07E-1177-27C87C9F252A}"/>
              </a:ext>
            </a:extLst>
          </p:cNvPr>
          <p:cNvSpPr txBox="1"/>
          <p:nvPr/>
        </p:nvSpPr>
        <p:spPr>
          <a:xfrm>
            <a:off x="399464" y="2039967"/>
            <a:ext cx="604769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a:t>
            </a:r>
          </a:p>
        </p:txBody>
      </p:sp>
      <p:sp>
        <p:nvSpPr>
          <p:cNvPr id="13" name="TextBox 12">
            <a:extLst>
              <a:ext uri="{FF2B5EF4-FFF2-40B4-BE49-F238E27FC236}">
                <a16:creationId xmlns:a16="http://schemas.microsoft.com/office/drawing/2014/main" id="{056DBF58-976D-60B3-7AEE-F239393A46C1}"/>
              </a:ext>
            </a:extLst>
          </p:cNvPr>
          <p:cNvSpPr txBox="1"/>
          <p:nvPr/>
        </p:nvSpPr>
        <p:spPr>
          <a:xfrm>
            <a:off x="399459" y="2633931"/>
            <a:ext cx="60559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OFS1_2</a:t>
            </a:r>
          </a:p>
        </p:txBody>
      </p:sp>
      <p:sp>
        <p:nvSpPr>
          <p:cNvPr id="15" name="TextBox 14">
            <a:extLst>
              <a:ext uri="{FF2B5EF4-FFF2-40B4-BE49-F238E27FC236}">
                <a16:creationId xmlns:a16="http://schemas.microsoft.com/office/drawing/2014/main" id="{3C1EA5CE-5F70-B4B1-2166-000EE44C7C5C}"/>
              </a:ext>
            </a:extLst>
          </p:cNvPr>
          <p:cNvSpPr txBox="1"/>
          <p:nvPr/>
        </p:nvSpPr>
        <p:spPr>
          <a:xfrm>
            <a:off x="399452" y="3224293"/>
            <a:ext cx="604500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OFS1_3</a:t>
            </a:r>
          </a:p>
        </p:txBody>
      </p:sp>
      <p:sp>
        <p:nvSpPr>
          <p:cNvPr id="19" name="TextBox 18">
            <a:extLst>
              <a:ext uri="{FF2B5EF4-FFF2-40B4-BE49-F238E27FC236}">
                <a16:creationId xmlns:a16="http://schemas.microsoft.com/office/drawing/2014/main" id="{71FB9508-CED9-4E7F-F0C6-90B5991FE5DE}"/>
              </a:ext>
            </a:extLst>
          </p:cNvPr>
          <p:cNvSpPr txBox="1"/>
          <p:nvPr/>
        </p:nvSpPr>
        <p:spPr>
          <a:xfrm>
            <a:off x="383068" y="4396684"/>
            <a:ext cx="60536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OFS1_5</a:t>
            </a:r>
          </a:p>
        </p:txBody>
      </p:sp>
      <p:sp>
        <p:nvSpPr>
          <p:cNvPr id="23" name="TextBox 22">
            <a:extLst>
              <a:ext uri="{FF2B5EF4-FFF2-40B4-BE49-F238E27FC236}">
                <a16:creationId xmlns:a16="http://schemas.microsoft.com/office/drawing/2014/main" id="{2BEB7009-4B39-5F7D-87CF-276FD85EF98A}"/>
              </a:ext>
            </a:extLst>
          </p:cNvPr>
          <p:cNvSpPr txBox="1"/>
          <p:nvPr/>
        </p:nvSpPr>
        <p:spPr>
          <a:xfrm>
            <a:off x="393191" y="4990902"/>
            <a:ext cx="606805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OFS1_6</a:t>
            </a:r>
          </a:p>
        </p:txBody>
      </p:sp>
      <p:sp>
        <p:nvSpPr>
          <p:cNvPr id="26" name="TextBox 25">
            <a:extLst>
              <a:ext uri="{FF2B5EF4-FFF2-40B4-BE49-F238E27FC236}">
                <a16:creationId xmlns:a16="http://schemas.microsoft.com/office/drawing/2014/main" id="{1D7A91A1-52B5-813A-F9DB-5F303C231B3A}"/>
              </a:ext>
            </a:extLst>
          </p:cNvPr>
          <p:cNvSpPr txBox="1"/>
          <p:nvPr/>
        </p:nvSpPr>
        <p:spPr>
          <a:xfrm>
            <a:off x="393191" y="5576294"/>
            <a:ext cx="60602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OFS1_7</a:t>
            </a:r>
          </a:p>
        </p:txBody>
      </p:sp>
      <p:sp>
        <p:nvSpPr>
          <p:cNvPr id="28" name="TextBox 27">
            <a:extLst>
              <a:ext uri="{FF2B5EF4-FFF2-40B4-BE49-F238E27FC236}">
                <a16:creationId xmlns:a16="http://schemas.microsoft.com/office/drawing/2014/main" id="{F3BD79CA-1EFA-B438-BB96-D7ED03A7A06C}"/>
              </a:ext>
            </a:extLst>
          </p:cNvPr>
          <p:cNvSpPr txBox="1"/>
          <p:nvPr/>
        </p:nvSpPr>
        <p:spPr>
          <a:xfrm>
            <a:off x="383072" y="6165589"/>
            <a:ext cx="607817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OFS1_8</a:t>
            </a:r>
          </a:p>
        </p:txBody>
      </p:sp>
      <p:sp>
        <p:nvSpPr>
          <p:cNvPr id="30" name="TextBox 29">
            <a:extLst>
              <a:ext uri="{FF2B5EF4-FFF2-40B4-BE49-F238E27FC236}">
                <a16:creationId xmlns:a16="http://schemas.microsoft.com/office/drawing/2014/main" id="{F6F30D39-7638-4F57-8EB2-473724419701}"/>
              </a:ext>
            </a:extLst>
          </p:cNvPr>
          <p:cNvSpPr txBox="1"/>
          <p:nvPr/>
        </p:nvSpPr>
        <p:spPr>
          <a:xfrm>
            <a:off x="373429" y="6750391"/>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OFS1_9</a:t>
            </a:r>
          </a:p>
        </p:txBody>
      </p:sp>
      <p:sp>
        <p:nvSpPr>
          <p:cNvPr id="32" name="TextBox 31">
            <a:extLst>
              <a:ext uri="{FF2B5EF4-FFF2-40B4-BE49-F238E27FC236}">
                <a16:creationId xmlns:a16="http://schemas.microsoft.com/office/drawing/2014/main" id="{89A6DD31-2568-CFCA-F408-DE9FBF9D5D05}"/>
              </a:ext>
            </a:extLst>
          </p:cNvPr>
          <p:cNvSpPr txBox="1"/>
          <p:nvPr/>
        </p:nvSpPr>
        <p:spPr>
          <a:xfrm>
            <a:off x="372534" y="7352660"/>
            <a:ext cx="6064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OFS1_10</a:t>
            </a:r>
          </a:p>
        </p:txBody>
      </p:sp>
      <p:sp>
        <p:nvSpPr>
          <p:cNvPr id="34" name="TextBox 33">
            <a:extLst>
              <a:ext uri="{FF2B5EF4-FFF2-40B4-BE49-F238E27FC236}">
                <a16:creationId xmlns:a16="http://schemas.microsoft.com/office/drawing/2014/main" id="{9C7C29B5-1B9C-CF81-15A6-E8D6DC1F4630}"/>
              </a:ext>
            </a:extLst>
          </p:cNvPr>
          <p:cNvSpPr txBox="1"/>
          <p:nvPr/>
        </p:nvSpPr>
        <p:spPr>
          <a:xfrm>
            <a:off x="368305" y="7950295"/>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OFS1_11</a:t>
            </a:r>
          </a:p>
        </p:txBody>
      </p:sp>
      <p:sp>
        <p:nvSpPr>
          <p:cNvPr id="36" name="TextBox 35">
            <a:extLst>
              <a:ext uri="{FF2B5EF4-FFF2-40B4-BE49-F238E27FC236}">
                <a16:creationId xmlns:a16="http://schemas.microsoft.com/office/drawing/2014/main" id="{D465543A-DE14-C881-73F4-54D5F70FE6FA}"/>
              </a:ext>
            </a:extLst>
          </p:cNvPr>
          <p:cNvSpPr txBox="1"/>
          <p:nvPr/>
        </p:nvSpPr>
        <p:spPr>
          <a:xfrm>
            <a:off x="366647" y="8545207"/>
            <a:ext cx="6068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OFS1_12</a:t>
            </a:r>
          </a:p>
        </p:txBody>
      </p:sp>
      <p:sp>
        <p:nvSpPr>
          <p:cNvPr id="38" name="TextBox 37">
            <a:extLst>
              <a:ext uri="{FF2B5EF4-FFF2-40B4-BE49-F238E27FC236}">
                <a16:creationId xmlns:a16="http://schemas.microsoft.com/office/drawing/2014/main" id="{2572BCB2-8EBB-89F2-C181-B7DE0C3CA4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BAF52E2D-8337-5466-50D7-2EEA22608D44}"/>
              </a:ext>
            </a:extLst>
          </p:cNvPr>
          <p:cNvGraphicFramePr>
            <a:graphicFrameLocks noGrp="1"/>
          </p:cNvGraphicFramePr>
          <p:nvPr>
            <p:extLst>
              <p:ext uri="{D42A27DB-BD31-4B8C-83A1-F6EECF244321}">
                <p14:modId xmlns:p14="http://schemas.microsoft.com/office/powerpoint/2010/main" val="3323038015"/>
              </p:ext>
            </p:extLst>
          </p:nvPr>
        </p:nvGraphicFramePr>
        <p:xfrm>
          <a:off x="393210" y="2260873"/>
          <a:ext cx="6062183" cy="372600"/>
        </p:xfrm>
        <a:graphic>
          <a:graphicData uri="http://schemas.openxmlformats.org/drawingml/2006/table">
            <a:tbl>
              <a:tblPr firstRow="1" bandRow="1">
                <a:tableStyleId>{5C22544A-7EE6-4342-B048-85BDC9FD1C3A}</a:tableStyleId>
              </a:tblPr>
              <a:tblGrid>
                <a:gridCol w="362559">
                  <a:extLst>
                    <a:ext uri="{9D8B030D-6E8A-4147-A177-3AD203B41FA5}">
                      <a16:colId xmlns:a16="http://schemas.microsoft.com/office/drawing/2014/main" val="657570846"/>
                    </a:ext>
                  </a:extLst>
                </a:gridCol>
                <a:gridCol w="398650">
                  <a:extLst>
                    <a:ext uri="{9D8B030D-6E8A-4147-A177-3AD203B41FA5}">
                      <a16:colId xmlns:a16="http://schemas.microsoft.com/office/drawing/2014/main" val="3259894497"/>
                    </a:ext>
                  </a:extLst>
                </a:gridCol>
                <a:gridCol w="468514">
                  <a:extLst>
                    <a:ext uri="{9D8B030D-6E8A-4147-A177-3AD203B41FA5}">
                      <a16:colId xmlns:a16="http://schemas.microsoft.com/office/drawing/2014/main" val="4170535043"/>
                    </a:ext>
                  </a:extLst>
                </a:gridCol>
                <a:gridCol w="402705">
                  <a:extLst>
                    <a:ext uri="{9D8B030D-6E8A-4147-A177-3AD203B41FA5}">
                      <a16:colId xmlns:a16="http://schemas.microsoft.com/office/drawing/2014/main" val="2079070694"/>
                    </a:ext>
                  </a:extLst>
                </a:gridCol>
                <a:gridCol w="402705">
                  <a:extLst>
                    <a:ext uri="{9D8B030D-6E8A-4147-A177-3AD203B41FA5}">
                      <a16:colId xmlns:a16="http://schemas.microsoft.com/office/drawing/2014/main" val="4213315911"/>
                    </a:ext>
                  </a:extLst>
                </a:gridCol>
                <a:gridCol w="402705">
                  <a:extLst>
                    <a:ext uri="{9D8B030D-6E8A-4147-A177-3AD203B41FA5}">
                      <a16:colId xmlns:a16="http://schemas.microsoft.com/office/drawing/2014/main" val="2769999950"/>
                    </a:ext>
                  </a:extLst>
                </a:gridCol>
                <a:gridCol w="402705">
                  <a:extLst>
                    <a:ext uri="{9D8B030D-6E8A-4147-A177-3AD203B41FA5}">
                      <a16:colId xmlns:a16="http://schemas.microsoft.com/office/drawing/2014/main" val="135637185"/>
                    </a:ext>
                  </a:extLst>
                </a:gridCol>
                <a:gridCol w="402705">
                  <a:extLst>
                    <a:ext uri="{9D8B030D-6E8A-4147-A177-3AD203B41FA5}">
                      <a16:colId xmlns:a16="http://schemas.microsoft.com/office/drawing/2014/main" val="3038050475"/>
                    </a:ext>
                  </a:extLst>
                </a:gridCol>
                <a:gridCol w="402705">
                  <a:extLst>
                    <a:ext uri="{9D8B030D-6E8A-4147-A177-3AD203B41FA5}">
                      <a16:colId xmlns:a16="http://schemas.microsoft.com/office/drawing/2014/main" val="1979433044"/>
                    </a:ext>
                  </a:extLst>
                </a:gridCol>
                <a:gridCol w="402705">
                  <a:extLst>
                    <a:ext uri="{9D8B030D-6E8A-4147-A177-3AD203B41FA5}">
                      <a16:colId xmlns:a16="http://schemas.microsoft.com/office/drawing/2014/main" val="4270661649"/>
                    </a:ext>
                  </a:extLst>
                </a:gridCol>
                <a:gridCol w="402705">
                  <a:extLst>
                    <a:ext uri="{9D8B030D-6E8A-4147-A177-3AD203B41FA5}">
                      <a16:colId xmlns:a16="http://schemas.microsoft.com/office/drawing/2014/main" val="3027041370"/>
                    </a:ext>
                  </a:extLst>
                </a:gridCol>
                <a:gridCol w="402705">
                  <a:extLst>
                    <a:ext uri="{9D8B030D-6E8A-4147-A177-3AD203B41FA5}">
                      <a16:colId xmlns:a16="http://schemas.microsoft.com/office/drawing/2014/main" val="2852526216"/>
                    </a:ext>
                  </a:extLst>
                </a:gridCol>
                <a:gridCol w="402705">
                  <a:extLst>
                    <a:ext uri="{9D8B030D-6E8A-4147-A177-3AD203B41FA5}">
                      <a16:colId xmlns:a16="http://schemas.microsoft.com/office/drawing/2014/main" val="103420222"/>
                    </a:ext>
                  </a:extLst>
                </a:gridCol>
                <a:gridCol w="402705">
                  <a:extLst>
                    <a:ext uri="{9D8B030D-6E8A-4147-A177-3AD203B41FA5}">
                      <a16:colId xmlns:a16="http://schemas.microsoft.com/office/drawing/2014/main" val="1470405609"/>
                    </a:ext>
                  </a:extLst>
                </a:gridCol>
                <a:gridCol w="40270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550AE6A3-C3D4-6667-68BA-9C8F02ABE3A5}"/>
              </a:ext>
            </a:extLst>
          </p:cNvPr>
          <p:cNvGraphicFramePr>
            <a:graphicFrameLocks noGrp="1"/>
          </p:cNvGraphicFramePr>
          <p:nvPr>
            <p:extLst>
              <p:ext uri="{D42A27DB-BD31-4B8C-83A1-F6EECF244321}">
                <p14:modId xmlns:p14="http://schemas.microsoft.com/office/powerpoint/2010/main" val="2877979502"/>
              </p:ext>
            </p:extLst>
          </p:nvPr>
        </p:nvGraphicFramePr>
        <p:xfrm>
          <a:off x="393203" y="2849191"/>
          <a:ext cx="6053078" cy="372600"/>
        </p:xfrm>
        <a:graphic>
          <a:graphicData uri="http://schemas.openxmlformats.org/drawingml/2006/table">
            <a:tbl>
              <a:tblPr firstRow="1" bandRow="1">
                <a:tableStyleId>{5C22544A-7EE6-4342-B048-85BDC9FD1C3A}</a:tableStyleId>
              </a:tblPr>
              <a:tblGrid>
                <a:gridCol w="362015">
                  <a:extLst>
                    <a:ext uri="{9D8B030D-6E8A-4147-A177-3AD203B41FA5}">
                      <a16:colId xmlns:a16="http://schemas.microsoft.com/office/drawing/2014/main" val="657570846"/>
                    </a:ext>
                  </a:extLst>
                </a:gridCol>
                <a:gridCol w="398051">
                  <a:extLst>
                    <a:ext uri="{9D8B030D-6E8A-4147-A177-3AD203B41FA5}">
                      <a16:colId xmlns:a16="http://schemas.microsoft.com/office/drawing/2014/main" val="3259894497"/>
                    </a:ext>
                  </a:extLst>
                </a:gridCol>
                <a:gridCol w="467812">
                  <a:extLst>
                    <a:ext uri="{9D8B030D-6E8A-4147-A177-3AD203B41FA5}">
                      <a16:colId xmlns:a16="http://schemas.microsoft.com/office/drawing/2014/main" val="4170535043"/>
                    </a:ext>
                  </a:extLst>
                </a:gridCol>
                <a:gridCol w="402100">
                  <a:extLst>
                    <a:ext uri="{9D8B030D-6E8A-4147-A177-3AD203B41FA5}">
                      <a16:colId xmlns:a16="http://schemas.microsoft.com/office/drawing/2014/main" val="2079070694"/>
                    </a:ext>
                  </a:extLst>
                </a:gridCol>
                <a:gridCol w="402100">
                  <a:extLst>
                    <a:ext uri="{9D8B030D-6E8A-4147-A177-3AD203B41FA5}">
                      <a16:colId xmlns:a16="http://schemas.microsoft.com/office/drawing/2014/main" val="4213315911"/>
                    </a:ext>
                  </a:extLst>
                </a:gridCol>
                <a:gridCol w="402100">
                  <a:extLst>
                    <a:ext uri="{9D8B030D-6E8A-4147-A177-3AD203B41FA5}">
                      <a16:colId xmlns:a16="http://schemas.microsoft.com/office/drawing/2014/main" val="2769999950"/>
                    </a:ext>
                  </a:extLst>
                </a:gridCol>
                <a:gridCol w="402100">
                  <a:extLst>
                    <a:ext uri="{9D8B030D-6E8A-4147-A177-3AD203B41FA5}">
                      <a16:colId xmlns:a16="http://schemas.microsoft.com/office/drawing/2014/main" val="135637185"/>
                    </a:ext>
                  </a:extLst>
                </a:gridCol>
                <a:gridCol w="402100">
                  <a:extLst>
                    <a:ext uri="{9D8B030D-6E8A-4147-A177-3AD203B41FA5}">
                      <a16:colId xmlns:a16="http://schemas.microsoft.com/office/drawing/2014/main" val="3038050475"/>
                    </a:ext>
                  </a:extLst>
                </a:gridCol>
                <a:gridCol w="402100">
                  <a:extLst>
                    <a:ext uri="{9D8B030D-6E8A-4147-A177-3AD203B41FA5}">
                      <a16:colId xmlns:a16="http://schemas.microsoft.com/office/drawing/2014/main" val="1979433044"/>
                    </a:ext>
                  </a:extLst>
                </a:gridCol>
                <a:gridCol w="402100">
                  <a:extLst>
                    <a:ext uri="{9D8B030D-6E8A-4147-A177-3AD203B41FA5}">
                      <a16:colId xmlns:a16="http://schemas.microsoft.com/office/drawing/2014/main" val="4270661649"/>
                    </a:ext>
                  </a:extLst>
                </a:gridCol>
                <a:gridCol w="402100">
                  <a:extLst>
                    <a:ext uri="{9D8B030D-6E8A-4147-A177-3AD203B41FA5}">
                      <a16:colId xmlns:a16="http://schemas.microsoft.com/office/drawing/2014/main" val="3027041370"/>
                    </a:ext>
                  </a:extLst>
                </a:gridCol>
                <a:gridCol w="402100">
                  <a:extLst>
                    <a:ext uri="{9D8B030D-6E8A-4147-A177-3AD203B41FA5}">
                      <a16:colId xmlns:a16="http://schemas.microsoft.com/office/drawing/2014/main" val="2852526216"/>
                    </a:ext>
                  </a:extLst>
                </a:gridCol>
                <a:gridCol w="402100">
                  <a:extLst>
                    <a:ext uri="{9D8B030D-6E8A-4147-A177-3AD203B41FA5}">
                      <a16:colId xmlns:a16="http://schemas.microsoft.com/office/drawing/2014/main" val="103420222"/>
                    </a:ext>
                  </a:extLst>
                </a:gridCol>
                <a:gridCol w="402100">
                  <a:extLst>
                    <a:ext uri="{9D8B030D-6E8A-4147-A177-3AD203B41FA5}">
                      <a16:colId xmlns:a16="http://schemas.microsoft.com/office/drawing/2014/main" val="1470405609"/>
                    </a:ext>
                  </a:extLst>
                </a:gridCol>
                <a:gridCol w="40210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E4B5D57E-DBBC-8282-29C3-55C1FA579E43}"/>
              </a:ext>
            </a:extLst>
          </p:cNvPr>
          <p:cNvGraphicFramePr>
            <a:graphicFrameLocks noGrp="1"/>
          </p:cNvGraphicFramePr>
          <p:nvPr>
            <p:extLst>
              <p:ext uri="{D42A27DB-BD31-4B8C-83A1-F6EECF244321}">
                <p14:modId xmlns:p14="http://schemas.microsoft.com/office/powerpoint/2010/main" val="359960695"/>
              </p:ext>
            </p:extLst>
          </p:nvPr>
        </p:nvGraphicFramePr>
        <p:xfrm>
          <a:off x="384803" y="3437731"/>
          <a:ext cx="6066292" cy="372600"/>
        </p:xfrm>
        <a:graphic>
          <a:graphicData uri="http://schemas.openxmlformats.org/drawingml/2006/table">
            <a:tbl>
              <a:tblPr firstRow="1" bandRow="1">
                <a:tableStyleId>{5C22544A-7EE6-4342-B048-85BDC9FD1C3A}</a:tableStyleId>
              </a:tblPr>
              <a:tblGrid>
                <a:gridCol w="362804">
                  <a:extLst>
                    <a:ext uri="{9D8B030D-6E8A-4147-A177-3AD203B41FA5}">
                      <a16:colId xmlns:a16="http://schemas.microsoft.com/office/drawing/2014/main" val="657570846"/>
                    </a:ext>
                  </a:extLst>
                </a:gridCol>
                <a:gridCol w="398920">
                  <a:extLst>
                    <a:ext uri="{9D8B030D-6E8A-4147-A177-3AD203B41FA5}">
                      <a16:colId xmlns:a16="http://schemas.microsoft.com/office/drawing/2014/main" val="3259894497"/>
                    </a:ext>
                  </a:extLst>
                </a:gridCol>
                <a:gridCol w="468832">
                  <a:extLst>
                    <a:ext uri="{9D8B030D-6E8A-4147-A177-3AD203B41FA5}">
                      <a16:colId xmlns:a16="http://schemas.microsoft.com/office/drawing/2014/main" val="4170535043"/>
                    </a:ext>
                  </a:extLst>
                </a:gridCol>
                <a:gridCol w="402978">
                  <a:extLst>
                    <a:ext uri="{9D8B030D-6E8A-4147-A177-3AD203B41FA5}">
                      <a16:colId xmlns:a16="http://schemas.microsoft.com/office/drawing/2014/main" val="2079070694"/>
                    </a:ext>
                  </a:extLst>
                </a:gridCol>
                <a:gridCol w="402978">
                  <a:extLst>
                    <a:ext uri="{9D8B030D-6E8A-4147-A177-3AD203B41FA5}">
                      <a16:colId xmlns:a16="http://schemas.microsoft.com/office/drawing/2014/main" val="4213315911"/>
                    </a:ext>
                  </a:extLst>
                </a:gridCol>
                <a:gridCol w="402978">
                  <a:extLst>
                    <a:ext uri="{9D8B030D-6E8A-4147-A177-3AD203B41FA5}">
                      <a16:colId xmlns:a16="http://schemas.microsoft.com/office/drawing/2014/main" val="2769999950"/>
                    </a:ext>
                  </a:extLst>
                </a:gridCol>
                <a:gridCol w="402978">
                  <a:extLst>
                    <a:ext uri="{9D8B030D-6E8A-4147-A177-3AD203B41FA5}">
                      <a16:colId xmlns:a16="http://schemas.microsoft.com/office/drawing/2014/main" val="135637185"/>
                    </a:ext>
                  </a:extLst>
                </a:gridCol>
                <a:gridCol w="402978">
                  <a:extLst>
                    <a:ext uri="{9D8B030D-6E8A-4147-A177-3AD203B41FA5}">
                      <a16:colId xmlns:a16="http://schemas.microsoft.com/office/drawing/2014/main" val="3038050475"/>
                    </a:ext>
                  </a:extLst>
                </a:gridCol>
                <a:gridCol w="402978">
                  <a:extLst>
                    <a:ext uri="{9D8B030D-6E8A-4147-A177-3AD203B41FA5}">
                      <a16:colId xmlns:a16="http://schemas.microsoft.com/office/drawing/2014/main" val="1979433044"/>
                    </a:ext>
                  </a:extLst>
                </a:gridCol>
                <a:gridCol w="402978">
                  <a:extLst>
                    <a:ext uri="{9D8B030D-6E8A-4147-A177-3AD203B41FA5}">
                      <a16:colId xmlns:a16="http://schemas.microsoft.com/office/drawing/2014/main" val="4270661649"/>
                    </a:ext>
                  </a:extLst>
                </a:gridCol>
                <a:gridCol w="402978">
                  <a:extLst>
                    <a:ext uri="{9D8B030D-6E8A-4147-A177-3AD203B41FA5}">
                      <a16:colId xmlns:a16="http://schemas.microsoft.com/office/drawing/2014/main" val="3027041370"/>
                    </a:ext>
                  </a:extLst>
                </a:gridCol>
                <a:gridCol w="402978">
                  <a:extLst>
                    <a:ext uri="{9D8B030D-6E8A-4147-A177-3AD203B41FA5}">
                      <a16:colId xmlns:a16="http://schemas.microsoft.com/office/drawing/2014/main" val="2852526216"/>
                    </a:ext>
                  </a:extLst>
                </a:gridCol>
                <a:gridCol w="402978">
                  <a:extLst>
                    <a:ext uri="{9D8B030D-6E8A-4147-A177-3AD203B41FA5}">
                      <a16:colId xmlns:a16="http://schemas.microsoft.com/office/drawing/2014/main" val="103420222"/>
                    </a:ext>
                  </a:extLst>
                </a:gridCol>
                <a:gridCol w="402978">
                  <a:extLst>
                    <a:ext uri="{9D8B030D-6E8A-4147-A177-3AD203B41FA5}">
                      <a16:colId xmlns:a16="http://schemas.microsoft.com/office/drawing/2014/main" val="1470405609"/>
                    </a:ext>
                  </a:extLst>
                </a:gridCol>
                <a:gridCol w="4029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21068F2-DDFB-0563-D72E-56978280A1C0}"/>
              </a:ext>
            </a:extLst>
          </p:cNvPr>
          <p:cNvSpPr txBox="1"/>
          <p:nvPr/>
        </p:nvSpPr>
        <p:spPr>
          <a:xfrm>
            <a:off x="389468" y="3812916"/>
            <a:ext cx="60536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OFS1_4</a:t>
            </a:r>
          </a:p>
        </p:txBody>
      </p:sp>
      <p:graphicFrame>
        <p:nvGraphicFramePr>
          <p:cNvPr id="40" name="표 39">
            <a:extLst>
              <a:ext uri="{FF2B5EF4-FFF2-40B4-BE49-F238E27FC236}">
                <a16:creationId xmlns:a16="http://schemas.microsoft.com/office/drawing/2014/main" id="{05630314-3143-3B92-3E62-D1373E057AEF}"/>
              </a:ext>
            </a:extLst>
          </p:cNvPr>
          <p:cNvGraphicFramePr>
            <a:graphicFrameLocks noGrp="1"/>
          </p:cNvGraphicFramePr>
          <p:nvPr>
            <p:extLst>
              <p:ext uri="{D42A27DB-BD31-4B8C-83A1-F6EECF244321}">
                <p14:modId xmlns:p14="http://schemas.microsoft.com/office/powerpoint/2010/main" val="3762268368"/>
              </p:ext>
            </p:extLst>
          </p:nvPr>
        </p:nvGraphicFramePr>
        <p:xfrm>
          <a:off x="381507" y="4025896"/>
          <a:ext cx="6061627" cy="372600"/>
        </p:xfrm>
        <a:graphic>
          <a:graphicData uri="http://schemas.openxmlformats.org/drawingml/2006/table">
            <a:tbl>
              <a:tblPr firstRow="1" bandRow="1">
                <a:tableStyleId>{5C22544A-7EE6-4342-B048-85BDC9FD1C3A}</a:tableStyleId>
              </a:tblPr>
              <a:tblGrid>
                <a:gridCol w="362526">
                  <a:extLst>
                    <a:ext uri="{9D8B030D-6E8A-4147-A177-3AD203B41FA5}">
                      <a16:colId xmlns:a16="http://schemas.microsoft.com/office/drawing/2014/main" val="657570846"/>
                    </a:ext>
                  </a:extLst>
                </a:gridCol>
                <a:gridCol w="398614">
                  <a:extLst>
                    <a:ext uri="{9D8B030D-6E8A-4147-A177-3AD203B41FA5}">
                      <a16:colId xmlns:a16="http://schemas.microsoft.com/office/drawing/2014/main" val="3259894497"/>
                    </a:ext>
                  </a:extLst>
                </a:gridCol>
                <a:gridCol w="468471">
                  <a:extLst>
                    <a:ext uri="{9D8B030D-6E8A-4147-A177-3AD203B41FA5}">
                      <a16:colId xmlns:a16="http://schemas.microsoft.com/office/drawing/2014/main" val="4170535043"/>
                    </a:ext>
                  </a:extLst>
                </a:gridCol>
                <a:gridCol w="402668">
                  <a:extLst>
                    <a:ext uri="{9D8B030D-6E8A-4147-A177-3AD203B41FA5}">
                      <a16:colId xmlns:a16="http://schemas.microsoft.com/office/drawing/2014/main" val="2079070694"/>
                    </a:ext>
                  </a:extLst>
                </a:gridCol>
                <a:gridCol w="402668">
                  <a:extLst>
                    <a:ext uri="{9D8B030D-6E8A-4147-A177-3AD203B41FA5}">
                      <a16:colId xmlns:a16="http://schemas.microsoft.com/office/drawing/2014/main" val="4213315911"/>
                    </a:ext>
                  </a:extLst>
                </a:gridCol>
                <a:gridCol w="402668">
                  <a:extLst>
                    <a:ext uri="{9D8B030D-6E8A-4147-A177-3AD203B41FA5}">
                      <a16:colId xmlns:a16="http://schemas.microsoft.com/office/drawing/2014/main" val="2769999950"/>
                    </a:ext>
                  </a:extLst>
                </a:gridCol>
                <a:gridCol w="402668">
                  <a:extLst>
                    <a:ext uri="{9D8B030D-6E8A-4147-A177-3AD203B41FA5}">
                      <a16:colId xmlns:a16="http://schemas.microsoft.com/office/drawing/2014/main" val="135637185"/>
                    </a:ext>
                  </a:extLst>
                </a:gridCol>
                <a:gridCol w="402668">
                  <a:extLst>
                    <a:ext uri="{9D8B030D-6E8A-4147-A177-3AD203B41FA5}">
                      <a16:colId xmlns:a16="http://schemas.microsoft.com/office/drawing/2014/main" val="3038050475"/>
                    </a:ext>
                  </a:extLst>
                </a:gridCol>
                <a:gridCol w="402668">
                  <a:extLst>
                    <a:ext uri="{9D8B030D-6E8A-4147-A177-3AD203B41FA5}">
                      <a16:colId xmlns:a16="http://schemas.microsoft.com/office/drawing/2014/main" val="1979433044"/>
                    </a:ext>
                  </a:extLst>
                </a:gridCol>
                <a:gridCol w="402668">
                  <a:extLst>
                    <a:ext uri="{9D8B030D-6E8A-4147-A177-3AD203B41FA5}">
                      <a16:colId xmlns:a16="http://schemas.microsoft.com/office/drawing/2014/main" val="4270661649"/>
                    </a:ext>
                  </a:extLst>
                </a:gridCol>
                <a:gridCol w="402668">
                  <a:extLst>
                    <a:ext uri="{9D8B030D-6E8A-4147-A177-3AD203B41FA5}">
                      <a16:colId xmlns:a16="http://schemas.microsoft.com/office/drawing/2014/main" val="3027041370"/>
                    </a:ext>
                  </a:extLst>
                </a:gridCol>
                <a:gridCol w="402668">
                  <a:extLst>
                    <a:ext uri="{9D8B030D-6E8A-4147-A177-3AD203B41FA5}">
                      <a16:colId xmlns:a16="http://schemas.microsoft.com/office/drawing/2014/main" val="2852526216"/>
                    </a:ext>
                  </a:extLst>
                </a:gridCol>
                <a:gridCol w="402668">
                  <a:extLst>
                    <a:ext uri="{9D8B030D-6E8A-4147-A177-3AD203B41FA5}">
                      <a16:colId xmlns:a16="http://schemas.microsoft.com/office/drawing/2014/main" val="103420222"/>
                    </a:ext>
                  </a:extLst>
                </a:gridCol>
                <a:gridCol w="402668">
                  <a:extLst>
                    <a:ext uri="{9D8B030D-6E8A-4147-A177-3AD203B41FA5}">
                      <a16:colId xmlns:a16="http://schemas.microsoft.com/office/drawing/2014/main" val="1470405609"/>
                    </a:ext>
                  </a:extLst>
                </a:gridCol>
                <a:gridCol w="4026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1" name="표 40">
            <a:extLst>
              <a:ext uri="{FF2B5EF4-FFF2-40B4-BE49-F238E27FC236}">
                <a16:creationId xmlns:a16="http://schemas.microsoft.com/office/drawing/2014/main" id="{39450500-546D-A8E2-1E1A-0E8A2B90BCAD}"/>
              </a:ext>
            </a:extLst>
          </p:cNvPr>
          <p:cNvGraphicFramePr>
            <a:graphicFrameLocks noGrp="1"/>
          </p:cNvGraphicFramePr>
          <p:nvPr>
            <p:extLst>
              <p:ext uri="{D42A27DB-BD31-4B8C-83A1-F6EECF244321}">
                <p14:modId xmlns:p14="http://schemas.microsoft.com/office/powerpoint/2010/main" val="176686090"/>
              </p:ext>
            </p:extLst>
          </p:nvPr>
        </p:nvGraphicFramePr>
        <p:xfrm>
          <a:off x="385234" y="4617735"/>
          <a:ext cx="6062138" cy="372600"/>
        </p:xfrm>
        <a:graphic>
          <a:graphicData uri="http://schemas.openxmlformats.org/drawingml/2006/table">
            <a:tbl>
              <a:tblPr firstRow="1" bandRow="1">
                <a:tableStyleId>{5C22544A-7EE6-4342-B048-85BDC9FD1C3A}</a:tableStyleId>
              </a:tblPr>
              <a:tblGrid>
                <a:gridCol w="362555">
                  <a:extLst>
                    <a:ext uri="{9D8B030D-6E8A-4147-A177-3AD203B41FA5}">
                      <a16:colId xmlns:a16="http://schemas.microsoft.com/office/drawing/2014/main" val="657570846"/>
                    </a:ext>
                  </a:extLst>
                </a:gridCol>
                <a:gridCol w="398648">
                  <a:extLst>
                    <a:ext uri="{9D8B030D-6E8A-4147-A177-3AD203B41FA5}">
                      <a16:colId xmlns:a16="http://schemas.microsoft.com/office/drawing/2014/main" val="3259894497"/>
                    </a:ext>
                  </a:extLst>
                </a:gridCol>
                <a:gridCol w="468511">
                  <a:extLst>
                    <a:ext uri="{9D8B030D-6E8A-4147-A177-3AD203B41FA5}">
                      <a16:colId xmlns:a16="http://schemas.microsoft.com/office/drawing/2014/main" val="4170535043"/>
                    </a:ext>
                  </a:extLst>
                </a:gridCol>
                <a:gridCol w="402702">
                  <a:extLst>
                    <a:ext uri="{9D8B030D-6E8A-4147-A177-3AD203B41FA5}">
                      <a16:colId xmlns:a16="http://schemas.microsoft.com/office/drawing/2014/main" val="2079070694"/>
                    </a:ext>
                  </a:extLst>
                </a:gridCol>
                <a:gridCol w="402702">
                  <a:extLst>
                    <a:ext uri="{9D8B030D-6E8A-4147-A177-3AD203B41FA5}">
                      <a16:colId xmlns:a16="http://schemas.microsoft.com/office/drawing/2014/main" val="4213315911"/>
                    </a:ext>
                  </a:extLst>
                </a:gridCol>
                <a:gridCol w="402702">
                  <a:extLst>
                    <a:ext uri="{9D8B030D-6E8A-4147-A177-3AD203B41FA5}">
                      <a16:colId xmlns:a16="http://schemas.microsoft.com/office/drawing/2014/main" val="2769999950"/>
                    </a:ext>
                  </a:extLst>
                </a:gridCol>
                <a:gridCol w="402702">
                  <a:extLst>
                    <a:ext uri="{9D8B030D-6E8A-4147-A177-3AD203B41FA5}">
                      <a16:colId xmlns:a16="http://schemas.microsoft.com/office/drawing/2014/main" val="135637185"/>
                    </a:ext>
                  </a:extLst>
                </a:gridCol>
                <a:gridCol w="402702">
                  <a:extLst>
                    <a:ext uri="{9D8B030D-6E8A-4147-A177-3AD203B41FA5}">
                      <a16:colId xmlns:a16="http://schemas.microsoft.com/office/drawing/2014/main" val="3038050475"/>
                    </a:ext>
                  </a:extLst>
                </a:gridCol>
                <a:gridCol w="402702">
                  <a:extLst>
                    <a:ext uri="{9D8B030D-6E8A-4147-A177-3AD203B41FA5}">
                      <a16:colId xmlns:a16="http://schemas.microsoft.com/office/drawing/2014/main" val="1979433044"/>
                    </a:ext>
                  </a:extLst>
                </a:gridCol>
                <a:gridCol w="402702">
                  <a:extLst>
                    <a:ext uri="{9D8B030D-6E8A-4147-A177-3AD203B41FA5}">
                      <a16:colId xmlns:a16="http://schemas.microsoft.com/office/drawing/2014/main" val="4270661649"/>
                    </a:ext>
                  </a:extLst>
                </a:gridCol>
                <a:gridCol w="402702">
                  <a:extLst>
                    <a:ext uri="{9D8B030D-6E8A-4147-A177-3AD203B41FA5}">
                      <a16:colId xmlns:a16="http://schemas.microsoft.com/office/drawing/2014/main" val="3027041370"/>
                    </a:ext>
                  </a:extLst>
                </a:gridCol>
                <a:gridCol w="402702">
                  <a:extLst>
                    <a:ext uri="{9D8B030D-6E8A-4147-A177-3AD203B41FA5}">
                      <a16:colId xmlns:a16="http://schemas.microsoft.com/office/drawing/2014/main" val="2852526216"/>
                    </a:ext>
                  </a:extLst>
                </a:gridCol>
                <a:gridCol w="402702">
                  <a:extLst>
                    <a:ext uri="{9D8B030D-6E8A-4147-A177-3AD203B41FA5}">
                      <a16:colId xmlns:a16="http://schemas.microsoft.com/office/drawing/2014/main" val="103420222"/>
                    </a:ext>
                  </a:extLst>
                </a:gridCol>
                <a:gridCol w="402702">
                  <a:extLst>
                    <a:ext uri="{9D8B030D-6E8A-4147-A177-3AD203B41FA5}">
                      <a16:colId xmlns:a16="http://schemas.microsoft.com/office/drawing/2014/main" val="1470405609"/>
                    </a:ext>
                  </a:extLst>
                </a:gridCol>
                <a:gridCol w="4027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2" name="표 41">
            <a:extLst>
              <a:ext uri="{FF2B5EF4-FFF2-40B4-BE49-F238E27FC236}">
                <a16:creationId xmlns:a16="http://schemas.microsoft.com/office/drawing/2014/main" id="{220BB87D-84BD-03F3-E60A-D11FF27968D7}"/>
              </a:ext>
            </a:extLst>
          </p:cNvPr>
          <p:cNvGraphicFramePr>
            <a:graphicFrameLocks noGrp="1"/>
          </p:cNvGraphicFramePr>
          <p:nvPr>
            <p:extLst>
              <p:ext uri="{D42A27DB-BD31-4B8C-83A1-F6EECF244321}">
                <p14:modId xmlns:p14="http://schemas.microsoft.com/office/powerpoint/2010/main" val="953188700"/>
              </p:ext>
            </p:extLst>
          </p:nvPr>
        </p:nvGraphicFramePr>
        <p:xfrm>
          <a:off x="377138" y="5202823"/>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3" name="표 42">
            <a:extLst>
              <a:ext uri="{FF2B5EF4-FFF2-40B4-BE49-F238E27FC236}">
                <a16:creationId xmlns:a16="http://schemas.microsoft.com/office/drawing/2014/main" id="{AEBBB13C-A453-8D13-8BC0-B9ABF6A1F0CC}"/>
              </a:ext>
            </a:extLst>
          </p:cNvPr>
          <p:cNvGraphicFramePr>
            <a:graphicFrameLocks noGrp="1"/>
          </p:cNvGraphicFramePr>
          <p:nvPr>
            <p:extLst>
              <p:ext uri="{D42A27DB-BD31-4B8C-83A1-F6EECF244321}">
                <p14:modId xmlns:p14="http://schemas.microsoft.com/office/powerpoint/2010/main" val="747223075"/>
              </p:ext>
            </p:extLst>
          </p:nvPr>
        </p:nvGraphicFramePr>
        <p:xfrm>
          <a:off x="376432" y="5791374"/>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4" name="표 43">
            <a:extLst>
              <a:ext uri="{FF2B5EF4-FFF2-40B4-BE49-F238E27FC236}">
                <a16:creationId xmlns:a16="http://schemas.microsoft.com/office/drawing/2014/main" id="{948EF7F4-6656-7DED-C67B-34CF433BF0BD}"/>
              </a:ext>
            </a:extLst>
          </p:cNvPr>
          <p:cNvGraphicFramePr>
            <a:graphicFrameLocks noGrp="1"/>
          </p:cNvGraphicFramePr>
          <p:nvPr>
            <p:extLst>
              <p:ext uri="{D42A27DB-BD31-4B8C-83A1-F6EECF244321}">
                <p14:modId xmlns:p14="http://schemas.microsoft.com/office/powerpoint/2010/main" val="1679497729"/>
              </p:ext>
            </p:extLst>
          </p:nvPr>
        </p:nvGraphicFramePr>
        <p:xfrm>
          <a:off x="376431" y="6379539"/>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5" name="표 44">
            <a:extLst>
              <a:ext uri="{FF2B5EF4-FFF2-40B4-BE49-F238E27FC236}">
                <a16:creationId xmlns:a16="http://schemas.microsoft.com/office/drawing/2014/main" id="{294FCB9E-C850-A2EE-632E-61A0D5FA955D}"/>
              </a:ext>
            </a:extLst>
          </p:cNvPr>
          <p:cNvGraphicFramePr>
            <a:graphicFrameLocks noGrp="1"/>
          </p:cNvGraphicFramePr>
          <p:nvPr>
            <p:extLst>
              <p:ext uri="{D42A27DB-BD31-4B8C-83A1-F6EECF244321}">
                <p14:modId xmlns:p14="http://schemas.microsoft.com/office/powerpoint/2010/main" val="2461827929"/>
              </p:ext>
            </p:extLst>
          </p:nvPr>
        </p:nvGraphicFramePr>
        <p:xfrm>
          <a:off x="372533" y="6977872"/>
          <a:ext cx="6066368" cy="372600"/>
        </p:xfrm>
        <a:graphic>
          <a:graphicData uri="http://schemas.openxmlformats.org/drawingml/2006/table">
            <a:tbl>
              <a:tblPr firstRow="1" bandRow="1">
                <a:tableStyleId>{5C22544A-7EE6-4342-B048-85BDC9FD1C3A}</a:tableStyleId>
              </a:tblPr>
              <a:tblGrid>
                <a:gridCol w="362809">
                  <a:extLst>
                    <a:ext uri="{9D8B030D-6E8A-4147-A177-3AD203B41FA5}">
                      <a16:colId xmlns:a16="http://schemas.microsoft.com/office/drawing/2014/main" val="657570846"/>
                    </a:ext>
                  </a:extLst>
                </a:gridCol>
                <a:gridCol w="398926">
                  <a:extLst>
                    <a:ext uri="{9D8B030D-6E8A-4147-A177-3AD203B41FA5}">
                      <a16:colId xmlns:a16="http://schemas.microsoft.com/office/drawing/2014/main" val="3259894497"/>
                    </a:ext>
                  </a:extLst>
                </a:gridCol>
                <a:gridCol w="468837">
                  <a:extLst>
                    <a:ext uri="{9D8B030D-6E8A-4147-A177-3AD203B41FA5}">
                      <a16:colId xmlns:a16="http://schemas.microsoft.com/office/drawing/2014/main" val="4170535043"/>
                    </a:ext>
                  </a:extLst>
                </a:gridCol>
                <a:gridCol w="402983">
                  <a:extLst>
                    <a:ext uri="{9D8B030D-6E8A-4147-A177-3AD203B41FA5}">
                      <a16:colId xmlns:a16="http://schemas.microsoft.com/office/drawing/2014/main" val="2079070694"/>
                    </a:ext>
                  </a:extLst>
                </a:gridCol>
                <a:gridCol w="402983">
                  <a:extLst>
                    <a:ext uri="{9D8B030D-6E8A-4147-A177-3AD203B41FA5}">
                      <a16:colId xmlns:a16="http://schemas.microsoft.com/office/drawing/2014/main" val="4213315911"/>
                    </a:ext>
                  </a:extLst>
                </a:gridCol>
                <a:gridCol w="402983">
                  <a:extLst>
                    <a:ext uri="{9D8B030D-6E8A-4147-A177-3AD203B41FA5}">
                      <a16:colId xmlns:a16="http://schemas.microsoft.com/office/drawing/2014/main" val="2769999950"/>
                    </a:ext>
                  </a:extLst>
                </a:gridCol>
                <a:gridCol w="402983">
                  <a:extLst>
                    <a:ext uri="{9D8B030D-6E8A-4147-A177-3AD203B41FA5}">
                      <a16:colId xmlns:a16="http://schemas.microsoft.com/office/drawing/2014/main" val="135637185"/>
                    </a:ext>
                  </a:extLst>
                </a:gridCol>
                <a:gridCol w="402983">
                  <a:extLst>
                    <a:ext uri="{9D8B030D-6E8A-4147-A177-3AD203B41FA5}">
                      <a16:colId xmlns:a16="http://schemas.microsoft.com/office/drawing/2014/main" val="3038050475"/>
                    </a:ext>
                  </a:extLst>
                </a:gridCol>
                <a:gridCol w="402983">
                  <a:extLst>
                    <a:ext uri="{9D8B030D-6E8A-4147-A177-3AD203B41FA5}">
                      <a16:colId xmlns:a16="http://schemas.microsoft.com/office/drawing/2014/main" val="1979433044"/>
                    </a:ext>
                  </a:extLst>
                </a:gridCol>
                <a:gridCol w="402983">
                  <a:extLst>
                    <a:ext uri="{9D8B030D-6E8A-4147-A177-3AD203B41FA5}">
                      <a16:colId xmlns:a16="http://schemas.microsoft.com/office/drawing/2014/main" val="4270661649"/>
                    </a:ext>
                  </a:extLst>
                </a:gridCol>
                <a:gridCol w="402983">
                  <a:extLst>
                    <a:ext uri="{9D8B030D-6E8A-4147-A177-3AD203B41FA5}">
                      <a16:colId xmlns:a16="http://schemas.microsoft.com/office/drawing/2014/main" val="3027041370"/>
                    </a:ext>
                  </a:extLst>
                </a:gridCol>
                <a:gridCol w="402983">
                  <a:extLst>
                    <a:ext uri="{9D8B030D-6E8A-4147-A177-3AD203B41FA5}">
                      <a16:colId xmlns:a16="http://schemas.microsoft.com/office/drawing/2014/main" val="2852526216"/>
                    </a:ext>
                  </a:extLst>
                </a:gridCol>
                <a:gridCol w="402983">
                  <a:extLst>
                    <a:ext uri="{9D8B030D-6E8A-4147-A177-3AD203B41FA5}">
                      <a16:colId xmlns:a16="http://schemas.microsoft.com/office/drawing/2014/main" val="103420222"/>
                    </a:ext>
                  </a:extLst>
                </a:gridCol>
                <a:gridCol w="402983">
                  <a:extLst>
                    <a:ext uri="{9D8B030D-6E8A-4147-A177-3AD203B41FA5}">
                      <a16:colId xmlns:a16="http://schemas.microsoft.com/office/drawing/2014/main" val="1470405609"/>
                    </a:ext>
                  </a:extLst>
                </a:gridCol>
                <a:gridCol w="4029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6" name="표 45">
            <a:extLst>
              <a:ext uri="{FF2B5EF4-FFF2-40B4-BE49-F238E27FC236}">
                <a16:creationId xmlns:a16="http://schemas.microsoft.com/office/drawing/2014/main" id="{20B4A73D-BD3C-1D11-1102-95424A962A13}"/>
              </a:ext>
            </a:extLst>
          </p:cNvPr>
          <p:cNvGraphicFramePr>
            <a:graphicFrameLocks noGrp="1"/>
          </p:cNvGraphicFramePr>
          <p:nvPr>
            <p:extLst>
              <p:ext uri="{D42A27DB-BD31-4B8C-83A1-F6EECF244321}">
                <p14:modId xmlns:p14="http://schemas.microsoft.com/office/powerpoint/2010/main" val="1677598088"/>
              </p:ext>
            </p:extLst>
          </p:nvPr>
        </p:nvGraphicFramePr>
        <p:xfrm>
          <a:off x="370368" y="7575219"/>
          <a:ext cx="6064303" cy="372600"/>
        </p:xfrm>
        <a:graphic>
          <a:graphicData uri="http://schemas.openxmlformats.org/drawingml/2006/table">
            <a:tbl>
              <a:tblPr firstRow="1" bandRow="1">
                <a:tableStyleId>{5C22544A-7EE6-4342-B048-85BDC9FD1C3A}</a:tableStyleId>
              </a:tblPr>
              <a:tblGrid>
                <a:gridCol w="362686">
                  <a:extLst>
                    <a:ext uri="{9D8B030D-6E8A-4147-A177-3AD203B41FA5}">
                      <a16:colId xmlns:a16="http://schemas.microsoft.com/office/drawing/2014/main" val="657570846"/>
                    </a:ext>
                  </a:extLst>
                </a:gridCol>
                <a:gridCol w="398789">
                  <a:extLst>
                    <a:ext uri="{9D8B030D-6E8A-4147-A177-3AD203B41FA5}">
                      <a16:colId xmlns:a16="http://schemas.microsoft.com/office/drawing/2014/main" val="3259894497"/>
                    </a:ext>
                  </a:extLst>
                </a:gridCol>
                <a:gridCol w="468676">
                  <a:extLst>
                    <a:ext uri="{9D8B030D-6E8A-4147-A177-3AD203B41FA5}">
                      <a16:colId xmlns:a16="http://schemas.microsoft.com/office/drawing/2014/main" val="4170535043"/>
                    </a:ext>
                  </a:extLst>
                </a:gridCol>
                <a:gridCol w="402846">
                  <a:extLst>
                    <a:ext uri="{9D8B030D-6E8A-4147-A177-3AD203B41FA5}">
                      <a16:colId xmlns:a16="http://schemas.microsoft.com/office/drawing/2014/main" val="2079070694"/>
                    </a:ext>
                  </a:extLst>
                </a:gridCol>
                <a:gridCol w="402846">
                  <a:extLst>
                    <a:ext uri="{9D8B030D-6E8A-4147-A177-3AD203B41FA5}">
                      <a16:colId xmlns:a16="http://schemas.microsoft.com/office/drawing/2014/main" val="4213315911"/>
                    </a:ext>
                  </a:extLst>
                </a:gridCol>
                <a:gridCol w="402846">
                  <a:extLst>
                    <a:ext uri="{9D8B030D-6E8A-4147-A177-3AD203B41FA5}">
                      <a16:colId xmlns:a16="http://schemas.microsoft.com/office/drawing/2014/main" val="2769999950"/>
                    </a:ext>
                  </a:extLst>
                </a:gridCol>
                <a:gridCol w="402846">
                  <a:extLst>
                    <a:ext uri="{9D8B030D-6E8A-4147-A177-3AD203B41FA5}">
                      <a16:colId xmlns:a16="http://schemas.microsoft.com/office/drawing/2014/main" val="135637185"/>
                    </a:ext>
                  </a:extLst>
                </a:gridCol>
                <a:gridCol w="402846">
                  <a:extLst>
                    <a:ext uri="{9D8B030D-6E8A-4147-A177-3AD203B41FA5}">
                      <a16:colId xmlns:a16="http://schemas.microsoft.com/office/drawing/2014/main" val="3038050475"/>
                    </a:ext>
                  </a:extLst>
                </a:gridCol>
                <a:gridCol w="402846">
                  <a:extLst>
                    <a:ext uri="{9D8B030D-6E8A-4147-A177-3AD203B41FA5}">
                      <a16:colId xmlns:a16="http://schemas.microsoft.com/office/drawing/2014/main" val="1979433044"/>
                    </a:ext>
                  </a:extLst>
                </a:gridCol>
                <a:gridCol w="402846">
                  <a:extLst>
                    <a:ext uri="{9D8B030D-6E8A-4147-A177-3AD203B41FA5}">
                      <a16:colId xmlns:a16="http://schemas.microsoft.com/office/drawing/2014/main" val="4270661649"/>
                    </a:ext>
                  </a:extLst>
                </a:gridCol>
                <a:gridCol w="402846">
                  <a:extLst>
                    <a:ext uri="{9D8B030D-6E8A-4147-A177-3AD203B41FA5}">
                      <a16:colId xmlns:a16="http://schemas.microsoft.com/office/drawing/2014/main" val="3027041370"/>
                    </a:ext>
                  </a:extLst>
                </a:gridCol>
                <a:gridCol w="402846">
                  <a:extLst>
                    <a:ext uri="{9D8B030D-6E8A-4147-A177-3AD203B41FA5}">
                      <a16:colId xmlns:a16="http://schemas.microsoft.com/office/drawing/2014/main" val="2852526216"/>
                    </a:ext>
                  </a:extLst>
                </a:gridCol>
                <a:gridCol w="402846">
                  <a:extLst>
                    <a:ext uri="{9D8B030D-6E8A-4147-A177-3AD203B41FA5}">
                      <a16:colId xmlns:a16="http://schemas.microsoft.com/office/drawing/2014/main" val="103420222"/>
                    </a:ext>
                  </a:extLst>
                </a:gridCol>
                <a:gridCol w="402846">
                  <a:extLst>
                    <a:ext uri="{9D8B030D-6E8A-4147-A177-3AD203B41FA5}">
                      <a16:colId xmlns:a16="http://schemas.microsoft.com/office/drawing/2014/main" val="1470405609"/>
                    </a:ext>
                  </a:extLst>
                </a:gridCol>
                <a:gridCol w="4028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7" name="표 46">
            <a:extLst>
              <a:ext uri="{FF2B5EF4-FFF2-40B4-BE49-F238E27FC236}">
                <a16:creationId xmlns:a16="http://schemas.microsoft.com/office/drawing/2014/main" id="{CD3D9188-5199-5A9A-F76A-DBEE774A1950}"/>
              </a:ext>
            </a:extLst>
          </p:cNvPr>
          <p:cNvGraphicFramePr>
            <a:graphicFrameLocks noGrp="1"/>
          </p:cNvGraphicFramePr>
          <p:nvPr>
            <p:extLst>
              <p:ext uri="{D42A27DB-BD31-4B8C-83A1-F6EECF244321}">
                <p14:modId xmlns:p14="http://schemas.microsoft.com/office/powerpoint/2010/main" val="2487875715"/>
              </p:ext>
            </p:extLst>
          </p:nvPr>
        </p:nvGraphicFramePr>
        <p:xfrm>
          <a:off x="368306" y="8170032"/>
          <a:ext cx="6066364" cy="372600"/>
        </p:xfrm>
        <a:graphic>
          <a:graphicData uri="http://schemas.openxmlformats.org/drawingml/2006/table">
            <a:tbl>
              <a:tblPr firstRow="1" bandRow="1">
                <a:tableStyleId>{5C22544A-7EE6-4342-B048-85BDC9FD1C3A}</a:tableStyleId>
              </a:tblPr>
              <a:tblGrid>
                <a:gridCol w="362808">
                  <a:extLst>
                    <a:ext uri="{9D8B030D-6E8A-4147-A177-3AD203B41FA5}">
                      <a16:colId xmlns:a16="http://schemas.microsoft.com/office/drawing/2014/main" val="657570846"/>
                    </a:ext>
                  </a:extLst>
                </a:gridCol>
                <a:gridCol w="398924">
                  <a:extLst>
                    <a:ext uri="{9D8B030D-6E8A-4147-A177-3AD203B41FA5}">
                      <a16:colId xmlns:a16="http://schemas.microsoft.com/office/drawing/2014/main" val="3259894497"/>
                    </a:ext>
                  </a:extLst>
                </a:gridCol>
                <a:gridCol w="468836">
                  <a:extLst>
                    <a:ext uri="{9D8B030D-6E8A-4147-A177-3AD203B41FA5}">
                      <a16:colId xmlns:a16="http://schemas.microsoft.com/office/drawing/2014/main" val="4170535043"/>
                    </a:ext>
                  </a:extLst>
                </a:gridCol>
                <a:gridCol w="402983">
                  <a:extLst>
                    <a:ext uri="{9D8B030D-6E8A-4147-A177-3AD203B41FA5}">
                      <a16:colId xmlns:a16="http://schemas.microsoft.com/office/drawing/2014/main" val="2079070694"/>
                    </a:ext>
                  </a:extLst>
                </a:gridCol>
                <a:gridCol w="402983">
                  <a:extLst>
                    <a:ext uri="{9D8B030D-6E8A-4147-A177-3AD203B41FA5}">
                      <a16:colId xmlns:a16="http://schemas.microsoft.com/office/drawing/2014/main" val="4213315911"/>
                    </a:ext>
                  </a:extLst>
                </a:gridCol>
                <a:gridCol w="402983">
                  <a:extLst>
                    <a:ext uri="{9D8B030D-6E8A-4147-A177-3AD203B41FA5}">
                      <a16:colId xmlns:a16="http://schemas.microsoft.com/office/drawing/2014/main" val="2769999950"/>
                    </a:ext>
                  </a:extLst>
                </a:gridCol>
                <a:gridCol w="402983">
                  <a:extLst>
                    <a:ext uri="{9D8B030D-6E8A-4147-A177-3AD203B41FA5}">
                      <a16:colId xmlns:a16="http://schemas.microsoft.com/office/drawing/2014/main" val="135637185"/>
                    </a:ext>
                  </a:extLst>
                </a:gridCol>
                <a:gridCol w="402983">
                  <a:extLst>
                    <a:ext uri="{9D8B030D-6E8A-4147-A177-3AD203B41FA5}">
                      <a16:colId xmlns:a16="http://schemas.microsoft.com/office/drawing/2014/main" val="3038050475"/>
                    </a:ext>
                  </a:extLst>
                </a:gridCol>
                <a:gridCol w="402983">
                  <a:extLst>
                    <a:ext uri="{9D8B030D-6E8A-4147-A177-3AD203B41FA5}">
                      <a16:colId xmlns:a16="http://schemas.microsoft.com/office/drawing/2014/main" val="1979433044"/>
                    </a:ext>
                  </a:extLst>
                </a:gridCol>
                <a:gridCol w="402983">
                  <a:extLst>
                    <a:ext uri="{9D8B030D-6E8A-4147-A177-3AD203B41FA5}">
                      <a16:colId xmlns:a16="http://schemas.microsoft.com/office/drawing/2014/main" val="4270661649"/>
                    </a:ext>
                  </a:extLst>
                </a:gridCol>
                <a:gridCol w="402983">
                  <a:extLst>
                    <a:ext uri="{9D8B030D-6E8A-4147-A177-3AD203B41FA5}">
                      <a16:colId xmlns:a16="http://schemas.microsoft.com/office/drawing/2014/main" val="3027041370"/>
                    </a:ext>
                  </a:extLst>
                </a:gridCol>
                <a:gridCol w="402983">
                  <a:extLst>
                    <a:ext uri="{9D8B030D-6E8A-4147-A177-3AD203B41FA5}">
                      <a16:colId xmlns:a16="http://schemas.microsoft.com/office/drawing/2014/main" val="2852526216"/>
                    </a:ext>
                  </a:extLst>
                </a:gridCol>
                <a:gridCol w="402983">
                  <a:extLst>
                    <a:ext uri="{9D8B030D-6E8A-4147-A177-3AD203B41FA5}">
                      <a16:colId xmlns:a16="http://schemas.microsoft.com/office/drawing/2014/main" val="103420222"/>
                    </a:ext>
                  </a:extLst>
                </a:gridCol>
                <a:gridCol w="402983">
                  <a:extLst>
                    <a:ext uri="{9D8B030D-6E8A-4147-A177-3AD203B41FA5}">
                      <a16:colId xmlns:a16="http://schemas.microsoft.com/office/drawing/2014/main" val="1470405609"/>
                    </a:ext>
                  </a:extLst>
                </a:gridCol>
                <a:gridCol w="4029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9FAB7791-5B4B-9E83-1C66-EACBFEE9303F}"/>
              </a:ext>
            </a:extLst>
          </p:cNvPr>
          <p:cNvGraphicFramePr>
            <a:graphicFrameLocks noGrp="1"/>
          </p:cNvGraphicFramePr>
          <p:nvPr>
            <p:extLst>
              <p:ext uri="{D42A27DB-BD31-4B8C-83A1-F6EECF244321}">
                <p14:modId xmlns:p14="http://schemas.microsoft.com/office/powerpoint/2010/main" val="533111675"/>
              </p:ext>
            </p:extLst>
          </p:nvPr>
        </p:nvGraphicFramePr>
        <p:xfrm>
          <a:off x="366647" y="8760144"/>
          <a:ext cx="6068023" cy="372600"/>
        </p:xfrm>
        <a:graphic>
          <a:graphicData uri="http://schemas.openxmlformats.org/drawingml/2006/table">
            <a:tbl>
              <a:tblPr firstRow="1" bandRow="1">
                <a:tableStyleId>{5C22544A-7EE6-4342-B048-85BDC9FD1C3A}</a:tableStyleId>
              </a:tblPr>
              <a:tblGrid>
                <a:gridCol w="362908">
                  <a:extLst>
                    <a:ext uri="{9D8B030D-6E8A-4147-A177-3AD203B41FA5}">
                      <a16:colId xmlns:a16="http://schemas.microsoft.com/office/drawing/2014/main" val="657570846"/>
                    </a:ext>
                  </a:extLst>
                </a:gridCol>
                <a:gridCol w="399034">
                  <a:extLst>
                    <a:ext uri="{9D8B030D-6E8A-4147-A177-3AD203B41FA5}">
                      <a16:colId xmlns:a16="http://schemas.microsoft.com/office/drawing/2014/main" val="3259894497"/>
                    </a:ext>
                  </a:extLst>
                </a:gridCol>
                <a:gridCol w="468965">
                  <a:extLst>
                    <a:ext uri="{9D8B030D-6E8A-4147-A177-3AD203B41FA5}">
                      <a16:colId xmlns:a16="http://schemas.microsoft.com/office/drawing/2014/main" val="4170535043"/>
                    </a:ext>
                  </a:extLst>
                </a:gridCol>
                <a:gridCol w="403093">
                  <a:extLst>
                    <a:ext uri="{9D8B030D-6E8A-4147-A177-3AD203B41FA5}">
                      <a16:colId xmlns:a16="http://schemas.microsoft.com/office/drawing/2014/main" val="2079070694"/>
                    </a:ext>
                  </a:extLst>
                </a:gridCol>
                <a:gridCol w="403093">
                  <a:extLst>
                    <a:ext uri="{9D8B030D-6E8A-4147-A177-3AD203B41FA5}">
                      <a16:colId xmlns:a16="http://schemas.microsoft.com/office/drawing/2014/main" val="4213315911"/>
                    </a:ext>
                  </a:extLst>
                </a:gridCol>
                <a:gridCol w="403093">
                  <a:extLst>
                    <a:ext uri="{9D8B030D-6E8A-4147-A177-3AD203B41FA5}">
                      <a16:colId xmlns:a16="http://schemas.microsoft.com/office/drawing/2014/main" val="2769999950"/>
                    </a:ext>
                  </a:extLst>
                </a:gridCol>
                <a:gridCol w="403093">
                  <a:extLst>
                    <a:ext uri="{9D8B030D-6E8A-4147-A177-3AD203B41FA5}">
                      <a16:colId xmlns:a16="http://schemas.microsoft.com/office/drawing/2014/main" val="135637185"/>
                    </a:ext>
                  </a:extLst>
                </a:gridCol>
                <a:gridCol w="403093">
                  <a:extLst>
                    <a:ext uri="{9D8B030D-6E8A-4147-A177-3AD203B41FA5}">
                      <a16:colId xmlns:a16="http://schemas.microsoft.com/office/drawing/2014/main" val="3038050475"/>
                    </a:ext>
                  </a:extLst>
                </a:gridCol>
                <a:gridCol w="403093">
                  <a:extLst>
                    <a:ext uri="{9D8B030D-6E8A-4147-A177-3AD203B41FA5}">
                      <a16:colId xmlns:a16="http://schemas.microsoft.com/office/drawing/2014/main" val="1979433044"/>
                    </a:ext>
                  </a:extLst>
                </a:gridCol>
                <a:gridCol w="403093">
                  <a:extLst>
                    <a:ext uri="{9D8B030D-6E8A-4147-A177-3AD203B41FA5}">
                      <a16:colId xmlns:a16="http://schemas.microsoft.com/office/drawing/2014/main" val="4270661649"/>
                    </a:ext>
                  </a:extLst>
                </a:gridCol>
                <a:gridCol w="403093">
                  <a:extLst>
                    <a:ext uri="{9D8B030D-6E8A-4147-A177-3AD203B41FA5}">
                      <a16:colId xmlns:a16="http://schemas.microsoft.com/office/drawing/2014/main" val="3027041370"/>
                    </a:ext>
                  </a:extLst>
                </a:gridCol>
                <a:gridCol w="403093">
                  <a:extLst>
                    <a:ext uri="{9D8B030D-6E8A-4147-A177-3AD203B41FA5}">
                      <a16:colId xmlns:a16="http://schemas.microsoft.com/office/drawing/2014/main" val="2852526216"/>
                    </a:ext>
                  </a:extLst>
                </a:gridCol>
                <a:gridCol w="403093">
                  <a:extLst>
                    <a:ext uri="{9D8B030D-6E8A-4147-A177-3AD203B41FA5}">
                      <a16:colId xmlns:a16="http://schemas.microsoft.com/office/drawing/2014/main" val="103420222"/>
                    </a:ext>
                  </a:extLst>
                </a:gridCol>
                <a:gridCol w="403093">
                  <a:extLst>
                    <a:ext uri="{9D8B030D-6E8A-4147-A177-3AD203B41FA5}">
                      <a16:colId xmlns:a16="http://schemas.microsoft.com/office/drawing/2014/main" val="1470405609"/>
                    </a:ext>
                  </a:extLst>
                </a:gridCol>
                <a:gridCol w="40309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OFS1_CH1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74558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a:t>
            </a:r>
          </a:p>
        </p:txBody>
      </p:sp>
      <p:graphicFrame>
        <p:nvGraphicFramePr>
          <p:cNvPr id="8" name="표 7">
            <a:extLst>
              <a:ext uri="{FF2B5EF4-FFF2-40B4-BE49-F238E27FC236}">
                <a16:creationId xmlns:a16="http://schemas.microsoft.com/office/drawing/2014/main" id="{FE4CC778-EAD2-EE71-4B0E-FDE8754B7327}"/>
              </a:ext>
            </a:extLst>
          </p:cNvPr>
          <p:cNvGraphicFramePr>
            <a:graphicFrameLocks noGrp="1"/>
          </p:cNvGraphicFramePr>
          <p:nvPr>
            <p:extLst>
              <p:ext uri="{D42A27DB-BD31-4B8C-83A1-F6EECF244321}">
                <p14:modId xmlns:p14="http://schemas.microsoft.com/office/powerpoint/2010/main" val="42388067"/>
              </p:ext>
            </p:extLst>
          </p:nvPr>
        </p:nvGraphicFramePr>
        <p:xfrm>
          <a:off x="399459" y="1110126"/>
          <a:ext cx="6053965"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80">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B7C73215-6393-C686-492F-A1EB6E18A8E4}"/>
              </a:ext>
            </a:extLst>
          </p:cNvPr>
          <p:cNvSpPr txBox="1"/>
          <p:nvPr/>
        </p:nvSpPr>
        <p:spPr>
          <a:xfrm>
            <a:off x="399453" y="1505809"/>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OFS2_2</a:t>
            </a:r>
          </a:p>
        </p:txBody>
      </p:sp>
      <p:graphicFrame>
        <p:nvGraphicFramePr>
          <p:cNvPr id="7" name="표 6">
            <a:extLst>
              <a:ext uri="{FF2B5EF4-FFF2-40B4-BE49-F238E27FC236}">
                <a16:creationId xmlns:a16="http://schemas.microsoft.com/office/drawing/2014/main" id="{232BA961-CFEF-5E7E-19DE-DDA6D4B0F896}"/>
              </a:ext>
            </a:extLst>
          </p:cNvPr>
          <p:cNvGraphicFramePr>
            <a:graphicFrameLocks noGrp="1"/>
          </p:cNvGraphicFramePr>
          <p:nvPr>
            <p:extLst>
              <p:ext uri="{D42A27DB-BD31-4B8C-83A1-F6EECF244321}">
                <p14:modId xmlns:p14="http://schemas.microsoft.com/office/powerpoint/2010/main" val="3467298035"/>
              </p:ext>
            </p:extLst>
          </p:nvPr>
        </p:nvGraphicFramePr>
        <p:xfrm>
          <a:off x="400335" y="1772298"/>
          <a:ext cx="6053095" cy="372600"/>
        </p:xfrm>
        <a:graphic>
          <a:graphicData uri="http://schemas.openxmlformats.org/drawingml/2006/table">
            <a:tbl>
              <a:tblPr firstRow="1" bandRow="1">
                <a:tableStyleId>{5C22544A-7EE6-4342-B048-85BDC9FD1C3A}</a:tableStyleId>
              </a:tblPr>
              <a:tblGrid>
                <a:gridCol w="351647">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E61FEC9E-82F3-676D-249A-5EF948FE8EAA}"/>
              </a:ext>
            </a:extLst>
          </p:cNvPr>
          <p:cNvSpPr txBox="1"/>
          <p:nvPr/>
        </p:nvSpPr>
        <p:spPr>
          <a:xfrm>
            <a:off x="398590" y="2158885"/>
            <a:ext cx="605397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OFS2_3</a:t>
            </a:r>
          </a:p>
        </p:txBody>
      </p:sp>
      <p:graphicFrame>
        <p:nvGraphicFramePr>
          <p:cNvPr id="12" name="표 11">
            <a:extLst>
              <a:ext uri="{FF2B5EF4-FFF2-40B4-BE49-F238E27FC236}">
                <a16:creationId xmlns:a16="http://schemas.microsoft.com/office/drawing/2014/main" id="{531189D1-3EB0-26C8-F492-06789272E63E}"/>
              </a:ext>
            </a:extLst>
          </p:cNvPr>
          <p:cNvGraphicFramePr>
            <a:graphicFrameLocks noGrp="1"/>
          </p:cNvGraphicFramePr>
          <p:nvPr>
            <p:extLst>
              <p:ext uri="{D42A27DB-BD31-4B8C-83A1-F6EECF244321}">
                <p14:modId xmlns:p14="http://schemas.microsoft.com/office/powerpoint/2010/main" val="2851099818"/>
              </p:ext>
            </p:extLst>
          </p:nvPr>
        </p:nvGraphicFramePr>
        <p:xfrm>
          <a:off x="398590" y="2425374"/>
          <a:ext cx="6054843"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2">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63E5DEB-BA4D-1BA8-A503-E44B64D14EE0}"/>
              </a:ext>
            </a:extLst>
          </p:cNvPr>
          <p:cNvSpPr txBox="1"/>
          <p:nvPr/>
        </p:nvSpPr>
        <p:spPr>
          <a:xfrm>
            <a:off x="399464" y="2821055"/>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OFS2_4</a:t>
            </a:r>
          </a:p>
        </p:txBody>
      </p:sp>
      <p:graphicFrame>
        <p:nvGraphicFramePr>
          <p:cNvPr id="27" name="표 26">
            <a:extLst>
              <a:ext uri="{FF2B5EF4-FFF2-40B4-BE49-F238E27FC236}">
                <a16:creationId xmlns:a16="http://schemas.microsoft.com/office/drawing/2014/main" id="{BF065BAF-8E6E-83D5-2737-EA5C30BC28A8}"/>
              </a:ext>
            </a:extLst>
          </p:cNvPr>
          <p:cNvGraphicFramePr>
            <a:graphicFrameLocks noGrp="1"/>
          </p:cNvGraphicFramePr>
          <p:nvPr>
            <p:extLst>
              <p:ext uri="{D42A27DB-BD31-4B8C-83A1-F6EECF244321}">
                <p14:modId xmlns:p14="http://schemas.microsoft.com/office/powerpoint/2010/main" val="3328343553"/>
              </p:ext>
            </p:extLst>
          </p:nvPr>
        </p:nvGraphicFramePr>
        <p:xfrm>
          <a:off x="397719" y="3087544"/>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C0AC2242-7CCF-2E91-5DD3-268FEECEA744}"/>
              </a:ext>
            </a:extLst>
          </p:cNvPr>
          <p:cNvSpPr txBox="1"/>
          <p:nvPr/>
        </p:nvSpPr>
        <p:spPr>
          <a:xfrm>
            <a:off x="413542" y="3482099"/>
            <a:ext cx="603901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OFS2_5</a:t>
            </a:r>
          </a:p>
        </p:txBody>
      </p:sp>
      <p:graphicFrame>
        <p:nvGraphicFramePr>
          <p:cNvPr id="29" name="표 28">
            <a:extLst>
              <a:ext uri="{FF2B5EF4-FFF2-40B4-BE49-F238E27FC236}">
                <a16:creationId xmlns:a16="http://schemas.microsoft.com/office/drawing/2014/main" id="{8E3B3684-2149-4184-EAFE-E73A58D5E373}"/>
              </a:ext>
            </a:extLst>
          </p:cNvPr>
          <p:cNvGraphicFramePr>
            <a:graphicFrameLocks noGrp="1"/>
          </p:cNvGraphicFramePr>
          <p:nvPr>
            <p:extLst>
              <p:ext uri="{D42A27DB-BD31-4B8C-83A1-F6EECF244321}">
                <p14:modId xmlns:p14="http://schemas.microsoft.com/office/powerpoint/2010/main" val="1515233481"/>
              </p:ext>
            </p:extLst>
          </p:nvPr>
        </p:nvGraphicFramePr>
        <p:xfrm>
          <a:off x="397719" y="3744355"/>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B56A05A2-0FF1-5C20-4A43-237698A99A98}"/>
              </a:ext>
            </a:extLst>
          </p:cNvPr>
          <p:cNvSpPr txBox="1"/>
          <p:nvPr/>
        </p:nvSpPr>
        <p:spPr>
          <a:xfrm>
            <a:off x="397717" y="4139226"/>
            <a:ext cx="605484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OFS2_6</a:t>
            </a:r>
          </a:p>
        </p:txBody>
      </p:sp>
      <p:graphicFrame>
        <p:nvGraphicFramePr>
          <p:cNvPr id="32" name="표 31">
            <a:extLst>
              <a:ext uri="{FF2B5EF4-FFF2-40B4-BE49-F238E27FC236}">
                <a16:creationId xmlns:a16="http://schemas.microsoft.com/office/drawing/2014/main" id="{E20EBFAD-7844-2D12-D90B-591BF92DCE44}"/>
              </a:ext>
            </a:extLst>
          </p:cNvPr>
          <p:cNvGraphicFramePr>
            <a:graphicFrameLocks noGrp="1"/>
          </p:cNvGraphicFramePr>
          <p:nvPr>
            <p:extLst>
              <p:ext uri="{D42A27DB-BD31-4B8C-83A1-F6EECF244321}">
                <p14:modId xmlns:p14="http://schemas.microsoft.com/office/powerpoint/2010/main" val="2120072379"/>
              </p:ext>
            </p:extLst>
          </p:nvPr>
        </p:nvGraphicFramePr>
        <p:xfrm>
          <a:off x="397717" y="4405715"/>
          <a:ext cx="6046744" cy="372600"/>
        </p:xfrm>
        <a:graphic>
          <a:graphicData uri="http://schemas.openxmlformats.org/drawingml/2006/table">
            <a:tbl>
              <a:tblPr firstRow="1" bandRow="1">
                <a:tableStyleId>{5C22544A-7EE6-4342-B048-85BDC9FD1C3A}</a:tableStyleId>
              </a:tblPr>
              <a:tblGrid>
                <a:gridCol w="351279">
                  <a:extLst>
                    <a:ext uri="{9D8B030D-6E8A-4147-A177-3AD203B41FA5}">
                      <a16:colId xmlns:a16="http://schemas.microsoft.com/office/drawing/2014/main" val="657570846"/>
                    </a:ext>
                  </a:extLst>
                </a:gridCol>
                <a:gridCol w="386245">
                  <a:extLst>
                    <a:ext uri="{9D8B030D-6E8A-4147-A177-3AD203B41FA5}">
                      <a16:colId xmlns:a16="http://schemas.microsoft.com/office/drawing/2014/main" val="3259894497"/>
                    </a:ext>
                  </a:extLst>
                </a:gridCol>
                <a:gridCol w="453936">
                  <a:extLst>
                    <a:ext uri="{9D8B030D-6E8A-4147-A177-3AD203B41FA5}">
                      <a16:colId xmlns:a16="http://schemas.microsoft.com/office/drawing/2014/main" val="4170535043"/>
                    </a:ext>
                  </a:extLst>
                </a:gridCol>
                <a:gridCol w="404607">
                  <a:extLst>
                    <a:ext uri="{9D8B030D-6E8A-4147-A177-3AD203B41FA5}">
                      <a16:colId xmlns:a16="http://schemas.microsoft.com/office/drawing/2014/main" val="2079070694"/>
                    </a:ext>
                  </a:extLst>
                </a:gridCol>
                <a:gridCol w="404607">
                  <a:extLst>
                    <a:ext uri="{9D8B030D-6E8A-4147-A177-3AD203B41FA5}">
                      <a16:colId xmlns:a16="http://schemas.microsoft.com/office/drawing/2014/main" val="4213315911"/>
                    </a:ext>
                  </a:extLst>
                </a:gridCol>
                <a:gridCol w="404607">
                  <a:extLst>
                    <a:ext uri="{9D8B030D-6E8A-4147-A177-3AD203B41FA5}">
                      <a16:colId xmlns:a16="http://schemas.microsoft.com/office/drawing/2014/main" val="2769999950"/>
                    </a:ext>
                  </a:extLst>
                </a:gridCol>
                <a:gridCol w="404607">
                  <a:extLst>
                    <a:ext uri="{9D8B030D-6E8A-4147-A177-3AD203B41FA5}">
                      <a16:colId xmlns:a16="http://schemas.microsoft.com/office/drawing/2014/main" val="135637185"/>
                    </a:ext>
                  </a:extLst>
                </a:gridCol>
                <a:gridCol w="404607">
                  <a:extLst>
                    <a:ext uri="{9D8B030D-6E8A-4147-A177-3AD203B41FA5}">
                      <a16:colId xmlns:a16="http://schemas.microsoft.com/office/drawing/2014/main" val="3038050475"/>
                    </a:ext>
                  </a:extLst>
                </a:gridCol>
                <a:gridCol w="404607">
                  <a:extLst>
                    <a:ext uri="{9D8B030D-6E8A-4147-A177-3AD203B41FA5}">
                      <a16:colId xmlns:a16="http://schemas.microsoft.com/office/drawing/2014/main" val="1979433044"/>
                    </a:ext>
                  </a:extLst>
                </a:gridCol>
                <a:gridCol w="404607">
                  <a:extLst>
                    <a:ext uri="{9D8B030D-6E8A-4147-A177-3AD203B41FA5}">
                      <a16:colId xmlns:a16="http://schemas.microsoft.com/office/drawing/2014/main" val="4270661649"/>
                    </a:ext>
                  </a:extLst>
                </a:gridCol>
                <a:gridCol w="404607">
                  <a:extLst>
                    <a:ext uri="{9D8B030D-6E8A-4147-A177-3AD203B41FA5}">
                      <a16:colId xmlns:a16="http://schemas.microsoft.com/office/drawing/2014/main" val="3027041370"/>
                    </a:ext>
                  </a:extLst>
                </a:gridCol>
                <a:gridCol w="404607">
                  <a:extLst>
                    <a:ext uri="{9D8B030D-6E8A-4147-A177-3AD203B41FA5}">
                      <a16:colId xmlns:a16="http://schemas.microsoft.com/office/drawing/2014/main" val="2852526216"/>
                    </a:ext>
                  </a:extLst>
                </a:gridCol>
                <a:gridCol w="404607">
                  <a:extLst>
                    <a:ext uri="{9D8B030D-6E8A-4147-A177-3AD203B41FA5}">
                      <a16:colId xmlns:a16="http://schemas.microsoft.com/office/drawing/2014/main" val="103420222"/>
                    </a:ext>
                  </a:extLst>
                </a:gridCol>
                <a:gridCol w="404607">
                  <a:extLst>
                    <a:ext uri="{9D8B030D-6E8A-4147-A177-3AD203B41FA5}">
                      <a16:colId xmlns:a16="http://schemas.microsoft.com/office/drawing/2014/main" val="1470405609"/>
                    </a:ext>
                  </a:extLst>
                </a:gridCol>
                <a:gridCol w="40460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6899DE62-C317-4E51-C941-4CCA92A8B17E}"/>
              </a:ext>
            </a:extLst>
          </p:cNvPr>
          <p:cNvSpPr txBox="1"/>
          <p:nvPr/>
        </p:nvSpPr>
        <p:spPr>
          <a:xfrm>
            <a:off x="397712" y="4801100"/>
            <a:ext cx="60467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OFS2_7</a:t>
            </a:r>
          </a:p>
        </p:txBody>
      </p:sp>
      <p:graphicFrame>
        <p:nvGraphicFramePr>
          <p:cNvPr id="34" name="표 33">
            <a:extLst>
              <a:ext uri="{FF2B5EF4-FFF2-40B4-BE49-F238E27FC236}">
                <a16:creationId xmlns:a16="http://schemas.microsoft.com/office/drawing/2014/main" id="{553B7D1F-3AFF-6062-3AE5-847BEF6240EB}"/>
              </a:ext>
            </a:extLst>
          </p:cNvPr>
          <p:cNvGraphicFramePr>
            <a:graphicFrameLocks noGrp="1"/>
          </p:cNvGraphicFramePr>
          <p:nvPr>
            <p:extLst>
              <p:ext uri="{D42A27DB-BD31-4B8C-83A1-F6EECF244321}">
                <p14:modId xmlns:p14="http://schemas.microsoft.com/office/powerpoint/2010/main" val="2762910350"/>
              </p:ext>
            </p:extLst>
          </p:nvPr>
        </p:nvGraphicFramePr>
        <p:xfrm>
          <a:off x="404814" y="5067589"/>
          <a:ext cx="603963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2">
                  <a:extLst>
                    <a:ext uri="{9D8B030D-6E8A-4147-A177-3AD203B41FA5}">
                      <a16:colId xmlns:a16="http://schemas.microsoft.com/office/drawing/2014/main" val="3259894497"/>
                    </a:ext>
                  </a:extLst>
                </a:gridCol>
                <a:gridCol w="453404">
                  <a:extLst>
                    <a:ext uri="{9D8B030D-6E8A-4147-A177-3AD203B41FA5}">
                      <a16:colId xmlns:a16="http://schemas.microsoft.com/office/drawing/2014/main" val="4170535043"/>
                    </a:ext>
                  </a:extLst>
                </a:gridCol>
                <a:gridCol w="404131">
                  <a:extLst>
                    <a:ext uri="{9D8B030D-6E8A-4147-A177-3AD203B41FA5}">
                      <a16:colId xmlns:a16="http://schemas.microsoft.com/office/drawing/2014/main" val="2079070694"/>
                    </a:ext>
                  </a:extLst>
                </a:gridCol>
                <a:gridCol w="404131">
                  <a:extLst>
                    <a:ext uri="{9D8B030D-6E8A-4147-A177-3AD203B41FA5}">
                      <a16:colId xmlns:a16="http://schemas.microsoft.com/office/drawing/2014/main" val="4213315911"/>
                    </a:ext>
                  </a:extLst>
                </a:gridCol>
                <a:gridCol w="404131">
                  <a:extLst>
                    <a:ext uri="{9D8B030D-6E8A-4147-A177-3AD203B41FA5}">
                      <a16:colId xmlns:a16="http://schemas.microsoft.com/office/drawing/2014/main" val="2769999950"/>
                    </a:ext>
                  </a:extLst>
                </a:gridCol>
                <a:gridCol w="404131">
                  <a:extLst>
                    <a:ext uri="{9D8B030D-6E8A-4147-A177-3AD203B41FA5}">
                      <a16:colId xmlns:a16="http://schemas.microsoft.com/office/drawing/2014/main" val="135637185"/>
                    </a:ext>
                  </a:extLst>
                </a:gridCol>
                <a:gridCol w="404131">
                  <a:extLst>
                    <a:ext uri="{9D8B030D-6E8A-4147-A177-3AD203B41FA5}">
                      <a16:colId xmlns:a16="http://schemas.microsoft.com/office/drawing/2014/main" val="3038050475"/>
                    </a:ext>
                  </a:extLst>
                </a:gridCol>
                <a:gridCol w="404131">
                  <a:extLst>
                    <a:ext uri="{9D8B030D-6E8A-4147-A177-3AD203B41FA5}">
                      <a16:colId xmlns:a16="http://schemas.microsoft.com/office/drawing/2014/main" val="1979433044"/>
                    </a:ext>
                  </a:extLst>
                </a:gridCol>
                <a:gridCol w="404131">
                  <a:extLst>
                    <a:ext uri="{9D8B030D-6E8A-4147-A177-3AD203B41FA5}">
                      <a16:colId xmlns:a16="http://schemas.microsoft.com/office/drawing/2014/main" val="4270661649"/>
                    </a:ext>
                  </a:extLst>
                </a:gridCol>
                <a:gridCol w="404131">
                  <a:extLst>
                    <a:ext uri="{9D8B030D-6E8A-4147-A177-3AD203B41FA5}">
                      <a16:colId xmlns:a16="http://schemas.microsoft.com/office/drawing/2014/main" val="3027041370"/>
                    </a:ext>
                  </a:extLst>
                </a:gridCol>
                <a:gridCol w="404131">
                  <a:extLst>
                    <a:ext uri="{9D8B030D-6E8A-4147-A177-3AD203B41FA5}">
                      <a16:colId xmlns:a16="http://schemas.microsoft.com/office/drawing/2014/main" val="2852526216"/>
                    </a:ext>
                  </a:extLst>
                </a:gridCol>
                <a:gridCol w="404131">
                  <a:extLst>
                    <a:ext uri="{9D8B030D-6E8A-4147-A177-3AD203B41FA5}">
                      <a16:colId xmlns:a16="http://schemas.microsoft.com/office/drawing/2014/main" val="103420222"/>
                    </a:ext>
                  </a:extLst>
                </a:gridCol>
                <a:gridCol w="404131">
                  <a:extLst>
                    <a:ext uri="{9D8B030D-6E8A-4147-A177-3AD203B41FA5}">
                      <a16:colId xmlns:a16="http://schemas.microsoft.com/office/drawing/2014/main" val="1470405609"/>
                    </a:ext>
                  </a:extLst>
                </a:gridCol>
                <a:gridCol w="4041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9E535E07-1BB0-76F1-FC45-B75873606116}"/>
              </a:ext>
            </a:extLst>
          </p:cNvPr>
          <p:cNvSpPr txBox="1"/>
          <p:nvPr/>
        </p:nvSpPr>
        <p:spPr>
          <a:xfrm>
            <a:off x="397712" y="5457476"/>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OFS2_8</a:t>
            </a:r>
          </a:p>
        </p:txBody>
      </p:sp>
      <p:graphicFrame>
        <p:nvGraphicFramePr>
          <p:cNvPr id="36" name="표 35">
            <a:extLst>
              <a:ext uri="{FF2B5EF4-FFF2-40B4-BE49-F238E27FC236}">
                <a16:creationId xmlns:a16="http://schemas.microsoft.com/office/drawing/2014/main" id="{3C858469-E7E7-6983-6E10-EC43B0DDC34F}"/>
              </a:ext>
            </a:extLst>
          </p:cNvPr>
          <p:cNvGraphicFramePr>
            <a:graphicFrameLocks noGrp="1"/>
          </p:cNvGraphicFramePr>
          <p:nvPr>
            <p:extLst>
              <p:ext uri="{D42A27DB-BD31-4B8C-83A1-F6EECF244321}">
                <p14:modId xmlns:p14="http://schemas.microsoft.com/office/powerpoint/2010/main" val="240287847"/>
              </p:ext>
            </p:extLst>
          </p:nvPr>
        </p:nvGraphicFramePr>
        <p:xfrm>
          <a:off x="397713" y="5723965"/>
          <a:ext cx="6053097"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4">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179A3219-8536-E5A0-D755-F919996D61D6}"/>
              </a:ext>
            </a:extLst>
          </p:cNvPr>
          <p:cNvSpPr txBox="1"/>
          <p:nvPr/>
        </p:nvSpPr>
        <p:spPr>
          <a:xfrm>
            <a:off x="395962" y="6119823"/>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OFS2_9</a:t>
            </a:r>
          </a:p>
        </p:txBody>
      </p:sp>
      <p:graphicFrame>
        <p:nvGraphicFramePr>
          <p:cNvPr id="38" name="표 37">
            <a:extLst>
              <a:ext uri="{FF2B5EF4-FFF2-40B4-BE49-F238E27FC236}">
                <a16:creationId xmlns:a16="http://schemas.microsoft.com/office/drawing/2014/main" id="{CEA1B82A-448B-5D0E-2134-F324CBB19F12}"/>
              </a:ext>
            </a:extLst>
          </p:cNvPr>
          <p:cNvGraphicFramePr>
            <a:graphicFrameLocks noGrp="1"/>
          </p:cNvGraphicFramePr>
          <p:nvPr>
            <p:extLst>
              <p:ext uri="{D42A27DB-BD31-4B8C-83A1-F6EECF244321}">
                <p14:modId xmlns:p14="http://schemas.microsoft.com/office/powerpoint/2010/main" val="98486090"/>
              </p:ext>
            </p:extLst>
          </p:nvPr>
        </p:nvGraphicFramePr>
        <p:xfrm>
          <a:off x="395963" y="6386312"/>
          <a:ext cx="6054857"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47B5ED-5906-A95C-C7C5-C6297FC0ED64}"/>
              </a:ext>
            </a:extLst>
          </p:cNvPr>
          <p:cNvSpPr txBox="1"/>
          <p:nvPr/>
        </p:nvSpPr>
        <p:spPr>
          <a:xfrm>
            <a:off x="400334" y="6776424"/>
            <a:ext cx="605047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OFS2_10</a:t>
            </a:r>
          </a:p>
        </p:txBody>
      </p:sp>
      <p:graphicFrame>
        <p:nvGraphicFramePr>
          <p:cNvPr id="40" name="표 39">
            <a:extLst>
              <a:ext uri="{FF2B5EF4-FFF2-40B4-BE49-F238E27FC236}">
                <a16:creationId xmlns:a16="http://schemas.microsoft.com/office/drawing/2014/main" id="{3DAC43AF-45D8-D4AA-2525-81801267CA08}"/>
              </a:ext>
            </a:extLst>
          </p:cNvPr>
          <p:cNvGraphicFramePr>
            <a:graphicFrameLocks noGrp="1"/>
          </p:cNvGraphicFramePr>
          <p:nvPr>
            <p:extLst>
              <p:ext uri="{D42A27DB-BD31-4B8C-83A1-F6EECF244321}">
                <p14:modId xmlns:p14="http://schemas.microsoft.com/office/powerpoint/2010/main" val="3342905063"/>
              </p:ext>
            </p:extLst>
          </p:nvPr>
        </p:nvGraphicFramePr>
        <p:xfrm>
          <a:off x="389591" y="7042913"/>
          <a:ext cx="6054859" cy="372600"/>
        </p:xfrm>
        <a:graphic>
          <a:graphicData uri="http://schemas.openxmlformats.org/drawingml/2006/table">
            <a:tbl>
              <a:tblPr firstRow="1" bandRow="1">
                <a:tableStyleId>{5C22544A-7EE6-4342-B048-85BDC9FD1C3A}</a:tableStyleId>
              </a:tblPr>
              <a:tblGrid>
                <a:gridCol w="351750">
                  <a:extLst>
                    <a:ext uri="{9D8B030D-6E8A-4147-A177-3AD203B41FA5}">
                      <a16:colId xmlns:a16="http://schemas.microsoft.com/office/drawing/2014/main" val="657570846"/>
                    </a:ext>
                  </a:extLst>
                </a:gridCol>
                <a:gridCol w="386764">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51A1028D-0BCB-1E94-5FA5-670781F433D4}"/>
              </a:ext>
            </a:extLst>
          </p:cNvPr>
          <p:cNvSpPr txBox="1"/>
          <p:nvPr/>
        </p:nvSpPr>
        <p:spPr>
          <a:xfrm>
            <a:off x="383974" y="808537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OFS2_12</a:t>
            </a:r>
          </a:p>
        </p:txBody>
      </p:sp>
      <p:graphicFrame>
        <p:nvGraphicFramePr>
          <p:cNvPr id="10" name="표 9">
            <a:extLst>
              <a:ext uri="{FF2B5EF4-FFF2-40B4-BE49-F238E27FC236}">
                <a16:creationId xmlns:a16="http://schemas.microsoft.com/office/drawing/2014/main" id="{F3D7034B-4975-B3F2-43D1-645124025735}"/>
              </a:ext>
            </a:extLst>
          </p:cNvPr>
          <p:cNvGraphicFramePr>
            <a:graphicFrameLocks noGrp="1"/>
          </p:cNvGraphicFramePr>
          <p:nvPr>
            <p:extLst>
              <p:ext uri="{D42A27DB-BD31-4B8C-83A1-F6EECF244321}">
                <p14:modId xmlns:p14="http://schemas.microsoft.com/office/powerpoint/2010/main" val="3608524650"/>
              </p:ext>
            </p:extLst>
          </p:nvPr>
        </p:nvGraphicFramePr>
        <p:xfrm>
          <a:off x="383975" y="8351864"/>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ECC73A73-13AE-14BB-A7C9-BC1AA8BB0E47}"/>
              </a:ext>
            </a:extLst>
          </p:cNvPr>
          <p:cNvSpPr txBox="1"/>
          <p:nvPr/>
        </p:nvSpPr>
        <p:spPr>
          <a:xfrm>
            <a:off x="383974" y="7432798"/>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OFS2_11</a:t>
            </a:r>
          </a:p>
        </p:txBody>
      </p:sp>
      <p:graphicFrame>
        <p:nvGraphicFramePr>
          <p:cNvPr id="14" name="표 13">
            <a:extLst>
              <a:ext uri="{FF2B5EF4-FFF2-40B4-BE49-F238E27FC236}">
                <a16:creationId xmlns:a16="http://schemas.microsoft.com/office/drawing/2014/main" id="{C0D27092-8143-FAB7-4483-5A80BD12EEBA}"/>
              </a:ext>
            </a:extLst>
          </p:cNvPr>
          <p:cNvGraphicFramePr>
            <a:graphicFrameLocks noGrp="1"/>
          </p:cNvGraphicFramePr>
          <p:nvPr>
            <p:extLst>
              <p:ext uri="{D42A27DB-BD31-4B8C-83A1-F6EECF244321}">
                <p14:modId xmlns:p14="http://schemas.microsoft.com/office/powerpoint/2010/main" val="3151349755"/>
              </p:ext>
            </p:extLst>
          </p:nvPr>
        </p:nvGraphicFramePr>
        <p:xfrm>
          <a:off x="383975" y="7690505"/>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OFS2_CH11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C910A1C4-AD0D-753F-AE26-EEB05D648AB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278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440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879025" y="1753754"/>
            <a:ext cx="1602000" cy="1602000"/>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473206" cy="230832"/>
            </a:xfrm>
            <a:prstGeom prst="rect">
              <a:avLst/>
            </a:prstGeom>
            <a:noFill/>
            <a:ln w="12700">
              <a:noFill/>
            </a:ln>
          </p:spPr>
          <p:txBody>
            <a:bodyPr wrap="none" rtlCol="0">
              <a:spAutoFit/>
            </a:bodyPr>
            <a:lstStyle/>
            <a:p>
              <a:r>
                <a:rPr lang="en-US" altLang="ko-KR" sz="900" dirty="0"/>
                <a:t>Pin #1</a:t>
              </a:r>
              <a:endParaRPr lang="ko-KR" altLang="en-US" sz="900" dirty="0"/>
            </a:p>
          </p:txBody>
        </p:sp>
      </p:grpSp>
      <p:sp>
        <p:nvSpPr>
          <p:cNvPr id="15" name="TextBox 14">
            <a:extLst>
              <a:ext uri="{FF2B5EF4-FFF2-40B4-BE49-F238E27FC236}">
                <a16:creationId xmlns:a16="http://schemas.microsoft.com/office/drawing/2014/main" id="{0CB09810-A151-C751-9644-0DADE9A706F0}"/>
              </a:ext>
            </a:extLst>
          </p:cNvPr>
          <p:cNvSpPr txBox="1"/>
          <p:nvPr/>
        </p:nvSpPr>
        <p:spPr>
          <a:xfrm>
            <a:off x="1132457" y="132385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493788" y="1753754"/>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619788" y="1771292"/>
            <a:ext cx="0" cy="154800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483153" y="3333993"/>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756626" y="358740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350337" y="358643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884543" y="3591753"/>
            <a:ext cx="1584000"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F1D99D7-953D-A0B1-E3C7-F81D54B49737}"/>
              </a:ext>
            </a:extLst>
          </p:cNvPr>
          <p:cNvSpPr txBox="1"/>
          <p:nvPr/>
        </p:nvSpPr>
        <p:spPr>
          <a:xfrm>
            <a:off x="553206" y="2395833"/>
            <a:ext cx="141633" cy="241980"/>
          </a:xfrm>
          <a:prstGeom prst="rect">
            <a:avLst/>
          </a:prstGeom>
          <a:solidFill>
            <a:schemeClr val="bg1"/>
          </a:solidFill>
        </p:spPr>
        <p:txBody>
          <a:bodyPr wrap="none" lIns="36000" tIns="36000" rIns="36000" bIns="36000" rtlCol="0" anchor="ctr" anchorCtr="0">
            <a:spAutoFit/>
          </a:bodyPr>
          <a:lstStyle/>
          <a:p>
            <a:r>
              <a:rPr lang="en-US" altLang="ko-KR" sz="1100" dirty="0"/>
              <a:t>E</a:t>
            </a:r>
            <a:endParaRPr lang="ko-KR" altLang="en-US" sz="1100" dirty="0"/>
          </a:p>
        </p:txBody>
      </p:sp>
      <p:pic>
        <p:nvPicPr>
          <p:cNvPr id="26" name="그림 25">
            <a:extLst>
              <a:ext uri="{FF2B5EF4-FFF2-40B4-BE49-F238E27FC236}">
                <a16:creationId xmlns:a16="http://schemas.microsoft.com/office/drawing/2014/main" id="{449C47C4-7FB3-1946-5F54-68E969EBDA12}"/>
              </a:ext>
            </a:extLst>
          </p:cNvPr>
          <p:cNvPicPr>
            <a:picLocks noChangeAspect="1"/>
          </p:cNvPicPr>
          <p:nvPr/>
        </p:nvPicPr>
        <p:blipFill>
          <a:blip r:embed="rId4"/>
          <a:stretch>
            <a:fillRect/>
          </a:stretch>
        </p:blipFill>
        <p:spPr>
          <a:xfrm>
            <a:off x="514373" y="3864467"/>
            <a:ext cx="1987236" cy="614183"/>
          </a:xfrm>
          <a:prstGeom prst="rect">
            <a:avLst/>
          </a:prstGeom>
        </p:spPr>
      </p:pic>
      <p:sp>
        <p:nvSpPr>
          <p:cNvPr id="29" name="TextBox 28">
            <a:extLst>
              <a:ext uri="{FF2B5EF4-FFF2-40B4-BE49-F238E27FC236}">
                <a16:creationId xmlns:a16="http://schemas.microsoft.com/office/drawing/2014/main" id="{40700C89-2519-CBD2-F48D-BD62E4479CF3}"/>
              </a:ext>
            </a:extLst>
          </p:cNvPr>
          <p:cNvSpPr txBox="1"/>
          <p:nvPr/>
        </p:nvSpPr>
        <p:spPr>
          <a:xfrm>
            <a:off x="4280313" y="1326980"/>
            <a:ext cx="12799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BOTTOM VIEW</a:t>
            </a:r>
            <a:endParaRPr lang="ko-KR" altLang="en-US" sz="1200" dirty="0">
              <a:latin typeface="Arial" panose="020B0604020202020204" pitchFamily="34" charset="0"/>
              <a:cs typeface="Arial" panose="020B0604020202020204" pitchFamily="34" charset="0"/>
            </a:endParaRPr>
          </a:p>
        </p:txBody>
      </p:sp>
      <p:grpSp>
        <p:nvGrpSpPr>
          <p:cNvPr id="30" name="그룹 29">
            <a:extLst>
              <a:ext uri="{FF2B5EF4-FFF2-40B4-BE49-F238E27FC236}">
                <a16:creationId xmlns:a16="http://schemas.microsoft.com/office/drawing/2014/main" id="{FBA99B99-A6BC-D70B-8172-3DF8D4466D5E}"/>
              </a:ext>
            </a:extLst>
          </p:cNvPr>
          <p:cNvGrpSpPr/>
          <p:nvPr/>
        </p:nvGrpSpPr>
        <p:grpSpPr>
          <a:xfrm>
            <a:off x="3223974" y="1553503"/>
            <a:ext cx="3384830" cy="2677553"/>
            <a:chOff x="3248734" y="2136795"/>
            <a:chExt cx="3384830" cy="2677553"/>
          </a:xfrm>
        </p:grpSpPr>
        <p:sp>
          <p:nvSpPr>
            <p:cNvPr id="31" name="직사각형 30">
              <a:extLst>
                <a:ext uri="{FF2B5EF4-FFF2-40B4-BE49-F238E27FC236}">
                  <a16:creationId xmlns:a16="http://schemas.microsoft.com/office/drawing/2014/main" id="{50E6F157-B0EE-6149-08BA-EA3A42AE479A}"/>
                </a:ext>
              </a:extLst>
            </p:cNvPr>
            <p:cNvSpPr/>
            <p:nvPr/>
          </p:nvSpPr>
          <p:spPr>
            <a:xfrm>
              <a:off x="5205345" y="2825794"/>
              <a:ext cx="367085" cy="11779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32" name="직사각형 31">
              <a:extLst>
                <a:ext uri="{FF2B5EF4-FFF2-40B4-BE49-F238E27FC236}">
                  <a16:creationId xmlns:a16="http://schemas.microsoft.com/office/drawing/2014/main" id="{DC327420-CEFE-2CA0-F1AE-207D76DC70DE}"/>
                </a:ext>
              </a:extLst>
            </p:cNvPr>
            <p:cNvSpPr/>
            <p:nvPr/>
          </p:nvSpPr>
          <p:spPr>
            <a:xfrm rot="19581337">
              <a:off x="5097443" y="3782709"/>
              <a:ext cx="367085" cy="299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pic>
          <p:nvPicPr>
            <p:cNvPr id="33" name="그림 32">
              <a:extLst>
                <a:ext uri="{FF2B5EF4-FFF2-40B4-BE49-F238E27FC236}">
                  <a16:creationId xmlns:a16="http://schemas.microsoft.com/office/drawing/2014/main" id="{A4CF84E0-EB20-FE36-7155-8C7A11D515BB}"/>
                </a:ext>
              </a:extLst>
            </p:cNvPr>
            <p:cNvPicPr>
              <a:picLocks noChangeAspect="1"/>
            </p:cNvPicPr>
            <p:nvPr/>
          </p:nvPicPr>
          <p:blipFill>
            <a:blip r:embed="rId5"/>
            <a:stretch>
              <a:fillRect/>
            </a:stretch>
          </p:blipFill>
          <p:spPr>
            <a:xfrm>
              <a:off x="3248734" y="2136795"/>
              <a:ext cx="3384830" cy="2677553"/>
            </a:xfrm>
            <a:prstGeom prst="rect">
              <a:avLst/>
            </a:prstGeom>
          </p:spPr>
        </p:pic>
        <p:sp>
          <p:nvSpPr>
            <p:cNvPr id="35" name="직사각형 34">
              <a:extLst>
                <a:ext uri="{FF2B5EF4-FFF2-40B4-BE49-F238E27FC236}">
                  <a16:creationId xmlns:a16="http://schemas.microsoft.com/office/drawing/2014/main" id="{E2C7DF1C-0150-54A4-D838-6EF7DE6D219D}"/>
                </a:ext>
              </a:extLst>
            </p:cNvPr>
            <p:cNvSpPr/>
            <p:nvPr/>
          </p:nvSpPr>
          <p:spPr>
            <a:xfrm>
              <a:off x="4278652" y="2770814"/>
              <a:ext cx="1051055" cy="1352166"/>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37" name="이등변 삼각형 36">
              <a:extLst>
                <a:ext uri="{FF2B5EF4-FFF2-40B4-BE49-F238E27FC236}">
                  <a16:creationId xmlns:a16="http://schemas.microsoft.com/office/drawing/2014/main" id="{CD88E017-7D6C-954C-5832-F0D2180DB722}"/>
                </a:ext>
              </a:extLst>
            </p:cNvPr>
            <p:cNvSpPr/>
            <p:nvPr/>
          </p:nvSpPr>
          <p:spPr>
            <a:xfrm>
              <a:off x="5073433" y="3862438"/>
              <a:ext cx="333955" cy="300663"/>
            </a:xfrm>
            <a:prstGeom prst="triangle">
              <a:avLst>
                <a:gd name="adj" fmla="val 766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cxnSp>
          <p:nvCxnSpPr>
            <p:cNvPr id="38" name="직선 연결선 37">
              <a:extLst>
                <a:ext uri="{FF2B5EF4-FFF2-40B4-BE49-F238E27FC236}">
                  <a16:creationId xmlns:a16="http://schemas.microsoft.com/office/drawing/2014/main" id="{045BB083-CDEE-985D-B71B-298BE2E089BA}"/>
                </a:ext>
              </a:extLst>
            </p:cNvPr>
            <p:cNvCxnSpPr>
              <a:cxnSpLocks/>
              <a:stCxn id="37" idx="0"/>
            </p:cNvCxnSpPr>
            <p:nvPr/>
          </p:nvCxnSpPr>
          <p:spPr>
            <a:xfrm flipH="1">
              <a:off x="5097289" y="3862438"/>
              <a:ext cx="232191" cy="2673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B712ACC8-8C36-E0E2-4060-DB5588DAE6DE}"/>
                </a:ext>
              </a:extLst>
            </p:cNvPr>
            <p:cNvCxnSpPr>
              <a:stCxn id="35" idx="1"/>
              <a:endCxn id="35" idx="3"/>
            </p:cNvCxnSpPr>
            <p:nvPr/>
          </p:nvCxnSpPr>
          <p:spPr>
            <a:xfrm>
              <a:off x="4278652" y="3446897"/>
              <a:ext cx="1051055"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3A82BD87-F67B-3BE4-8FF1-BDF141CC07F9}"/>
                </a:ext>
              </a:extLst>
            </p:cNvPr>
            <p:cNvCxnSpPr>
              <a:cxnSpLocks/>
              <a:stCxn id="35" idx="0"/>
              <a:endCxn id="35" idx="2"/>
            </p:cNvCxnSpPr>
            <p:nvPr/>
          </p:nvCxnSpPr>
          <p:spPr>
            <a:xfrm>
              <a:off x="4804180" y="2770814"/>
              <a:ext cx="0" cy="1352166"/>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D9BA5E7-6AF7-837A-571B-E561C16E1593}"/>
                </a:ext>
              </a:extLst>
            </p:cNvPr>
            <p:cNvSpPr txBox="1"/>
            <p:nvPr/>
          </p:nvSpPr>
          <p:spPr>
            <a:xfrm>
              <a:off x="4912420" y="3345999"/>
              <a:ext cx="220179"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D1</a:t>
              </a:r>
              <a:endParaRPr lang="ko-KR" altLang="en-US" sz="900" b="1"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730C2491-6822-5B95-F85E-49A9768FC1B3}"/>
                </a:ext>
              </a:extLst>
            </p:cNvPr>
            <p:cNvSpPr txBox="1"/>
            <p:nvPr/>
          </p:nvSpPr>
          <p:spPr>
            <a:xfrm>
              <a:off x="4702371" y="3692336"/>
              <a:ext cx="213767"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E1</a:t>
              </a:r>
              <a:endParaRPr lang="ko-KR" altLang="en-US" sz="900" b="1" dirty="0">
                <a:latin typeface="Arial" panose="020B0604020202020204" pitchFamily="34" charset="0"/>
                <a:cs typeface="Arial" panose="020B0604020202020204" pitchFamily="34" charset="0"/>
              </a:endParaRPr>
            </a:p>
          </p:txBody>
        </p:sp>
      </p:grpSp>
      <p:sp>
        <p:nvSpPr>
          <p:cNvPr id="43" name="TextBox 42">
            <a:extLst>
              <a:ext uri="{FF2B5EF4-FFF2-40B4-BE49-F238E27FC236}">
                <a16:creationId xmlns:a16="http://schemas.microsoft.com/office/drawing/2014/main" id="{A5F43BF8-D5E2-952B-D8F5-804FC641D419}"/>
              </a:ext>
            </a:extLst>
          </p:cNvPr>
          <p:cNvSpPr txBox="1"/>
          <p:nvPr/>
        </p:nvSpPr>
        <p:spPr>
          <a:xfrm>
            <a:off x="1569436" y="3466092"/>
            <a:ext cx="159265" cy="241980"/>
          </a:xfrm>
          <a:prstGeom prst="rect">
            <a:avLst/>
          </a:prstGeom>
          <a:solidFill>
            <a:schemeClr val="bg1"/>
          </a:solidFill>
        </p:spPr>
        <p:txBody>
          <a:bodyPr wrap="none" lIns="36000" tIns="36000" rIns="36000" bIns="36000" rtlCol="0" anchor="ctr" anchorCtr="0">
            <a:spAutoFit/>
          </a:bodyPr>
          <a:lstStyle/>
          <a:p>
            <a:r>
              <a:rPr lang="en-US" altLang="ko-KR" sz="1100" dirty="0"/>
              <a:t>D</a:t>
            </a:r>
            <a:endParaRPr lang="ko-KR" altLang="en-US" sz="1100" dirty="0"/>
          </a:p>
        </p:txBody>
      </p:sp>
      <p:grpSp>
        <p:nvGrpSpPr>
          <p:cNvPr id="44" name="그룹 43">
            <a:extLst>
              <a:ext uri="{FF2B5EF4-FFF2-40B4-BE49-F238E27FC236}">
                <a16:creationId xmlns:a16="http://schemas.microsoft.com/office/drawing/2014/main" id="{D6778491-F661-C2F2-821D-7CEF4B5E1849}"/>
              </a:ext>
            </a:extLst>
          </p:cNvPr>
          <p:cNvGrpSpPr/>
          <p:nvPr/>
        </p:nvGrpSpPr>
        <p:grpSpPr>
          <a:xfrm>
            <a:off x="2219672" y="4917201"/>
            <a:ext cx="2800661" cy="3935612"/>
            <a:chOff x="2132959" y="4800308"/>
            <a:chExt cx="2696716" cy="3828256"/>
          </a:xfrm>
        </p:grpSpPr>
        <p:pic>
          <p:nvPicPr>
            <p:cNvPr id="45" name="그림 1">
              <a:extLst>
                <a:ext uri="{FF2B5EF4-FFF2-40B4-BE49-F238E27FC236}">
                  <a16:creationId xmlns:a16="http://schemas.microsoft.com/office/drawing/2014/main" id="{2CD74805-1B2C-8485-1C28-FB64772CF0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2959" y="4800308"/>
              <a:ext cx="2696716" cy="382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a:extLst>
                <a:ext uri="{FF2B5EF4-FFF2-40B4-BE49-F238E27FC236}">
                  <a16:creationId xmlns:a16="http://schemas.microsoft.com/office/drawing/2014/main" id="{AE33BAFA-CC47-4A0F-D87E-31A308DB7AD9}"/>
                </a:ext>
              </a:extLst>
            </p:cNvPr>
            <p:cNvSpPr txBox="1"/>
            <p:nvPr/>
          </p:nvSpPr>
          <p:spPr>
            <a:xfrm>
              <a:off x="3722388"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1.30</a:t>
              </a:r>
              <a:endParaRPr lang="ko-KR" altLang="en-US" sz="1300" b="1" dirty="0"/>
            </a:p>
          </p:txBody>
        </p:sp>
        <p:sp>
          <p:nvSpPr>
            <p:cNvPr id="47" name="TextBox 46">
              <a:extLst>
                <a:ext uri="{FF2B5EF4-FFF2-40B4-BE49-F238E27FC236}">
                  <a16:creationId xmlns:a16="http://schemas.microsoft.com/office/drawing/2014/main" id="{913F3950-AC2E-502B-7870-CDD665B46519}"/>
                </a:ext>
              </a:extLst>
            </p:cNvPr>
            <p:cNvSpPr txBox="1"/>
            <p:nvPr/>
          </p:nvSpPr>
          <p:spPr>
            <a:xfrm>
              <a:off x="3091585"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1.25</a:t>
              </a:r>
              <a:endParaRPr lang="ko-KR" altLang="en-US" sz="1300" b="1" dirty="0"/>
            </a:p>
          </p:txBody>
        </p:sp>
        <p:sp>
          <p:nvSpPr>
            <p:cNvPr id="48" name="TextBox 47">
              <a:extLst>
                <a:ext uri="{FF2B5EF4-FFF2-40B4-BE49-F238E27FC236}">
                  <a16:creationId xmlns:a16="http://schemas.microsoft.com/office/drawing/2014/main" id="{8C78633B-8873-CEE5-110C-63C50995D4AB}"/>
                </a:ext>
              </a:extLst>
            </p:cNvPr>
            <p:cNvSpPr txBox="1"/>
            <p:nvPr/>
          </p:nvSpPr>
          <p:spPr>
            <a:xfrm>
              <a:off x="4331980"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1.35</a:t>
              </a:r>
              <a:endParaRPr lang="ko-KR" altLang="en-US" sz="1300" b="1" dirty="0"/>
            </a:p>
          </p:txBody>
        </p:sp>
      </p:grpSp>
    </p:spTree>
    <p:extLst>
      <p:ext uri="{BB962C8B-B14F-4D97-AF65-F5344CB8AC3E}">
        <p14:creationId xmlns:p14="http://schemas.microsoft.com/office/powerpoint/2010/main" val="756617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4"/>
          <a:stretch>
            <a:fillRect/>
          </a:stretch>
        </p:blipFill>
        <p:spPr>
          <a:xfrm>
            <a:off x="858139" y="1087797"/>
            <a:ext cx="5039731" cy="4101462"/>
          </a:xfrm>
          <a:prstGeom prst="rect">
            <a:avLst/>
          </a:prstGeom>
        </p:spPr>
      </p:pic>
      <p:pic>
        <p:nvPicPr>
          <p:cNvPr id="6" name="그림 5">
            <a:extLst>
              <a:ext uri="{FF2B5EF4-FFF2-40B4-BE49-F238E27FC236}">
                <a16:creationId xmlns:a16="http://schemas.microsoft.com/office/drawing/2014/main" id="{C03E18B2-3E85-2E80-8EA7-512F0881DF04}"/>
              </a:ext>
            </a:extLst>
          </p:cNvPr>
          <p:cNvPicPr>
            <a:picLocks noChangeAspect="1"/>
          </p:cNvPicPr>
          <p:nvPr/>
        </p:nvPicPr>
        <p:blipFill>
          <a:blip r:embed="rId5"/>
          <a:stretch>
            <a:fillRect/>
          </a:stretch>
        </p:blipFill>
        <p:spPr>
          <a:xfrm>
            <a:off x="2335777" y="5475984"/>
            <a:ext cx="2186445" cy="3505163"/>
          </a:xfrm>
          <a:prstGeom prst="rect">
            <a:avLst/>
          </a:prstGeom>
        </p:spPr>
      </p:pic>
    </p:spTree>
    <p:extLst>
      <p:ext uri="{BB962C8B-B14F-4D97-AF65-F5344CB8AC3E}">
        <p14:creationId xmlns:p14="http://schemas.microsoft.com/office/powerpoint/2010/main" val="1970544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15ECFB03-B85D-E36C-CC33-0EC771E2100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29986</TotalTime>
  <Words>5186</Words>
  <Application>Microsoft Office PowerPoint</Application>
  <PresentationFormat>A4 용지(210x297mm)</PresentationFormat>
  <Paragraphs>2071</Paragraphs>
  <Slides>23</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23</vt:i4>
      </vt:variant>
    </vt:vector>
  </HeadingPairs>
  <TitlesOfParts>
    <vt:vector size="32" baseType="lpstr">
      <vt:lpstr>Microsoft GothicNeo</vt:lpstr>
      <vt:lpstr>굴림</vt:lpstr>
      <vt:lpstr>맑은 고딕</vt:lpstr>
      <vt:lpstr>Aharoni</vt:lpstr>
      <vt:lpstr>Arial</vt:lpstr>
      <vt:lpstr>Calibri</vt:lpstr>
      <vt:lpstr>Calibri Light</vt:lpstr>
      <vt:lpstr>Perpetua Titling MT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윤 진수</cp:lastModifiedBy>
  <cp:revision>1067</cp:revision>
  <cp:lastPrinted>2023-08-01T07:21:23Z</cp:lastPrinted>
  <dcterms:created xsi:type="dcterms:W3CDTF">2020-06-17T04:27:48Z</dcterms:created>
  <dcterms:modified xsi:type="dcterms:W3CDTF">2023-08-30T07:52:45Z</dcterms:modified>
</cp:coreProperties>
</file>