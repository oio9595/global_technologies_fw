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0"/>
  </p:notesMasterIdLst>
  <p:handoutMasterIdLst>
    <p:handoutMasterId r:id="rId51"/>
  </p:handoutMasterIdLst>
  <p:sldIdLst>
    <p:sldId id="266" r:id="rId2"/>
    <p:sldId id="385" r:id="rId3"/>
    <p:sldId id="277" r:id="rId4"/>
    <p:sldId id="278" r:id="rId5"/>
    <p:sldId id="279" r:id="rId6"/>
    <p:sldId id="280" r:id="rId7"/>
    <p:sldId id="281" r:id="rId8"/>
    <p:sldId id="282" r:id="rId9"/>
    <p:sldId id="276" r:id="rId10"/>
    <p:sldId id="345" r:id="rId11"/>
    <p:sldId id="344" r:id="rId12"/>
    <p:sldId id="287" r:id="rId13"/>
    <p:sldId id="314" r:id="rId14"/>
    <p:sldId id="371" r:id="rId15"/>
    <p:sldId id="372" r:id="rId16"/>
    <p:sldId id="376" r:id="rId17"/>
    <p:sldId id="375" r:id="rId18"/>
    <p:sldId id="378" r:id="rId19"/>
    <p:sldId id="379" r:id="rId20"/>
    <p:sldId id="377" r:id="rId21"/>
    <p:sldId id="380" r:id="rId22"/>
    <p:sldId id="382" r:id="rId23"/>
    <p:sldId id="368" r:id="rId24"/>
    <p:sldId id="383" r:id="rId25"/>
    <p:sldId id="373" r:id="rId26"/>
    <p:sldId id="293" r:id="rId27"/>
    <p:sldId id="330" r:id="rId28"/>
    <p:sldId id="349" r:id="rId29"/>
    <p:sldId id="350" r:id="rId30"/>
    <p:sldId id="351" r:id="rId31"/>
    <p:sldId id="353" r:id="rId32"/>
    <p:sldId id="352" r:id="rId33"/>
    <p:sldId id="356" r:id="rId34"/>
    <p:sldId id="357" r:id="rId35"/>
    <p:sldId id="358" r:id="rId36"/>
    <p:sldId id="359" r:id="rId37"/>
    <p:sldId id="360" r:id="rId38"/>
    <p:sldId id="361" r:id="rId39"/>
    <p:sldId id="362" r:id="rId40"/>
    <p:sldId id="363" r:id="rId41"/>
    <p:sldId id="364" r:id="rId42"/>
    <p:sldId id="365" r:id="rId43"/>
    <p:sldId id="366" r:id="rId44"/>
    <p:sldId id="367" r:id="rId45"/>
    <p:sldId id="384" r:id="rId46"/>
    <p:sldId id="309" r:id="rId47"/>
    <p:sldId id="386" r:id="rId48"/>
    <p:sldId id="311" r:id="rId49"/>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userDrawn="1">
          <p15:clr>
            <a:srgbClr val="A4A3A4"/>
          </p15:clr>
        </p15:guide>
        <p15:guide id="4" orient="horz" pos="5910" userDrawn="1">
          <p15:clr>
            <a:srgbClr val="A4A3A4"/>
          </p15:clr>
        </p15:guide>
        <p15:guide id="5" pos="4065"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18"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413"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00FF"/>
    <a:srgbClr val="FFFF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6210" autoAdjust="0"/>
  </p:normalViewPr>
  <p:slideViewPr>
    <p:cSldViewPr snapToGrid="0">
      <p:cViewPr varScale="1">
        <p:scale>
          <a:sx n="77" d="100"/>
          <a:sy n="77" d="100"/>
        </p:scale>
        <p:origin x="2808" y="96"/>
      </p:cViewPr>
      <p:guideLst>
        <p:guide orient="horz" pos="217"/>
        <p:guide orient="horz" pos="5910"/>
        <p:guide pos="4065"/>
        <p:guide orient="horz" pos="2689"/>
        <p:guide pos="255"/>
        <p:guide pos="580"/>
        <p:guide pos="1988"/>
        <p:guide pos="2511"/>
        <p:guide pos="3918"/>
        <p:guide orient="horz" pos="943"/>
        <p:guide orient="horz" pos="2054"/>
        <p:guide orient="horz" pos="3800"/>
        <p:guide orient="horz" pos="4413"/>
        <p:guide orient="horz" pos="5568"/>
        <p:guide orient="horz" pos="1419"/>
        <p:guide orient="horz" pos="105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2023-08-31</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2023-08-31</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7116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8" name="Footer Placeholder 7"/>
          <p:cNvSpPr>
            <a:spLocks noGrp="1"/>
          </p:cNvSpPr>
          <p:nvPr>
            <p:ph type="ftr" sz="quarter" idx="11"/>
          </p:nvPr>
        </p:nvSpPr>
        <p:spPr/>
        <p:txBody>
          <a:bodyPr/>
          <a:lstStyle/>
          <a:p>
            <a:endParaRPr lang="ko-KR" altLang="en-US" dirty="0"/>
          </a:p>
        </p:txBody>
      </p:sp>
      <p:sp>
        <p:nvSpPr>
          <p:cNvPr id="9" name="Slide Number Placeholder 8"/>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4" name="Footer Placeholder 3"/>
          <p:cNvSpPr>
            <a:spLocks noGrp="1"/>
          </p:cNvSpPr>
          <p:nvPr>
            <p:ph type="ftr" sz="quarter" idx="11"/>
          </p:nvPr>
        </p:nvSpPr>
        <p:spPr/>
        <p:txBody>
          <a:bodyPr/>
          <a:lstStyle/>
          <a:p>
            <a:endParaRPr lang="ko-KR" altLang="en-US" dirty="0"/>
          </a:p>
        </p:txBody>
      </p:sp>
      <p:sp>
        <p:nvSpPr>
          <p:cNvPr id="5" name="Slide Number Placeholder 4"/>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3" name="Footer Placeholder 2"/>
          <p:cNvSpPr>
            <a:spLocks noGrp="1"/>
          </p:cNvSpPr>
          <p:nvPr>
            <p:ph type="ftr" sz="quarter" idx="11"/>
          </p:nvPr>
        </p:nvSpPr>
        <p:spPr/>
        <p:txBody>
          <a:bodyPr/>
          <a:lstStyle/>
          <a:p>
            <a:endParaRPr lang="ko-KR" altLang="en-US" dirty="0"/>
          </a:p>
        </p:txBody>
      </p:sp>
      <p:sp>
        <p:nvSpPr>
          <p:cNvPr id="4" name="Slide Number Placeholder 3"/>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6873398-DE21-4240-8E46-88B25EED5E96}" type="datetimeFigureOut">
              <a:rPr lang="ko-KR" altLang="en-US" smtClean="0"/>
              <a:t>2023-08-31</a:t>
            </a:fld>
            <a:endParaRPr lang="ko-KR" alt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6" name="슬라이드 번호 개체 틀 3">
            <a:extLst>
              <a:ext uri="{FF2B5EF4-FFF2-40B4-BE49-F238E27FC236}">
                <a16:creationId xmlns:a16="http://schemas.microsoft.com/office/drawing/2014/main" id="{2BAEDD69-B7D6-4F3E-B7D1-06686BDD7523}"/>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July/21/23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1621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XC-24</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414151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local dimming controller for current drivers</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grpSp>
        <p:nvGrpSpPr>
          <p:cNvPr id="3" name="그룹 2">
            <a:extLst>
              <a:ext uri="{FF2B5EF4-FFF2-40B4-BE49-F238E27FC236}">
                <a16:creationId xmlns:a16="http://schemas.microsoft.com/office/drawing/2014/main" id="{569E436B-5D6C-4152-BC5B-EECE1A41B2D5}"/>
              </a:ext>
            </a:extLst>
          </p:cNvPr>
          <p:cNvGrpSpPr/>
          <p:nvPr/>
        </p:nvGrpSpPr>
        <p:grpSpPr>
          <a:xfrm>
            <a:off x="4176098" y="129045"/>
            <a:ext cx="2392350" cy="999144"/>
            <a:chOff x="4315402" y="129045"/>
            <a:chExt cx="2392350" cy="999144"/>
          </a:xfrm>
        </p:grpSpPr>
        <p:pic>
          <p:nvPicPr>
            <p:cNvPr id="7" name="그림 6">
              <a:extLst>
                <a:ext uri="{FF2B5EF4-FFF2-40B4-BE49-F238E27FC236}">
                  <a16:creationId xmlns:a16="http://schemas.microsoft.com/office/drawing/2014/main" id="{AB72110C-344F-45CC-AA8E-0BB44819B4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75821" y="129045"/>
              <a:ext cx="731931" cy="999144"/>
            </a:xfrm>
            <a:prstGeom prst="rect">
              <a:avLst/>
            </a:prstGeom>
          </p:spPr>
        </p:pic>
        <p:sp>
          <p:nvSpPr>
            <p:cNvPr id="2" name="TextBox 1">
              <a:extLst>
                <a:ext uri="{FF2B5EF4-FFF2-40B4-BE49-F238E27FC236}">
                  <a16:creationId xmlns:a16="http://schemas.microsoft.com/office/drawing/2014/main" id="{7A399ED3-A623-4E1E-985A-9460310D4780}"/>
                </a:ext>
              </a:extLst>
            </p:cNvPr>
            <p:cNvSpPr txBox="1"/>
            <p:nvPr/>
          </p:nvSpPr>
          <p:spPr>
            <a:xfrm>
              <a:off x="4315402" y="712241"/>
              <a:ext cx="2122561" cy="276999"/>
            </a:xfrm>
            <a:prstGeom prst="rect">
              <a:avLst/>
            </a:prstGeom>
            <a:noFill/>
          </p:spPr>
          <p:txBody>
            <a:bodyPr wrap="square" lIns="0" tIns="0" rIns="0" bIns="0" rtlCol="0">
              <a:spAutoFit/>
            </a:bodyPr>
            <a:lstStyle/>
            <a:p>
              <a:pPr algn="r"/>
              <a:r>
                <a:rPr lang="en-US" altLang="ko-KR" dirty="0">
                  <a:solidFill>
                    <a:srgbClr val="002060"/>
                  </a:solidFill>
                </a:rPr>
                <a:t>Global Technologies</a:t>
              </a:r>
              <a:endParaRPr lang="ko-KR" altLang="en-US" dirty="0">
                <a:solidFill>
                  <a:srgbClr val="002060"/>
                </a:solidFill>
              </a:endParaRPr>
            </a:p>
          </p:txBody>
        </p:sp>
      </p:grpSp>
      <p:sp>
        <p:nvSpPr>
          <p:cNvPr id="34" name="슬라이드 번호 개체 틀 3">
            <a:hlinkClick r:id="rId3"/>
            <a:extLst>
              <a:ext uri="{FF2B5EF4-FFF2-40B4-BE49-F238E27FC236}">
                <a16:creationId xmlns:a16="http://schemas.microsoft.com/office/drawing/2014/main" id="{1E62EF3E-A21F-462D-B5B3-C6255276007B}"/>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4" y="3911154"/>
            <a:ext cx="3946113" cy="2769989"/>
          </a:xfrm>
          <a:prstGeom prst="rect">
            <a:avLst/>
          </a:prstGeom>
          <a:noFill/>
        </p:spPr>
        <p:txBody>
          <a:bodyPr wrap="square" lIns="0" tIns="0" rIns="0" bIns="0" rtlCol="0">
            <a:spAutoFit/>
          </a:bodyPr>
          <a:lstStyle/>
          <a:p>
            <a:pPr algn="just"/>
            <a:r>
              <a:rPr lang="en-US" altLang="ko-KR" sz="1000" dirty="0">
                <a:latin typeface="Arial" panose="020B0604020202020204" pitchFamily="34" charset="0"/>
                <a:cs typeface="Arial" panose="020B0604020202020204" pitchFamily="34" charset="0"/>
              </a:rPr>
              <a:t>The XC-24 is a local dimming controller featuring 24 channels to drive its companion chips, XD-12 LED drivers that act as the voltage-based low side current sink for White LED back-lighting solution. This controller interfaces with XD-12 drivers through one serial line to send and receive the data to be needed for local dimming.</a:t>
            </a:r>
          </a:p>
          <a:p>
            <a:pPr algn="just"/>
            <a:r>
              <a:rPr lang="en-US" altLang="ko-KR" sz="1000" dirty="0">
                <a:latin typeface="Arial" panose="020B0604020202020204" pitchFamily="34" charset="0"/>
                <a:cs typeface="Arial" panose="020B0604020202020204" pitchFamily="34" charset="0"/>
              </a:rPr>
              <a:t> </a:t>
            </a:r>
          </a:p>
          <a:p>
            <a:pPr algn="just"/>
            <a:r>
              <a:rPr lang="en-US" altLang="ko-KR" sz="1000" dirty="0">
                <a:latin typeface="Arial" panose="020B0604020202020204" pitchFamily="34" charset="0"/>
                <a:cs typeface="Arial" panose="020B0604020202020204" pitchFamily="34" charset="0"/>
              </a:rPr>
              <a:t>The XC-24 supports the SPI interface to communicate with the host, and the SPI interface can be daisy-chained, so it is effective to expand to support a large number of dimming areas.</a:t>
            </a:r>
          </a:p>
          <a:p>
            <a:pPr algn="just"/>
            <a:endParaRPr lang="en-US" altLang="ko-KR" sz="1000" dirty="0">
              <a:latin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For raising up dimming controllability, XC-24 supports the FB signal to efficiently control the LED power supply voltage and two interrupt pins, nINT_FAULT to indicate the fault events like as the thermal status, the open detection, the short detection and the feedback status, and nINT_LD to indicate the room of internal buffers for dimming data.</a:t>
            </a:r>
          </a:p>
          <a:p>
            <a:pPr algn="just"/>
            <a:endParaRPr lang="en-US" altLang="ko-KR" sz="1000" dirty="0">
              <a:latin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The XC-24 can support BIST functionality to ensure Back Light Unit is</a:t>
            </a:r>
          </a:p>
          <a:p>
            <a:pPr algn="just"/>
            <a:r>
              <a:rPr lang="en-US" altLang="ko-KR" sz="1000" dirty="0">
                <a:latin typeface="Arial" panose="020B0604020202020204" pitchFamily="34" charset="0"/>
                <a:cs typeface="Arial" panose="020B0604020202020204" pitchFamily="34" charset="0"/>
              </a:rPr>
              <a:t>properly assembled.</a:t>
            </a:r>
          </a:p>
        </p:txBody>
      </p:sp>
      <p:sp>
        <p:nvSpPr>
          <p:cNvPr id="30" name="슬라이드 번호 개체 틀 3">
            <a:extLst>
              <a:ext uri="{FF2B5EF4-FFF2-40B4-BE49-F238E27FC236}">
                <a16:creationId xmlns:a16="http://schemas.microsoft.com/office/drawing/2014/main" id="{B194A1FB-90EF-4BA7-A6A9-2689E29FBC38}"/>
              </a:ext>
            </a:extLst>
          </p:cNvPr>
          <p:cNvSpPr txBox="1">
            <a:spLocks/>
          </p:cNvSpPr>
          <p:nvPr/>
        </p:nvSpPr>
        <p:spPr>
          <a:xfrm>
            <a:off x="313908" y="474563"/>
            <a:ext cx="2683044" cy="308107"/>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2000" b="1" dirty="0">
                <a:solidFill>
                  <a:srgbClr val="FF0000"/>
                </a:solidFill>
                <a:latin typeface="Perpetua Titling MT" panose="02020502060505020804" pitchFamily="18" charset="0"/>
                <a:cs typeface="Arial" panose="020B0604020202020204" pitchFamily="34" charset="0"/>
              </a:rPr>
              <a:t>Confidential</a:t>
            </a:r>
            <a:endParaRPr lang="ko-KR" altLang="en-US" sz="2000" b="1" dirty="0">
              <a:solidFill>
                <a:srgbClr val="FF0000"/>
              </a:solidFill>
              <a:latin typeface="Perpetua Titling MT" panose="02020502060505020804" pitchFamily="18"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24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54D54680-48FD-4CD1-9097-2F4664CDB2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54025"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latin typeface="Arial" panose="020B0604020202020204" pitchFamily="34" charset="0"/>
              <a:cs typeface="Arial" panose="020B0604020202020204" pitchFamily="34" charset="0"/>
            </a:endParaRPr>
          </a:p>
        </p:txBody>
      </p:sp>
      <p:sp>
        <p:nvSpPr>
          <p:cNvPr id="9" name="슬라이드 번호 개체 틀 3">
            <a:hlinkClick r:id="rId3"/>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29" name="TextBox 28">
            <a:extLst>
              <a:ext uri="{FF2B5EF4-FFF2-40B4-BE49-F238E27FC236}">
                <a16:creationId xmlns:a16="http://schemas.microsoft.com/office/drawing/2014/main" id="{50A69D90-D0F7-425D-9D9E-A88E5CD3D769}"/>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67B32650-222D-4C35-A872-078653E302CE}"/>
              </a:ext>
            </a:extLst>
          </p:cNvPr>
          <p:cNvSpPr txBox="1"/>
          <p:nvPr/>
        </p:nvSpPr>
        <p:spPr>
          <a:xfrm>
            <a:off x="420038" y="1341458"/>
            <a:ext cx="6077946" cy="5276509"/>
          </a:xfrm>
          <a:prstGeom prst="rect">
            <a:avLst/>
          </a:prstGeom>
          <a:noFill/>
        </p:spPr>
        <p:txBody>
          <a:bodyPr wrap="square" lIns="0">
            <a:spAutoFit/>
          </a:bodyPr>
          <a:lstStyle/>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24 channels local dimming controller for the XD-12 LED drivers</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Flexible sizing for each channel</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up to 31 daisied drivers per channel</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up to 127 blocks per channel</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SPI interface</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up to 30MHz</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support daisy-chain connection</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Flexible the baud-rate speed</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Frame synchronization support : VSYNC 50 ~ 144Hz</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Fault events support of drivers</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Over temperature event</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Open detection</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Short detection</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FB status</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TTL-level input range</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Supply voltage 4.5V ~ 5.5V</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48-pin QFN 6060 Package</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ILATCH: JEDEC JESD78D Nov 2011: ±100mA</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HBM protection (Norm: MIL 883 E Method 3015 Human Body Model):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3" name="TextBox 12">
            <a:extLst>
              <a:ext uri="{FF2B5EF4-FFF2-40B4-BE49-F238E27FC236}">
                <a16:creationId xmlns:a16="http://schemas.microsoft.com/office/drawing/2014/main" id="{3258D35A-631D-4626-90DE-C1C5A9445CDD}"/>
              </a:ext>
            </a:extLst>
          </p:cNvPr>
          <p:cNvSpPr txBox="1"/>
          <p:nvPr/>
        </p:nvSpPr>
        <p:spPr>
          <a:xfrm>
            <a:off x="404813" y="52349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AD4862D-53DD-4243-BC02-A30ED16B0D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4747DD89-C072-4B18-B311-375A0F287CA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AF2B3E30-863C-070C-E41A-5F4439A8AD35}"/>
              </a:ext>
            </a:extLst>
          </p:cNvPr>
          <p:cNvSpPr txBox="1"/>
          <p:nvPr/>
        </p:nvSpPr>
        <p:spPr>
          <a:xfrm>
            <a:off x="413545" y="274753"/>
            <a:ext cx="654025"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latin typeface="Arial" panose="020B0604020202020204" pitchFamily="34" charset="0"/>
              <a:cs typeface="Arial" panose="020B0604020202020204" pitchFamily="34" charset="0"/>
            </a:endParaRPr>
          </a:p>
        </p:txBody>
      </p:sp>
      <p:pic>
        <p:nvPicPr>
          <p:cNvPr id="20" name="그림 19">
            <a:extLst>
              <a:ext uri="{FF2B5EF4-FFF2-40B4-BE49-F238E27FC236}">
                <a16:creationId xmlns:a16="http://schemas.microsoft.com/office/drawing/2014/main" id="{5819BD66-2370-36E0-A169-AE9CD3D46C62}"/>
              </a:ext>
            </a:extLst>
          </p:cNvPr>
          <p:cNvPicPr>
            <a:picLocks noChangeAspect="1"/>
          </p:cNvPicPr>
          <p:nvPr/>
        </p:nvPicPr>
        <p:blipFill>
          <a:blip r:embed="rId4"/>
          <a:stretch>
            <a:fillRect/>
          </a:stretch>
        </p:blipFill>
        <p:spPr>
          <a:xfrm>
            <a:off x="1004747" y="1534110"/>
            <a:ext cx="4740223" cy="2917339"/>
          </a:xfrm>
          <a:prstGeom prst="rect">
            <a:avLst/>
          </a:prstGeom>
        </p:spPr>
      </p:pic>
      <p:pic>
        <p:nvPicPr>
          <p:cNvPr id="22" name="그림 21">
            <a:extLst>
              <a:ext uri="{FF2B5EF4-FFF2-40B4-BE49-F238E27FC236}">
                <a16:creationId xmlns:a16="http://schemas.microsoft.com/office/drawing/2014/main" id="{58416A38-EBE0-98B7-A353-9F07BAC2E57E}"/>
              </a:ext>
            </a:extLst>
          </p:cNvPr>
          <p:cNvPicPr>
            <a:picLocks noChangeAspect="1"/>
          </p:cNvPicPr>
          <p:nvPr/>
        </p:nvPicPr>
        <p:blipFill>
          <a:blip r:embed="rId5"/>
          <a:stretch>
            <a:fillRect/>
          </a:stretch>
        </p:blipFill>
        <p:spPr>
          <a:xfrm>
            <a:off x="313908" y="5934020"/>
            <a:ext cx="6363353" cy="2312621"/>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4" name="슬라이드 번호 개체 틀 3">
            <a:extLst>
              <a:ext uri="{FF2B5EF4-FFF2-40B4-BE49-F238E27FC236}">
                <a16:creationId xmlns:a16="http://schemas.microsoft.com/office/drawing/2014/main" id="{547278DB-E3B6-4DF1-B0D1-22636E178E7B}"/>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April/12/23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pic>
        <p:nvPicPr>
          <p:cNvPr id="16" name="그림 15">
            <a:extLst>
              <a:ext uri="{FF2B5EF4-FFF2-40B4-BE49-F238E27FC236}">
                <a16:creationId xmlns:a16="http://schemas.microsoft.com/office/drawing/2014/main" id="{462ED0EB-3132-4BB4-A46B-FF0A5327C5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7" name="TextBox 16">
            <a:extLst>
              <a:ext uri="{FF2B5EF4-FFF2-40B4-BE49-F238E27FC236}">
                <a16:creationId xmlns:a16="http://schemas.microsoft.com/office/drawing/2014/main" id="{095B7CED-111E-4B32-8676-2E3B71DB36E1}"/>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4AE19431-E3DF-4738-1F3E-5AE71A6EB915}"/>
              </a:ext>
            </a:extLst>
          </p:cNvPr>
          <p:cNvSpPr txBox="1"/>
          <p:nvPr/>
        </p:nvSpPr>
        <p:spPr>
          <a:xfrm>
            <a:off x="413545" y="274753"/>
            <a:ext cx="654025"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20ADB8BB-92A0-4F6F-E023-233FFEAA99D3}"/>
              </a:ext>
            </a:extLst>
          </p:cNvPr>
          <p:cNvPicPr>
            <a:picLocks noChangeAspect="1"/>
          </p:cNvPicPr>
          <p:nvPr/>
        </p:nvPicPr>
        <p:blipFill>
          <a:blip r:embed="rId4"/>
          <a:stretch>
            <a:fillRect/>
          </a:stretch>
        </p:blipFill>
        <p:spPr>
          <a:xfrm>
            <a:off x="1522962" y="1476473"/>
            <a:ext cx="3812076" cy="3558797"/>
          </a:xfrm>
          <a:prstGeom prst="rect">
            <a:avLst/>
          </a:prstGeom>
        </p:spPr>
      </p:pic>
      <p:graphicFrame>
        <p:nvGraphicFramePr>
          <p:cNvPr id="18" name="표 17">
            <a:extLst>
              <a:ext uri="{FF2B5EF4-FFF2-40B4-BE49-F238E27FC236}">
                <a16:creationId xmlns:a16="http://schemas.microsoft.com/office/drawing/2014/main" id="{8F996C86-64FF-0906-89A0-1A416402AE4D}"/>
              </a:ext>
            </a:extLst>
          </p:cNvPr>
          <p:cNvGraphicFramePr>
            <a:graphicFrameLocks noGrp="1"/>
          </p:cNvGraphicFramePr>
          <p:nvPr>
            <p:extLst>
              <p:ext uri="{D42A27DB-BD31-4B8C-83A1-F6EECF244321}">
                <p14:modId xmlns:p14="http://schemas.microsoft.com/office/powerpoint/2010/main" val="131356415"/>
              </p:ext>
            </p:extLst>
          </p:nvPr>
        </p:nvGraphicFramePr>
        <p:xfrm>
          <a:off x="420038" y="6074871"/>
          <a:ext cx="6107629" cy="2704477"/>
        </p:xfrm>
        <a:graphic>
          <a:graphicData uri="http://schemas.openxmlformats.org/drawingml/2006/table">
            <a:tbl>
              <a:tblPr>
                <a:tableStyleId>{5C22544A-7EE6-4342-B048-85BDC9FD1C3A}</a:tableStyleId>
              </a:tblPr>
              <a:tblGrid>
                <a:gridCol w="775401">
                  <a:extLst>
                    <a:ext uri="{9D8B030D-6E8A-4147-A177-3AD203B41FA5}">
                      <a16:colId xmlns:a16="http://schemas.microsoft.com/office/drawing/2014/main" val="1199541810"/>
                    </a:ext>
                  </a:extLst>
                </a:gridCol>
                <a:gridCol w="558209">
                  <a:extLst>
                    <a:ext uri="{9D8B030D-6E8A-4147-A177-3AD203B41FA5}">
                      <a16:colId xmlns:a16="http://schemas.microsoft.com/office/drawing/2014/main" val="2771136683"/>
                    </a:ext>
                  </a:extLst>
                </a:gridCol>
                <a:gridCol w="526312">
                  <a:extLst>
                    <a:ext uri="{9D8B030D-6E8A-4147-A177-3AD203B41FA5}">
                      <a16:colId xmlns:a16="http://schemas.microsoft.com/office/drawing/2014/main" val="112759525"/>
                    </a:ext>
                  </a:extLst>
                </a:gridCol>
                <a:gridCol w="932825">
                  <a:extLst>
                    <a:ext uri="{9D8B030D-6E8A-4147-A177-3AD203B41FA5}">
                      <a16:colId xmlns:a16="http://schemas.microsoft.com/office/drawing/2014/main" val="3900317923"/>
                    </a:ext>
                  </a:extLst>
                </a:gridCol>
                <a:gridCol w="2118455">
                  <a:extLst>
                    <a:ext uri="{9D8B030D-6E8A-4147-A177-3AD203B41FA5}">
                      <a16:colId xmlns:a16="http://schemas.microsoft.com/office/drawing/2014/main" val="3382103366"/>
                    </a:ext>
                  </a:extLst>
                </a:gridCol>
                <a:gridCol w="1196427">
                  <a:extLst>
                    <a:ext uri="{9D8B030D-6E8A-4147-A177-3AD203B41FA5}">
                      <a16:colId xmlns:a16="http://schemas.microsoft.com/office/drawing/2014/main" val="915546717"/>
                    </a:ext>
                  </a:extLst>
                </a:gridCol>
              </a:tblGrid>
              <a:tr h="48326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D12</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nSCS</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u="none" strike="noStrike" dirty="0">
                          <a:effectLst/>
                          <a:latin typeface="Arial" panose="020B0604020202020204" pitchFamily="34" charset="0"/>
                          <a:cs typeface="Arial" panose="020B0604020202020204" pitchFamily="34" charset="0"/>
                        </a:rPr>
                        <a:t>SPI Chip Select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SCLK</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SPI SCLK</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MISO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SPI MISO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MOSI</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SPI MOSI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77652">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MCLK</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Master Clock</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bl>
          </a:graphicData>
        </a:graphic>
      </p:graphicFrame>
      <p:sp>
        <p:nvSpPr>
          <p:cNvPr id="19" name="TextBox 18">
            <a:extLst>
              <a:ext uri="{FF2B5EF4-FFF2-40B4-BE49-F238E27FC236}">
                <a16:creationId xmlns:a16="http://schemas.microsoft.com/office/drawing/2014/main" id="{3250AE62-5192-1C05-59CA-CDB69493663A}"/>
              </a:ext>
            </a:extLst>
          </p:cNvPr>
          <p:cNvSpPr txBox="1"/>
          <p:nvPr/>
        </p:nvSpPr>
        <p:spPr>
          <a:xfrm>
            <a:off x="420038" y="5626321"/>
            <a:ext cx="138435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description</a:t>
            </a:r>
          </a:p>
        </p:txBody>
      </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5" name="TextBox 14">
            <a:extLst>
              <a:ext uri="{FF2B5EF4-FFF2-40B4-BE49-F238E27FC236}">
                <a16:creationId xmlns:a16="http://schemas.microsoft.com/office/drawing/2014/main" id="{A3D339AF-86F5-4667-83B7-4F21033E06B9}"/>
              </a:ext>
            </a:extLst>
          </p:cNvPr>
          <p:cNvSpPr txBox="1"/>
          <p:nvPr/>
        </p:nvSpPr>
        <p:spPr>
          <a:xfrm>
            <a:off x="404813" y="862421"/>
            <a:ext cx="138435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description</a:t>
            </a:r>
          </a:p>
        </p:txBody>
      </p:sp>
      <p:graphicFrame>
        <p:nvGraphicFramePr>
          <p:cNvPr id="7" name="표 6">
            <a:extLst>
              <a:ext uri="{FF2B5EF4-FFF2-40B4-BE49-F238E27FC236}">
                <a16:creationId xmlns:a16="http://schemas.microsoft.com/office/drawing/2014/main" id="{B2FBB100-72D4-433C-8D71-7F5C84604473}"/>
              </a:ext>
            </a:extLst>
          </p:cNvPr>
          <p:cNvGraphicFramePr>
            <a:graphicFrameLocks noGrp="1"/>
          </p:cNvGraphicFramePr>
          <p:nvPr>
            <p:extLst>
              <p:ext uri="{D42A27DB-BD31-4B8C-83A1-F6EECF244321}">
                <p14:modId xmlns:p14="http://schemas.microsoft.com/office/powerpoint/2010/main" val="677767383"/>
              </p:ext>
            </p:extLst>
          </p:nvPr>
        </p:nvGraphicFramePr>
        <p:xfrm>
          <a:off x="404813" y="1316898"/>
          <a:ext cx="6107629" cy="7452245"/>
        </p:xfrm>
        <a:graphic>
          <a:graphicData uri="http://schemas.openxmlformats.org/drawingml/2006/table">
            <a:tbl>
              <a:tblPr>
                <a:tableStyleId>{5C22544A-7EE6-4342-B048-85BDC9FD1C3A}</a:tableStyleId>
              </a:tblPr>
              <a:tblGrid>
                <a:gridCol w="775401">
                  <a:extLst>
                    <a:ext uri="{9D8B030D-6E8A-4147-A177-3AD203B41FA5}">
                      <a16:colId xmlns:a16="http://schemas.microsoft.com/office/drawing/2014/main" val="1199541810"/>
                    </a:ext>
                  </a:extLst>
                </a:gridCol>
                <a:gridCol w="558209">
                  <a:extLst>
                    <a:ext uri="{9D8B030D-6E8A-4147-A177-3AD203B41FA5}">
                      <a16:colId xmlns:a16="http://schemas.microsoft.com/office/drawing/2014/main" val="2771136683"/>
                    </a:ext>
                  </a:extLst>
                </a:gridCol>
                <a:gridCol w="526312">
                  <a:extLst>
                    <a:ext uri="{9D8B030D-6E8A-4147-A177-3AD203B41FA5}">
                      <a16:colId xmlns:a16="http://schemas.microsoft.com/office/drawing/2014/main" val="112759525"/>
                    </a:ext>
                  </a:extLst>
                </a:gridCol>
                <a:gridCol w="932825">
                  <a:extLst>
                    <a:ext uri="{9D8B030D-6E8A-4147-A177-3AD203B41FA5}">
                      <a16:colId xmlns:a16="http://schemas.microsoft.com/office/drawing/2014/main" val="3900317923"/>
                    </a:ext>
                  </a:extLst>
                </a:gridCol>
                <a:gridCol w="2118455">
                  <a:extLst>
                    <a:ext uri="{9D8B030D-6E8A-4147-A177-3AD203B41FA5}">
                      <a16:colId xmlns:a16="http://schemas.microsoft.com/office/drawing/2014/main" val="3382103366"/>
                    </a:ext>
                  </a:extLst>
                </a:gridCol>
                <a:gridCol w="1196427">
                  <a:extLst>
                    <a:ext uri="{9D8B030D-6E8A-4147-A177-3AD203B41FA5}">
                      <a16:colId xmlns:a16="http://schemas.microsoft.com/office/drawing/2014/main" val="915546717"/>
                    </a:ext>
                  </a:extLst>
                </a:gridCol>
              </a:tblGrid>
              <a:tr h="46757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VSYNC</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Frame synchronization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DD2</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D24</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DD3</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D20</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D19</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D18</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D17</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SS3</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D16</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D15</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D14</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8909151"/>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739029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LDO</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IN</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26</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LDO feedback from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LDO</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Attach 1uF</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9739780"/>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LDO</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OUT</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27</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LDO out to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LDO</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Connect to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LDO</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092420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28</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Feedback for LED power supply</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Open-drain,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PU</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7068090"/>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185717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nINT_FT</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Interrupt for fault events</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Open-drain,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PU</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533407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nINT_LD</a:t>
                      </a:r>
                      <a:endPar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Interrupt for dimming data room</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Open-drain,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PU</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67794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SDO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u="none" strike="noStrike" dirty="0">
                          <a:effectLst/>
                          <a:latin typeface="Arial" panose="020B0604020202020204" pitchFamily="34" charset="0"/>
                          <a:cs typeface="Arial" panose="020B0604020202020204" pitchFamily="34" charset="0"/>
                        </a:rPr>
                        <a:t>SPI MOSI daisied 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Unused :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742447"/>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DD4</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133503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SCLKO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u="none" strike="noStrike" dirty="0">
                          <a:effectLst/>
                          <a:latin typeface="Arial" panose="020B0604020202020204" pitchFamily="34" charset="0"/>
                          <a:cs typeface="Arial" panose="020B0604020202020204" pitchFamily="34" charset="0"/>
                        </a:rPr>
                        <a:t>SPI SCLK daisied 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Unused :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pic>
        <p:nvPicPr>
          <p:cNvPr id="11" name="그림 10">
            <a:extLst>
              <a:ext uri="{FF2B5EF4-FFF2-40B4-BE49-F238E27FC236}">
                <a16:creationId xmlns:a16="http://schemas.microsoft.com/office/drawing/2014/main" id="{C3982B3B-7419-4E9A-B841-E66E88DEE0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2" name="TextBox 11">
            <a:extLst>
              <a:ext uri="{FF2B5EF4-FFF2-40B4-BE49-F238E27FC236}">
                <a16:creationId xmlns:a16="http://schemas.microsoft.com/office/drawing/2014/main" id="{F51B686E-9389-4059-9822-01B6913AB6E4}"/>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E64A28EF-B35A-7B26-49C5-78A33489036B}"/>
              </a:ext>
            </a:extLst>
          </p:cNvPr>
          <p:cNvSpPr txBox="1"/>
          <p:nvPr/>
        </p:nvSpPr>
        <p:spPr>
          <a:xfrm>
            <a:off x="413545" y="274753"/>
            <a:ext cx="654025"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5" name="TextBox 14">
            <a:extLst>
              <a:ext uri="{FF2B5EF4-FFF2-40B4-BE49-F238E27FC236}">
                <a16:creationId xmlns:a16="http://schemas.microsoft.com/office/drawing/2014/main" id="{A3D339AF-86F5-4667-83B7-4F21033E06B9}"/>
              </a:ext>
            </a:extLst>
          </p:cNvPr>
          <p:cNvSpPr txBox="1"/>
          <p:nvPr/>
        </p:nvSpPr>
        <p:spPr>
          <a:xfrm>
            <a:off x="404813" y="862421"/>
            <a:ext cx="138435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description</a:t>
            </a:r>
          </a:p>
        </p:txBody>
      </p:sp>
      <p:pic>
        <p:nvPicPr>
          <p:cNvPr id="12" name="그림 11">
            <a:extLst>
              <a:ext uri="{FF2B5EF4-FFF2-40B4-BE49-F238E27FC236}">
                <a16:creationId xmlns:a16="http://schemas.microsoft.com/office/drawing/2014/main" id="{CD917931-878F-4B45-A4CA-AD61E50C1CA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3" name="TextBox 12">
            <a:extLst>
              <a:ext uri="{FF2B5EF4-FFF2-40B4-BE49-F238E27FC236}">
                <a16:creationId xmlns:a16="http://schemas.microsoft.com/office/drawing/2014/main" id="{C1ADAECF-2DFB-4E87-8163-40B702A6691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F8FBF7AA-80F0-4A9D-6177-1E84EE972FC2}"/>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169DC7E-5EDB-AE69-CC31-A0FD59343B75}"/>
              </a:ext>
            </a:extLst>
          </p:cNvPr>
          <p:cNvGraphicFramePr>
            <a:graphicFrameLocks noGrp="1"/>
          </p:cNvGraphicFramePr>
          <p:nvPr>
            <p:extLst>
              <p:ext uri="{D42A27DB-BD31-4B8C-83A1-F6EECF244321}">
                <p14:modId xmlns:p14="http://schemas.microsoft.com/office/powerpoint/2010/main" val="1206678409"/>
              </p:ext>
            </p:extLst>
          </p:nvPr>
        </p:nvGraphicFramePr>
        <p:xfrm>
          <a:off x="404813" y="1316898"/>
          <a:ext cx="6107629" cy="4228553"/>
        </p:xfrm>
        <a:graphic>
          <a:graphicData uri="http://schemas.openxmlformats.org/drawingml/2006/table">
            <a:tbl>
              <a:tblPr>
                <a:tableStyleId>{5C22544A-7EE6-4342-B048-85BDC9FD1C3A}</a:tableStyleId>
              </a:tblPr>
              <a:tblGrid>
                <a:gridCol w="775401">
                  <a:extLst>
                    <a:ext uri="{9D8B030D-6E8A-4147-A177-3AD203B41FA5}">
                      <a16:colId xmlns:a16="http://schemas.microsoft.com/office/drawing/2014/main" val="1199541810"/>
                    </a:ext>
                  </a:extLst>
                </a:gridCol>
                <a:gridCol w="558209">
                  <a:extLst>
                    <a:ext uri="{9D8B030D-6E8A-4147-A177-3AD203B41FA5}">
                      <a16:colId xmlns:a16="http://schemas.microsoft.com/office/drawing/2014/main" val="2771136683"/>
                    </a:ext>
                  </a:extLst>
                </a:gridCol>
                <a:gridCol w="526312">
                  <a:extLst>
                    <a:ext uri="{9D8B030D-6E8A-4147-A177-3AD203B41FA5}">
                      <a16:colId xmlns:a16="http://schemas.microsoft.com/office/drawing/2014/main" val="112759525"/>
                    </a:ext>
                  </a:extLst>
                </a:gridCol>
                <a:gridCol w="932825">
                  <a:extLst>
                    <a:ext uri="{9D8B030D-6E8A-4147-A177-3AD203B41FA5}">
                      <a16:colId xmlns:a16="http://schemas.microsoft.com/office/drawing/2014/main" val="3900317923"/>
                    </a:ext>
                  </a:extLst>
                </a:gridCol>
                <a:gridCol w="2118455">
                  <a:extLst>
                    <a:ext uri="{9D8B030D-6E8A-4147-A177-3AD203B41FA5}">
                      <a16:colId xmlns:a16="http://schemas.microsoft.com/office/drawing/2014/main" val="3382103366"/>
                    </a:ext>
                  </a:extLst>
                </a:gridCol>
                <a:gridCol w="1196427">
                  <a:extLst>
                    <a:ext uri="{9D8B030D-6E8A-4147-A177-3AD203B41FA5}">
                      <a16:colId xmlns:a16="http://schemas.microsoft.com/office/drawing/2014/main" val="915546717"/>
                    </a:ext>
                  </a:extLst>
                </a:gridCol>
              </a:tblGrid>
              <a:tr h="46757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TEST</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TEST mode pin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10</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36</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37</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38</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D4</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DD5</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D5</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739029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D6</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42</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9739780"/>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D7</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092420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D8</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7068090"/>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185717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D9</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46</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533407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D10</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47</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67794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48</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742447"/>
                  </a:ext>
                </a:extLst>
              </a:tr>
            </a:tbl>
          </a:graphicData>
        </a:graphic>
      </p:graphicFrame>
    </p:spTree>
    <p:extLst>
      <p:ext uri="{BB962C8B-B14F-4D97-AF65-F5344CB8AC3E}">
        <p14:creationId xmlns:p14="http://schemas.microsoft.com/office/powerpoint/2010/main" val="4132921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5" name="TextBox 14">
            <a:extLst>
              <a:ext uri="{FF2B5EF4-FFF2-40B4-BE49-F238E27FC236}">
                <a16:creationId xmlns:a16="http://schemas.microsoft.com/office/drawing/2014/main" id="{A3D339AF-86F5-4667-83B7-4F21033E06B9}"/>
              </a:ext>
            </a:extLst>
          </p:cNvPr>
          <p:cNvSpPr txBox="1"/>
          <p:nvPr/>
        </p:nvSpPr>
        <p:spPr>
          <a:xfrm>
            <a:off x="404813" y="862421"/>
            <a:ext cx="323101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7" name="표 6">
            <a:extLst>
              <a:ext uri="{FF2B5EF4-FFF2-40B4-BE49-F238E27FC236}">
                <a16:creationId xmlns:a16="http://schemas.microsoft.com/office/drawing/2014/main" id="{B2FBB100-72D4-433C-8D71-7F5C84604473}"/>
              </a:ext>
            </a:extLst>
          </p:cNvPr>
          <p:cNvGraphicFramePr>
            <a:graphicFrameLocks noGrp="1"/>
          </p:cNvGraphicFramePr>
          <p:nvPr>
            <p:extLst>
              <p:ext uri="{D42A27DB-BD31-4B8C-83A1-F6EECF244321}">
                <p14:modId xmlns:p14="http://schemas.microsoft.com/office/powerpoint/2010/main" val="4042113183"/>
              </p:ext>
            </p:extLst>
          </p:nvPr>
        </p:nvGraphicFramePr>
        <p:xfrm>
          <a:off x="413545" y="1268261"/>
          <a:ext cx="6048622" cy="7631518"/>
        </p:xfrm>
        <a:graphic>
          <a:graphicData uri="http://schemas.openxmlformats.org/drawingml/2006/table">
            <a:tbl>
              <a:tblPr>
                <a:tableStyleId>{5C22544A-7EE6-4342-B048-85BDC9FD1C3A}</a:tableStyleId>
              </a:tblPr>
              <a:tblGrid>
                <a:gridCol w="847791">
                  <a:extLst>
                    <a:ext uri="{9D8B030D-6E8A-4147-A177-3AD203B41FA5}">
                      <a16:colId xmlns:a16="http://schemas.microsoft.com/office/drawing/2014/main" val="1199541810"/>
                    </a:ext>
                  </a:extLst>
                </a:gridCol>
                <a:gridCol w="375781">
                  <a:extLst>
                    <a:ext uri="{9D8B030D-6E8A-4147-A177-3AD203B41FA5}">
                      <a16:colId xmlns:a16="http://schemas.microsoft.com/office/drawing/2014/main" val="112759525"/>
                    </a:ext>
                  </a:extLst>
                </a:gridCol>
                <a:gridCol w="3657600">
                  <a:extLst>
                    <a:ext uri="{9D8B030D-6E8A-4147-A177-3AD203B41FA5}">
                      <a16:colId xmlns:a16="http://schemas.microsoft.com/office/drawing/2014/main" val="3900317923"/>
                    </a:ext>
                  </a:extLst>
                </a:gridCol>
                <a:gridCol w="1167450">
                  <a:extLst>
                    <a:ext uri="{9D8B030D-6E8A-4147-A177-3AD203B41FA5}">
                      <a16:colId xmlns:a16="http://schemas.microsoft.com/office/drawing/2014/main" val="3382103366"/>
                    </a:ext>
                  </a:extLst>
                </a:gridCol>
              </a:tblGrid>
              <a:tr h="422500">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96813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nSCS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Chip Select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987839">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Clock Input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3698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SPI MOSI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537586"/>
                  </a:ext>
                </a:extLst>
              </a:tr>
              <a:tr h="1066472">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Frame Sync.</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4315327"/>
                  </a:ext>
                </a:extLst>
              </a:tr>
              <a:tr h="107964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 Daisy 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03496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 Daisy 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3214034"/>
                  </a:ext>
                </a:extLst>
              </a:tr>
              <a:tr h="103496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Mater Clock</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19" name="그림 18" descr="화살이(가) 표시된 사진&#10;&#10;자동 생성된 설명">
            <a:extLst>
              <a:ext uri="{FF2B5EF4-FFF2-40B4-BE49-F238E27FC236}">
                <a16:creationId xmlns:a16="http://schemas.microsoft.com/office/drawing/2014/main" id="{7FDEFE6A-692C-4FD5-94A2-1DBBFE823B16}"/>
              </a:ext>
            </a:extLst>
          </p:cNvPr>
          <p:cNvPicPr>
            <a:picLocks noChangeAspect="1"/>
          </p:cNvPicPr>
          <p:nvPr/>
        </p:nvPicPr>
        <p:blipFill>
          <a:blip r:embed="rId3"/>
          <a:stretch>
            <a:fillRect/>
          </a:stretch>
        </p:blipFill>
        <p:spPr>
          <a:xfrm>
            <a:off x="2867147" y="1762535"/>
            <a:ext cx="1075276" cy="865630"/>
          </a:xfrm>
          <a:prstGeom prst="rect">
            <a:avLst/>
          </a:prstGeom>
        </p:spPr>
      </p:pic>
      <p:pic>
        <p:nvPicPr>
          <p:cNvPr id="16" name="그림 15">
            <a:extLst>
              <a:ext uri="{FF2B5EF4-FFF2-40B4-BE49-F238E27FC236}">
                <a16:creationId xmlns:a16="http://schemas.microsoft.com/office/drawing/2014/main" id="{9FAA5DCC-F299-4ADB-9A60-40C67A6D221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7" name="TextBox 16">
            <a:extLst>
              <a:ext uri="{FF2B5EF4-FFF2-40B4-BE49-F238E27FC236}">
                <a16:creationId xmlns:a16="http://schemas.microsoft.com/office/drawing/2014/main" id="{99062792-A0D0-4C16-8630-6DE71B03EE39}"/>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4CD63B5B-1249-8C58-949D-2E11BA6581E2}"/>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18" name="그림 17" descr="화살이(가) 표시된 사진&#10;&#10;자동 생성된 설명">
            <a:extLst>
              <a:ext uri="{FF2B5EF4-FFF2-40B4-BE49-F238E27FC236}">
                <a16:creationId xmlns:a16="http://schemas.microsoft.com/office/drawing/2014/main" id="{896AB535-2730-8032-B9FA-CA5E0C500159}"/>
              </a:ext>
            </a:extLst>
          </p:cNvPr>
          <p:cNvPicPr>
            <a:picLocks noChangeAspect="1"/>
          </p:cNvPicPr>
          <p:nvPr/>
        </p:nvPicPr>
        <p:blipFill>
          <a:blip r:embed="rId3"/>
          <a:stretch>
            <a:fillRect/>
          </a:stretch>
        </p:blipFill>
        <p:spPr>
          <a:xfrm>
            <a:off x="2867147" y="2743669"/>
            <a:ext cx="1075276" cy="865630"/>
          </a:xfrm>
          <a:prstGeom prst="rect">
            <a:avLst/>
          </a:prstGeom>
        </p:spPr>
      </p:pic>
      <p:pic>
        <p:nvPicPr>
          <p:cNvPr id="22" name="그림 21" descr="화살이(가) 표시된 사진&#10;&#10;자동 생성된 설명">
            <a:extLst>
              <a:ext uri="{FF2B5EF4-FFF2-40B4-BE49-F238E27FC236}">
                <a16:creationId xmlns:a16="http://schemas.microsoft.com/office/drawing/2014/main" id="{42051D72-0027-AB10-41C3-582625101919}"/>
              </a:ext>
            </a:extLst>
          </p:cNvPr>
          <p:cNvPicPr>
            <a:picLocks noChangeAspect="1"/>
          </p:cNvPicPr>
          <p:nvPr/>
        </p:nvPicPr>
        <p:blipFill>
          <a:blip r:embed="rId3"/>
          <a:stretch>
            <a:fillRect/>
          </a:stretch>
        </p:blipFill>
        <p:spPr>
          <a:xfrm>
            <a:off x="2867147" y="3768820"/>
            <a:ext cx="1075276" cy="865630"/>
          </a:xfrm>
          <a:prstGeom prst="rect">
            <a:avLst/>
          </a:prstGeom>
        </p:spPr>
      </p:pic>
      <p:pic>
        <p:nvPicPr>
          <p:cNvPr id="23" name="그림 22" descr="화살이(가) 표시된 사진&#10;&#10;자동 생성된 설명">
            <a:extLst>
              <a:ext uri="{FF2B5EF4-FFF2-40B4-BE49-F238E27FC236}">
                <a16:creationId xmlns:a16="http://schemas.microsoft.com/office/drawing/2014/main" id="{EC13929A-22A7-DAEE-65ED-759003F9F00F}"/>
              </a:ext>
            </a:extLst>
          </p:cNvPr>
          <p:cNvPicPr>
            <a:picLocks noChangeAspect="1"/>
          </p:cNvPicPr>
          <p:nvPr/>
        </p:nvPicPr>
        <p:blipFill>
          <a:blip r:embed="rId3"/>
          <a:stretch>
            <a:fillRect/>
          </a:stretch>
        </p:blipFill>
        <p:spPr>
          <a:xfrm>
            <a:off x="2900218" y="4811480"/>
            <a:ext cx="1075276" cy="865630"/>
          </a:xfrm>
          <a:prstGeom prst="rect">
            <a:avLst/>
          </a:prstGeom>
        </p:spPr>
      </p:pic>
      <p:pic>
        <p:nvPicPr>
          <p:cNvPr id="27" name="그림 26" descr="화살이(가) 표시된 사진&#10;&#10;자동 생성된 설명">
            <a:extLst>
              <a:ext uri="{FF2B5EF4-FFF2-40B4-BE49-F238E27FC236}">
                <a16:creationId xmlns:a16="http://schemas.microsoft.com/office/drawing/2014/main" id="{9A0EB315-B9AD-12B0-A173-2C494525325B}"/>
              </a:ext>
            </a:extLst>
          </p:cNvPr>
          <p:cNvPicPr>
            <a:picLocks noChangeAspect="1"/>
          </p:cNvPicPr>
          <p:nvPr/>
        </p:nvPicPr>
        <p:blipFill>
          <a:blip r:embed="rId3"/>
          <a:stretch>
            <a:fillRect/>
          </a:stretch>
        </p:blipFill>
        <p:spPr>
          <a:xfrm>
            <a:off x="2900218" y="7943668"/>
            <a:ext cx="1075276" cy="865630"/>
          </a:xfrm>
          <a:prstGeom prst="rect">
            <a:avLst/>
          </a:prstGeom>
        </p:spPr>
      </p:pic>
    </p:spTree>
    <p:extLst>
      <p:ext uri="{BB962C8B-B14F-4D97-AF65-F5344CB8AC3E}">
        <p14:creationId xmlns:p14="http://schemas.microsoft.com/office/powerpoint/2010/main" val="2318360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5" name="TextBox 14">
            <a:extLst>
              <a:ext uri="{FF2B5EF4-FFF2-40B4-BE49-F238E27FC236}">
                <a16:creationId xmlns:a16="http://schemas.microsoft.com/office/drawing/2014/main" id="{A3D339AF-86F5-4667-83B7-4F21033E06B9}"/>
              </a:ext>
            </a:extLst>
          </p:cNvPr>
          <p:cNvSpPr txBox="1"/>
          <p:nvPr/>
        </p:nvSpPr>
        <p:spPr>
          <a:xfrm>
            <a:off x="404813" y="862421"/>
            <a:ext cx="323101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pic>
        <p:nvPicPr>
          <p:cNvPr id="17" name="그림 16">
            <a:extLst>
              <a:ext uri="{FF2B5EF4-FFF2-40B4-BE49-F238E27FC236}">
                <a16:creationId xmlns:a16="http://schemas.microsoft.com/office/drawing/2014/main" id="{06672CB0-FF21-4E41-9295-DCCEFA8A06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9" name="TextBox 18">
            <a:extLst>
              <a:ext uri="{FF2B5EF4-FFF2-40B4-BE49-F238E27FC236}">
                <a16:creationId xmlns:a16="http://schemas.microsoft.com/office/drawing/2014/main" id="{A97658D1-6918-40BE-8926-6949A411D1B4}"/>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9B32A916-CB72-ACCF-02C8-5C9BEC1AA1C3}"/>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7116F89B-3268-1885-B2FF-3EBA988099AA}"/>
              </a:ext>
            </a:extLst>
          </p:cNvPr>
          <p:cNvGraphicFramePr>
            <a:graphicFrameLocks noGrp="1"/>
          </p:cNvGraphicFramePr>
          <p:nvPr>
            <p:extLst>
              <p:ext uri="{D42A27DB-BD31-4B8C-83A1-F6EECF244321}">
                <p14:modId xmlns:p14="http://schemas.microsoft.com/office/powerpoint/2010/main" val="1966729597"/>
              </p:ext>
            </p:extLst>
          </p:nvPr>
        </p:nvGraphicFramePr>
        <p:xfrm>
          <a:off x="413545" y="1268261"/>
          <a:ext cx="6048622" cy="7627598"/>
        </p:xfrm>
        <a:graphic>
          <a:graphicData uri="http://schemas.openxmlformats.org/drawingml/2006/table">
            <a:tbl>
              <a:tblPr>
                <a:tableStyleId>{5C22544A-7EE6-4342-B048-85BDC9FD1C3A}</a:tableStyleId>
              </a:tblPr>
              <a:tblGrid>
                <a:gridCol w="847791">
                  <a:extLst>
                    <a:ext uri="{9D8B030D-6E8A-4147-A177-3AD203B41FA5}">
                      <a16:colId xmlns:a16="http://schemas.microsoft.com/office/drawing/2014/main" val="1199541810"/>
                    </a:ext>
                  </a:extLst>
                </a:gridCol>
                <a:gridCol w="375781">
                  <a:extLst>
                    <a:ext uri="{9D8B030D-6E8A-4147-A177-3AD203B41FA5}">
                      <a16:colId xmlns:a16="http://schemas.microsoft.com/office/drawing/2014/main" val="112759525"/>
                    </a:ext>
                  </a:extLst>
                </a:gridCol>
                <a:gridCol w="3657600">
                  <a:extLst>
                    <a:ext uri="{9D8B030D-6E8A-4147-A177-3AD203B41FA5}">
                      <a16:colId xmlns:a16="http://schemas.microsoft.com/office/drawing/2014/main" val="3900317923"/>
                    </a:ext>
                  </a:extLst>
                </a:gridCol>
                <a:gridCol w="1167450">
                  <a:extLst>
                    <a:ext uri="{9D8B030D-6E8A-4147-A177-3AD203B41FA5}">
                      <a16:colId xmlns:a16="http://schemas.microsoft.com/office/drawing/2014/main" val="3382103366"/>
                    </a:ext>
                  </a:extLst>
                </a:gridCol>
              </a:tblGrid>
              <a:tr h="422283">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967640">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Frame Sync.</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987332">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nINT_FB</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Chip Select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36454">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nINT_LD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Clock Input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537586"/>
                  </a:ext>
                </a:extLst>
              </a:tr>
              <a:tr h="106592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SPI MOSI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4315327"/>
                  </a:ext>
                </a:extLst>
              </a:tr>
              <a:tr h="107909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03443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981816"/>
                  </a:ext>
                </a:extLst>
              </a:tr>
              <a:tr h="103443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10" name="그림 9">
            <a:extLst>
              <a:ext uri="{FF2B5EF4-FFF2-40B4-BE49-F238E27FC236}">
                <a16:creationId xmlns:a16="http://schemas.microsoft.com/office/drawing/2014/main" id="{C06B8682-DB96-1431-0BB1-97881A22F1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0858" y="7909201"/>
            <a:ext cx="940203" cy="792337"/>
          </a:xfrm>
          <a:prstGeom prst="rect">
            <a:avLst/>
          </a:prstGeom>
        </p:spPr>
      </p:pic>
      <p:pic>
        <p:nvPicPr>
          <p:cNvPr id="16" name="그림 15" descr="화살이(가) 표시된 사진&#10;&#10;자동 생성된 설명">
            <a:extLst>
              <a:ext uri="{FF2B5EF4-FFF2-40B4-BE49-F238E27FC236}">
                <a16:creationId xmlns:a16="http://schemas.microsoft.com/office/drawing/2014/main" id="{EA7A680C-E57F-6A5D-0111-5387BDE50BEF}"/>
              </a:ext>
            </a:extLst>
          </p:cNvPr>
          <p:cNvPicPr>
            <a:picLocks noChangeAspect="1"/>
          </p:cNvPicPr>
          <p:nvPr/>
        </p:nvPicPr>
        <p:blipFill>
          <a:blip r:embed="rId5"/>
          <a:stretch>
            <a:fillRect/>
          </a:stretch>
        </p:blipFill>
        <p:spPr>
          <a:xfrm>
            <a:off x="2980858" y="1766454"/>
            <a:ext cx="1075276" cy="865630"/>
          </a:xfrm>
          <a:prstGeom prst="rect">
            <a:avLst/>
          </a:prstGeom>
        </p:spPr>
      </p:pic>
      <p:pic>
        <p:nvPicPr>
          <p:cNvPr id="18" name="그림 17" descr="화살이(가) 표시된 사진&#10;&#10;자동 생성된 설명">
            <a:extLst>
              <a:ext uri="{FF2B5EF4-FFF2-40B4-BE49-F238E27FC236}">
                <a16:creationId xmlns:a16="http://schemas.microsoft.com/office/drawing/2014/main" id="{1120DA44-1FB3-4664-2EAB-F44E085AC251}"/>
              </a:ext>
            </a:extLst>
          </p:cNvPr>
          <p:cNvPicPr>
            <a:picLocks noChangeAspect="1"/>
          </p:cNvPicPr>
          <p:nvPr/>
        </p:nvPicPr>
        <p:blipFill>
          <a:blip r:embed="rId5"/>
          <a:stretch>
            <a:fillRect/>
          </a:stretch>
        </p:blipFill>
        <p:spPr>
          <a:xfrm>
            <a:off x="2980858" y="5871788"/>
            <a:ext cx="1075276" cy="865630"/>
          </a:xfrm>
          <a:prstGeom prst="rect">
            <a:avLst/>
          </a:prstGeom>
        </p:spPr>
      </p:pic>
    </p:spTree>
    <p:extLst>
      <p:ext uri="{BB962C8B-B14F-4D97-AF65-F5344CB8AC3E}">
        <p14:creationId xmlns:p14="http://schemas.microsoft.com/office/powerpoint/2010/main" val="2671213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9</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21500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2" name="object 16">
            <a:extLst>
              <a:ext uri="{FF2B5EF4-FFF2-40B4-BE49-F238E27FC236}">
                <a16:creationId xmlns:a16="http://schemas.microsoft.com/office/drawing/2014/main" id="{D5B880D4-A22F-4FF2-8D6B-8B7D0A040220}"/>
              </a:ext>
            </a:extLst>
          </p:cNvPr>
          <p:cNvSpPr txBox="1"/>
          <p:nvPr/>
        </p:nvSpPr>
        <p:spPr>
          <a:xfrm>
            <a:off x="400853" y="6226082"/>
            <a:ext cx="6071521" cy="151323"/>
          </a:xfrm>
          <a:prstGeom prst="rect">
            <a:avLst/>
          </a:prstGeom>
        </p:spPr>
        <p:txBody>
          <a:bodyPr vert="horz" wrap="square" lIns="0" tIns="12700" rIns="0" bIns="0" rtlCol="0">
            <a:spAutoFit/>
          </a:bodyPr>
          <a:lstStyle/>
          <a:p>
            <a:pPr marL="38100">
              <a:lnSpc>
                <a:spcPct val="100000"/>
              </a:lnSpc>
              <a:spcBef>
                <a:spcPts val="100"/>
              </a:spcBef>
            </a:pPr>
            <a:r>
              <a:rPr sz="900" dirty="0">
                <a:latin typeface="Arial" panose="020B0604020202020204" pitchFamily="34" charset="0"/>
                <a:cs typeface="Arial" panose="020B0604020202020204" pitchFamily="34" charset="0"/>
              </a:rPr>
              <a:t>Notes</a:t>
            </a:r>
            <a:r>
              <a:rPr lang="en-US" sz="900" dirty="0">
                <a:latin typeface="Arial" panose="020B0604020202020204" pitchFamily="34" charset="0"/>
                <a:cs typeface="Arial" panose="020B0604020202020204" pitchFamily="34" charset="0"/>
              </a:rPr>
              <a:t> :  </a:t>
            </a:r>
            <a:r>
              <a:rPr lang="en-US" sz="900" spc="-5" dirty="0">
                <a:latin typeface="Arial" panose="020B0604020202020204" pitchFamily="34" charset="0"/>
                <a:cs typeface="Arial" panose="020B0604020202020204" pitchFamily="34" charset="0"/>
              </a:rPr>
              <a:t>Stresses beyond those listed under Absolute Maximum Ratings may cause permanent damage to the device</a:t>
            </a: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3197642070"/>
              </p:ext>
            </p:extLst>
          </p:nvPr>
        </p:nvGraphicFramePr>
        <p:xfrm>
          <a:off x="404813" y="1082641"/>
          <a:ext cx="6033150" cy="4911328"/>
        </p:xfrm>
        <a:graphic>
          <a:graphicData uri="http://schemas.openxmlformats.org/drawingml/2006/table">
            <a:tbl>
              <a:tblPr>
                <a:tableStyleId>{5C22544A-7EE6-4342-B048-85BDC9FD1C3A}</a:tableStyleId>
              </a:tblPr>
              <a:tblGrid>
                <a:gridCol w="2424112">
                  <a:extLst>
                    <a:ext uri="{9D8B030D-6E8A-4147-A177-3AD203B41FA5}">
                      <a16:colId xmlns:a16="http://schemas.microsoft.com/office/drawing/2014/main" val="1199541810"/>
                    </a:ext>
                  </a:extLst>
                </a:gridCol>
                <a:gridCol w="933450">
                  <a:extLst>
                    <a:ext uri="{9D8B030D-6E8A-4147-A177-3AD203B41FA5}">
                      <a16:colId xmlns:a16="http://schemas.microsoft.com/office/drawing/2014/main" val="2771136683"/>
                    </a:ext>
                  </a:extLst>
                </a:gridCol>
                <a:gridCol w="2114550">
                  <a:extLst>
                    <a:ext uri="{9D8B030D-6E8A-4147-A177-3AD203B41FA5}">
                      <a16:colId xmlns:a16="http://schemas.microsoft.com/office/drawing/2014/main" val="112759525"/>
                    </a:ext>
                  </a:extLst>
                </a:gridCol>
                <a:gridCol w="561038">
                  <a:extLst>
                    <a:ext uri="{9D8B030D-6E8A-4147-A177-3AD203B41FA5}">
                      <a16:colId xmlns:a16="http://schemas.microsoft.com/office/drawing/2014/main" val="3900317923"/>
                    </a:ext>
                  </a:extLst>
                </a:gridCol>
              </a:tblGrid>
              <a:tr h="306958">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306958">
                <a:tc>
                  <a:txBody>
                    <a:bodyPr/>
                    <a:lstStyle/>
                    <a:p>
                      <a:pPr algn="ctr" fontAlgn="ctr"/>
                      <a:r>
                        <a:rPr lang="da-DK"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nSCS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03802"/>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306958">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306958">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125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306958">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30695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2" name="표 1">
            <a:extLst>
              <a:ext uri="{FF2B5EF4-FFF2-40B4-BE49-F238E27FC236}">
                <a16:creationId xmlns:a16="http://schemas.microsoft.com/office/drawing/2014/main" id="{16FD7F1E-4B28-436D-B5E7-7212A55AA0DD}"/>
              </a:ext>
            </a:extLst>
          </p:cNvPr>
          <p:cNvGraphicFramePr>
            <a:graphicFrameLocks noGrp="1"/>
          </p:cNvGraphicFramePr>
          <p:nvPr>
            <p:extLst>
              <p:ext uri="{D42A27DB-BD31-4B8C-83A1-F6EECF244321}">
                <p14:modId xmlns:p14="http://schemas.microsoft.com/office/powerpoint/2010/main" val="3382537228"/>
              </p:ext>
            </p:extLst>
          </p:nvPr>
        </p:nvGraphicFramePr>
        <p:xfrm>
          <a:off x="420038" y="7396632"/>
          <a:ext cx="6033150" cy="1099318"/>
        </p:xfrm>
        <a:graphic>
          <a:graphicData uri="http://schemas.openxmlformats.org/drawingml/2006/table">
            <a:tbl>
              <a:tblPr>
                <a:tableStyleId>{5C22544A-7EE6-4342-B048-85BDC9FD1C3A}</a:tableStyleId>
              </a:tblPr>
              <a:tblGrid>
                <a:gridCol w="2418302">
                  <a:extLst>
                    <a:ext uri="{9D8B030D-6E8A-4147-A177-3AD203B41FA5}">
                      <a16:colId xmlns:a16="http://schemas.microsoft.com/office/drawing/2014/main" val="1320303658"/>
                    </a:ext>
                  </a:extLst>
                </a:gridCol>
                <a:gridCol w="939260">
                  <a:extLst>
                    <a:ext uri="{9D8B030D-6E8A-4147-A177-3AD203B41FA5}">
                      <a16:colId xmlns:a16="http://schemas.microsoft.com/office/drawing/2014/main" val="1181630776"/>
                    </a:ext>
                  </a:extLst>
                </a:gridCol>
                <a:gridCol w="803815">
                  <a:extLst>
                    <a:ext uri="{9D8B030D-6E8A-4147-A177-3AD203B41FA5}">
                      <a16:colId xmlns:a16="http://schemas.microsoft.com/office/drawing/2014/main" val="3949318443"/>
                    </a:ext>
                  </a:extLst>
                </a:gridCol>
                <a:gridCol w="400050">
                  <a:extLst>
                    <a:ext uri="{9D8B030D-6E8A-4147-A177-3AD203B41FA5}">
                      <a16:colId xmlns:a16="http://schemas.microsoft.com/office/drawing/2014/main" val="3257084413"/>
                    </a:ext>
                  </a:extLst>
                </a:gridCol>
                <a:gridCol w="1471723">
                  <a:extLst>
                    <a:ext uri="{9D8B030D-6E8A-4147-A177-3AD203B41FA5}">
                      <a16:colId xmlns:a16="http://schemas.microsoft.com/office/drawing/2014/main" val="3840390301"/>
                    </a:ext>
                  </a:extLst>
                </a:gridCol>
              </a:tblGrid>
              <a:tr h="263610">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28" name="TextBox 27">
            <a:extLst>
              <a:ext uri="{FF2B5EF4-FFF2-40B4-BE49-F238E27FC236}">
                <a16:creationId xmlns:a16="http://schemas.microsoft.com/office/drawing/2014/main" id="{A4352CA5-04F6-4FD2-8183-40690742F237}"/>
              </a:ext>
            </a:extLst>
          </p:cNvPr>
          <p:cNvSpPr txBox="1"/>
          <p:nvPr/>
        </p:nvSpPr>
        <p:spPr>
          <a:xfrm>
            <a:off x="400853" y="7065462"/>
            <a:ext cx="208166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D91863E8-B046-4F19-AA99-87B5AA0A13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AC19A122-4B0A-4156-9C1D-8A101A9809C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A5E3B89D-E592-CB97-F0FA-90157D6545C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1362810038"/>
              </p:ext>
            </p:extLst>
          </p:nvPr>
        </p:nvGraphicFramePr>
        <p:xfrm>
          <a:off x="404813" y="1082644"/>
          <a:ext cx="6033152" cy="7551203"/>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199541810"/>
                    </a:ext>
                  </a:extLst>
                </a:gridCol>
                <a:gridCol w="682277">
                  <a:extLst>
                    <a:ext uri="{9D8B030D-6E8A-4147-A177-3AD203B41FA5}">
                      <a16:colId xmlns:a16="http://schemas.microsoft.com/office/drawing/2014/main" val="2771136683"/>
                    </a:ext>
                  </a:extLst>
                </a:gridCol>
                <a:gridCol w="1804988">
                  <a:extLst>
                    <a:ext uri="{9D8B030D-6E8A-4147-A177-3AD203B41FA5}">
                      <a16:colId xmlns:a16="http://schemas.microsoft.com/office/drawing/2014/main" val="112759525"/>
                    </a:ext>
                  </a:extLst>
                </a:gridCol>
                <a:gridCol w="528638">
                  <a:extLst>
                    <a:ext uri="{9D8B030D-6E8A-4147-A177-3AD203B41FA5}">
                      <a16:colId xmlns:a16="http://schemas.microsoft.com/office/drawing/2014/main" val="2315189607"/>
                    </a:ext>
                  </a:extLst>
                </a:gridCol>
                <a:gridCol w="528638">
                  <a:extLst>
                    <a:ext uri="{9D8B030D-6E8A-4147-A177-3AD203B41FA5}">
                      <a16:colId xmlns:a16="http://schemas.microsoft.com/office/drawing/2014/main" val="1695008994"/>
                    </a:ext>
                  </a:extLst>
                </a:gridCol>
                <a:gridCol w="528638">
                  <a:extLst>
                    <a:ext uri="{9D8B030D-6E8A-4147-A177-3AD203B41FA5}">
                      <a16:colId xmlns:a16="http://schemas.microsoft.com/office/drawing/2014/main" val="1448189180"/>
                    </a:ext>
                  </a:extLst>
                </a:gridCol>
                <a:gridCol w="561038">
                  <a:extLst>
                    <a:ext uri="{9D8B030D-6E8A-4147-A177-3AD203B41FA5}">
                      <a16:colId xmlns:a16="http://schemas.microsoft.com/office/drawing/2014/main" val="3900317923"/>
                    </a:ext>
                  </a:extLst>
                </a:gridCol>
              </a:tblGrid>
              <a:tr h="16593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6593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7266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5675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5675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5675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73590">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56757">
                <a:tc rowSpan="2">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nSCS Input Voltage</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SCSL</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Chip Select,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56757">
                <a:tc vMerge="1">
                  <a:txBody>
                    <a:bodyPr/>
                    <a:lstStyle/>
                    <a:p>
                      <a:pPr algn="ctr" fontAlgn="ct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SCSH</a:t>
                      </a:r>
                      <a:endParaRPr lang="ko-KR" altLang="en-US" sz="900" b="0" i="0" u="none" strike="noStrike" baseline="-25000" dirty="0">
                        <a:solidFill>
                          <a:srgbClr val="000000"/>
                        </a:solidFill>
                        <a:effectLst/>
                        <a:latin typeface="Arial" panose="020B0604020202020204" pitchFamily="34" charset="0"/>
                        <a:ea typeface="+mn-ea"/>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Chip Select,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03802"/>
                  </a:ext>
                </a:extLst>
              </a:tr>
              <a:tr h="256757">
                <a:tc rowSpan="2">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 Input Voltage</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SCLKL</a:t>
                      </a:r>
                      <a:r>
                        <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Clock,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56757">
                <a:tc vMerge="1">
                  <a:txBody>
                    <a:bodyPr/>
                    <a:lstStyle/>
                    <a:p>
                      <a:pPr algn="ctr" fontAlgn="ct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SCLKH</a:t>
                      </a:r>
                      <a:r>
                        <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Clock</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56757">
                <a:tc rowSpan="2">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 Input Voltage</a:t>
                      </a: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6649966"/>
                  </a:ext>
                </a:extLst>
              </a:tr>
              <a:tr h="256757">
                <a:tc vMerge="1">
                  <a:txBody>
                    <a:bodyPr/>
                    <a:lstStyle/>
                    <a:p>
                      <a:pPr algn="ctr" fontAlgn="ct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MOSIH</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268812"/>
                  </a:ext>
                </a:extLst>
              </a:tr>
              <a:tr h="256757">
                <a:tc rowSpan="2">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 Voltage</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VSYNCL</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368197"/>
                  </a:ext>
                </a:extLst>
              </a:tr>
              <a:tr h="25675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VSYNCH</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8069737"/>
                  </a:ext>
                </a:extLst>
              </a:tr>
              <a:tr h="25416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56757">
                <a:tc rowSpan="2">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 Output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r h="25675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MISOH</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1039164"/>
                  </a:ext>
                </a:extLst>
              </a:tr>
              <a:tr h="256757">
                <a:tc rowSpan="2">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 Output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55081"/>
                  </a:ext>
                </a:extLst>
              </a:tr>
              <a:tr h="25675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SCLKOH</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8265023"/>
                  </a:ext>
                </a:extLst>
              </a:tr>
              <a:tr h="256757">
                <a:tc rowSpan="2">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 Output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85384"/>
                  </a:ext>
                </a:extLst>
              </a:tr>
              <a:tr h="25675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SDOH</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5216774"/>
                  </a:ext>
                </a:extLst>
              </a:tr>
              <a:tr h="256757">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Bi-direction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5107981"/>
                  </a:ext>
                </a:extLst>
              </a:tr>
              <a:tr h="256757">
                <a:tc rowSpan="2">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 Inout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216645"/>
                  </a:ext>
                </a:extLst>
              </a:tr>
              <a:tr h="25675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DIOH</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2095291"/>
                  </a:ext>
                </a:extLst>
              </a:tr>
              <a:tr h="256757">
                <a:tc>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INT_PD</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a:t>
                      </a:r>
                      <a:r>
                        <a:rPr lang="el-G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888857"/>
                  </a:ext>
                </a:extLst>
              </a:tr>
              <a:tr h="256757">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1064856"/>
                  </a:ext>
                </a:extLst>
              </a:tr>
              <a:tr h="25675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Frequency</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14.7456</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152361"/>
                  </a:ext>
                </a:extLst>
              </a:tr>
              <a:tr h="25675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Duty</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baseline="0" dirty="0">
                          <a:effectLst/>
                          <a:latin typeface="Arial" panose="020B0604020202020204" pitchFamily="34" charset="0"/>
                          <a:ea typeface="+mn-ea"/>
                          <a:cs typeface="Arial" panose="020B0604020202020204" pitchFamily="34" charset="0"/>
                        </a:rPr>
                        <a:t>50</a:t>
                      </a:r>
                      <a:endParaRPr lang="ko-KR" altLang="ko-KR" sz="900" kern="100" baseline="0" dirty="0">
                        <a:effectLst/>
                        <a:latin typeface="Arial" panose="020B0604020202020204" pitchFamily="34" charset="0"/>
                        <a:ea typeface="+mn-ea"/>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5202424"/>
                  </a:ext>
                </a:extLst>
              </a:tr>
              <a:tr h="25675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Jitter</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76835" algn="r">
                        <a:lnSpc>
                          <a:spcPct val="100000"/>
                        </a:lnSpc>
                        <a:spcBef>
                          <a:spcPts val="710"/>
                        </a:spcBef>
                      </a:pPr>
                      <a:r>
                        <a:rPr lang="en-US" altLang="ko-KR" sz="900" spc="7" baseline="0" dirty="0">
                          <a:latin typeface="Arial" panose="020B0604020202020204" pitchFamily="34" charset="0"/>
                          <a:cs typeface="Arial" panose="020B0604020202020204" pitchFamily="34" charset="0"/>
                        </a:rPr>
                        <a:t>△F</a:t>
                      </a:r>
                      <a:r>
                        <a:rPr lang="en-US" altLang="ko-KR" sz="900" spc="5" baseline="-25000" dirty="0">
                          <a:latin typeface="Arial" panose="020B0604020202020204" pitchFamily="34" charset="0"/>
                          <a:cs typeface="Arial" panose="020B0604020202020204" pitchFamily="34" charset="0"/>
                        </a:rPr>
                        <a:t>MCLK</a:t>
                      </a:r>
                      <a:endParaRPr lang="en-US" altLang="ko-KR"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ko-KR" altLang="ko-KR" sz="900" kern="100" baseline="0" dirty="0">
                        <a:effectLst/>
                        <a:latin typeface="Arial" panose="020B0604020202020204" pitchFamily="34" charset="0"/>
                        <a:ea typeface="+mn-ea"/>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624764"/>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10</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2" name="그림 11">
            <a:extLst>
              <a:ext uri="{FF2B5EF4-FFF2-40B4-BE49-F238E27FC236}">
                <a16:creationId xmlns:a16="http://schemas.microsoft.com/office/drawing/2014/main" id="{ABD2EA96-49A1-4DFD-984A-84F19B87F4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3" name="TextBox 12">
            <a:extLst>
              <a:ext uri="{FF2B5EF4-FFF2-40B4-BE49-F238E27FC236}">
                <a16:creationId xmlns:a16="http://schemas.microsoft.com/office/drawing/2014/main" id="{406F1A7B-7207-4B0A-AF58-DCDE8BDB8D02}"/>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6605C94F-A7C5-7600-26B1-113075E21BDC}"/>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2741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3" name="그림 12">
            <a:extLst>
              <a:ext uri="{FF2B5EF4-FFF2-40B4-BE49-F238E27FC236}">
                <a16:creationId xmlns:a16="http://schemas.microsoft.com/office/drawing/2014/main" id="{EB7F5CB5-2B1D-4334-AE6D-EEEC4C50E8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4" name="TextBox 13">
            <a:extLst>
              <a:ext uri="{FF2B5EF4-FFF2-40B4-BE49-F238E27FC236}">
                <a16:creationId xmlns:a16="http://schemas.microsoft.com/office/drawing/2014/main" id="{11C38E73-37A6-451F-B038-CD7FA9515E6D}"/>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6638BE65-95D8-8F8B-6251-87F18B8366BC}"/>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object 2">
            <a:extLst>
              <a:ext uri="{FF2B5EF4-FFF2-40B4-BE49-F238E27FC236}">
                <a16:creationId xmlns:a16="http://schemas.microsoft.com/office/drawing/2014/main" id="{CD48450D-AAAB-2583-EED8-0BCC88A74B8A}"/>
              </a:ext>
            </a:extLst>
          </p:cNvPr>
          <p:cNvSpPr txBox="1"/>
          <p:nvPr/>
        </p:nvSpPr>
        <p:spPr>
          <a:xfrm>
            <a:off x="329857" y="894308"/>
            <a:ext cx="1783970" cy="215444"/>
          </a:xfrm>
          <a:prstGeom prst="rect">
            <a:avLst/>
          </a:prstGeom>
        </p:spPr>
        <p:txBody>
          <a:bodyPr vert="horz" wrap="square" lIns="0" tIns="0" rIns="0" bIns="0" rtlCol="0" anchor="ctr">
            <a:spAutoFit/>
          </a:bodyPr>
          <a:lstStyle/>
          <a:p>
            <a:pPr>
              <a:lnSpc>
                <a:spcPct val="100000"/>
              </a:lnSpc>
              <a:spcBef>
                <a:spcPts val="0"/>
              </a:spcBef>
            </a:pPr>
            <a:r>
              <a:rPr sz="1400" b="1" spc="3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grpSp>
        <p:nvGrpSpPr>
          <p:cNvPr id="5" name="그룹 4">
            <a:extLst>
              <a:ext uri="{FF2B5EF4-FFF2-40B4-BE49-F238E27FC236}">
                <a16:creationId xmlns:a16="http://schemas.microsoft.com/office/drawing/2014/main" id="{28312C46-8E21-B5C3-68E7-A1D9934438B0}"/>
              </a:ext>
            </a:extLst>
          </p:cNvPr>
          <p:cNvGrpSpPr/>
          <p:nvPr/>
        </p:nvGrpSpPr>
        <p:grpSpPr>
          <a:xfrm>
            <a:off x="481343" y="1495258"/>
            <a:ext cx="5470043" cy="1185047"/>
            <a:chOff x="473557" y="6183185"/>
            <a:chExt cx="5470043" cy="1185047"/>
          </a:xfrm>
        </p:grpSpPr>
        <p:cxnSp>
          <p:nvCxnSpPr>
            <p:cNvPr id="6" name="직선 연결선 5">
              <a:extLst>
                <a:ext uri="{FF2B5EF4-FFF2-40B4-BE49-F238E27FC236}">
                  <a16:creationId xmlns:a16="http://schemas.microsoft.com/office/drawing/2014/main" id="{F321B945-C5C3-9C50-0D23-E008CE6E58E2}"/>
                </a:ext>
              </a:extLst>
            </p:cNvPr>
            <p:cNvCxnSpPr>
              <a:cxnSpLocks/>
            </p:cNvCxnSpPr>
            <p:nvPr/>
          </p:nvCxnSpPr>
          <p:spPr>
            <a:xfrm flipH="1">
              <a:off x="1413248" y="6324600"/>
              <a:ext cx="152400" cy="2286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 6">
              <a:extLst>
                <a:ext uri="{FF2B5EF4-FFF2-40B4-BE49-F238E27FC236}">
                  <a16:creationId xmlns:a16="http://schemas.microsoft.com/office/drawing/2014/main" id="{3F5BA838-F6A8-D22E-19D4-84E122724A3E}"/>
                </a:ext>
              </a:extLst>
            </p:cNvPr>
            <p:cNvCxnSpPr>
              <a:cxnSpLocks/>
            </p:cNvCxnSpPr>
            <p:nvPr/>
          </p:nvCxnSpPr>
          <p:spPr>
            <a:xfrm flipH="1">
              <a:off x="1565648" y="6324600"/>
              <a:ext cx="43434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직선 연결선 7">
              <a:extLst>
                <a:ext uri="{FF2B5EF4-FFF2-40B4-BE49-F238E27FC236}">
                  <a16:creationId xmlns:a16="http://schemas.microsoft.com/office/drawing/2014/main" id="{68E2483B-96BF-97AC-3A56-BE35C9F62CFA}"/>
                </a:ext>
              </a:extLst>
            </p:cNvPr>
            <p:cNvCxnSpPr>
              <a:cxnSpLocks/>
            </p:cNvCxnSpPr>
            <p:nvPr/>
          </p:nvCxnSpPr>
          <p:spPr>
            <a:xfrm flipH="1">
              <a:off x="1037836" y="6553200"/>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64FFED9-6CC3-BD3D-A6D8-32FD9CFC90F4}"/>
                </a:ext>
              </a:extLst>
            </p:cNvPr>
            <p:cNvSpPr txBox="1"/>
            <p:nvPr/>
          </p:nvSpPr>
          <p:spPr>
            <a:xfrm>
              <a:off x="743216" y="6339216"/>
              <a:ext cx="325730" cy="215444"/>
            </a:xfrm>
            <a:prstGeom prst="rect">
              <a:avLst/>
            </a:prstGeom>
            <a:noFill/>
          </p:spPr>
          <p:txBody>
            <a:bodyPr wrap="none" rtlCol="0">
              <a:spAutoFit/>
            </a:bodyPr>
            <a:lstStyle/>
            <a:p>
              <a:r>
                <a:rPr lang="en-US" altLang="ko-KR" sz="800" dirty="0"/>
                <a:t>V</a:t>
              </a:r>
              <a:r>
                <a:rPr lang="en-US" altLang="ko-KR" sz="800" baseline="-25000" dirty="0"/>
                <a:t>DD</a:t>
              </a:r>
              <a:endParaRPr lang="ko-KR" altLang="en-US" sz="800" baseline="-25000" dirty="0"/>
            </a:p>
          </p:txBody>
        </p:sp>
        <p:cxnSp>
          <p:nvCxnSpPr>
            <p:cNvPr id="11" name="직선 연결선 10">
              <a:extLst>
                <a:ext uri="{FF2B5EF4-FFF2-40B4-BE49-F238E27FC236}">
                  <a16:creationId xmlns:a16="http://schemas.microsoft.com/office/drawing/2014/main" id="{94A75676-166D-ED1F-E066-BD310167EC71}"/>
                </a:ext>
              </a:extLst>
            </p:cNvPr>
            <p:cNvCxnSpPr>
              <a:cxnSpLocks/>
            </p:cNvCxnSpPr>
            <p:nvPr/>
          </p:nvCxnSpPr>
          <p:spPr>
            <a:xfrm>
              <a:off x="1413248" y="6248400"/>
              <a:ext cx="0" cy="9144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ABA484C7-ABE7-2766-FAAA-02A1909572D0}"/>
                </a:ext>
              </a:extLst>
            </p:cNvPr>
            <p:cNvCxnSpPr>
              <a:cxnSpLocks/>
            </p:cNvCxnSpPr>
            <p:nvPr/>
          </p:nvCxnSpPr>
          <p:spPr>
            <a:xfrm>
              <a:off x="1565648" y="6248400"/>
              <a:ext cx="0" cy="9144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E81E2EA2-CDE0-A680-1765-AA2C47A2782F}"/>
                </a:ext>
              </a:extLst>
            </p:cNvPr>
            <p:cNvCxnSpPr>
              <a:cxnSpLocks/>
            </p:cNvCxnSpPr>
            <p:nvPr/>
          </p:nvCxnSpPr>
          <p:spPr>
            <a:xfrm flipH="1">
              <a:off x="1037836" y="6931280"/>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직사각형 16">
              <a:extLst>
                <a:ext uri="{FF2B5EF4-FFF2-40B4-BE49-F238E27FC236}">
                  <a16:creationId xmlns:a16="http://schemas.microsoft.com/office/drawing/2014/main" id="{E42A3C56-E58E-C58F-31E4-6BD9FA42D80D}"/>
                </a:ext>
              </a:extLst>
            </p:cNvPr>
            <p:cNvSpPr/>
            <p:nvPr/>
          </p:nvSpPr>
          <p:spPr>
            <a:xfrm>
              <a:off x="4419606" y="6705627"/>
              <a:ext cx="1489442" cy="22565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Arial" panose="020B0604020202020204" pitchFamily="34" charset="0"/>
                  <a:cs typeface="Arial" panose="020B0604020202020204" pitchFamily="34" charset="0"/>
                </a:rPr>
                <a:t>Command accessible</a:t>
              </a:r>
              <a:endParaRPr lang="ko-KR" altLang="en-US" sz="800" dirty="0">
                <a:solidFill>
                  <a:schemeClr val="tx1"/>
                </a:solidFill>
                <a:latin typeface="Arial" panose="020B0604020202020204" pitchFamily="34" charset="0"/>
                <a:cs typeface="Arial" panose="020B0604020202020204" pitchFamily="34" charset="0"/>
              </a:endParaRPr>
            </a:p>
          </p:txBody>
        </p:sp>
        <p:cxnSp>
          <p:nvCxnSpPr>
            <p:cNvPr id="18" name="직선 연결선 17">
              <a:extLst>
                <a:ext uri="{FF2B5EF4-FFF2-40B4-BE49-F238E27FC236}">
                  <a16:creationId xmlns:a16="http://schemas.microsoft.com/office/drawing/2014/main" id="{847164CB-D1BF-4EC5-B19A-3FA9EF89F8A5}"/>
                </a:ext>
              </a:extLst>
            </p:cNvPr>
            <p:cNvCxnSpPr>
              <a:cxnSpLocks/>
            </p:cNvCxnSpPr>
            <p:nvPr/>
          </p:nvCxnSpPr>
          <p:spPr>
            <a:xfrm>
              <a:off x="4419606" y="6248400"/>
              <a:ext cx="0" cy="9144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12BE4C2A-A1E3-209F-36BB-176AE9EFB983}"/>
                </a:ext>
              </a:extLst>
            </p:cNvPr>
            <p:cNvCxnSpPr>
              <a:cxnSpLocks/>
            </p:cNvCxnSpPr>
            <p:nvPr/>
          </p:nvCxnSpPr>
          <p:spPr>
            <a:xfrm flipH="1">
              <a:off x="1565648" y="7086600"/>
              <a:ext cx="2844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EC5FD7B-4ED3-A2B8-E11D-C655208E6F4A}"/>
                </a:ext>
              </a:extLst>
            </p:cNvPr>
            <p:cNvSpPr txBox="1"/>
            <p:nvPr/>
          </p:nvSpPr>
          <p:spPr>
            <a:xfrm>
              <a:off x="2575617" y="6988693"/>
              <a:ext cx="978400" cy="195814"/>
            </a:xfrm>
            <a:prstGeom prst="rect">
              <a:avLst/>
            </a:prstGeom>
            <a:solidFill>
              <a:schemeClr val="bg1"/>
            </a:solidFill>
          </p:spPr>
          <p:txBody>
            <a:bodyPr wrap="none" lIns="36000" tIns="36000" rIns="36000" bIns="36000" rtlCol="0" anchor="ctr" anchorCtr="0">
              <a:spAutoFit/>
            </a:bodyPr>
            <a:lstStyle/>
            <a:p>
              <a:r>
                <a:rPr lang="en-US" altLang="ko-KR" sz="800" dirty="0"/>
                <a:t>Stabilizing time &gt; 5ms</a:t>
              </a:r>
              <a:endParaRPr lang="ko-KR" altLang="en-US" sz="800" dirty="0"/>
            </a:p>
          </p:txBody>
        </p:sp>
        <p:cxnSp>
          <p:nvCxnSpPr>
            <p:cNvPr id="21" name="직선 연결선 20">
              <a:extLst>
                <a:ext uri="{FF2B5EF4-FFF2-40B4-BE49-F238E27FC236}">
                  <a16:creationId xmlns:a16="http://schemas.microsoft.com/office/drawing/2014/main" id="{09BFFC23-FB5E-1060-85A9-A78AEC7FB9F6}"/>
                </a:ext>
              </a:extLst>
            </p:cNvPr>
            <p:cNvCxnSpPr>
              <a:cxnSpLocks/>
            </p:cNvCxnSpPr>
            <p:nvPr/>
          </p:nvCxnSpPr>
          <p:spPr>
            <a:xfrm>
              <a:off x="1184648" y="7086600"/>
              <a:ext cx="228600" cy="0"/>
            </a:xfrm>
            <a:prstGeom prst="line">
              <a:avLst/>
            </a:prstGeom>
            <a:ln w="3175">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F03580D-9443-5EDD-831E-597E7316B45E}"/>
                </a:ext>
              </a:extLst>
            </p:cNvPr>
            <p:cNvSpPr txBox="1"/>
            <p:nvPr/>
          </p:nvSpPr>
          <p:spPr>
            <a:xfrm>
              <a:off x="1051112" y="7172418"/>
              <a:ext cx="872602" cy="195814"/>
            </a:xfrm>
            <a:prstGeom prst="rect">
              <a:avLst/>
            </a:prstGeom>
            <a:solidFill>
              <a:schemeClr val="bg1"/>
            </a:solidFill>
          </p:spPr>
          <p:txBody>
            <a:bodyPr wrap="none" lIns="36000" tIns="36000" rIns="36000" bIns="36000" rtlCol="0" anchor="ctr" anchorCtr="0">
              <a:spAutoFit/>
            </a:bodyPr>
            <a:lstStyle/>
            <a:p>
              <a:r>
                <a:rPr lang="en-US" altLang="ko-KR" sz="800" dirty="0"/>
                <a:t>Ramp time &lt; 300us</a:t>
              </a:r>
              <a:endParaRPr lang="ko-KR" altLang="en-US" sz="800" dirty="0"/>
            </a:p>
          </p:txBody>
        </p:sp>
        <p:sp>
          <p:nvSpPr>
            <p:cNvPr id="24" name="TextBox 23">
              <a:extLst>
                <a:ext uri="{FF2B5EF4-FFF2-40B4-BE49-F238E27FC236}">
                  <a16:creationId xmlns:a16="http://schemas.microsoft.com/office/drawing/2014/main" id="{5B7604C7-0683-E723-1F13-96CE5D37548C}"/>
                </a:ext>
              </a:extLst>
            </p:cNvPr>
            <p:cNvSpPr txBox="1"/>
            <p:nvPr/>
          </p:nvSpPr>
          <p:spPr>
            <a:xfrm>
              <a:off x="1565648" y="6183185"/>
              <a:ext cx="681844" cy="123111"/>
            </a:xfrm>
            <a:prstGeom prst="rect">
              <a:avLst/>
            </a:prstGeom>
            <a:solidFill>
              <a:schemeClr val="bg1"/>
            </a:solidFill>
          </p:spPr>
          <p:txBody>
            <a:bodyPr wrap="none" lIns="36000" tIns="0" rIns="36000" bIns="0" rtlCol="0" anchor="ctr" anchorCtr="0">
              <a:spAutoFit/>
            </a:bodyPr>
            <a:lstStyle/>
            <a:p>
              <a:r>
                <a:rPr lang="en-US" altLang="ko-KR" sz="800" dirty="0"/>
                <a:t>Target Voltage</a:t>
              </a:r>
              <a:endParaRPr lang="ko-KR" altLang="en-US" sz="800" dirty="0"/>
            </a:p>
          </p:txBody>
        </p:sp>
        <p:sp>
          <p:nvSpPr>
            <p:cNvPr id="26" name="TextBox 25">
              <a:extLst>
                <a:ext uri="{FF2B5EF4-FFF2-40B4-BE49-F238E27FC236}">
                  <a16:creationId xmlns:a16="http://schemas.microsoft.com/office/drawing/2014/main" id="{94AA3286-97AA-D6FA-BA0D-09C8C2EC7443}"/>
                </a:ext>
              </a:extLst>
            </p:cNvPr>
            <p:cNvSpPr txBox="1"/>
            <p:nvPr/>
          </p:nvSpPr>
          <p:spPr>
            <a:xfrm>
              <a:off x="473557" y="6743700"/>
              <a:ext cx="609462" cy="215444"/>
            </a:xfrm>
            <a:prstGeom prst="rect">
              <a:avLst/>
            </a:prstGeom>
            <a:noFill/>
          </p:spPr>
          <p:txBody>
            <a:bodyPr wrap="none" rtlCol="0">
              <a:spAutoFit/>
            </a:bodyPr>
            <a:lstStyle/>
            <a:p>
              <a:r>
                <a:rPr lang="en-US" altLang="ko-KR" sz="800" dirty="0"/>
                <a:t>Operation</a:t>
              </a:r>
              <a:endParaRPr lang="ko-KR" altLang="en-US" sz="800" baseline="-25000" dirty="0"/>
            </a:p>
          </p:txBody>
        </p:sp>
      </p:grpSp>
    </p:spTree>
    <p:extLst>
      <p:ext uri="{BB962C8B-B14F-4D97-AF65-F5344CB8AC3E}">
        <p14:creationId xmlns:p14="http://schemas.microsoft.com/office/powerpoint/2010/main" val="1095727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표 11">
            <a:extLst>
              <a:ext uri="{FF2B5EF4-FFF2-40B4-BE49-F238E27FC236}">
                <a16:creationId xmlns:a16="http://schemas.microsoft.com/office/drawing/2014/main" id="{99228BA4-29ED-9280-E1D6-65BAE5BFAEEF}"/>
              </a:ext>
            </a:extLst>
          </p:cNvPr>
          <p:cNvGraphicFramePr>
            <a:graphicFrameLocks noGrp="1"/>
          </p:cNvGraphicFramePr>
          <p:nvPr>
            <p:extLst>
              <p:ext uri="{D42A27DB-BD31-4B8C-83A1-F6EECF244321}">
                <p14:modId xmlns:p14="http://schemas.microsoft.com/office/powerpoint/2010/main" val="4029433954"/>
              </p:ext>
            </p:extLst>
          </p:nvPr>
        </p:nvGraphicFramePr>
        <p:xfrm>
          <a:off x="404814" y="1082643"/>
          <a:ext cx="6032329" cy="4242506"/>
        </p:xfrm>
        <a:graphic>
          <a:graphicData uri="http://schemas.openxmlformats.org/drawingml/2006/table">
            <a:tbl>
              <a:tblPr>
                <a:tableStyleId>{5C22544A-7EE6-4342-B048-85BDC9FD1C3A}</a:tableStyleId>
              </a:tblPr>
              <a:tblGrid>
                <a:gridCol w="2160195">
                  <a:extLst>
                    <a:ext uri="{9D8B030D-6E8A-4147-A177-3AD203B41FA5}">
                      <a16:colId xmlns:a16="http://schemas.microsoft.com/office/drawing/2014/main" val="1199541810"/>
                    </a:ext>
                  </a:extLst>
                </a:gridCol>
                <a:gridCol w="648059">
                  <a:extLst>
                    <a:ext uri="{9D8B030D-6E8A-4147-A177-3AD203B41FA5}">
                      <a16:colId xmlns:a16="http://schemas.microsoft.com/office/drawing/2014/main" val="2771136683"/>
                    </a:ext>
                  </a:extLst>
                </a:gridCol>
                <a:gridCol w="1162503">
                  <a:extLst>
                    <a:ext uri="{9D8B030D-6E8A-4147-A177-3AD203B41FA5}">
                      <a16:colId xmlns:a16="http://schemas.microsoft.com/office/drawing/2014/main" val="112759525"/>
                    </a:ext>
                  </a:extLst>
                </a:gridCol>
                <a:gridCol w="515393">
                  <a:extLst>
                    <a:ext uri="{9D8B030D-6E8A-4147-A177-3AD203B41FA5}">
                      <a16:colId xmlns:a16="http://schemas.microsoft.com/office/drawing/2014/main" val="485717321"/>
                    </a:ext>
                  </a:extLst>
                </a:gridCol>
                <a:gridCol w="515393">
                  <a:extLst>
                    <a:ext uri="{9D8B030D-6E8A-4147-A177-3AD203B41FA5}">
                      <a16:colId xmlns:a16="http://schemas.microsoft.com/office/drawing/2014/main" val="1695008994"/>
                    </a:ext>
                  </a:extLst>
                </a:gridCol>
                <a:gridCol w="515393">
                  <a:extLst>
                    <a:ext uri="{9D8B030D-6E8A-4147-A177-3AD203B41FA5}">
                      <a16:colId xmlns:a16="http://schemas.microsoft.com/office/drawing/2014/main" val="1448189180"/>
                    </a:ext>
                  </a:extLst>
                </a:gridCol>
                <a:gridCol w="515393">
                  <a:extLst>
                    <a:ext uri="{9D8B030D-6E8A-4147-A177-3AD203B41FA5}">
                      <a16:colId xmlns:a16="http://schemas.microsoft.com/office/drawing/2014/main" val="3900317923"/>
                    </a:ext>
                  </a:extLst>
                </a:gridCol>
              </a:tblGrid>
              <a:tr h="1980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latinLnBrk="1"/>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altLang="en-US" dirty="0"/>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980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0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a:t>
                      </a:r>
                    </a:p>
                  </a:txBody>
                  <a:tcPr marL="0" marR="9525" marT="9525" marB="0" anchor="b">
                    <a:lnL w="12700" cmpd="sng">
                      <a:noFill/>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lnL w="12700" cmpd="sng">
                      <a:noFill/>
                    </a:lnL>
                    <a:lnT w="3175" cap="flat" cmpd="sng" algn="ctr">
                      <a:solidFill>
                        <a:schemeClr val="tx1"/>
                      </a:solidFill>
                      <a:prstDash val="solid"/>
                      <a:round/>
                      <a:headEnd type="none" w="med" len="med"/>
                      <a:tailEnd type="none" w="med" len="med"/>
                    </a:lnT>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4644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 frequency</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f</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4644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SCLK duty</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CLK_DUTY</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49</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51</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4644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SCLK high time</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CH</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1585427"/>
                  </a:ext>
                </a:extLst>
              </a:tr>
              <a:tr h="24644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SCLK low time</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CL</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8291924"/>
                  </a:ext>
                </a:extLst>
              </a:tr>
              <a:tr h="1980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SCLKO</a:t>
                      </a:r>
                    </a:p>
                  </a:txBody>
                  <a:tcPr marL="0" marR="9525" marT="9525" marB="0" anchor="b">
                    <a:lnL w="12700" cmpd="sng">
                      <a:noFill/>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lnL w="12700" cmpd="sng">
                      <a:noFill/>
                    </a:lnL>
                    <a:lnT w="3175" cap="flat" cmpd="sng" algn="ctr">
                      <a:solidFill>
                        <a:schemeClr val="tx1"/>
                      </a:solidFill>
                      <a:prstDash val="solid"/>
                      <a:round/>
                      <a:headEnd type="none" w="med" len="med"/>
                      <a:tailEnd type="none" w="med" len="med"/>
                    </a:lnT>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46443">
                <a:tc>
                  <a:txBody>
                    <a:bodyPr/>
                    <a:lstStyle/>
                    <a:p>
                      <a:pPr algn="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SCLK to SCLKO delay</a:t>
                      </a:r>
                    </a:p>
                  </a:txBody>
                  <a:tcPr marL="9525"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CO_DELAY</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effectLst/>
                          <a:latin typeface="Arial" panose="020B0604020202020204" pitchFamily="34" charset="0"/>
                          <a:ea typeface="맑은 고딕" panose="020B0503020000020004" pitchFamily="50" charset="-127"/>
                          <a:cs typeface="Arial" panose="020B0604020202020204" pitchFamily="34" charset="0"/>
                        </a:rPr>
                        <a: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kumimoji="0" lang="en-US" altLang="ko-KR" sz="900" b="0" i="0" u="none" strike="noStrike" kern="1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ko-KR" sz="900" b="0" i="0" u="none" strike="noStrike" kern="1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6 </a:t>
                      </a:r>
                      <a:r>
                        <a:rPr lang="en-US" altLang="ko-KR" sz="900" kern="100" baseline="30000" dirty="0">
                          <a:effectLst/>
                          <a:latin typeface="Arial" panose="020B0604020202020204" pitchFamily="34" charset="0"/>
                          <a:ea typeface="+mn-ea"/>
                          <a:cs typeface="Arial" panose="020B0604020202020204" pitchFamily="34" charset="0"/>
                        </a:rPr>
                        <a:t>(3)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effectLst/>
                          <a:latin typeface="Arial" panose="020B0604020202020204" pitchFamily="34" charset="0"/>
                          <a:ea typeface="맑은 고딕" panose="020B0503020000020004" pitchFamily="50" charset="-127"/>
                          <a:cs typeface="Arial" panose="020B0604020202020204" pitchFamily="34" charset="0"/>
                        </a:rPr>
                        <a:t>ns</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46443">
                <a:tc>
                  <a:txBody>
                    <a:bodyPr/>
                    <a:lstStyle/>
                    <a:p>
                      <a:pPr algn="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The skew between SCLKO to SDO</a:t>
                      </a:r>
                    </a:p>
                  </a:txBody>
                  <a:tcPr marL="9525"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SKEW</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kumimoji="0" lang="en-US" altLang="ko-KR" sz="900" b="0" i="0" u="none" strike="noStrike" kern="1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ko-KR" sz="900" b="0" i="0" u="none" strike="noStrike" kern="1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effectLst/>
                          <a:latin typeface="Arial" panose="020B0604020202020204" pitchFamily="34" charset="0"/>
                          <a:ea typeface="+mn-ea"/>
                          <a:cs typeface="Arial" panose="020B0604020202020204" pitchFamily="34" charset="0"/>
                        </a:rPr>
                        <a:t>-1 </a:t>
                      </a:r>
                      <a:r>
                        <a:rPr lang="en-US" altLang="ko-KR" sz="900" kern="100" baseline="30000" dirty="0">
                          <a:effectLst/>
                          <a:latin typeface="Arial" panose="020B0604020202020204" pitchFamily="34" charset="0"/>
                          <a:ea typeface="+mn-ea"/>
                          <a:cs typeface="Arial" panose="020B0604020202020204" pitchFamily="34" charset="0"/>
                        </a:rPr>
                        <a:t>(3)</a:t>
                      </a:r>
                      <a:endParaRPr lang="ko-KR" altLang="ko-KR" sz="900" kern="100" baseline="30000" dirty="0">
                        <a:effectLst/>
                        <a:latin typeface="Arial" panose="020B0604020202020204" pitchFamily="34" charset="0"/>
                        <a:ea typeface="+mn-ea"/>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4644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 high time</a:t>
                      </a:r>
                    </a:p>
                  </a:txBody>
                  <a:tcPr marL="9525"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OCH</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CH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- 1</a:t>
                      </a:r>
                      <a:r>
                        <a:rPr lang="en-US" altLang="ko-KR" sz="900" kern="100" baseline="30000" dirty="0">
                          <a:effectLst/>
                          <a:latin typeface="Arial" panose="020B0604020202020204" pitchFamily="34" charset="0"/>
                          <a:ea typeface="+mn-ea"/>
                          <a:cs typeface="Arial" panose="020B0604020202020204" pitchFamily="34" charset="0"/>
                        </a:rPr>
                        <a:t>(3)</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effectLst/>
                          <a:latin typeface="Arial" panose="020B0604020202020204" pitchFamily="34" charset="0"/>
                          <a:ea typeface="+mn-ea"/>
                          <a:cs typeface="Arial" panose="020B0604020202020204" pitchFamily="34" charset="0"/>
                        </a:rPr>
                        <a:t>-</a:t>
                      </a:r>
                      <a:endParaRPr lang="ko-KR" altLang="ko-KR" sz="900" kern="100" baseline="30000" dirty="0">
                        <a:effectLst/>
                        <a:latin typeface="Arial" panose="020B0604020202020204" pitchFamily="34" charset="0"/>
                        <a:ea typeface="+mn-ea"/>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8265023"/>
                  </a:ext>
                </a:extLst>
              </a:tr>
              <a:tr h="24644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nSCS setup to the first rising SCLK</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CSS</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892426"/>
                  </a:ext>
                </a:extLst>
              </a:tr>
              <a:tr h="246443">
                <a:tc>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nSCS hold time from the last falling SCLK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CSH</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7042043"/>
                  </a:ext>
                </a:extLst>
              </a:tr>
              <a:tr h="24644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nSCS high latency time </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CSHG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072429"/>
                  </a:ext>
                </a:extLst>
              </a:tr>
              <a:tr h="246443">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MOSI setup time</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272938"/>
                  </a:ext>
                </a:extLst>
              </a:tr>
              <a:tr h="246443">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MOSI hold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time</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DH</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064556"/>
                  </a:ext>
                </a:extLst>
              </a:tr>
              <a:tr h="24644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MISO delay from the rising edge SCLK</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7778560"/>
                  </a:ext>
                </a:extLst>
              </a:tr>
              <a:tr h="24644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MISO high-Z from the nSCS de-assertion</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DOZ</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3270250"/>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12</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23449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AC Characteristics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S</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baseline="-250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object 16">
            <a:extLst>
              <a:ext uri="{FF2B5EF4-FFF2-40B4-BE49-F238E27FC236}">
                <a16:creationId xmlns:a16="http://schemas.microsoft.com/office/drawing/2014/main" id="{1F9B78A2-3099-D6B0-C2AC-5B206EDA7F82}"/>
              </a:ext>
            </a:extLst>
          </p:cNvPr>
          <p:cNvSpPr txBox="1"/>
          <p:nvPr/>
        </p:nvSpPr>
        <p:spPr>
          <a:xfrm>
            <a:off x="365621" y="5502601"/>
            <a:ext cx="6327574" cy="302647"/>
          </a:xfrm>
          <a:prstGeom prst="rect">
            <a:avLst/>
          </a:prstGeom>
        </p:spPr>
        <p:txBody>
          <a:bodyPr vert="horz" wrap="square" lIns="0" tIns="12700" rIns="0" bIns="0" rtlCol="0">
            <a:spAutoFit/>
          </a:bodyPr>
          <a:lstStyle/>
          <a:p>
            <a:pPr marL="38100">
              <a:spcBef>
                <a:spcPts val="100"/>
              </a:spcBef>
            </a:pPr>
            <a:r>
              <a:rPr sz="900" dirty="0">
                <a:latin typeface="Arial" panose="020B0604020202020204" pitchFamily="34" charset="0"/>
                <a:cs typeface="Arial" panose="020B0604020202020204" pitchFamily="34" charset="0"/>
              </a:rPr>
              <a:t>Note</a:t>
            </a:r>
            <a:r>
              <a:rPr lang="en-US" sz="900" dirty="0">
                <a:latin typeface="Arial" panose="020B0604020202020204" pitchFamily="34" charset="0"/>
                <a:cs typeface="Arial" panose="020B0604020202020204" pitchFamily="34" charset="0"/>
              </a:rPr>
              <a:t>  (3) It should be careful that the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SKEW</a:t>
            </a:r>
            <a:r>
              <a:rPr lang="en-US" sz="900" dirty="0">
                <a:latin typeface="Arial" panose="020B0604020202020204" pitchFamily="34" charset="0"/>
                <a:cs typeface="Arial" panose="020B0604020202020204" pitchFamily="34" charset="0"/>
              </a:rPr>
              <a:t> and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OCH</a:t>
            </a:r>
            <a:r>
              <a:rPr lang="en-US" sz="900" dirty="0">
                <a:latin typeface="Arial" panose="020B0604020202020204" pitchFamily="34" charset="0"/>
                <a:cs typeface="Arial" panose="020B0604020202020204" pitchFamily="34" charset="0"/>
              </a:rPr>
              <a:t> are accumulated by the number of daisy devices if the daisy chain</a:t>
            </a:r>
          </a:p>
          <a:p>
            <a:pPr marL="38100">
              <a:spcBef>
                <a:spcPts val="100"/>
              </a:spcBef>
            </a:pPr>
            <a:r>
              <a:rPr lang="en-US" sz="900" dirty="0">
                <a:latin typeface="Arial" panose="020B0604020202020204" pitchFamily="34" charset="0"/>
                <a:cs typeface="Arial" panose="020B0604020202020204" pitchFamily="34" charset="0"/>
              </a:rPr>
              <a:t>               connection is used. So, for the read and write transaction, the proper timing should be considered in daisy chain.</a:t>
            </a:r>
            <a:endParaRPr lang="ko-KR" altLang="en-US" sz="900" baseline="-25000" dirty="0">
              <a:latin typeface="Arial" panose="020B0604020202020204" pitchFamily="34" charset="0"/>
              <a:cs typeface="Arial" panose="020B0604020202020204" pitchFamily="34" charset="0"/>
            </a:endParaRPr>
          </a:p>
        </p:txBody>
      </p:sp>
      <p:pic>
        <p:nvPicPr>
          <p:cNvPr id="13" name="그림 12">
            <a:extLst>
              <a:ext uri="{FF2B5EF4-FFF2-40B4-BE49-F238E27FC236}">
                <a16:creationId xmlns:a16="http://schemas.microsoft.com/office/drawing/2014/main" id="{58B87A1D-D82D-1D54-2BAF-87BA4F8BB79D}"/>
              </a:ext>
            </a:extLst>
          </p:cNvPr>
          <p:cNvPicPr>
            <a:picLocks noChangeAspect="1"/>
          </p:cNvPicPr>
          <p:nvPr/>
        </p:nvPicPr>
        <p:blipFill>
          <a:blip r:embed="rId4"/>
          <a:stretch>
            <a:fillRect/>
          </a:stretch>
        </p:blipFill>
        <p:spPr>
          <a:xfrm>
            <a:off x="535639" y="6264678"/>
            <a:ext cx="5786721" cy="2430626"/>
          </a:xfrm>
          <a:prstGeom prst="rect">
            <a:avLst/>
          </a:prstGeom>
        </p:spPr>
      </p:pic>
    </p:spTree>
    <p:extLst>
      <p:ext uri="{BB962C8B-B14F-4D97-AF65-F5344CB8AC3E}">
        <p14:creationId xmlns:p14="http://schemas.microsoft.com/office/powerpoint/2010/main" val="1861681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4661ED3-F388-F4AB-5C23-BEB4DB79B539}"/>
              </a:ext>
            </a:extLst>
          </p:cNvPr>
          <p:cNvSpPr txBox="1"/>
          <p:nvPr/>
        </p:nvSpPr>
        <p:spPr>
          <a:xfrm>
            <a:off x="425119" y="82762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E15CF93-C58E-2539-3312-0DA974903B61}"/>
              </a:ext>
            </a:extLst>
          </p:cNvPr>
          <p:cNvSpPr txBox="1"/>
          <p:nvPr/>
        </p:nvSpPr>
        <p:spPr>
          <a:xfrm>
            <a:off x="404814" y="1612565"/>
            <a:ext cx="6067444" cy="276999"/>
          </a:xfrm>
          <a:prstGeom prst="rect">
            <a:avLst/>
          </a:prstGeom>
          <a:noFill/>
        </p:spPr>
        <p:txBody>
          <a:bodyPr wrap="square" lIns="0" tIns="0" rIns="0" bIns="0" rtlCol="0">
            <a:spAutoFit/>
          </a:bodyPr>
          <a:lstStyle/>
          <a:p>
            <a:pPr algn="just"/>
            <a:r>
              <a:rPr lang="en-US" altLang="ko-KR" sz="900" dirty="0">
                <a:latin typeface="Arial" panose="020B0604020202020204" pitchFamily="34" charset="0"/>
                <a:cs typeface="Arial" panose="020B0604020202020204" pitchFamily="34" charset="0"/>
              </a:rPr>
              <a:t>For the local dimming data transmit a Serial Peripheral Interface is used. The SPI is configurated to work as SPI slave.</a:t>
            </a:r>
          </a:p>
          <a:p>
            <a:pPr algn="just"/>
            <a:r>
              <a:rPr lang="en-US" altLang="ko-KR" sz="900" dirty="0">
                <a:latin typeface="Arial" panose="020B0604020202020204" pitchFamily="34" charset="0"/>
                <a:cs typeface="Arial" panose="020B0604020202020204" pitchFamily="34" charset="0"/>
              </a:rPr>
              <a:t>A Daisy Chain structure can be used to support large scale blocks array with several devices and operated up to 30MHz.</a:t>
            </a:r>
          </a:p>
        </p:txBody>
      </p:sp>
      <p:sp>
        <p:nvSpPr>
          <p:cNvPr id="7" name="TextBox 6">
            <a:extLst>
              <a:ext uri="{FF2B5EF4-FFF2-40B4-BE49-F238E27FC236}">
                <a16:creationId xmlns:a16="http://schemas.microsoft.com/office/drawing/2014/main" id="{E81D0F4D-EB10-088A-D45A-4E17F92C5355}"/>
              </a:ext>
            </a:extLst>
          </p:cNvPr>
          <p:cNvSpPr txBox="1"/>
          <p:nvPr/>
        </p:nvSpPr>
        <p:spPr>
          <a:xfrm>
            <a:off x="404812" y="2294923"/>
            <a:ext cx="6048615" cy="661720"/>
          </a:xfrm>
          <a:prstGeom prst="rect">
            <a:avLst/>
          </a:prstGeom>
          <a:noFill/>
        </p:spPr>
        <p:txBody>
          <a:bodyPr wrap="square" lIns="0" tIns="0" rIns="0" bIns="0" rtlCol="0">
            <a:spAutoFit/>
          </a:bodyPr>
          <a:lstStyle/>
          <a:p>
            <a:pPr algn="just"/>
            <a:r>
              <a:rPr lang="en-US" altLang="ko-KR" sz="1400" b="1" dirty="0">
                <a:latin typeface="Arial" panose="020B0604020202020204" pitchFamily="34" charset="0"/>
                <a:cs typeface="Arial" panose="020B0604020202020204" pitchFamily="34" charset="0"/>
              </a:rPr>
              <a:t>SPI Daisy Chain Structure</a:t>
            </a:r>
          </a:p>
          <a:p>
            <a:pPr algn="just"/>
            <a:endParaRPr lang="en-US" altLang="ko-KR" sz="1100" b="1" dirty="0">
              <a:latin typeface="Arial" panose="020B0604020202020204" pitchFamily="34" charset="0"/>
              <a:cs typeface="Arial" panose="020B0604020202020204" pitchFamily="34" charset="0"/>
            </a:endParaRPr>
          </a:p>
          <a:p>
            <a:pPr algn="just"/>
            <a:r>
              <a:rPr lang="en-US" altLang="ko-KR" sz="900" dirty="0">
                <a:latin typeface="Arial" panose="020B0604020202020204" pitchFamily="34" charset="0"/>
                <a:cs typeface="Arial" panose="020B0604020202020204" pitchFamily="34" charset="0"/>
              </a:rPr>
              <a:t>All SPI slaves share the Chip select signal, and these devices in Daisy chain can be treated as one big shift register.  The devices can be enumerated as described below.</a:t>
            </a:r>
          </a:p>
        </p:txBody>
      </p:sp>
      <p:sp>
        <p:nvSpPr>
          <p:cNvPr id="11" name="TextBox 10">
            <a:extLst>
              <a:ext uri="{FF2B5EF4-FFF2-40B4-BE49-F238E27FC236}">
                <a16:creationId xmlns:a16="http://schemas.microsoft.com/office/drawing/2014/main" id="{02CAB0E2-A84E-3B86-8889-B8AE86A3934F}"/>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1. SPI Interface</a:t>
            </a:r>
          </a:p>
        </p:txBody>
      </p:sp>
      <p:sp>
        <p:nvSpPr>
          <p:cNvPr id="14" name="TextBox 13">
            <a:extLst>
              <a:ext uri="{FF2B5EF4-FFF2-40B4-BE49-F238E27FC236}">
                <a16:creationId xmlns:a16="http://schemas.microsoft.com/office/drawing/2014/main" id="{4E8D75F6-579D-B054-7973-D9944B0B0A02}"/>
              </a:ext>
            </a:extLst>
          </p:cNvPr>
          <p:cNvSpPr txBox="1"/>
          <p:nvPr/>
        </p:nvSpPr>
        <p:spPr>
          <a:xfrm>
            <a:off x="425119" y="4694361"/>
            <a:ext cx="6028308" cy="800219"/>
          </a:xfrm>
          <a:prstGeom prst="rect">
            <a:avLst/>
          </a:prstGeom>
          <a:noFill/>
        </p:spPr>
        <p:txBody>
          <a:bodyPr wrap="square" lIns="0" tIns="0" rIns="0" bIns="0" rtlCol="0">
            <a:spAutoFit/>
          </a:bodyPr>
          <a:lstStyle/>
          <a:p>
            <a:pPr algn="just"/>
            <a:r>
              <a:rPr lang="en-US" altLang="ko-KR" sz="1400" b="1" dirty="0">
                <a:latin typeface="Arial" panose="020B0604020202020204" pitchFamily="34" charset="0"/>
                <a:cs typeface="Arial" panose="020B0604020202020204" pitchFamily="34" charset="0"/>
              </a:rPr>
              <a:t>SPI Protocol</a:t>
            </a:r>
          </a:p>
          <a:p>
            <a:pPr algn="just"/>
            <a:endParaRPr lang="en-US" altLang="ko-KR" sz="1100" b="1" dirty="0">
              <a:latin typeface="Arial" panose="020B0604020202020204" pitchFamily="34" charset="0"/>
              <a:cs typeface="Arial" panose="020B0604020202020204" pitchFamily="34" charset="0"/>
            </a:endParaRPr>
          </a:p>
          <a:p>
            <a:pPr algn="just"/>
            <a:r>
              <a:rPr lang="en-US" altLang="ko-KR" sz="900" dirty="0">
                <a:latin typeface="Arial" panose="020B0604020202020204" pitchFamily="34" charset="0"/>
                <a:cs typeface="Arial" panose="020B0604020202020204" pitchFamily="34" charset="0"/>
              </a:rPr>
              <a:t>The XQ-24 has 3 types of the SPI Interface protocol, the register-read, the register-write and the LD data-transfer. The SPI protocol’s format consists of a 16-bit command and a 16-bit register data or a series of 24(or 16)-bit LD data following the 16-bit command.</a:t>
            </a:r>
          </a:p>
        </p:txBody>
      </p:sp>
      <p:sp>
        <p:nvSpPr>
          <p:cNvPr id="22" name="TextBox 21">
            <a:extLst>
              <a:ext uri="{FF2B5EF4-FFF2-40B4-BE49-F238E27FC236}">
                <a16:creationId xmlns:a16="http://schemas.microsoft.com/office/drawing/2014/main" id="{CBC99800-9323-EC98-934C-2E03830A7B5B}"/>
              </a:ext>
            </a:extLst>
          </p:cNvPr>
          <p:cNvSpPr txBox="1"/>
          <p:nvPr/>
        </p:nvSpPr>
        <p:spPr>
          <a:xfrm>
            <a:off x="2682321" y="8733133"/>
            <a:ext cx="1411605"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2. SPI protocol format</a:t>
            </a:r>
          </a:p>
        </p:txBody>
      </p:sp>
      <p:pic>
        <p:nvPicPr>
          <p:cNvPr id="12" name="그림 11">
            <a:extLst>
              <a:ext uri="{FF2B5EF4-FFF2-40B4-BE49-F238E27FC236}">
                <a16:creationId xmlns:a16="http://schemas.microsoft.com/office/drawing/2014/main" id="{737CA705-B144-02CC-515F-8ED9F8138806}"/>
              </a:ext>
            </a:extLst>
          </p:cNvPr>
          <p:cNvPicPr>
            <a:picLocks noChangeAspect="1"/>
          </p:cNvPicPr>
          <p:nvPr/>
        </p:nvPicPr>
        <p:blipFill>
          <a:blip r:embed="rId4"/>
          <a:stretch>
            <a:fillRect/>
          </a:stretch>
        </p:blipFill>
        <p:spPr>
          <a:xfrm>
            <a:off x="1365326" y="3112490"/>
            <a:ext cx="4147897" cy="1147431"/>
          </a:xfrm>
          <a:prstGeom prst="rect">
            <a:avLst/>
          </a:prstGeom>
        </p:spPr>
      </p:pic>
      <p:graphicFrame>
        <p:nvGraphicFramePr>
          <p:cNvPr id="16" name="표 6">
            <a:extLst>
              <a:ext uri="{FF2B5EF4-FFF2-40B4-BE49-F238E27FC236}">
                <a16:creationId xmlns:a16="http://schemas.microsoft.com/office/drawing/2014/main" id="{441FD678-3002-3D72-8903-13EA8DD85E1B}"/>
              </a:ext>
            </a:extLst>
          </p:cNvPr>
          <p:cNvGraphicFramePr>
            <a:graphicFrameLocks noGrp="1"/>
          </p:cNvGraphicFramePr>
          <p:nvPr>
            <p:extLst>
              <p:ext uri="{D42A27DB-BD31-4B8C-83A1-F6EECF244321}">
                <p14:modId xmlns:p14="http://schemas.microsoft.com/office/powerpoint/2010/main" val="2497189978"/>
              </p:ext>
            </p:extLst>
          </p:nvPr>
        </p:nvGraphicFramePr>
        <p:xfrm>
          <a:off x="413545" y="5778096"/>
          <a:ext cx="6039882" cy="1046611"/>
        </p:xfrm>
        <a:graphic>
          <a:graphicData uri="http://schemas.openxmlformats.org/drawingml/2006/table">
            <a:tbl>
              <a:tblPr firstRow="1" bandRow="1">
                <a:tableStyleId>{5C22544A-7EE6-4342-B048-85BDC9FD1C3A}</a:tableStyleId>
              </a:tblPr>
              <a:tblGrid>
                <a:gridCol w="799992">
                  <a:extLst>
                    <a:ext uri="{9D8B030D-6E8A-4147-A177-3AD203B41FA5}">
                      <a16:colId xmlns:a16="http://schemas.microsoft.com/office/drawing/2014/main" val="3527309149"/>
                    </a:ext>
                  </a:extLst>
                </a:gridCol>
                <a:gridCol w="571856">
                  <a:extLst>
                    <a:ext uri="{9D8B030D-6E8A-4147-A177-3AD203B41FA5}">
                      <a16:colId xmlns:a16="http://schemas.microsoft.com/office/drawing/2014/main" val="3318574675"/>
                    </a:ext>
                  </a:extLst>
                </a:gridCol>
                <a:gridCol w="151020">
                  <a:extLst>
                    <a:ext uri="{9D8B030D-6E8A-4147-A177-3AD203B41FA5}">
                      <a16:colId xmlns:a16="http://schemas.microsoft.com/office/drawing/2014/main" val="3356110079"/>
                    </a:ext>
                  </a:extLst>
                </a:gridCol>
                <a:gridCol w="300978">
                  <a:extLst>
                    <a:ext uri="{9D8B030D-6E8A-4147-A177-3AD203B41FA5}">
                      <a16:colId xmlns:a16="http://schemas.microsoft.com/office/drawing/2014/main" val="1037286305"/>
                    </a:ext>
                  </a:extLst>
                </a:gridCol>
                <a:gridCol w="300978">
                  <a:extLst>
                    <a:ext uri="{9D8B030D-6E8A-4147-A177-3AD203B41FA5}">
                      <a16:colId xmlns:a16="http://schemas.microsoft.com/office/drawing/2014/main" val="2063085555"/>
                    </a:ext>
                  </a:extLst>
                </a:gridCol>
                <a:gridCol w="300978">
                  <a:extLst>
                    <a:ext uri="{9D8B030D-6E8A-4147-A177-3AD203B41FA5}">
                      <a16:colId xmlns:a16="http://schemas.microsoft.com/office/drawing/2014/main" val="3340661124"/>
                    </a:ext>
                  </a:extLst>
                </a:gridCol>
                <a:gridCol w="300978">
                  <a:extLst>
                    <a:ext uri="{9D8B030D-6E8A-4147-A177-3AD203B41FA5}">
                      <a16:colId xmlns:a16="http://schemas.microsoft.com/office/drawing/2014/main" val="2642307584"/>
                    </a:ext>
                  </a:extLst>
                </a:gridCol>
                <a:gridCol w="300978">
                  <a:extLst>
                    <a:ext uri="{9D8B030D-6E8A-4147-A177-3AD203B41FA5}">
                      <a16:colId xmlns:a16="http://schemas.microsoft.com/office/drawing/2014/main" val="2146912518"/>
                    </a:ext>
                  </a:extLst>
                </a:gridCol>
                <a:gridCol w="300978">
                  <a:extLst>
                    <a:ext uri="{9D8B030D-6E8A-4147-A177-3AD203B41FA5}">
                      <a16:colId xmlns:a16="http://schemas.microsoft.com/office/drawing/2014/main" val="3075362027"/>
                    </a:ext>
                  </a:extLst>
                </a:gridCol>
                <a:gridCol w="300978">
                  <a:extLst>
                    <a:ext uri="{9D8B030D-6E8A-4147-A177-3AD203B41FA5}">
                      <a16:colId xmlns:a16="http://schemas.microsoft.com/office/drawing/2014/main" val="2777817410"/>
                    </a:ext>
                  </a:extLst>
                </a:gridCol>
                <a:gridCol w="300978">
                  <a:extLst>
                    <a:ext uri="{9D8B030D-6E8A-4147-A177-3AD203B41FA5}">
                      <a16:colId xmlns:a16="http://schemas.microsoft.com/office/drawing/2014/main" val="1761166115"/>
                    </a:ext>
                  </a:extLst>
                </a:gridCol>
                <a:gridCol w="300978">
                  <a:extLst>
                    <a:ext uri="{9D8B030D-6E8A-4147-A177-3AD203B41FA5}">
                      <a16:colId xmlns:a16="http://schemas.microsoft.com/office/drawing/2014/main" val="2354294575"/>
                    </a:ext>
                  </a:extLst>
                </a:gridCol>
                <a:gridCol w="300978">
                  <a:extLst>
                    <a:ext uri="{9D8B030D-6E8A-4147-A177-3AD203B41FA5}">
                      <a16:colId xmlns:a16="http://schemas.microsoft.com/office/drawing/2014/main" val="3169995494"/>
                    </a:ext>
                  </a:extLst>
                </a:gridCol>
                <a:gridCol w="300978">
                  <a:extLst>
                    <a:ext uri="{9D8B030D-6E8A-4147-A177-3AD203B41FA5}">
                      <a16:colId xmlns:a16="http://schemas.microsoft.com/office/drawing/2014/main" val="4006842131"/>
                    </a:ext>
                  </a:extLst>
                </a:gridCol>
                <a:gridCol w="300978">
                  <a:extLst>
                    <a:ext uri="{9D8B030D-6E8A-4147-A177-3AD203B41FA5}">
                      <a16:colId xmlns:a16="http://schemas.microsoft.com/office/drawing/2014/main" val="4212098897"/>
                    </a:ext>
                  </a:extLst>
                </a:gridCol>
                <a:gridCol w="300978">
                  <a:extLst>
                    <a:ext uri="{9D8B030D-6E8A-4147-A177-3AD203B41FA5}">
                      <a16:colId xmlns:a16="http://schemas.microsoft.com/office/drawing/2014/main" val="639039716"/>
                    </a:ext>
                  </a:extLst>
                </a:gridCol>
                <a:gridCol w="300978">
                  <a:extLst>
                    <a:ext uri="{9D8B030D-6E8A-4147-A177-3AD203B41FA5}">
                      <a16:colId xmlns:a16="http://schemas.microsoft.com/office/drawing/2014/main" val="2200152522"/>
                    </a:ext>
                  </a:extLst>
                </a:gridCol>
                <a:gridCol w="303322">
                  <a:extLst>
                    <a:ext uri="{9D8B030D-6E8A-4147-A177-3AD203B41FA5}">
                      <a16:colId xmlns:a16="http://schemas.microsoft.com/office/drawing/2014/main" val="1967541485"/>
                    </a:ext>
                  </a:extLst>
                </a:gridCol>
              </a:tblGrid>
              <a:tr h="154849">
                <a:tc gridSpan="18">
                  <a:txBody>
                    <a:bodyPr/>
                    <a:lstStyle/>
                    <a:p>
                      <a:pPr algn="l" latinLnBrk="1"/>
                      <a:r>
                        <a:rPr lang="en-US" altLang="ko-KR" sz="800" b="0" dirty="0">
                          <a:solidFill>
                            <a:schemeClr val="tx1"/>
                          </a:solidFill>
                          <a:latin typeface="Arial" panose="020B0604020202020204" pitchFamily="34" charset="0"/>
                          <a:cs typeface="Arial" panose="020B0604020202020204" pitchFamily="34" charset="0"/>
                        </a:rPr>
                        <a:t>[Command format]</a:t>
                      </a:r>
                      <a:endParaRPr lang="ko-KR" altLang="en-US" sz="800" b="0" dirty="0">
                        <a:solidFill>
                          <a:schemeClr val="tx1"/>
                        </a:solidFill>
                        <a:latin typeface="Arial" panose="020B0604020202020204" pitchFamily="34" charset="0"/>
                        <a:cs typeface="Arial" panose="020B0604020202020204" pitchFamily="34" charset="0"/>
                      </a:endParaRPr>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2291141"/>
                  </a:ext>
                </a:extLst>
              </a:tr>
              <a:tr h="154849">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t>
                      </a:r>
                      <a:r>
                        <a:rPr lang="en-US" altLang="ko-KR" sz="800" b="0" dirty="0">
                          <a:solidFill>
                            <a:schemeClr val="tx1"/>
                          </a:solidFill>
                          <a:latin typeface="Arial" panose="020B0604020202020204" pitchFamily="34" charset="0"/>
                          <a:cs typeface="Arial" panose="020B0604020202020204" pitchFamily="34" charset="0"/>
                        </a:rPr>
                        <a:t>it15</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Bit14</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Bit12</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Bit9</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Bit8</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t>
                      </a:r>
                      <a:r>
                        <a:rPr lang="en-US" altLang="ko-KR" sz="800" b="0" dirty="0">
                          <a:solidFill>
                            <a:schemeClr val="tx1"/>
                          </a:solidFill>
                          <a:latin typeface="Arial" panose="020B0604020202020204" pitchFamily="34" charset="0"/>
                          <a:cs typeface="Arial" panose="020B0604020202020204" pitchFamily="34" charset="0"/>
                        </a:rPr>
                        <a:t>it7</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Bit5</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Bit2</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Bit0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211406">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Command code [1:0]</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Address [7:0]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Burst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0">
                <a:tc gridSpan="18">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endParaRPr lang="ko-KR" altLang="en-US" sz="4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54849">
                <a:tc>
                  <a:txBody>
                    <a:bodyPr/>
                    <a:lstStyle/>
                    <a:p>
                      <a:pPr algn="r" latinLnBrk="1"/>
                      <a:r>
                        <a:rPr lang="en-US" altLang="ko-KR" sz="800" b="0" dirty="0">
                          <a:solidFill>
                            <a:schemeClr val="tx1"/>
                          </a:solidFill>
                          <a:latin typeface="Arial" panose="020B0604020202020204" pitchFamily="34" charset="0"/>
                          <a:cs typeface="Arial" panose="020B0604020202020204" pitchFamily="34" charset="0"/>
                        </a:rPr>
                        <a:t>Register-read</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Start address [7:0]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Burst size [5:0]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154849">
                <a:tc>
                  <a:txBody>
                    <a:bodyPr/>
                    <a:lstStyle/>
                    <a:p>
                      <a:pPr algn="r" latinLnBrk="1"/>
                      <a:r>
                        <a:rPr lang="en-US" altLang="ko-KR" sz="800" b="0" dirty="0">
                          <a:solidFill>
                            <a:schemeClr val="tx1"/>
                          </a:solidFill>
                          <a:latin typeface="Arial" panose="020B0604020202020204" pitchFamily="34" charset="0"/>
                          <a:cs typeface="Arial" panose="020B0604020202020204" pitchFamily="34" charset="0"/>
                        </a:rPr>
                        <a:t>Register-write</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Start address [7:0]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Burst size [5:0]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04334072"/>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1</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don’t care</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Line size [5:0]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494678"/>
                  </a:ext>
                </a:extLst>
              </a:tr>
            </a:tbl>
          </a:graphicData>
        </a:graphic>
      </p:graphicFrame>
      <p:graphicFrame>
        <p:nvGraphicFramePr>
          <p:cNvPr id="17" name="표 6">
            <a:extLst>
              <a:ext uri="{FF2B5EF4-FFF2-40B4-BE49-F238E27FC236}">
                <a16:creationId xmlns:a16="http://schemas.microsoft.com/office/drawing/2014/main" id="{4B8E6CB9-7BAF-1419-99B7-7DCC713F8C91}"/>
              </a:ext>
            </a:extLst>
          </p:cNvPr>
          <p:cNvGraphicFramePr>
            <a:graphicFrameLocks noGrp="1"/>
          </p:cNvGraphicFramePr>
          <p:nvPr>
            <p:extLst>
              <p:ext uri="{D42A27DB-BD31-4B8C-83A1-F6EECF244321}">
                <p14:modId xmlns:p14="http://schemas.microsoft.com/office/powerpoint/2010/main" val="1751993546"/>
              </p:ext>
            </p:extLst>
          </p:nvPr>
        </p:nvGraphicFramePr>
        <p:xfrm>
          <a:off x="413545" y="7206466"/>
          <a:ext cx="6067445" cy="1360352"/>
        </p:xfrm>
        <a:graphic>
          <a:graphicData uri="http://schemas.openxmlformats.org/drawingml/2006/table">
            <a:tbl>
              <a:tblPr firstRow="1" bandRow="1">
                <a:tableStyleId>{5C22544A-7EE6-4342-B048-85BDC9FD1C3A}</a:tableStyleId>
              </a:tblPr>
              <a:tblGrid>
                <a:gridCol w="755320">
                  <a:extLst>
                    <a:ext uri="{9D8B030D-6E8A-4147-A177-3AD203B41FA5}">
                      <a16:colId xmlns:a16="http://schemas.microsoft.com/office/drawing/2014/main" val="3527309149"/>
                    </a:ext>
                  </a:extLst>
                </a:gridCol>
                <a:gridCol w="349400">
                  <a:extLst>
                    <a:ext uri="{9D8B030D-6E8A-4147-A177-3AD203B41FA5}">
                      <a16:colId xmlns:a16="http://schemas.microsoft.com/office/drawing/2014/main" val="3318574675"/>
                    </a:ext>
                  </a:extLst>
                </a:gridCol>
                <a:gridCol w="330575">
                  <a:extLst>
                    <a:ext uri="{9D8B030D-6E8A-4147-A177-3AD203B41FA5}">
                      <a16:colId xmlns:a16="http://schemas.microsoft.com/office/drawing/2014/main" val="3356110079"/>
                    </a:ext>
                  </a:extLst>
                </a:gridCol>
                <a:gridCol w="330575">
                  <a:extLst>
                    <a:ext uri="{9D8B030D-6E8A-4147-A177-3AD203B41FA5}">
                      <a16:colId xmlns:a16="http://schemas.microsoft.com/office/drawing/2014/main" val="2063085555"/>
                    </a:ext>
                  </a:extLst>
                </a:gridCol>
                <a:gridCol w="330575">
                  <a:extLst>
                    <a:ext uri="{9D8B030D-6E8A-4147-A177-3AD203B41FA5}">
                      <a16:colId xmlns:a16="http://schemas.microsoft.com/office/drawing/2014/main" val="3340661124"/>
                    </a:ext>
                  </a:extLst>
                </a:gridCol>
                <a:gridCol w="330702">
                  <a:extLst>
                    <a:ext uri="{9D8B030D-6E8A-4147-A177-3AD203B41FA5}">
                      <a16:colId xmlns:a16="http://schemas.microsoft.com/office/drawing/2014/main" val="2642307584"/>
                    </a:ext>
                  </a:extLst>
                </a:gridCol>
                <a:gridCol w="330702">
                  <a:extLst>
                    <a:ext uri="{9D8B030D-6E8A-4147-A177-3AD203B41FA5}">
                      <a16:colId xmlns:a16="http://schemas.microsoft.com/office/drawing/2014/main" val="2146912518"/>
                    </a:ext>
                  </a:extLst>
                </a:gridCol>
                <a:gridCol w="330702">
                  <a:extLst>
                    <a:ext uri="{9D8B030D-6E8A-4147-A177-3AD203B41FA5}">
                      <a16:colId xmlns:a16="http://schemas.microsoft.com/office/drawing/2014/main" val="3075362027"/>
                    </a:ext>
                  </a:extLst>
                </a:gridCol>
                <a:gridCol w="330702">
                  <a:extLst>
                    <a:ext uri="{9D8B030D-6E8A-4147-A177-3AD203B41FA5}">
                      <a16:colId xmlns:a16="http://schemas.microsoft.com/office/drawing/2014/main" val="2777817410"/>
                    </a:ext>
                  </a:extLst>
                </a:gridCol>
                <a:gridCol w="330702">
                  <a:extLst>
                    <a:ext uri="{9D8B030D-6E8A-4147-A177-3AD203B41FA5}">
                      <a16:colId xmlns:a16="http://schemas.microsoft.com/office/drawing/2014/main" val="1761166115"/>
                    </a:ext>
                  </a:extLst>
                </a:gridCol>
                <a:gridCol w="330702">
                  <a:extLst>
                    <a:ext uri="{9D8B030D-6E8A-4147-A177-3AD203B41FA5}">
                      <a16:colId xmlns:a16="http://schemas.microsoft.com/office/drawing/2014/main" val="2354294575"/>
                    </a:ext>
                  </a:extLst>
                </a:gridCol>
                <a:gridCol w="330702">
                  <a:extLst>
                    <a:ext uri="{9D8B030D-6E8A-4147-A177-3AD203B41FA5}">
                      <a16:colId xmlns:a16="http://schemas.microsoft.com/office/drawing/2014/main" val="3169995494"/>
                    </a:ext>
                  </a:extLst>
                </a:gridCol>
                <a:gridCol w="330702">
                  <a:extLst>
                    <a:ext uri="{9D8B030D-6E8A-4147-A177-3AD203B41FA5}">
                      <a16:colId xmlns:a16="http://schemas.microsoft.com/office/drawing/2014/main" val="4006842131"/>
                    </a:ext>
                  </a:extLst>
                </a:gridCol>
                <a:gridCol w="330702">
                  <a:extLst>
                    <a:ext uri="{9D8B030D-6E8A-4147-A177-3AD203B41FA5}">
                      <a16:colId xmlns:a16="http://schemas.microsoft.com/office/drawing/2014/main" val="4212098897"/>
                    </a:ext>
                  </a:extLst>
                </a:gridCol>
                <a:gridCol w="330702">
                  <a:extLst>
                    <a:ext uri="{9D8B030D-6E8A-4147-A177-3AD203B41FA5}">
                      <a16:colId xmlns:a16="http://schemas.microsoft.com/office/drawing/2014/main" val="639039716"/>
                    </a:ext>
                  </a:extLst>
                </a:gridCol>
                <a:gridCol w="330702">
                  <a:extLst>
                    <a:ext uri="{9D8B030D-6E8A-4147-A177-3AD203B41FA5}">
                      <a16:colId xmlns:a16="http://schemas.microsoft.com/office/drawing/2014/main" val="2200152522"/>
                    </a:ext>
                  </a:extLst>
                </a:gridCol>
                <a:gridCol w="333278">
                  <a:extLst>
                    <a:ext uri="{9D8B030D-6E8A-4147-A177-3AD203B41FA5}">
                      <a16:colId xmlns:a16="http://schemas.microsoft.com/office/drawing/2014/main" val="1967541485"/>
                    </a:ext>
                  </a:extLst>
                </a:gridCol>
              </a:tblGrid>
              <a:tr h="154849">
                <a:tc gridSpan="17">
                  <a:txBody>
                    <a:bodyPr/>
                    <a:lstStyle/>
                    <a:p>
                      <a:pPr algn="l" latinLnBrk="1"/>
                      <a:r>
                        <a:rPr lang="en-US" altLang="ko-KR" sz="800" b="0" dirty="0">
                          <a:solidFill>
                            <a:schemeClr val="tx1"/>
                          </a:solidFill>
                          <a:latin typeface="Arial" panose="020B0604020202020204" pitchFamily="34" charset="0"/>
                          <a:cs typeface="Arial" panose="020B0604020202020204" pitchFamily="34" charset="0"/>
                        </a:rPr>
                        <a:t>[Data format]</a:t>
                      </a:r>
                      <a:endParaRPr lang="ko-KR" altLang="en-US" sz="800" b="0" dirty="0">
                        <a:solidFill>
                          <a:schemeClr val="tx1"/>
                        </a:solidFill>
                        <a:latin typeface="Arial" panose="020B0604020202020204" pitchFamily="34" charset="0"/>
                        <a:cs typeface="Arial" panose="020B0604020202020204" pitchFamily="34" charset="0"/>
                      </a:endParaRPr>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606892"/>
                  </a:ext>
                </a:extLst>
              </a:tr>
              <a:tr h="154849">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t>
                      </a:r>
                      <a:r>
                        <a:rPr lang="en-US" altLang="ko-KR" sz="800" b="0" dirty="0">
                          <a:solidFill>
                            <a:schemeClr val="tx1"/>
                          </a:solidFill>
                          <a:latin typeface="Arial" panose="020B0604020202020204" pitchFamily="34" charset="0"/>
                          <a:cs typeface="Arial" panose="020B0604020202020204" pitchFamily="34" charset="0"/>
                        </a:rPr>
                        <a:t>it15</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Bit14</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Bit12</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Bit9</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Bit8</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t>
                      </a:r>
                      <a:r>
                        <a:rPr lang="en-US" altLang="ko-KR" sz="800" b="0" dirty="0">
                          <a:solidFill>
                            <a:schemeClr val="tx1"/>
                          </a:solidFill>
                          <a:latin typeface="Arial" panose="020B0604020202020204" pitchFamily="34" charset="0"/>
                          <a:cs typeface="Arial" panose="020B0604020202020204" pitchFamily="34" charset="0"/>
                        </a:rPr>
                        <a:t>it7</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Bit5</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Bit2</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Bit0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2154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Data [15:0]</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Address [7:0]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Burst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0">
                <a:tc gridSpan="17">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endParaRPr lang="ko-KR" altLang="en-US" sz="4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54849">
                <a:tc>
                  <a:txBody>
                    <a:bodyPr/>
                    <a:lstStyle/>
                    <a:p>
                      <a:pPr algn="r" latinLnBrk="1"/>
                      <a:r>
                        <a:rPr lang="en-US" altLang="ko-KR" sz="800" b="0" dirty="0">
                          <a:solidFill>
                            <a:schemeClr val="tx1"/>
                          </a:solidFill>
                          <a:latin typeface="Arial" panose="020B0604020202020204" pitchFamily="34" charset="0"/>
                          <a:cs typeface="Arial" panose="020B0604020202020204" pitchFamily="34" charset="0"/>
                        </a:rPr>
                        <a:t>Register-RW</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Register data [15:0]</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Start address [7:0]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Burst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LD1 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LD_WIDTH [1:0] = 2’b00 : 24 bits /block</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800" b="0" dirty="0" err="1">
                          <a:solidFill>
                            <a:schemeClr val="tx1"/>
                          </a:solidFill>
                          <a:latin typeface="Arial" panose="020B0604020202020204" pitchFamily="34" charset="0"/>
                          <a:cs typeface="Arial" panose="020B0604020202020204" pitchFamily="34" charset="0"/>
                        </a:rPr>
                        <a:t>8’hxx</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Line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04334072"/>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LD2 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 [1:0] = 2’b01 : </a:t>
                      </a:r>
                      <a:r>
                        <a:rPr lang="en-US" altLang="ko-KR" sz="700" b="0" dirty="0">
                          <a:solidFill>
                            <a:schemeClr val="tx1"/>
                          </a:solidFill>
                          <a:latin typeface="Arial" panose="020B0604020202020204" pitchFamily="34" charset="0"/>
                          <a:cs typeface="Arial" panose="020B0604020202020204" pitchFamily="34" charset="0"/>
                        </a:rPr>
                        <a:t>24 bits /block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800" b="0" dirty="0" err="1">
                          <a:solidFill>
                            <a:schemeClr val="tx1"/>
                          </a:solidFill>
                          <a:latin typeface="Arial" panose="020B0604020202020204" pitchFamily="34" charset="0"/>
                          <a:cs typeface="Arial" panose="020B0604020202020204" pitchFamily="34" charset="0"/>
                        </a:rPr>
                        <a:t>8’hxx</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Line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494678"/>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LD3 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 [1:0] = 2’b10 : </a:t>
                      </a:r>
                      <a:r>
                        <a:rPr lang="en-US" altLang="ko-KR" sz="700" b="0" dirty="0">
                          <a:solidFill>
                            <a:schemeClr val="tx1"/>
                          </a:solidFill>
                          <a:latin typeface="Arial" panose="020B0604020202020204" pitchFamily="34" charset="0"/>
                          <a:cs typeface="Arial" panose="020B0604020202020204" pitchFamily="34" charset="0"/>
                        </a:rPr>
                        <a:t>24 bits /block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811212327"/>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LD4 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 [1:0] = 2’b11 : 16</a:t>
                      </a:r>
                      <a:r>
                        <a:rPr lang="en-US" altLang="ko-KR" sz="700" b="0" dirty="0">
                          <a:solidFill>
                            <a:schemeClr val="tx1"/>
                          </a:solidFill>
                          <a:latin typeface="Arial" panose="020B0604020202020204" pitchFamily="34" charset="0"/>
                          <a:cs typeface="Arial" panose="020B0604020202020204" pitchFamily="34" charset="0"/>
                        </a:rPr>
                        <a:t> bits /block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095620804"/>
                  </a:ext>
                </a:extLst>
              </a:tr>
            </a:tbl>
          </a:graphicData>
        </a:graphic>
      </p:graphicFrame>
      <p:sp>
        <p:nvSpPr>
          <p:cNvPr id="5" name="TextBox 4">
            <a:extLst>
              <a:ext uri="{FF2B5EF4-FFF2-40B4-BE49-F238E27FC236}">
                <a16:creationId xmlns:a16="http://schemas.microsoft.com/office/drawing/2014/main" id="{E8ED3812-F6CD-DAD7-27AC-367F93D10A97}"/>
              </a:ext>
            </a:extLst>
          </p:cNvPr>
          <p:cNvSpPr txBox="1"/>
          <p:nvPr/>
        </p:nvSpPr>
        <p:spPr>
          <a:xfrm>
            <a:off x="2682321" y="4397781"/>
            <a:ext cx="1493358"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 SPI daisy connection</a:t>
            </a:r>
          </a:p>
        </p:txBody>
      </p:sp>
    </p:spTree>
    <p:extLst>
      <p:ext uri="{BB962C8B-B14F-4D97-AF65-F5344CB8AC3E}">
        <p14:creationId xmlns:p14="http://schemas.microsoft.com/office/powerpoint/2010/main" val="4039618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4661ED3-F388-F4AB-5C23-BEB4DB79B539}"/>
              </a:ext>
            </a:extLst>
          </p:cNvPr>
          <p:cNvSpPr txBox="1"/>
          <p:nvPr/>
        </p:nvSpPr>
        <p:spPr>
          <a:xfrm>
            <a:off x="425119" y="827629"/>
            <a:ext cx="6028315"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E15CF93-C58E-2539-3312-0DA974903B61}"/>
              </a:ext>
            </a:extLst>
          </p:cNvPr>
          <p:cNvSpPr txBox="1"/>
          <p:nvPr/>
        </p:nvSpPr>
        <p:spPr>
          <a:xfrm>
            <a:off x="404813" y="1612565"/>
            <a:ext cx="6048621" cy="276999"/>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SPI access sequence is as follows, depending on the type of access. There is no difference between a single and</a:t>
            </a:r>
          </a:p>
          <a:p>
            <a:pPr algn="just"/>
            <a:r>
              <a:rPr lang="en-US" altLang="ko-KR" sz="900" b="0" i="0" dirty="0">
                <a:solidFill>
                  <a:srgbClr val="000000"/>
                </a:solidFill>
                <a:effectLst/>
                <a:latin typeface="Arial" panose="020B0604020202020204" pitchFamily="34" charset="0"/>
                <a:cs typeface="Arial" panose="020B0604020202020204" pitchFamily="34" charset="0"/>
              </a:rPr>
              <a:t>a burst access except for the number of data due to the burst size.</a:t>
            </a:r>
            <a:endParaRPr lang="en-US" altLang="ko-KR" sz="9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02CAB0E2-A84E-3B86-8889-B8AE86A3934F}"/>
              </a:ext>
            </a:extLst>
          </p:cNvPr>
          <p:cNvSpPr txBox="1"/>
          <p:nvPr/>
        </p:nvSpPr>
        <p:spPr>
          <a:xfrm>
            <a:off x="404812" y="1266807"/>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SPI read/write sequence in burst</a:t>
            </a:r>
          </a:p>
        </p:txBody>
      </p:sp>
      <p:grpSp>
        <p:nvGrpSpPr>
          <p:cNvPr id="760" name="그룹 759">
            <a:extLst>
              <a:ext uri="{FF2B5EF4-FFF2-40B4-BE49-F238E27FC236}">
                <a16:creationId xmlns:a16="http://schemas.microsoft.com/office/drawing/2014/main" id="{6449BAE1-EB49-DFB3-1D7F-40F3DD7AF835}"/>
              </a:ext>
            </a:extLst>
          </p:cNvPr>
          <p:cNvGrpSpPr/>
          <p:nvPr/>
        </p:nvGrpSpPr>
        <p:grpSpPr>
          <a:xfrm>
            <a:off x="1100033" y="2313333"/>
            <a:ext cx="4551129" cy="1930058"/>
            <a:chOff x="843431" y="2457395"/>
            <a:chExt cx="4551129" cy="1930058"/>
          </a:xfrm>
        </p:grpSpPr>
        <p:cxnSp>
          <p:nvCxnSpPr>
            <p:cNvPr id="8" name="직선 연결선 7">
              <a:extLst>
                <a:ext uri="{FF2B5EF4-FFF2-40B4-BE49-F238E27FC236}">
                  <a16:creationId xmlns:a16="http://schemas.microsoft.com/office/drawing/2014/main" id="{7B6C0DA2-E1CB-9162-BD52-B7C4445B33B9}"/>
                </a:ext>
              </a:extLst>
            </p:cNvPr>
            <p:cNvCxnSpPr/>
            <p:nvPr/>
          </p:nvCxnSpPr>
          <p:spPr>
            <a:xfrm>
              <a:off x="1217796" y="245739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E5382371-2682-C386-24F5-A312427FF71D}"/>
                </a:ext>
              </a:extLst>
            </p:cNvPr>
            <p:cNvCxnSpPr>
              <a:cxnSpLocks/>
            </p:cNvCxnSpPr>
            <p:nvPr/>
          </p:nvCxnSpPr>
          <p:spPr>
            <a:xfrm>
              <a:off x="1395596" y="246109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C292E7B0-0E9E-D816-3CDC-2DB3F51CD495}"/>
                </a:ext>
              </a:extLst>
            </p:cNvPr>
            <p:cNvCxnSpPr>
              <a:cxnSpLocks/>
            </p:cNvCxnSpPr>
            <p:nvPr/>
          </p:nvCxnSpPr>
          <p:spPr>
            <a:xfrm flipV="1">
              <a:off x="1395596" y="2604864"/>
              <a:ext cx="38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C5F4F57A-65FA-9302-46F9-233A2719668B}"/>
                </a:ext>
              </a:extLst>
            </p:cNvPr>
            <p:cNvCxnSpPr/>
            <p:nvPr/>
          </p:nvCxnSpPr>
          <p:spPr>
            <a:xfrm>
              <a:off x="5212082" y="2461097"/>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F01395E6-39B2-15B5-5BAE-C10AAEA88108}"/>
                </a:ext>
              </a:extLst>
            </p:cNvPr>
            <p:cNvCxnSpPr>
              <a:cxnSpLocks/>
            </p:cNvCxnSpPr>
            <p:nvPr/>
          </p:nvCxnSpPr>
          <p:spPr>
            <a:xfrm>
              <a:off x="5211058" y="246109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378C10FB-3223-5FC2-8C56-0A58CDD0630C}"/>
                </a:ext>
              </a:extLst>
            </p:cNvPr>
            <p:cNvSpPr/>
            <p:nvPr/>
          </p:nvSpPr>
          <p:spPr>
            <a:xfrm>
              <a:off x="1396360" y="3353626"/>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28" name="직선 연결선 27">
              <a:extLst>
                <a:ext uri="{FF2B5EF4-FFF2-40B4-BE49-F238E27FC236}">
                  <a16:creationId xmlns:a16="http://schemas.microsoft.com/office/drawing/2014/main" id="{D8D7349A-C489-1181-BDC5-3675976A8FAA}"/>
                </a:ext>
              </a:extLst>
            </p:cNvPr>
            <p:cNvCxnSpPr>
              <a:cxnSpLocks/>
            </p:cNvCxnSpPr>
            <p:nvPr/>
          </p:nvCxnSpPr>
          <p:spPr>
            <a:xfrm flipV="1">
              <a:off x="1218560" y="3497624"/>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직사각형 28">
              <a:extLst>
                <a:ext uri="{FF2B5EF4-FFF2-40B4-BE49-F238E27FC236}">
                  <a16:creationId xmlns:a16="http://schemas.microsoft.com/office/drawing/2014/main" id="{885AC4CD-FB48-7656-28F6-E51DE2F39A62}"/>
                </a:ext>
              </a:extLst>
            </p:cNvPr>
            <p:cNvSpPr/>
            <p:nvPr/>
          </p:nvSpPr>
          <p:spPr>
            <a:xfrm>
              <a:off x="1828621" y="335362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1" name="직사각형 30">
              <a:extLst>
                <a:ext uri="{FF2B5EF4-FFF2-40B4-BE49-F238E27FC236}">
                  <a16:creationId xmlns:a16="http://schemas.microsoft.com/office/drawing/2014/main" id="{1136883C-336C-B6EB-7698-01F7CFC114FA}"/>
                </a:ext>
              </a:extLst>
            </p:cNvPr>
            <p:cNvSpPr/>
            <p:nvPr/>
          </p:nvSpPr>
          <p:spPr>
            <a:xfrm>
              <a:off x="2258067" y="335362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2" name="직사각형 31">
              <a:extLst>
                <a:ext uri="{FF2B5EF4-FFF2-40B4-BE49-F238E27FC236}">
                  <a16:creationId xmlns:a16="http://schemas.microsoft.com/office/drawing/2014/main" id="{25FE195A-72CA-9EAD-1406-7BE5B67F7D20}"/>
                </a:ext>
              </a:extLst>
            </p:cNvPr>
            <p:cNvSpPr/>
            <p:nvPr/>
          </p:nvSpPr>
          <p:spPr>
            <a:xfrm>
              <a:off x="1981632" y="3251450"/>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33" name="직사각형 32">
              <a:extLst>
                <a:ext uri="{FF2B5EF4-FFF2-40B4-BE49-F238E27FC236}">
                  <a16:creationId xmlns:a16="http://schemas.microsoft.com/office/drawing/2014/main" id="{358ABD42-F8E7-61B3-76AB-157D516289B1}"/>
                </a:ext>
              </a:extLst>
            </p:cNvPr>
            <p:cNvSpPr/>
            <p:nvPr/>
          </p:nvSpPr>
          <p:spPr>
            <a:xfrm>
              <a:off x="2373906" y="3251450"/>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34" name="직사각형 33">
              <a:extLst>
                <a:ext uri="{FF2B5EF4-FFF2-40B4-BE49-F238E27FC236}">
                  <a16:creationId xmlns:a16="http://schemas.microsoft.com/office/drawing/2014/main" id="{EC3D221B-B6AB-AF2C-E08C-B7AF451348BC}"/>
                </a:ext>
              </a:extLst>
            </p:cNvPr>
            <p:cNvSpPr/>
            <p:nvPr/>
          </p:nvSpPr>
          <p:spPr>
            <a:xfrm>
              <a:off x="2838940" y="335362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5" name="직사각형 34">
              <a:extLst>
                <a:ext uri="{FF2B5EF4-FFF2-40B4-BE49-F238E27FC236}">
                  <a16:creationId xmlns:a16="http://schemas.microsoft.com/office/drawing/2014/main" id="{E15FE438-DC8C-ADFA-E8CF-B5EBCFC0EC2B}"/>
                </a:ext>
              </a:extLst>
            </p:cNvPr>
            <p:cNvSpPr/>
            <p:nvPr/>
          </p:nvSpPr>
          <p:spPr>
            <a:xfrm>
              <a:off x="2928496" y="3251450"/>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a+n</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37" name="직사각형 36">
              <a:extLst>
                <a:ext uri="{FF2B5EF4-FFF2-40B4-BE49-F238E27FC236}">
                  <a16:creationId xmlns:a16="http://schemas.microsoft.com/office/drawing/2014/main" id="{F30F0B48-BE9E-BBD2-AD71-CEB4724E1407}"/>
                </a:ext>
              </a:extLst>
            </p:cNvPr>
            <p:cNvSpPr/>
            <p:nvPr/>
          </p:nvSpPr>
          <p:spPr>
            <a:xfrm>
              <a:off x="3698881" y="3353169"/>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9" name="직사각형 38">
              <a:extLst>
                <a:ext uri="{FF2B5EF4-FFF2-40B4-BE49-F238E27FC236}">
                  <a16:creationId xmlns:a16="http://schemas.microsoft.com/office/drawing/2014/main" id="{66F47065-43D3-31EE-B467-082F545745C3}"/>
                </a:ext>
              </a:extLst>
            </p:cNvPr>
            <p:cNvSpPr/>
            <p:nvPr/>
          </p:nvSpPr>
          <p:spPr>
            <a:xfrm>
              <a:off x="4131493" y="3353169"/>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0" name="직사각형 39">
              <a:extLst>
                <a:ext uri="{FF2B5EF4-FFF2-40B4-BE49-F238E27FC236}">
                  <a16:creationId xmlns:a16="http://schemas.microsoft.com/office/drawing/2014/main" id="{0AB3C92C-8462-9EF6-120F-B18666CBC392}"/>
                </a:ext>
              </a:extLst>
            </p:cNvPr>
            <p:cNvSpPr/>
            <p:nvPr/>
          </p:nvSpPr>
          <p:spPr>
            <a:xfrm>
              <a:off x="3831148" y="3274573"/>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41" name="직사각형 40">
              <a:extLst>
                <a:ext uri="{FF2B5EF4-FFF2-40B4-BE49-F238E27FC236}">
                  <a16:creationId xmlns:a16="http://schemas.microsoft.com/office/drawing/2014/main" id="{BB56412E-8013-ECDD-BD18-D86CD796E9B9}"/>
                </a:ext>
              </a:extLst>
            </p:cNvPr>
            <p:cNvSpPr/>
            <p:nvPr/>
          </p:nvSpPr>
          <p:spPr>
            <a:xfrm>
              <a:off x="4245541" y="3257533"/>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42" name="직사각형 41">
              <a:extLst>
                <a:ext uri="{FF2B5EF4-FFF2-40B4-BE49-F238E27FC236}">
                  <a16:creationId xmlns:a16="http://schemas.microsoft.com/office/drawing/2014/main" id="{E1F5A46B-9FD8-F744-554F-353C7E5E56EE}"/>
                </a:ext>
              </a:extLst>
            </p:cNvPr>
            <p:cNvSpPr/>
            <p:nvPr/>
          </p:nvSpPr>
          <p:spPr>
            <a:xfrm>
              <a:off x="4716079" y="3352547"/>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3" name="직사각형 42">
              <a:extLst>
                <a:ext uri="{FF2B5EF4-FFF2-40B4-BE49-F238E27FC236}">
                  <a16:creationId xmlns:a16="http://schemas.microsoft.com/office/drawing/2014/main" id="{94D7C417-FC65-913B-FAA7-D3A602150747}"/>
                </a:ext>
              </a:extLst>
            </p:cNvPr>
            <p:cNvSpPr/>
            <p:nvPr/>
          </p:nvSpPr>
          <p:spPr>
            <a:xfrm>
              <a:off x="4824079" y="3253654"/>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b+m</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44" name="직사각형 43">
              <a:extLst>
                <a:ext uri="{FF2B5EF4-FFF2-40B4-BE49-F238E27FC236}">
                  <a16:creationId xmlns:a16="http://schemas.microsoft.com/office/drawing/2014/main" id="{37429EBC-6156-A95F-AA04-8AD66EC3156C}"/>
                </a:ext>
              </a:extLst>
            </p:cNvPr>
            <p:cNvSpPr/>
            <p:nvPr/>
          </p:nvSpPr>
          <p:spPr>
            <a:xfrm>
              <a:off x="3271147" y="3348068"/>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46" name="직선 연결선 45">
              <a:extLst>
                <a:ext uri="{FF2B5EF4-FFF2-40B4-BE49-F238E27FC236}">
                  <a16:creationId xmlns:a16="http://schemas.microsoft.com/office/drawing/2014/main" id="{B38F836D-4C44-DB24-F8E5-9A3D8DAD1E26}"/>
                </a:ext>
              </a:extLst>
            </p:cNvPr>
            <p:cNvCxnSpPr>
              <a:cxnSpLocks/>
            </p:cNvCxnSpPr>
            <p:nvPr/>
          </p:nvCxnSpPr>
          <p:spPr>
            <a:xfrm flipV="1">
              <a:off x="1217796" y="4326586"/>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직사각형 55">
              <a:extLst>
                <a:ext uri="{FF2B5EF4-FFF2-40B4-BE49-F238E27FC236}">
                  <a16:creationId xmlns:a16="http://schemas.microsoft.com/office/drawing/2014/main" id="{46AC3D6A-0D7D-3EDB-2DFB-A04FF9988924}"/>
                </a:ext>
              </a:extLst>
            </p:cNvPr>
            <p:cNvSpPr/>
            <p:nvPr/>
          </p:nvSpPr>
          <p:spPr>
            <a:xfrm>
              <a:off x="3698700" y="418626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57" name="직사각형 56">
              <a:extLst>
                <a:ext uri="{FF2B5EF4-FFF2-40B4-BE49-F238E27FC236}">
                  <a16:creationId xmlns:a16="http://schemas.microsoft.com/office/drawing/2014/main" id="{FE8EF9C1-2E7B-DA32-E7E0-2D35DEA22EF6}"/>
                </a:ext>
              </a:extLst>
            </p:cNvPr>
            <p:cNvSpPr/>
            <p:nvPr/>
          </p:nvSpPr>
          <p:spPr>
            <a:xfrm>
              <a:off x="4131344" y="418626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58" name="직사각형 57">
              <a:extLst>
                <a:ext uri="{FF2B5EF4-FFF2-40B4-BE49-F238E27FC236}">
                  <a16:creationId xmlns:a16="http://schemas.microsoft.com/office/drawing/2014/main" id="{E0EC9CA2-5B64-EFD2-F917-85CC3491BA77}"/>
                </a:ext>
              </a:extLst>
            </p:cNvPr>
            <p:cNvSpPr/>
            <p:nvPr/>
          </p:nvSpPr>
          <p:spPr>
            <a:xfrm>
              <a:off x="3830384" y="4074469"/>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C2AE3FB7-89F9-F83C-A3F5-F2776A6C848B}"/>
                </a:ext>
              </a:extLst>
            </p:cNvPr>
            <p:cNvSpPr/>
            <p:nvPr/>
          </p:nvSpPr>
          <p:spPr>
            <a:xfrm>
              <a:off x="4244777" y="4079781"/>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60" name="직사각형 59">
              <a:extLst>
                <a:ext uri="{FF2B5EF4-FFF2-40B4-BE49-F238E27FC236}">
                  <a16:creationId xmlns:a16="http://schemas.microsoft.com/office/drawing/2014/main" id="{1510142A-2ADB-BB0D-4271-66636F308591}"/>
                </a:ext>
              </a:extLst>
            </p:cNvPr>
            <p:cNvSpPr/>
            <p:nvPr/>
          </p:nvSpPr>
          <p:spPr>
            <a:xfrm>
              <a:off x="4715315" y="4183005"/>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61" name="직사각형 60">
              <a:extLst>
                <a:ext uri="{FF2B5EF4-FFF2-40B4-BE49-F238E27FC236}">
                  <a16:creationId xmlns:a16="http://schemas.microsoft.com/office/drawing/2014/main" id="{79B2B43D-7550-CDE6-4F27-E45E127B3902}"/>
                </a:ext>
              </a:extLst>
            </p:cNvPr>
            <p:cNvSpPr/>
            <p:nvPr/>
          </p:nvSpPr>
          <p:spPr>
            <a:xfrm>
              <a:off x="4827737" y="4079781"/>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b+m</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62" name="직사각형 61">
              <a:extLst>
                <a:ext uri="{FF2B5EF4-FFF2-40B4-BE49-F238E27FC236}">
                  <a16:creationId xmlns:a16="http://schemas.microsoft.com/office/drawing/2014/main" id="{A749BFDF-75A5-AB7A-2B90-3E0929E66817}"/>
                </a:ext>
              </a:extLst>
            </p:cNvPr>
            <p:cNvSpPr/>
            <p:nvPr/>
          </p:nvSpPr>
          <p:spPr>
            <a:xfrm>
              <a:off x="3266820" y="418270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63" name="직사각형 62">
              <a:extLst>
                <a:ext uri="{FF2B5EF4-FFF2-40B4-BE49-F238E27FC236}">
                  <a16:creationId xmlns:a16="http://schemas.microsoft.com/office/drawing/2014/main" id="{47B1A8A3-9F86-E43E-EA0D-E3EA6E45B375}"/>
                </a:ext>
              </a:extLst>
            </p:cNvPr>
            <p:cNvSpPr/>
            <p:nvPr/>
          </p:nvSpPr>
          <p:spPr>
            <a:xfrm>
              <a:off x="843432" y="2506607"/>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7" name="그룹 66">
              <a:extLst>
                <a:ext uri="{FF2B5EF4-FFF2-40B4-BE49-F238E27FC236}">
                  <a16:creationId xmlns:a16="http://schemas.microsoft.com/office/drawing/2014/main" id="{D507EADE-F402-F49A-7311-C75E7953B6C1}"/>
                </a:ext>
              </a:extLst>
            </p:cNvPr>
            <p:cNvGrpSpPr/>
            <p:nvPr/>
          </p:nvGrpSpPr>
          <p:grpSpPr>
            <a:xfrm>
              <a:off x="2745731" y="3419592"/>
              <a:ext cx="54000" cy="144000"/>
              <a:chOff x="2402600" y="3979676"/>
              <a:chExt cx="64467" cy="147702"/>
            </a:xfrm>
          </p:grpSpPr>
          <p:sp>
            <p:nvSpPr>
              <p:cNvPr id="65" name="자유형: 도형 64">
                <a:extLst>
                  <a:ext uri="{FF2B5EF4-FFF2-40B4-BE49-F238E27FC236}">
                    <a16:creationId xmlns:a16="http://schemas.microsoft.com/office/drawing/2014/main" id="{8D5836AB-3A88-B221-C337-64439104A479}"/>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6" name="자유형: 도형 65">
                <a:extLst>
                  <a:ext uri="{FF2B5EF4-FFF2-40B4-BE49-F238E27FC236}">
                    <a16:creationId xmlns:a16="http://schemas.microsoft.com/office/drawing/2014/main" id="{D3C098B2-DA05-5AA2-5FDC-0EA879E3A7D8}"/>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68" name="그룹 67">
              <a:extLst>
                <a:ext uri="{FF2B5EF4-FFF2-40B4-BE49-F238E27FC236}">
                  <a16:creationId xmlns:a16="http://schemas.microsoft.com/office/drawing/2014/main" id="{514C4BEC-D330-C89A-9448-68C5A9A9D6F2}"/>
                </a:ext>
              </a:extLst>
            </p:cNvPr>
            <p:cNvGrpSpPr/>
            <p:nvPr/>
          </p:nvGrpSpPr>
          <p:grpSpPr>
            <a:xfrm>
              <a:off x="4623276" y="3415890"/>
              <a:ext cx="54000" cy="144000"/>
              <a:chOff x="2402600" y="3979676"/>
              <a:chExt cx="64467" cy="147702"/>
            </a:xfrm>
          </p:grpSpPr>
          <p:sp>
            <p:nvSpPr>
              <p:cNvPr id="69" name="자유형: 도형 68">
                <a:extLst>
                  <a:ext uri="{FF2B5EF4-FFF2-40B4-BE49-F238E27FC236}">
                    <a16:creationId xmlns:a16="http://schemas.microsoft.com/office/drawing/2014/main" id="{D8ECBCA6-1DE4-5AD1-5D1A-FCD0F003821F}"/>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자유형: 도형 69">
                <a:extLst>
                  <a:ext uri="{FF2B5EF4-FFF2-40B4-BE49-F238E27FC236}">
                    <a16:creationId xmlns:a16="http://schemas.microsoft.com/office/drawing/2014/main" id="{E2C87E4D-EA09-A899-BBD9-64595BFC2E43}"/>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71" name="그룹 70">
              <a:extLst>
                <a:ext uri="{FF2B5EF4-FFF2-40B4-BE49-F238E27FC236}">
                  <a16:creationId xmlns:a16="http://schemas.microsoft.com/office/drawing/2014/main" id="{9D21A3AD-8B69-870E-04DE-AC2D2ACD44CD}"/>
                </a:ext>
              </a:extLst>
            </p:cNvPr>
            <p:cNvGrpSpPr/>
            <p:nvPr/>
          </p:nvGrpSpPr>
          <p:grpSpPr>
            <a:xfrm>
              <a:off x="4610755" y="4243453"/>
              <a:ext cx="54000" cy="144000"/>
              <a:chOff x="2402600" y="3979676"/>
              <a:chExt cx="64467" cy="147702"/>
            </a:xfrm>
          </p:grpSpPr>
          <p:sp>
            <p:nvSpPr>
              <p:cNvPr id="72" name="자유형: 도형 71">
                <a:extLst>
                  <a:ext uri="{FF2B5EF4-FFF2-40B4-BE49-F238E27FC236}">
                    <a16:creationId xmlns:a16="http://schemas.microsoft.com/office/drawing/2014/main" id="{CDC12D0C-71E5-F576-0408-79CD14F303AD}"/>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3" name="자유형: 도형 72">
                <a:extLst>
                  <a:ext uri="{FF2B5EF4-FFF2-40B4-BE49-F238E27FC236}">
                    <a16:creationId xmlns:a16="http://schemas.microsoft.com/office/drawing/2014/main" id="{1CDE2CD4-3E6A-A214-0FBC-F825BD8F003B}"/>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74" name="직사각형 73">
              <a:extLst>
                <a:ext uri="{FF2B5EF4-FFF2-40B4-BE49-F238E27FC236}">
                  <a16:creationId xmlns:a16="http://schemas.microsoft.com/office/drawing/2014/main" id="{8F932D25-FC54-DA9A-6DAE-B3097B567082}"/>
                </a:ext>
              </a:extLst>
            </p:cNvPr>
            <p:cNvSpPr/>
            <p:nvPr/>
          </p:nvSpPr>
          <p:spPr>
            <a:xfrm>
              <a:off x="844196" y="339460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75" name="직사각형 74">
              <a:extLst>
                <a:ext uri="{FF2B5EF4-FFF2-40B4-BE49-F238E27FC236}">
                  <a16:creationId xmlns:a16="http://schemas.microsoft.com/office/drawing/2014/main" id="{D2A17D37-201E-5837-7923-318460091E3D}"/>
                </a:ext>
              </a:extLst>
            </p:cNvPr>
            <p:cNvSpPr/>
            <p:nvPr/>
          </p:nvSpPr>
          <p:spPr>
            <a:xfrm>
              <a:off x="843431" y="4233097"/>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SDO</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76" name="직선 연결선 75">
              <a:extLst>
                <a:ext uri="{FF2B5EF4-FFF2-40B4-BE49-F238E27FC236}">
                  <a16:creationId xmlns:a16="http://schemas.microsoft.com/office/drawing/2014/main" id="{1762BC49-DD62-82C5-B760-D4CF18D2EA60}"/>
                </a:ext>
              </a:extLst>
            </p:cNvPr>
            <p:cNvCxnSpPr>
              <a:cxnSpLocks/>
            </p:cNvCxnSpPr>
            <p:nvPr/>
          </p:nvCxnSpPr>
          <p:spPr>
            <a:xfrm flipV="1">
              <a:off x="1829598" y="3093036"/>
              <a:ext cx="1440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1D98F6F3-8F02-59F8-DB87-3211A7E7D008}"/>
                </a:ext>
              </a:extLst>
            </p:cNvPr>
            <p:cNvCxnSpPr>
              <a:cxnSpLocks/>
            </p:cNvCxnSpPr>
            <p:nvPr/>
          </p:nvCxnSpPr>
          <p:spPr>
            <a:xfrm>
              <a:off x="1828360" y="2992537"/>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492C7A14-6863-D52A-061E-82DC8E09040B}"/>
                </a:ext>
              </a:extLst>
            </p:cNvPr>
            <p:cNvCxnSpPr>
              <a:cxnSpLocks/>
            </p:cNvCxnSpPr>
            <p:nvPr/>
          </p:nvCxnSpPr>
          <p:spPr>
            <a:xfrm>
              <a:off x="3263500" y="3015058"/>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9" name="직사각형 78">
              <a:extLst>
                <a:ext uri="{FF2B5EF4-FFF2-40B4-BE49-F238E27FC236}">
                  <a16:creationId xmlns:a16="http://schemas.microsoft.com/office/drawing/2014/main" id="{E4A4933C-7AA0-ACDB-3F4F-E200416F7FA5}"/>
                </a:ext>
              </a:extLst>
            </p:cNvPr>
            <p:cNvSpPr/>
            <p:nvPr/>
          </p:nvSpPr>
          <p:spPr>
            <a:xfrm>
              <a:off x="2222527" y="3027875"/>
              <a:ext cx="646806" cy="14879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Start addr = 0xa</a:t>
              </a:r>
            </a:p>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 </a:t>
              </a:r>
              <a:r>
                <a:rPr lang="en-US" altLang="ko-KR" sz="700" dirty="0" err="1">
                  <a:solidFill>
                    <a:schemeClr val="tx1"/>
                  </a:solidFill>
                  <a:latin typeface="Arial" panose="020B0604020202020204" pitchFamily="34" charset="0"/>
                  <a:cs typeface="Arial" panose="020B0604020202020204" pitchFamily="34" charset="0"/>
                </a:rPr>
                <a:t>n+1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54" name="직선 연결선 153">
              <a:extLst>
                <a:ext uri="{FF2B5EF4-FFF2-40B4-BE49-F238E27FC236}">
                  <a16:creationId xmlns:a16="http://schemas.microsoft.com/office/drawing/2014/main" id="{42274F1D-D946-9F09-BB89-0814FA428579}"/>
                </a:ext>
              </a:extLst>
            </p:cNvPr>
            <p:cNvCxnSpPr>
              <a:cxnSpLocks/>
            </p:cNvCxnSpPr>
            <p:nvPr/>
          </p:nvCxnSpPr>
          <p:spPr>
            <a:xfrm flipV="1">
              <a:off x="1214259" y="2888456"/>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직사각형 156">
              <a:extLst>
                <a:ext uri="{FF2B5EF4-FFF2-40B4-BE49-F238E27FC236}">
                  <a16:creationId xmlns:a16="http://schemas.microsoft.com/office/drawing/2014/main" id="{0C384C4A-1F09-0CFF-8B18-4A7C622DE8D3}"/>
                </a:ext>
              </a:extLst>
            </p:cNvPr>
            <p:cNvSpPr/>
            <p:nvPr/>
          </p:nvSpPr>
          <p:spPr>
            <a:xfrm>
              <a:off x="843432" y="278970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SCLK</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58" name="직사각형 157">
              <a:extLst>
                <a:ext uri="{FF2B5EF4-FFF2-40B4-BE49-F238E27FC236}">
                  <a16:creationId xmlns:a16="http://schemas.microsoft.com/office/drawing/2014/main" id="{5781F99B-786C-1A32-DBDE-4B13ADA5177B}"/>
                </a:ext>
              </a:extLst>
            </p:cNvPr>
            <p:cNvSpPr/>
            <p:nvPr/>
          </p:nvSpPr>
          <p:spPr>
            <a:xfrm>
              <a:off x="1395596" y="2743224"/>
              <a:ext cx="3751717"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80" name="그룹 179">
              <a:extLst>
                <a:ext uri="{FF2B5EF4-FFF2-40B4-BE49-F238E27FC236}">
                  <a16:creationId xmlns:a16="http://schemas.microsoft.com/office/drawing/2014/main" id="{81F9D7EC-8761-B298-0619-340EC07A6A6D}"/>
                </a:ext>
              </a:extLst>
            </p:cNvPr>
            <p:cNvGrpSpPr/>
            <p:nvPr/>
          </p:nvGrpSpPr>
          <p:grpSpPr>
            <a:xfrm>
              <a:off x="1430856" y="2741794"/>
              <a:ext cx="496830" cy="148744"/>
              <a:chOff x="1430856" y="2741794"/>
              <a:chExt cx="496830" cy="148744"/>
            </a:xfrm>
          </p:grpSpPr>
          <p:cxnSp>
            <p:nvCxnSpPr>
              <p:cNvPr id="153" name="직선 연결선 152">
                <a:extLst>
                  <a:ext uri="{FF2B5EF4-FFF2-40B4-BE49-F238E27FC236}">
                    <a16:creationId xmlns:a16="http://schemas.microsoft.com/office/drawing/2014/main" id="{AAB2EE13-948C-5E76-A933-DA2776855D5A}"/>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직선 연결선 158">
                <a:extLst>
                  <a:ext uri="{FF2B5EF4-FFF2-40B4-BE49-F238E27FC236}">
                    <a16:creationId xmlns:a16="http://schemas.microsoft.com/office/drawing/2014/main" id="{49B974F2-5476-8B9C-FE21-9F3584099310}"/>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직선 연결선 159">
                <a:extLst>
                  <a:ext uri="{FF2B5EF4-FFF2-40B4-BE49-F238E27FC236}">
                    <a16:creationId xmlns:a16="http://schemas.microsoft.com/office/drawing/2014/main" id="{A108907B-132B-39C7-26C4-8386054C3DA1}"/>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직선 연결선 160">
                <a:extLst>
                  <a:ext uri="{FF2B5EF4-FFF2-40B4-BE49-F238E27FC236}">
                    <a16:creationId xmlns:a16="http://schemas.microsoft.com/office/drawing/2014/main" id="{4A4604D4-81D8-7F46-DCFF-1946AC3A446E}"/>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직선 연결선 163">
                <a:extLst>
                  <a:ext uri="{FF2B5EF4-FFF2-40B4-BE49-F238E27FC236}">
                    <a16:creationId xmlns:a16="http://schemas.microsoft.com/office/drawing/2014/main" id="{6ADA874A-160B-85B3-103A-4FAF98C502D9}"/>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직선 연결선 164">
                <a:extLst>
                  <a:ext uri="{FF2B5EF4-FFF2-40B4-BE49-F238E27FC236}">
                    <a16:creationId xmlns:a16="http://schemas.microsoft.com/office/drawing/2014/main" id="{F8CB0709-EB7B-04E3-C588-94456D201885}"/>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a:extLst>
                  <a:ext uri="{FF2B5EF4-FFF2-40B4-BE49-F238E27FC236}">
                    <a16:creationId xmlns:a16="http://schemas.microsoft.com/office/drawing/2014/main" id="{D443A016-8278-449A-F50E-F035448F18B8}"/>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직선 연결선 166">
                <a:extLst>
                  <a:ext uri="{FF2B5EF4-FFF2-40B4-BE49-F238E27FC236}">
                    <a16:creationId xmlns:a16="http://schemas.microsoft.com/office/drawing/2014/main" id="{58A192BD-7565-DCE4-52FE-7D68FB20759C}"/>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직선 연결선 175">
                <a:extLst>
                  <a:ext uri="{FF2B5EF4-FFF2-40B4-BE49-F238E27FC236}">
                    <a16:creationId xmlns:a16="http://schemas.microsoft.com/office/drawing/2014/main" id="{03215874-AEA9-0B4D-BA7C-F509181C8065}"/>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직선 연결선 176">
                <a:extLst>
                  <a:ext uri="{FF2B5EF4-FFF2-40B4-BE49-F238E27FC236}">
                    <a16:creationId xmlns:a16="http://schemas.microsoft.com/office/drawing/2014/main" id="{07F9A948-C077-15EE-BBC3-6CFE2F4847B1}"/>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직선 연결선 177">
                <a:extLst>
                  <a:ext uri="{FF2B5EF4-FFF2-40B4-BE49-F238E27FC236}">
                    <a16:creationId xmlns:a16="http://schemas.microsoft.com/office/drawing/2014/main" id="{87F6B981-A3BA-36A5-04B3-7FC8109108B2}"/>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직선 연결선 178">
                <a:extLst>
                  <a:ext uri="{FF2B5EF4-FFF2-40B4-BE49-F238E27FC236}">
                    <a16:creationId xmlns:a16="http://schemas.microsoft.com/office/drawing/2014/main" id="{C010271C-8822-1BF4-6580-BFEFAD78F7CF}"/>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직선 연결선 171">
                <a:extLst>
                  <a:ext uri="{FF2B5EF4-FFF2-40B4-BE49-F238E27FC236}">
                    <a16:creationId xmlns:a16="http://schemas.microsoft.com/office/drawing/2014/main" id="{7553948A-A749-2725-E06A-4750AED353D2}"/>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직선 연결선 172">
                <a:extLst>
                  <a:ext uri="{FF2B5EF4-FFF2-40B4-BE49-F238E27FC236}">
                    <a16:creationId xmlns:a16="http://schemas.microsoft.com/office/drawing/2014/main" id="{E726173D-1773-D588-925C-C1A248D9D24A}"/>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직선 연결선 173">
                <a:extLst>
                  <a:ext uri="{FF2B5EF4-FFF2-40B4-BE49-F238E27FC236}">
                    <a16:creationId xmlns:a16="http://schemas.microsoft.com/office/drawing/2014/main" id="{7A37B353-89B0-185F-CA02-B5A4C9930E80}"/>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직선 연결선 174">
                <a:extLst>
                  <a:ext uri="{FF2B5EF4-FFF2-40B4-BE49-F238E27FC236}">
                    <a16:creationId xmlns:a16="http://schemas.microsoft.com/office/drawing/2014/main" id="{BD8F65EF-8931-5F60-A964-F2B97F762E39}"/>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1" name="그룹 180">
              <a:extLst>
                <a:ext uri="{FF2B5EF4-FFF2-40B4-BE49-F238E27FC236}">
                  <a16:creationId xmlns:a16="http://schemas.microsoft.com/office/drawing/2014/main" id="{1564881E-EEF4-2C15-1D3B-CB473D3248F1}"/>
                </a:ext>
              </a:extLst>
            </p:cNvPr>
            <p:cNvGrpSpPr/>
            <p:nvPr/>
          </p:nvGrpSpPr>
          <p:grpSpPr>
            <a:xfrm>
              <a:off x="1964451" y="2740646"/>
              <a:ext cx="496830" cy="148744"/>
              <a:chOff x="1430856" y="2741794"/>
              <a:chExt cx="496830" cy="148744"/>
            </a:xfrm>
          </p:grpSpPr>
          <p:cxnSp>
            <p:nvCxnSpPr>
              <p:cNvPr id="182" name="직선 연결선 181">
                <a:extLst>
                  <a:ext uri="{FF2B5EF4-FFF2-40B4-BE49-F238E27FC236}">
                    <a16:creationId xmlns:a16="http://schemas.microsoft.com/office/drawing/2014/main" id="{E54AC171-C2B9-4FBC-E8A5-31C934E7F85D}"/>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직선 연결선 182">
                <a:extLst>
                  <a:ext uri="{FF2B5EF4-FFF2-40B4-BE49-F238E27FC236}">
                    <a16:creationId xmlns:a16="http://schemas.microsoft.com/office/drawing/2014/main" id="{F4F16978-4649-8AC5-FCA4-145150387472}"/>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직선 연결선 183">
                <a:extLst>
                  <a:ext uri="{FF2B5EF4-FFF2-40B4-BE49-F238E27FC236}">
                    <a16:creationId xmlns:a16="http://schemas.microsoft.com/office/drawing/2014/main" id="{3A4287EA-7B5A-8978-8CA1-4EA282E57BC5}"/>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직선 연결선 184">
                <a:extLst>
                  <a:ext uri="{FF2B5EF4-FFF2-40B4-BE49-F238E27FC236}">
                    <a16:creationId xmlns:a16="http://schemas.microsoft.com/office/drawing/2014/main" id="{02305FBA-E028-11E1-C97F-4BBDA9A62EC4}"/>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직선 연결선 185">
                <a:extLst>
                  <a:ext uri="{FF2B5EF4-FFF2-40B4-BE49-F238E27FC236}">
                    <a16:creationId xmlns:a16="http://schemas.microsoft.com/office/drawing/2014/main" id="{B8832E36-6D77-791B-F3D0-BE6C806BE5A7}"/>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직선 연결선 186">
                <a:extLst>
                  <a:ext uri="{FF2B5EF4-FFF2-40B4-BE49-F238E27FC236}">
                    <a16:creationId xmlns:a16="http://schemas.microsoft.com/office/drawing/2014/main" id="{439A414C-6E95-4900-0824-F309E0A762AE}"/>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직선 연결선 187">
                <a:extLst>
                  <a:ext uri="{FF2B5EF4-FFF2-40B4-BE49-F238E27FC236}">
                    <a16:creationId xmlns:a16="http://schemas.microsoft.com/office/drawing/2014/main" id="{D94206FF-8DA8-3002-DD25-5B01DE552B77}"/>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직선 연결선 188">
                <a:extLst>
                  <a:ext uri="{FF2B5EF4-FFF2-40B4-BE49-F238E27FC236}">
                    <a16:creationId xmlns:a16="http://schemas.microsoft.com/office/drawing/2014/main" id="{BEC23FDC-2D96-6526-216C-D99B57092E05}"/>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직선 연결선 189">
                <a:extLst>
                  <a:ext uri="{FF2B5EF4-FFF2-40B4-BE49-F238E27FC236}">
                    <a16:creationId xmlns:a16="http://schemas.microsoft.com/office/drawing/2014/main" id="{A79A8A3C-4DCB-219C-33CC-4C24FC291CE6}"/>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직선 연결선 190">
                <a:extLst>
                  <a:ext uri="{FF2B5EF4-FFF2-40B4-BE49-F238E27FC236}">
                    <a16:creationId xmlns:a16="http://schemas.microsoft.com/office/drawing/2014/main" id="{D19D7676-0026-66FF-8164-609A586F35D8}"/>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직선 연결선 191">
                <a:extLst>
                  <a:ext uri="{FF2B5EF4-FFF2-40B4-BE49-F238E27FC236}">
                    <a16:creationId xmlns:a16="http://schemas.microsoft.com/office/drawing/2014/main" id="{A083E3B3-9FB8-CEF6-60C9-03B925D2C428}"/>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직선 연결선 192">
                <a:extLst>
                  <a:ext uri="{FF2B5EF4-FFF2-40B4-BE49-F238E27FC236}">
                    <a16:creationId xmlns:a16="http://schemas.microsoft.com/office/drawing/2014/main" id="{2883EC42-EAFF-65EA-4070-74402A4753EF}"/>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직선 연결선 193">
                <a:extLst>
                  <a:ext uri="{FF2B5EF4-FFF2-40B4-BE49-F238E27FC236}">
                    <a16:creationId xmlns:a16="http://schemas.microsoft.com/office/drawing/2014/main" id="{03FB6831-A765-DC53-DC1D-E60137582BAE}"/>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직선 연결선 194">
                <a:extLst>
                  <a:ext uri="{FF2B5EF4-FFF2-40B4-BE49-F238E27FC236}">
                    <a16:creationId xmlns:a16="http://schemas.microsoft.com/office/drawing/2014/main" id="{E9E77251-9AC2-A895-45CA-FF2E85902DC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직선 연결선 195">
                <a:extLst>
                  <a:ext uri="{FF2B5EF4-FFF2-40B4-BE49-F238E27FC236}">
                    <a16:creationId xmlns:a16="http://schemas.microsoft.com/office/drawing/2014/main" id="{688190F4-AFEA-236E-0DCB-355BACB0E8EB}"/>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직선 연결선 196">
                <a:extLst>
                  <a:ext uri="{FF2B5EF4-FFF2-40B4-BE49-F238E27FC236}">
                    <a16:creationId xmlns:a16="http://schemas.microsoft.com/office/drawing/2014/main" id="{8AAF3D12-C594-184D-FDE8-9AC8EE752577}"/>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8" name="그룹 197">
              <a:extLst>
                <a:ext uri="{FF2B5EF4-FFF2-40B4-BE49-F238E27FC236}">
                  <a16:creationId xmlns:a16="http://schemas.microsoft.com/office/drawing/2014/main" id="{5026C631-FB65-0F0C-AF6D-0B5336349425}"/>
                </a:ext>
              </a:extLst>
            </p:cNvPr>
            <p:cNvGrpSpPr/>
            <p:nvPr/>
          </p:nvGrpSpPr>
          <p:grpSpPr>
            <a:xfrm>
              <a:off x="2494584" y="2743439"/>
              <a:ext cx="496830" cy="148744"/>
              <a:chOff x="1430856" y="2741794"/>
              <a:chExt cx="496830" cy="148744"/>
            </a:xfrm>
          </p:grpSpPr>
          <p:cxnSp>
            <p:nvCxnSpPr>
              <p:cNvPr id="199" name="직선 연결선 198">
                <a:extLst>
                  <a:ext uri="{FF2B5EF4-FFF2-40B4-BE49-F238E27FC236}">
                    <a16:creationId xmlns:a16="http://schemas.microsoft.com/office/drawing/2014/main" id="{1BE9FBB9-FAF0-A95C-98C3-B330C5D15097}"/>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직선 연결선 199">
                <a:extLst>
                  <a:ext uri="{FF2B5EF4-FFF2-40B4-BE49-F238E27FC236}">
                    <a16:creationId xmlns:a16="http://schemas.microsoft.com/office/drawing/2014/main" id="{247F1E19-735A-BB63-CE09-9CAF8E8DFA85}"/>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직선 연결선 200">
                <a:extLst>
                  <a:ext uri="{FF2B5EF4-FFF2-40B4-BE49-F238E27FC236}">
                    <a16:creationId xmlns:a16="http://schemas.microsoft.com/office/drawing/2014/main" id="{09194F90-AD40-F231-82FF-E5932141EAD1}"/>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직선 연결선 201">
                <a:extLst>
                  <a:ext uri="{FF2B5EF4-FFF2-40B4-BE49-F238E27FC236}">
                    <a16:creationId xmlns:a16="http://schemas.microsoft.com/office/drawing/2014/main" id="{4380D6D4-E233-E6BA-7246-D23E73179E76}"/>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직선 연결선 202">
                <a:extLst>
                  <a:ext uri="{FF2B5EF4-FFF2-40B4-BE49-F238E27FC236}">
                    <a16:creationId xmlns:a16="http://schemas.microsoft.com/office/drawing/2014/main" id="{3144E955-DBF5-62DE-8D13-2FA3F236B7B4}"/>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직선 연결선 203">
                <a:extLst>
                  <a:ext uri="{FF2B5EF4-FFF2-40B4-BE49-F238E27FC236}">
                    <a16:creationId xmlns:a16="http://schemas.microsoft.com/office/drawing/2014/main" id="{AB9A4E4F-4697-7862-9993-A15ADE9304FD}"/>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직선 연결선 204">
                <a:extLst>
                  <a:ext uri="{FF2B5EF4-FFF2-40B4-BE49-F238E27FC236}">
                    <a16:creationId xmlns:a16="http://schemas.microsoft.com/office/drawing/2014/main" id="{3D6A2053-EBF3-91F0-EB56-6F10C5D7F2FE}"/>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직선 연결선 205">
                <a:extLst>
                  <a:ext uri="{FF2B5EF4-FFF2-40B4-BE49-F238E27FC236}">
                    <a16:creationId xmlns:a16="http://schemas.microsoft.com/office/drawing/2014/main" id="{3B57900A-96AB-3E7D-112C-670744D50CBD}"/>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직선 연결선 206">
                <a:extLst>
                  <a:ext uri="{FF2B5EF4-FFF2-40B4-BE49-F238E27FC236}">
                    <a16:creationId xmlns:a16="http://schemas.microsoft.com/office/drawing/2014/main" id="{818309C7-800E-D0A2-9810-0D632F11FC96}"/>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직선 연결선 207">
                <a:extLst>
                  <a:ext uri="{FF2B5EF4-FFF2-40B4-BE49-F238E27FC236}">
                    <a16:creationId xmlns:a16="http://schemas.microsoft.com/office/drawing/2014/main" id="{CB6AC2D6-3183-EF90-7674-D9226BD7BB9D}"/>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직선 연결선 208">
                <a:extLst>
                  <a:ext uri="{FF2B5EF4-FFF2-40B4-BE49-F238E27FC236}">
                    <a16:creationId xmlns:a16="http://schemas.microsoft.com/office/drawing/2014/main" id="{009B6E79-624D-796C-24CD-2B444CC4D4A1}"/>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직선 연결선 209">
                <a:extLst>
                  <a:ext uri="{FF2B5EF4-FFF2-40B4-BE49-F238E27FC236}">
                    <a16:creationId xmlns:a16="http://schemas.microsoft.com/office/drawing/2014/main" id="{1F3B65E1-F0E8-CB40-E3BF-77672D214B27}"/>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직선 연결선 210">
                <a:extLst>
                  <a:ext uri="{FF2B5EF4-FFF2-40B4-BE49-F238E27FC236}">
                    <a16:creationId xmlns:a16="http://schemas.microsoft.com/office/drawing/2014/main" id="{12409421-7A41-A937-8BD8-8D467A503E91}"/>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직선 연결선 211">
                <a:extLst>
                  <a:ext uri="{FF2B5EF4-FFF2-40B4-BE49-F238E27FC236}">
                    <a16:creationId xmlns:a16="http://schemas.microsoft.com/office/drawing/2014/main" id="{660E191A-5148-5056-F0AF-EAC47C5F4640}"/>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직선 연결선 212">
                <a:extLst>
                  <a:ext uri="{FF2B5EF4-FFF2-40B4-BE49-F238E27FC236}">
                    <a16:creationId xmlns:a16="http://schemas.microsoft.com/office/drawing/2014/main" id="{BAEA15AE-91A6-3E16-78E9-1F8DEE9D40A7}"/>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직선 연결선 213">
                <a:extLst>
                  <a:ext uri="{FF2B5EF4-FFF2-40B4-BE49-F238E27FC236}">
                    <a16:creationId xmlns:a16="http://schemas.microsoft.com/office/drawing/2014/main" id="{7AE4F85F-A9C5-8864-E11F-3BEDE06FD900}"/>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그룹 214">
              <a:extLst>
                <a:ext uri="{FF2B5EF4-FFF2-40B4-BE49-F238E27FC236}">
                  <a16:creationId xmlns:a16="http://schemas.microsoft.com/office/drawing/2014/main" id="{6E82216E-94FC-A691-5682-645753635856}"/>
                </a:ext>
              </a:extLst>
            </p:cNvPr>
            <p:cNvGrpSpPr/>
            <p:nvPr/>
          </p:nvGrpSpPr>
          <p:grpSpPr>
            <a:xfrm>
              <a:off x="3028179" y="2742291"/>
              <a:ext cx="496830" cy="148744"/>
              <a:chOff x="1430856" y="2741794"/>
              <a:chExt cx="496830" cy="148744"/>
            </a:xfrm>
          </p:grpSpPr>
          <p:cxnSp>
            <p:nvCxnSpPr>
              <p:cNvPr id="216" name="직선 연결선 215">
                <a:extLst>
                  <a:ext uri="{FF2B5EF4-FFF2-40B4-BE49-F238E27FC236}">
                    <a16:creationId xmlns:a16="http://schemas.microsoft.com/office/drawing/2014/main" id="{C4C68F9D-9696-C3E9-36DB-D08979DB23BE}"/>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직선 연결선 216">
                <a:extLst>
                  <a:ext uri="{FF2B5EF4-FFF2-40B4-BE49-F238E27FC236}">
                    <a16:creationId xmlns:a16="http://schemas.microsoft.com/office/drawing/2014/main" id="{96954FE0-BCEC-EF28-76AA-9E5B688E05C6}"/>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직선 연결선 217">
                <a:extLst>
                  <a:ext uri="{FF2B5EF4-FFF2-40B4-BE49-F238E27FC236}">
                    <a16:creationId xmlns:a16="http://schemas.microsoft.com/office/drawing/2014/main" id="{4D9EE3BB-ECF6-33CA-86CC-9CBC9D6D472A}"/>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직선 연결선 218">
                <a:extLst>
                  <a:ext uri="{FF2B5EF4-FFF2-40B4-BE49-F238E27FC236}">
                    <a16:creationId xmlns:a16="http://schemas.microsoft.com/office/drawing/2014/main" id="{29F7786B-4C1C-A89B-3C20-612A550B0B3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직선 연결선 219">
                <a:extLst>
                  <a:ext uri="{FF2B5EF4-FFF2-40B4-BE49-F238E27FC236}">
                    <a16:creationId xmlns:a16="http://schemas.microsoft.com/office/drawing/2014/main" id="{13758A18-6699-C576-6765-EAC95E7E79A4}"/>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직선 연결선 220">
                <a:extLst>
                  <a:ext uri="{FF2B5EF4-FFF2-40B4-BE49-F238E27FC236}">
                    <a16:creationId xmlns:a16="http://schemas.microsoft.com/office/drawing/2014/main" id="{D1F22E12-4D86-B269-803A-36CCBA8C6AA3}"/>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직선 연결선 221">
                <a:extLst>
                  <a:ext uri="{FF2B5EF4-FFF2-40B4-BE49-F238E27FC236}">
                    <a16:creationId xmlns:a16="http://schemas.microsoft.com/office/drawing/2014/main" id="{C07202BB-B903-99E8-B857-4CDDCA5D6BFD}"/>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직선 연결선 222">
                <a:extLst>
                  <a:ext uri="{FF2B5EF4-FFF2-40B4-BE49-F238E27FC236}">
                    <a16:creationId xmlns:a16="http://schemas.microsoft.com/office/drawing/2014/main" id="{EA21E701-DEE0-4270-1869-82E7D4B69A7D}"/>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직선 연결선 223">
                <a:extLst>
                  <a:ext uri="{FF2B5EF4-FFF2-40B4-BE49-F238E27FC236}">
                    <a16:creationId xmlns:a16="http://schemas.microsoft.com/office/drawing/2014/main" id="{DB940F62-BCE2-FCEC-0F18-382A5AE47857}"/>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직선 연결선 224">
                <a:extLst>
                  <a:ext uri="{FF2B5EF4-FFF2-40B4-BE49-F238E27FC236}">
                    <a16:creationId xmlns:a16="http://schemas.microsoft.com/office/drawing/2014/main" id="{879526A2-932B-ACED-D77A-CA965247918A}"/>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직선 연결선 225">
                <a:extLst>
                  <a:ext uri="{FF2B5EF4-FFF2-40B4-BE49-F238E27FC236}">
                    <a16:creationId xmlns:a16="http://schemas.microsoft.com/office/drawing/2014/main" id="{7CC7F063-6D39-59B0-ACF7-7BA13647D02F}"/>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직선 연결선 226">
                <a:extLst>
                  <a:ext uri="{FF2B5EF4-FFF2-40B4-BE49-F238E27FC236}">
                    <a16:creationId xmlns:a16="http://schemas.microsoft.com/office/drawing/2014/main" id="{8BCF4A87-4F3F-0CE3-FB75-A6C58379CC9C}"/>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직선 연결선 227">
                <a:extLst>
                  <a:ext uri="{FF2B5EF4-FFF2-40B4-BE49-F238E27FC236}">
                    <a16:creationId xmlns:a16="http://schemas.microsoft.com/office/drawing/2014/main" id="{B90DE9BB-FEC8-C48C-04A8-9CC7E406CA2C}"/>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직선 연결선 228">
                <a:extLst>
                  <a:ext uri="{FF2B5EF4-FFF2-40B4-BE49-F238E27FC236}">
                    <a16:creationId xmlns:a16="http://schemas.microsoft.com/office/drawing/2014/main" id="{92E43E19-8566-883B-D2DF-5E202C28EDBF}"/>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직선 연결선 229">
                <a:extLst>
                  <a:ext uri="{FF2B5EF4-FFF2-40B4-BE49-F238E27FC236}">
                    <a16:creationId xmlns:a16="http://schemas.microsoft.com/office/drawing/2014/main" id="{9904DCC8-E0A8-6A74-09D0-DB6A97FC2964}"/>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직선 연결선 230">
                <a:extLst>
                  <a:ext uri="{FF2B5EF4-FFF2-40B4-BE49-F238E27FC236}">
                    <a16:creationId xmlns:a16="http://schemas.microsoft.com/office/drawing/2014/main" id="{99146DEE-977D-460A-8EC6-8584F8C437B1}"/>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그룹 231">
              <a:extLst>
                <a:ext uri="{FF2B5EF4-FFF2-40B4-BE49-F238E27FC236}">
                  <a16:creationId xmlns:a16="http://schemas.microsoft.com/office/drawing/2014/main" id="{025A13ED-9F56-F191-4780-8F43F892E6B4}"/>
                </a:ext>
              </a:extLst>
            </p:cNvPr>
            <p:cNvGrpSpPr/>
            <p:nvPr/>
          </p:nvGrpSpPr>
          <p:grpSpPr>
            <a:xfrm>
              <a:off x="3562260" y="2746538"/>
              <a:ext cx="496830" cy="148744"/>
              <a:chOff x="1430856" y="2741794"/>
              <a:chExt cx="496830" cy="148744"/>
            </a:xfrm>
          </p:grpSpPr>
          <p:cxnSp>
            <p:nvCxnSpPr>
              <p:cNvPr id="233" name="직선 연결선 232">
                <a:extLst>
                  <a:ext uri="{FF2B5EF4-FFF2-40B4-BE49-F238E27FC236}">
                    <a16:creationId xmlns:a16="http://schemas.microsoft.com/office/drawing/2014/main" id="{5152708D-7D15-76BD-81BF-4D402A53EEBD}"/>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직선 연결선 233">
                <a:extLst>
                  <a:ext uri="{FF2B5EF4-FFF2-40B4-BE49-F238E27FC236}">
                    <a16:creationId xmlns:a16="http://schemas.microsoft.com/office/drawing/2014/main" id="{F699BA75-B2B2-2028-15A5-2C1AE2B06B3A}"/>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직선 연결선 234">
                <a:extLst>
                  <a:ext uri="{FF2B5EF4-FFF2-40B4-BE49-F238E27FC236}">
                    <a16:creationId xmlns:a16="http://schemas.microsoft.com/office/drawing/2014/main" id="{0A347411-DBF1-2A37-F144-41765FDF0BDF}"/>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직선 연결선 235">
                <a:extLst>
                  <a:ext uri="{FF2B5EF4-FFF2-40B4-BE49-F238E27FC236}">
                    <a16:creationId xmlns:a16="http://schemas.microsoft.com/office/drawing/2014/main" id="{733C3117-DE16-304D-E77E-E11D8430ADF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직선 연결선 236">
                <a:extLst>
                  <a:ext uri="{FF2B5EF4-FFF2-40B4-BE49-F238E27FC236}">
                    <a16:creationId xmlns:a16="http://schemas.microsoft.com/office/drawing/2014/main" id="{353B79B8-22AE-0020-018B-B9899AF2E437}"/>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직선 연결선 237">
                <a:extLst>
                  <a:ext uri="{FF2B5EF4-FFF2-40B4-BE49-F238E27FC236}">
                    <a16:creationId xmlns:a16="http://schemas.microsoft.com/office/drawing/2014/main" id="{6CC20AF1-F338-B5DD-6B4F-F44AB23D5FBE}"/>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직선 연결선 238">
                <a:extLst>
                  <a:ext uri="{FF2B5EF4-FFF2-40B4-BE49-F238E27FC236}">
                    <a16:creationId xmlns:a16="http://schemas.microsoft.com/office/drawing/2014/main" id="{7C240EE5-B7C8-9C5F-DBA4-C48EEA75EFF8}"/>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직선 연결선 239">
                <a:extLst>
                  <a:ext uri="{FF2B5EF4-FFF2-40B4-BE49-F238E27FC236}">
                    <a16:creationId xmlns:a16="http://schemas.microsoft.com/office/drawing/2014/main" id="{87EF9ED9-E8F8-A14F-CC34-3DA547D0325B}"/>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직선 연결선 240">
                <a:extLst>
                  <a:ext uri="{FF2B5EF4-FFF2-40B4-BE49-F238E27FC236}">
                    <a16:creationId xmlns:a16="http://schemas.microsoft.com/office/drawing/2014/main" id="{EA0ECD6F-E9E7-955E-2975-AD2AA9C1E448}"/>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직선 연결선 241">
                <a:extLst>
                  <a:ext uri="{FF2B5EF4-FFF2-40B4-BE49-F238E27FC236}">
                    <a16:creationId xmlns:a16="http://schemas.microsoft.com/office/drawing/2014/main" id="{AFC07FD9-6C08-A706-7B53-D848348AC6BA}"/>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직선 연결선 242">
                <a:extLst>
                  <a:ext uri="{FF2B5EF4-FFF2-40B4-BE49-F238E27FC236}">
                    <a16:creationId xmlns:a16="http://schemas.microsoft.com/office/drawing/2014/main" id="{4598F982-436D-3AE5-9813-37BFB87AFFF9}"/>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직선 연결선 243">
                <a:extLst>
                  <a:ext uri="{FF2B5EF4-FFF2-40B4-BE49-F238E27FC236}">
                    <a16:creationId xmlns:a16="http://schemas.microsoft.com/office/drawing/2014/main" id="{11EB741D-3946-954C-B912-D6D21278F1F8}"/>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직선 연결선 244">
                <a:extLst>
                  <a:ext uri="{FF2B5EF4-FFF2-40B4-BE49-F238E27FC236}">
                    <a16:creationId xmlns:a16="http://schemas.microsoft.com/office/drawing/2014/main" id="{77C174E8-D70C-D5A8-5EC4-9D3C998BB0CD}"/>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직선 연결선 245">
                <a:extLst>
                  <a:ext uri="{FF2B5EF4-FFF2-40B4-BE49-F238E27FC236}">
                    <a16:creationId xmlns:a16="http://schemas.microsoft.com/office/drawing/2014/main" id="{22BE4436-3BCA-9300-BDED-C2D577FF88E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직선 연결선 246">
                <a:extLst>
                  <a:ext uri="{FF2B5EF4-FFF2-40B4-BE49-F238E27FC236}">
                    <a16:creationId xmlns:a16="http://schemas.microsoft.com/office/drawing/2014/main" id="{025B0EE9-E8EE-AA53-F7A5-A126B421D01A}"/>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직선 연결선 247">
                <a:extLst>
                  <a:ext uri="{FF2B5EF4-FFF2-40B4-BE49-F238E27FC236}">
                    <a16:creationId xmlns:a16="http://schemas.microsoft.com/office/drawing/2014/main" id="{F29B7F0F-54A8-BA98-9873-E04A563FB922}"/>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9" name="그룹 248">
              <a:extLst>
                <a:ext uri="{FF2B5EF4-FFF2-40B4-BE49-F238E27FC236}">
                  <a16:creationId xmlns:a16="http://schemas.microsoft.com/office/drawing/2014/main" id="{C1478497-D324-1026-E327-C9A63201B4B2}"/>
                </a:ext>
              </a:extLst>
            </p:cNvPr>
            <p:cNvGrpSpPr/>
            <p:nvPr/>
          </p:nvGrpSpPr>
          <p:grpSpPr>
            <a:xfrm>
              <a:off x="4095855" y="2745390"/>
              <a:ext cx="496830" cy="148744"/>
              <a:chOff x="1430856" y="2741794"/>
              <a:chExt cx="496830" cy="148744"/>
            </a:xfrm>
          </p:grpSpPr>
          <p:cxnSp>
            <p:nvCxnSpPr>
              <p:cNvPr id="250" name="직선 연결선 249">
                <a:extLst>
                  <a:ext uri="{FF2B5EF4-FFF2-40B4-BE49-F238E27FC236}">
                    <a16:creationId xmlns:a16="http://schemas.microsoft.com/office/drawing/2014/main" id="{8B1DA54C-EC81-7CEC-ED35-1AEFFD6B695E}"/>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직선 연결선 250">
                <a:extLst>
                  <a:ext uri="{FF2B5EF4-FFF2-40B4-BE49-F238E27FC236}">
                    <a16:creationId xmlns:a16="http://schemas.microsoft.com/office/drawing/2014/main" id="{2D363217-E5C8-FF2F-DD2F-2D28766C631E}"/>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직선 연결선 251">
                <a:extLst>
                  <a:ext uri="{FF2B5EF4-FFF2-40B4-BE49-F238E27FC236}">
                    <a16:creationId xmlns:a16="http://schemas.microsoft.com/office/drawing/2014/main" id="{3971536D-4857-2B94-637B-A6CC23611B2B}"/>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3" name="직선 연결선 252">
                <a:extLst>
                  <a:ext uri="{FF2B5EF4-FFF2-40B4-BE49-F238E27FC236}">
                    <a16:creationId xmlns:a16="http://schemas.microsoft.com/office/drawing/2014/main" id="{1AE3722D-3D49-EC64-1E7F-39015DC64CFA}"/>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직선 연결선 253">
                <a:extLst>
                  <a:ext uri="{FF2B5EF4-FFF2-40B4-BE49-F238E27FC236}">
                    <a16:creationId xmlns:a16="http://schemas.microsoft.com/office/drawing/2014/main" id="{CD7D44DC-65EA-D7D6-C63B-2BAC9EAD48F2}"/>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직선 연결선 254">
                <a:extLst>
                  <a:ext uri="{FF2B5EF4-FFF2-40B4-BE49-F238E27FC236}">
                    <a16:creationId xmlns:a16="http://schemas.microsoft.com/office/drawing/2014/main" id="{9EB293A0-1649-0C76-9A9D-BC2B904562AC}"/>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직선 연결선 255">
                <a:extLst>
                  <a:ext uri="{FF2B5EF4-FFF2-40B4-BE49-F238E27FC236}">
                    <a16:creationId xmlns:a16="http://schemas.microsoft.com/office/drawing/2014/main" id="{A0517CF5-384F-F016-61E6-3CFAA20D94B2}"/>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직선 연결선 256">
                <a:extLst>
                  <a:ext uri="{FF2B5EF4-FFF2-40B4-BE49-F238E27FC236}">
                    <a16:creationId xmlns:a16="http://schemas.microsoft.com/office/drawing/2014/main" id="{A3906284-BCF5-38EE-4C85-507D93D0C858}"/>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직선 연결선 257">
                <a:extLst>
                  <a:ext uri="{FF2B5EF4-FFF2-40B4-BE49-F238E27FC236}">
                    <a16:creationId xmlns:a16="http://schemas.microsoft.com/office/drawing/2014/main" id="{D4FC1E96-E79D-A3C0-90A5-F98A2783FA68}"/>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직선 연결선 258">
                <a:extLst>
                  <a:ext uri="{FF2B5EF4-FFF2-40B4-BE49-F238E27FC236}">
                    <a16:creationId xmlns:a16="http://schemas.microsoft.com/office/drawing/2014/main" id="{03578A91-77EE-4F83-E0CC-BB5C59EAC0CF}"/>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직선 연결선 259">
                <a:extLst>
                  <a:ext uri="{FF2B5EF4-FFF2-40B4-BE49-F238E27FC236}">
                    <a16:creationId xmlns:a16="http://schemas.microsoft.com/office/drawing/2014/main" id="{489F1A33-A167-1F63-2BA7-D018C50C051E}"/>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직선 연결선 260">
                <a:extLst>
                  <a:ext uri="{FF2B5EF4-FFF2-40B4-BE49-F238E27FC236}">
                    <a16:creationId xmlns:a16="http://schemas.microsoft.com/office/drawing/2014/main" id="{1F037F6D-E048-6B39-4817-95B3F98686ED}"/>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직선 연결선 261">
                <a:extLst>
                  <a:ext uri="{FF2B5EF4-FFF2-40B4-BE49-F238E27FC236}">
                    <a16:creationId xmlns:a16="http://schemas.microsoft.com/office/drawing/2014/main" id="{E4A78AC0-9A50-2764-4722-8F3CFBAE2F8B}"/>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직선 연결선 262">
                <a:extLst>
                  <a:ext uri="{FF2B5EF4-FFF2-40B4-BE49-F238E27FC236}">
                    <a16:creationId xmlns:a16="http://schemas.microsoft.com/office/drawing/2014/main" id="{3075667E-5333-260D-3CEF-6C4CD48F130C}"/>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직선 연결선 263">
                <a:extLst>
                  <a:ext uri="{FF2B5EF4-FFF2-40B4-BE49-F238E27FC236}">
                    <a16:creationId xmlns:a16="http://schemas.microsoft.com/office/drawing/2014/main" id="{43C74E45-49B5-2AE7-3DED-DB666BF0D3E0}"/>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직선 연결선 264">
                <a:extLst>
                  <a:ext uri="{FF2B5EF4-FFF2-40B4-BE49-F238E27FC236}">
                    <a16:creationId xmlns:a16="http://schemas.microsoft.com/office/drawing/2014/main" id="{EB77102D-FBC8-62D1-D7A4-CE73752F4B55}"/>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6" name="그룹 265">
              <a:extLst>
                <a:ext uri="{FF2B5EF4-FFF2-40B4-BE49-F238E27FC236}">
                  <a16:creationId xmlns:a16="http://schemas.microsoft.com/office/drawing/2014/main" id="{19C80301-E458-A48F-4748-C0C7E5EC0086}"/>
                </a:ext>
              </a:extLst>
            </p:cNvPr>
            <p:cNvGrpSpPr/>
            <p:nvPr/>
          </p:nvGrpSpPr>
          <p:grpSpPr>
            <a:xfrm>
              <a:off x="4625988" y="2746680"/>
              <a:ext cx="490299" cy="149433"/>
              <a:chOff x="1430856" y="2740291"/>
              <a:chExt cx="490299" cy="149433"/>
            </a:xfrm>
          </p:grpSpPr>
          <p:cxnSp>
            <p:nvCxnSpPr>
              <p:cNvPr id="267" name="직선 연결선 266">
                <a:extLst>
                  <a:ext uri="{FF2B5EF4-FFF2-40B4-BE49-F238E27FC236}">
                    <a16:creationId xmlns:a16="http://schemas.microsoft.com/office/drawing/2014/main" id="{E3193BF5-94B5-5D56-F82B-FD382ED182B3}"/>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직선 연결선 267">
                <a:extLst>
                  <a:ext uri="{FF2B5EF4-FFF2-40B4-BE49-F238E27FC236}">
                    <a16:creationId xmlns:a16="http://schemas.microsoft.com/office/drawing/2014/main" id="{8EB4EEF9-0CD2-7D40-56BC-DB9ADB6D15D7}"/>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직선 연결선 268">
                <a:extLst>
                  <a:ext uri="{FF2B5EF4-FFF2-40B4-BE49-F238E27FC236}">
                    <a16:creationId xmlns:a16="http://schemas.microsoft.com/office/drawing/2014/main" id="{5707A5A1-0226-FB7C-0880-3F934559FAD5}"/>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직선 연결선 269">
                <a:extLst>
                  <a:ext uri="{FF2B5EF4-FFF2-40B4-BE49-F238E27FC236}">
                    <a16:creationId xmlns:a16="http://schemas.microsoft.com/office/drawing/2014/main" id="{E65A6F9F-1987-A1D5-D632-E9789D9BA761}"/>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직선 연결선 270">
                <a:extLst>
                  <a:ext uri="{FF2B5EF4-FFF2-40B4-BE49-F238E27FC236}">
                    <a16:creationId xmlns:a16="http://schemas.microsoft.com/office/drawing/2014/main" id="{4A354138-FC6E-CA3C-F0E0-399940312455}"/>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2" name="직선 연결선 271">
                <a:extLst>
                  <a:ext uri="{FF2B5EF4-FFF2-40B4-BE49-F238E27FC236}">
                    <a16:creationId xmlns:a16="http://schemas.microsoft.com/office/drawing/2014/main" id="{6BACDE6C-AD9A-682A-2C93-6B4E363A55FA}"/>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3" name="직선 연결선 272">
                <a:extLst>
                  <a:ext uri="{FF2B5EF4-FFF2-40B4-BE49-F238E27FC236}">
                    <a16:creationId xmlns:a16="http://schemas.microsoft.com/office/drawing/2014/main" id="{EB6199C0-4CE2-0CC1-1B66-CD1657748EA0}"/>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직선 연결선 273">
                <a:extLst>
                  <a:ext uri="{FF2B5EF4-FFF2-40B4-BE49-F238E27FC236}">
                    <a16:creationId xmlns:a16="http://schemas.microsoft.com/office/drawing/2014/main" id="{8A6E1258-DD75-2559-4192-20B2AAB0E2E2}"/>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직선 연결선 274">
                <a:extLst>
                  <a:ext uri="{FF2B5EF4-FFF2-40B4-BE49-F238E27FC236}">
                    <a16:creationId xmlns:a16="http://schemas.microsoft.com/office/drawing/2014/main" id="{5D8C88A1-E5E6-E7F8-A5E2-54C2EB70D167}"/>
                  </a:ext>
                </a:extLst>
              </p:cNvPr>
              <p:cNvCxnSpPr>
                <a:cxnSpLocks/>
              </p:cNvCxnSpPr>
              <p:nvPr/>
            </p:nvCxnSpPr>
            <p:spPr>
              <a:xfrm>
                <a:off x="1695262" y="274436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직선 연결선 275">
                <a:extLst>
                  <a:ext uri="{FF2B5EF4-FFF2-40B4-BE49-F238E27FC236}">
                    <a16:creationId xmlns:a16="http://schemas.microsoft.com/office/drawing/2014/main" id="{ED6D108E-B897-E254-D89B-90012C95C0D3}"/>
                  </a:ext>
                </a:extLst>
              </p:cNvPr>
              <p:cNvCxnSpPr>
                <a:cxnSpLocks/>
              </p:cNvCxnSpPr>
              <p:nvPr/>
            </p:nvCxnSpPr>
            <p:spPr>
              <a:xfrm>
                <a:off x="1727673" y="27429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직선 연결선 276">
                <a:extLst>
                  <a:ext uri="{FF2B5EF4-FFF2-40B4-BE49-F238E27FC236}">
                    <a16:creationId xmlns:a16="http://schemas.microsoft.com/office/drawing/2014/main" id="{CDA6E6DF-E466-0C81-4703-A8543E11198F}"/>
                  </a:ext>
                </a:extLst>
              </p:cNvPr>
              <p:cNvCxnSpPr>
                <a:cxnSpLocks/>
              </p:cNvCxnSpPr>
              <p:nvPr/>
            </p:nvCxnSpPr>
            <p:spPr>
              <a:xfrm>
                <a:off x="1758813" y="274211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직선 연결선 277">
                <a:extLst>
                  <a:ext uri="{FF2B5EF4-FFF2-40B4-BE49-F238E27FC236}">
                    <a16:creationId xmlns:a16="http://schemas.microsoft.com/office/drawing/2014/main" id="{CE142BB0-8D1F-8151-9155-8103EBDBEAAF}"/>
                  </a:ext>
                </a:extLst>
              </p:cNvPr>
              <p:cNvCxnSpPr>
                <a:cxnSpLocks/>
              </p:cNvCxnSpPr>
              <p:nvPr/>
            </p:nvCxnSpPr>
            <p:spPr>
              <a:xfrm>
                <a:off x="1791224" y="274071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직선 연결선 278">
                <a:extLst>
                  <a:ext uri="{FF2B5EF4-FFF2-40B4-BE49-F238E27FC236}">
                    <a16:creationId xmlns:a16="http://schemas.microsoft.com/office/drawing/2014/main" id="{0262D444-2B7B-22B9-2064-61C1ABEEB6B3}"/>
                  </a:ext>
                </a:extLst>
              </p:cNvPr>
              <p:cNvCxnSpPr>
                <a:cxnSpLocks/>
              </p:cNvCxnSpPr>
              <p:nvPr/>
            </p:nvCxnSpPr>
            <p:spPr>
              <a:xfrm>
                <a:off x="1825193" y="27417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직선 연결선 279">
                <a:extLst>
                  <a:ext uri="{FF2B5EF4-FFF2-40B4-BE49-F238E27FC236}">
                    <a16:creationId xmlns:a16="http://schemas.microsoft.com/office/drawing/2014/main" id="{A6CC7F48-BB92-4B7B-4ACB-049EA0910371}"/>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1" name="직선 연결선 280">
                <a:extLst>
                  <a:ext uri="{FF2B5EF4-FFF2-40B4-BE49-F238E27FC236}">
                    <a16:creationId xmlns:a16="http://schemas.microsoft.com/office/drawing/2014/main" id="{CAA4C9F8-E5AA-D124-EDD9-926AB29758EF}"/>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직선 연결선 281">
                <a:extLst>
                  <a:ext uri="{FF2B5EF4-FFF2-40B4-BE49-F238E27FC236}">
                    <a16:creationId xmlns:a16="http://schemas.microsoft.com/office/drawing/2014/main" id="{D09F16B5-A1BE-E15C-B66D-7919B7D8B276}"/>
                  </a:ext>
                </a:extLst>
              </p:cNvPr>
              <p:cNvCxnSpPr>
                <a:cxnSpLocks/>
              </p:cNvCxnSpPr>
              <p:nvPr/>
            </p:nvCxnSpPr>
            <p:spPr>
              <a:xfrm>
                <a:off x="1921155" y="2740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4" name="직선 연결선 423">
              <a:extLst>
                <a:ext uri="{FF2B5EF4-FFF2-40B4-BE49-F238E27FC236}">
                  <a16:creationId xmlns:a16="http://schemas.microsoft.com/office/drawing/2014/main" id="{E75DAF21-7A9B-F322-5638-168B4E3EE3D1}"/>
                </a:ext>
              </a:extLst>
            </p:cNvPr>
            <p:cNvCxnSpPr>
              <a:cxnSpLocks/>
            </p:cNvCxnSpPr>
            <p:nvPr/>
          </p:nvCxnSpPr>
          <p:spPr>
            <a:xfrm flipV="1">
              <a:off x="1212050" y="3956933"/>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25" name="직사각형 424">
              <a:extLst>
                <a:ext uri="{FF2B5EF4-FFF2-40B4-BE49-F238E27FC236}">
                  <a16:creationId xmlns:a16="http://schemas.microsoft.com/office/drawing/2014/main" id="{8C42ECDD-B485-F4AB-66BF-B21EBAF9BCE0}"/>
                </a:ext>
              </a:extLst>
            </p:cNvPr>
            <p:cNvSpPr/>
            <p:nvPr/>
          </p:nvSpPr>
          <p:spPr>
            <a:xfrm>
              <a:off x="843432" y="385873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SCLKO</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546" name="그룹 545">
              <a:extLst>
                <a:ext uri="{FF2B5EF4-FFF2-40B4-BE49-F238E27FC236}">
                  <a16:creationId xmlns:a16="http://schemas.microsoft.com/office/drawing/2014/main" id="{AEAB2E41-EE45-6DED-18B8-0D21ACAD07C8}"/>
                </a:ext>
              </a:extLst>
            </p:cNvPr>
            <p:cNvGrpSpPr/>
            <p:nvPr/>
          </p:nvGrpSpPr>
          <p:grpSpPr>
            <a:xfrm>
              <a:off x="3269598" y="3811999"/>
              <a:ext cx="1877715" cy="153148"/>
              <a:chOff x="3269598" y="3776660"/>
              <a:chExt cx="1877715" cy="153148"/>
            </a:xfrm>
          </p:grpSpPr>
          <p:sp>
            <p:nvSpPr>
              <p:cNvPr id="426" name="직사각형 425">
                <a:extLst>
                  <a:ext uri="{FF2B5EF4-FFF2-40B4-BE49-F238E27FC236}">
                    <a16:creationId xmlns:a16="http://schemas.microsoft.com/office/drawing/2014/main" id="{CA0863E5-6830-9C84-85C1-5196F4261C6E}"/>
                  </a:ext>
                </a:extLst>
              </p:cNvPr>
              <p:cNvSpPr/>
              <p:nvPr/>
            </p:nvSpPr>
            <p:spPr>
              <a:xfrm>
                <a:off x="3269598" y="3776919"/>
                <a:ext cx="1877715"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487" name="직선 연결선 486">
                <a:extLst>
                  <a:ext uri="{FF2B5EF4-FFF2-40B4-BE49-F238E27FC236}">
                    <a16:creationId xmlns:a16="http://schemas.microsoft.com/office/drawing/2014/main" id="{1FAE1A7E-AEFE-AC8E-EC5E-E6B1D8B1314C}"/>
                  </a:ext>
                </a:extLst>
              </p:cNvPr>
              <p:cNvCxnSpPr>
                <a:cxnSpLocks/>
              </p:cNvCxnSpPr>
              <p:nvPr/>
            </p:nvCxnSpPr>
            <p:spPr>
              <a:xfrm>
                <a:off x="3299212" y="378073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8" name="직선 연결선 487">
                <a:extLst>
                  <a:ext uri="{FF2B5EF4-FFF2-40B4-BE49-F238E27FC236}">
                    <a16:creationId xmlns:a16="http://schemas.microsoft.com/office/drawing/2014/main" id="{BF0197CA-FED9-886A-A13D-C6252AEDDCB8}"/>
                  </a:ext>
                </a:extLst>
              </p:cNvPr>
              <p:cNvCxnSpPr>
                <a:cxnSpLocks/>
              </p:cNvCxnSpPr>
              <p:nvPr/>
            </p:nvCxnSpPr>
            <p:spPr>
              <a:xfrm>
                <a:off x="3336041" y="377933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9" name="직선 연결선 488">
                <a:extLst>
                  <a:ext uri="{FF2B5EF4-FFF2-40B4-BE49-F238E27FC236}">
                    <a16:creationId xmlns:a16="http://schemas.microsoft.com/office/drawing/2014/main" id="{EEDF0E3C-851C-E264-9203-3194862E4435}"/>
                  </a:ext>
                </a:extLst>
              </p:cNvPr>
              <p:cNvCxnSpPr>
                <a:cxnSpLocks/>
              </p:cNvCxnSpPr>
              <p:nvPr/>
            </p:nvCxnSpPr>
            <p:spPr>
              <a:xfrm>
                <a:off x="3369390" y="3778483"/>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0" name="직선 연결선 489">
                <a:extLst>
                  <a:ext uri="{FF2B5EF4-FFF2-40B4-BE49-F238E27FC236}">
                    <a16:creationId xmlns:a16="http://schemas.microsoft.com/office/drawing/2014/main" id="{91A7CCE7-CF35-2BA9-1E4E-7090CE7D0EE9}"/>
                  </a:ext>
                </a:extLst>
              </p:cNvPr>
              <p:cNvCxnSpPr>
                <a:cxnSpLocks/>
              </p:cNvCxnSpPr>
              <p:nvPr/>
            </p:nvCxnSpPr>
            <p:spPr>
              <a:xfrm>
                <a:off x="3399592" y="37770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1" name="직선 연결선 490">
                <a:extLst>
                  <a:ext uri="{FF2B5EF4-FFF2-40B4-BE49-F238E27FC236}">
                    <a16:creationId xmlns:a16="http://schemas.microsoft.com/office/drawing/2014/main" id="{3C27D077-FE31-1A5B-5AED-C2E4D1229C8F}"/>
                  </a:ext>
                </a:extLst>
              </p:cNvPr>
              <p:cNvCxnSpPr>
                <a:cxnSpLocks/>
              </p:cNvCxnSpPr>
              <p:nvPr/>
            </p:nvCxnSpPr>
            <p:spPr>
              <a:xfrm>
                <a:off x="3431352" y="377812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2" name="직선 연결선 491">
                <a:extLst>
                  <a:ext uri="{FF2B5EF4-FFF2-40B4-BE49-F238E27FC236}">
                    <a16:creationId xmlns:a16="http://schemas.microsoft.com/office/drawing/2014/main" id="{377185A3-8DB9-0199-8166-B963286F00C0}"/>
                  </a:ext>
                </a:extLst>
              </p:cNvPr>
              <p:cNvCxnSpPr>
                <a:cxnSpLocks/>
              </p:cNvCxnSpPr>
              <p:nvPr/>
            </p:nvCxnSpPr>
            <p:spPr>
              <a:xfrm>
                <a:off x="3463731" y="377673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3" name="직선 연결선 492">
                <a:extLst>
                  <a:ext uri="{FF2B5EF4-FFF2-40B4-BE49-F238E27FC236}">
                    <a16:creationId xmlns:a16="http://schemas.microsoft.com/office/drawing/2014/main" id="{6FB01C34-BAB5-EF11-D248-B34D9FB552B5}"/>
                  </a:ext>
                </a:extLst>
              </p:cNvPr>
              <p:cNvCxnSpPr>
                <a:cxnSpLocks/>
              </p:cNvCxnSpPr>
              <p:nvPr/>
            </p:nvCxnSpPr>
            <p:spPr>
              <a:xfrm>
                <a:off x="3499289" y="377805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4" name="직선 연결선 493">
                <a:extLst>
                  <a:ext uri="{FF2B5EF4-FFF2-40B4-BE49-F238E27FC236}">
                    <a16:creationId xmlns:a16="http://schemas.microsoft.com/office/drawing/2014/main" id="{33C98922-9D72-87F6-98FB-A72F154A5D75}"/>
                  </a:ext>
                </a:extLst>
              </p:cNvPr>
              <p:cNvCxnSpPr>
                <a:cxnSpLocks/>
              </p:cNvCxnSpPr>
              <p:nvPr/>
            </p:nvCxnSpPr>
            <p:spPr>
              <a:xfrm>
                <a:off x="3533845" y="37766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5" name="그룹 494">
                <a:extLst>
                  <a:ext uri="{FF2B5EF4-FFF2-40B4-BE49-F238E27FC236}">
                    <a16:creationId xmlns:a16="http://schemas.microsoft.com/office/drawing/2014/main" id="{916999BC-53D7-135D-C8D8-505A23A73B02}"/>
                  </a:ext>
                </a:extLst>
              </p:cNvPr>
              <p:cNvGrpSpPr/>
              <p:nvPr/>
            </p:nvGrpSpPr>
            <p:grpSpPr>
              <a:xfrm>
                <a:off x="3562260" y="3780233"/>
                <a:ext cx="496830" cy="148744"/>
                <a:chOff x="1430856" y="2741794"/>
                <a:chExt cx="496830" cy="148744"/>
              </a:xfrm>
            </p:grpSpPr>
            <p:cxnSp>
              <p:nvCxnSpPr>
                <p:cNvPr id="496" name="직선 연결선 495">
                  <a:extLst>
                    <a:ext uri="{FF2B5EF4-FFF2-40B4-BE49-F238E27FC236}">
                      <a16:creationId xmlns:a16="http://schemas.microsoft.com/office/drawing/2014/main" id="{09FA13F5-D795-55B8-9A21-A558DD7F1078}"/>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7" name="직선 연결선 496">
                  <a:extLst>
                    <a:ext uri="{FF2B5EF4-FFF2-40B4-BE49-F238E27FC236}">
                      <a16:creationId xmlns:a16="http://schemas.microsoft.com/office/drawing/2014/main" id="{6F5AC430-4576-20E7-0E8A-6EEA9CC1591E}"/>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 name="직선 연결선 497">
                  <a:extLst>
                    <a:ext uri="{FF2B5EF4-FFF2-40B4-BE49-F238E27FC236}">
                      <a16:creationId xmlns:a16="http://schemas.microsoft.com/office/drawing/2014/main" id="{87B1D897-68EF-1F93-A5ED-90FB68100FBF}"/>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9" name="직선 연결선 498">
                  <a:extLst>
                    <a:ext uri="{FF2B5EF4-FFF2-40B4-BE49-F238E27FC236}">
                      <a16:creationId xmlns:a16="http://schemas.microsoft.com/office/drawing/2014/main" id="{CF1759AD-DDD1-0B9B-6EC3-8F717222F5F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0" name="직선 연결선 499">
                  <a:extLst>
                    <a:ext uri="{FF2B5EF4-FFF2-40B4-BE49-F238E27FC236}">
                      <a16:creationId xmlns:a16="http://schemas.microsoft.com/office/drawing/2014/main" id="{EBD3DB5E-4141-B777-2B1C-C1AD42A2BECF}"/>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1" name="직선 연결선 500">
                  <a:extLst>
                    <a:ext uri="{FF2B5EF4-FFF2-40B4-BE49-F238E27FC236}">
                      <a16:creationId xmlns:a16="http://schemas.microsoft.com/office/drawing/2014/main" id="{D64EEE0B-7BD5-DB2A-A229-EB10ACCD7D52}"/>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2" name="직선 연결선 501">
                  <a:extLst>
                    <a:ext uri="{FF2B5EF4-FFF2-40B4-BE49-F238E27FC236}">
                      <a16:creationId xmlns:a16="http://schemas.microsoft.com/office/drawing/2014/main" id="{3F33B2A0-8D6E-3963-4A80-73362B4D3B27}"/>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3" name="직선 연결선 502">
                  <a:extLst>
                    <a:ext uri="{FF2B5EF4-FFF2-40B4-BE49-F238E27FC236}">
                      <a16:creationId xmlns:a16="http://schemas.microsoft.com/office/drawing/2014/main" id="{E69E59D7-5C3D-21C9-C51C-7D4538D71CA6}"/>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4" name="직선 연결선 503">
                  <a:extLst>
                    <a:ext uri="{FF2B5EF4-FFF2-40B4-BE49-F238E27FC236}">
                      <a16:creationId xmlns:a16="http://schemas.microsoft.com/office/drawing/2014/main" id="{2C0BB368-66AB-89DB-1DE2-A8DD9D878FD2}"/>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5" name="직선 연결선 504">
                  <a:extLst>
                    <a:ext uri="{FF2B5EF4-FFF2-40B4-BE49-F238E27FC236}">
                      <a16:creationId xmlns:a16="http://schemas.microsoft.com/office/drawing/2014/main" id="{EFD73C71-01C1-C2D4-D594-A03A8FD8F523}"/>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6" name="직선 연결선 505">
                  <a:extLst>
                    <a:ext uri="{FF2B5EF4-FFF2-40B4-BE49-F238E27FC236}">
                      <a16:creationId xmlns:a16="http://schemas.microsoft.com/office/drawing/2014/main" id="{EC0EB50E-E0F2-6F95-71E3-62081B19BB1A}"/>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7" name="직선 연결선 506">
                  <a:extLst>
                    <a:ext uri="{FF2B5EF4-FFF2-40B4-BE49-F238E27FC236}">
                      <a16:creationId xmlns:a16="http://schemas.microsoft.com/office/drawing/2014/main" id="{DCF7D905-48D0-28DE-D16C-78874C64599D}"/>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8" name="직선 연결선 507">
                  <a:extLst>
                    <a:ext uri="{FF2B5EF4-FFF2-40B4-BE49-F238E27FC236}">
                      <a16:creationId xmlns:a16="http://schemas.microsoft.com/office/drawing/2014/main" id="{D02727C5-1281-8FE0-1AB9-1E1A4D1647C9}"/>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9" name="직선 연결선 508">
                  <a:extLst>
                    <a:ext uri="{FF2B5EF4-FFF2-40B4-BE49-F238E27FC236}">
                      <a16:creationId xmlns:a16="http://schemas.microsoft.com/office/drawing/2014/main" id="{F056E2FD-5E7E-E1E9-716C-0D64E60C5D75}"/>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0" name="직선 연결선 509">
                  <a:extLst>
                    <a:ext uri="{FF2B5EF4-FFF2-40B4-BE49-F238E27FC236}">
                      <a16:creationId xmlns:a16="http://schemas.microsoft.com/office/drawing/2014/main" id="{DB05CCC4-AA9D-C68C-EB91-95AEEDACA0E4}"/>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1" name="직선 연결선 510">
                  <a:extLst>
                    <a:ext uri="{FF2B5EF4-FFF2-40B4-BE49-F238E27FC236}">
                      <a16:creationId xmlns:a16="http://schemas.microsoft.com/office/drawing/2014/main" id="{DAC37068-C727-79E4-3114-E9237C9A0CE2}"/>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2" name="그룹 511">
                <a:extLst>
                  <a:ext uri="{FF2B5EF4-FFF2-40B4-BE49-F238E27FC236}">
                    <a16:creationId xmlns:a16="http://schemas.microsoft.com/office/drawing/2014/main" id="{6A4E6F71-1518-F68D-CDC8-2439C2FB389B}"/>
                  </a:ext>
                </a:extLst>
              </p:cNvPr>
              <p:cNvGrpSpPr/>
              <p:nvPr/>
            </p:nvGrpSpPr>
            <p:grpSpPr>
              <a:xfrm>
                <a:off x="4095855" y="3779085"/>
                <a:ext cx="496830" cy="148744"/>
                <a:chOff x="1430856" y="2741794"/>
                <a:chExt cx="496830" cy="148744"/>
              </a:xfrm>
            </p:grpSpPr>
            <p:cxnSp>
              <p:nvCxnSpPr>
                <p:cNvPr id="513" name="직선 연결선 512">
                  <a:extLst>
                    <a:ext uri="{FF2B5EF4-FFF2-40B4-BE49-F238E27FC236}">
                      <a16:creationId xmlns:a16="http://schemas.microsoft.com/office/drawing/2014/main" id="{C510FFFD-56EE-1E07-8314-DD3CEBF9F57D}"/>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직선 연결선 513">
                  <a:extLst>
                    <a:ext uri="{FF2B5EF4-FFF2-40B4-BE49-F238E27FC236}">
                      <a16:creationId xmlns:a16="http://schemas.microsoft.com/office/drawing/2014/main" id="{10398FB6-120E-A4C6-D23E-E59DDEF27258}"/>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직선 연결선 514">
                  <a:extLst>
                    <a:ext uri="{FF2B5EF4-FFF2-40B4-BE49-F238E27FC236}">
                      <a16:creationId xmlns:a16="http://schemas.microsoft.com/office/drawing/2014/main" id="{F5175E12-7285-B074-40A3-C87DEAD9C184}"/>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직선 연결선 515">
                  <a:extLst>
                    <a:ext uri="{FF2B5EF4-FFF2-40B4-BE49-F238E27FC236}">
                      <a16:creationId xmlns:a16="http://schemas.microsoft.com/office/drawing/2014/main" id="{57253529-AB62-109E-CE2C-1567CF6E3476}"/>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7" name="직선 연결선 516">
                  <a:extLst>
                    <a:ext uri="{FF2B5EF4-FFF2-40B4-BE49-F238E27FC236}">
                      <a16:creationId xmlns:a16="http://schemas.microsoft.com/office/drawing/2014/main" id="{E0984B69-B805-646F-672F-993C2A2D4CFB}"/>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직선 연결선 517">
                  <a:extLst>
                    <a:ext uri="{FF2B5EF4-FFF2-40B4-BE49-F238E27FC236}">
                      <a16:creationId xmlns:a16="http://schemas.microsoft.com/office/drawing/2014/main" id="{EF6818E7-A588-4379-688A-629A9731CBF6}"/>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직선 연결선 518">
                  <a:extLst>
                    <a:ext uri="{FF2B5EF4-FFF2-40B4-BE49-F238E27FC236}">
                      <a16:creationId xmlns:a16="http://schemas.microsoft.com/office/drawing/2014/main" id="{6A4E52A0-4233-707F-D04E-5502076FC6DD}"/>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직선 연결선 519">
                  <a:extLst>
                    <a:ext uri="{FF2B5EF4-FFF2-40B4-BE49-F238E27FC236}">
                      <a16:creationId xmlns:a16="http://schemas.microsoft.com/office/drawing/2014/main" id="{A3CFA741-6DE5-96D6-0E83-00C9D5E5F950}"/>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직선 연결선 520">
                  <a:extLst>
                    <a:ext uri="{FF2B5EF4-FFF2-40B4-BE49-F238E27FC236}">
                      <a16:creationId xmlns:a16="http://schemas.microsoft.com/office/drawing/2014/main" id="{90358153-5F2E-0FB7-435D-3AF8159F80DD}"/>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직선 연결선 521">
                  <a:extLst>
                    <a:ext uri="{FF2B5EF4-FFF2-40B4-BE49-F238E27FC236}">
                      <a16:creationId xmlns:a16="http://schemas.microsoft.com/office/drawing/2014/main" id="{7D762DF7-E69D-4F4C-72A8-494758D6F2B7}"/>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3" name="직선 연결선 522">
                  <a:extLst>
                    <a:ext uri="{FF2B5EF4-FFF2-40B4-BE49-F238E27FC236}">
                      <a16:creationId xmlns:a16="http://schemas.microsoft.com/office/drawing/2014/main" id="{999D3C10-B66B-6E37-07DC-2F0018750860}"/>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4" name="직선 연결선 523">
                  <a:extLst>
                    <a:ext uri="{FF2B5EF4-FFF2-40B4-BE49-F238E27FC236}">
                      <a16:creationId xmlns:a16="http://schemas.microsoft.com/office/drawing/2014/main" id="{CC93CE91-4466-B316-05C8-9D1C0862135B}"/>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5" name="직선 연결선 524">
                  <a:extLst>
                    <a:ext uri="{FF2B5EF4-FFF2-40B4-BE49-F238E27FC236}">
                      <a16:creationId xmlns:a16="http://schemas.microsoft.com/office/drawing/2014/main" id="{B3CA2B43-F250-AEAC-73BA-069C2348C049}"/>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직선 연결선 525">
                  <a:extLst>
                    <a:ext uri="{FF2B5EF4-FFF2-40B4-BE49-F238E27FC236}">
                      <a16:creationId xmlns:a16="http://schemas.microsoft.com/office/drawing/2014/main" id="{95F06634-429F-842B-A88E-8AABD7223C65}"/>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직선 연결선 526">
                  <a:extLst>
                    <a:ext uri="{FF2B5EF4-FFF2-40B4-BE49-F238E27FC236}">
                      <a16:creationId xmlns:a16="http://schemas.microsoft.com/office/drawing/2014/main" id="{48A2F337-7538-C4C7-6B18-B827B7E5E23E}"/>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직선 연결선 527">
                  <a:extLst>
                    <a:ext uri="{FF2B5EF4-FFF2-40B4-BE49-F238E27FC236}">
                      <a16:creationId xmlns:a16="http://schemas.microsoft.com/office/drawing/2014/main" id="{4E59E86A-1148-34FF-41DB-A1B515D115CC}"/>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9" name="그룹 528">
                <a:extLst>
                  <a:ext uri="{FF2B5EF4-FFF2-40B4-BE49-F238E27FC236}">
                    <a16:creationId xmlns:a16="http://schemas.microsoft.com/office/drawing/2014/main" id="{2FF645B5-1B14-3F4F-3E06-D82285174009}"/>
                  </a:ext>
                </a:extLst>
              </p:cNvPr>
              <p:cNvGrpSpPr/>
              <p:nvPr/>
            </p:nvGrpSpPr>
            <p:grpSpPr>
              <a:xfrm>
                <a:off x="4625988" y="3780375"/>
                <a:ext cx="490299" cy="149433"/>
                <a:chOff x="1430856" y="2740291"/>
                <a:chExt cx="490299" cy="149433"/>
              </a:xfrm>
            </p:grpSpPr>
            <p:cxnSp>
              <p:nvCxnSpPr>
                <p:cNvPr id="530" name="직선 연결선 529">
                  <a:extLst>
                    <a:ext uri="{FF2B5EF4-FFF2-40B4-BE49-F238E27FC236}">
                      <a16:creationId xmlns:a16="http://schemas.microsoft.com/office/drawing/2014/main" id="{E15A8CA7-F2D8-A4DD-9E30-22DCB822CBAA}"/>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1" name="직선 연결선 530">
                  <a:extLst>
                    <a:ext uri="{FF2B5EF4-FFF2-40B4-BE49-F238E27FC236}">
                      <a16:creationId xmlns:a16="http://schemas.microsoft.com/office/drawing/2014/main" id="{5D98D04D-23A0-3FF6-2855-25ACCA750034}"/>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2" name="직선 연결선 531">
                  <a:extLst>
                    <a:ext uri="{FF2B5EF4-FFF2-40B4-BE49-F238E27FC236}">
                      <a16:creationId xmlns:a16="http://schemas.microsoft.com/office/drawing/2014/main" id="{ED98C9A5-7576-26A1-2CD7-EC43B2E4D002}"/>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3" name="직선 연결선 532">
                  <a:extLst>
                    <a:ext uri="{FF2B5EF4-FFF2-40B4-BE49-F238E27FC236}">
                      <a16:creationId xmlns:a16="http://schemas.microsoft.com/office/drawing/2014/main" id="{EDEEE10A-614C-1AB5-7D46-0836A3D2F755}"/>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4" name="직선 연결선 533">
                  <a:extLst>
                    <a:ext uri="{FF2B5EF4-FFF2-40B4-BE49-F238E27FC236}">
                      <a16:creationId xmlns:a16="http://schemas.microsoft.com/office/drawing/2014/main" id="{5A04A9AD-2BF0-F546-C6FF-22B08E22AD38}"/>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5" name="직선 연결선 534">
                  <a:extLst>
                    <a:ext uri="{FF2B5EF4-FFF2-40B4-BE49-F238E27FC236}">
                      <a16:creationId xmlns:a16="http://schemas.microsoft.com/office/drawing/2014/main" id="{E3D10B76-F136-4818-68EF-2B5789972A03}"/>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직선 연결선 535">
                  <a:extLst>
                    <a:ext uri="{FF2B5EF4-FFF2-40B4-BE49-F238E27FC236}">
                      <a16:creationId xmlns:a16="http://schemas.microsoft.com/office/drawing/2014/main" id="{B1ED818D-C872-FE22-EF5D-40FDF532842D}"/>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직선 연결선 536">
                  <a:extLst>
                    <a:ext uri="{FF2B5EF4-FFF2-40B4-BE49-F238E27FC236}">
                      <a16:creationId xmlns:a16="http://schemas.microsoft.com/office/drawing/2014/main" id="{96BBB458-442B-FA75-D6C1-B8178D80FE70}"/>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직선 연결선 537">
                  <a:extLst>
                    <a:ext uri="{FF2B5EF4-FFF2-40B4-BE49-F238E27FC236}">
                      <a16:creationId xmlns:a16="http://schemas.microsoft.com/office/drawing/2014/main" id="{ECF9DA26-9A36-6F33-848B-5FFC5CDBBC62}"/>
                    </a:ext>
                  </a:extLst>
                </p:cNvPr>
                <p:cNvCxnSpPr>
                  <a:cxnSpLocks/>
                </p:cNvCxnSpPr>
                <p:nvPr/>
              </p:nvCxnSpPr>
              <p:spPr>
                <a:xfrm>
                  <a:off x="1695262" y="274436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9" name="직선 연결선 538">
                  <a:extLst>
                    <a:ext uri="{FF2B5EF4-FFF2-40B4-BE49-F238E27FC236}">
                      <a16:creationId xmlns:a16="http://schemas.microsoft.com/office/drawing/2014/main" id="{F67B9966-D5B6-FC5F-E4BE-61B72DA0D91F}"/>
                    </a:ext>
                  </a:extLst>
                </p:cNvPr>
                <p:cNvCxnSpPr>
                  <a:cxnSpLocks/>
                </p:cNvCxnSpPr>
                <p:nvPr/>
              </p:nvCxnSpPr>
              <p:spPr>
                <a:xfrm>
                  <a:off x="1727673" y="27429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0" name="직선 연결선 539">
                  <a:extLst>
                    <a:ext uri="{FF2B5EF4-FFF2-40B4-BE49-F238E27FC236}">
                      <a16:creationId xmlns:a16="http://schemas.microsoft.com/office/drawing/2014/main" id="{8A2A725C-38F8-4C72-B96C-CF2ED221991D}"/>
                    </a:ext>
                  </a:extLst>
                </p:cNvPr>
                <p:cNvCxnSpPr>
                  <a:cxnSpLocks/>
                </p:cNvCxnSpPr>
                <p:nvPr/>
              </p:nvCxnSpPr>
              <p:spPr>
                <a:xfrm>
                  <a:off x="1758813" y="274211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1" name="직선 연결선 540">
                  <a:extLst>
                    <a:ext uri="{FF2B5EF4-FFF2-40B4-BE49-F238E27FC236}">
                      <a16:creationId xmlns:a16="http://schemas.microsoft.com/office/drawing/2014/main" id="{9AB6E5D1-F3A4-902F-3530-EDCB6806B9CE}"/>
                    </a:ext>
                  </a:extLst>
                </p:cNvPr>
                <p:cNvCxnSpPr>
                  <a:cxnSpLocks/>
                </p:cNvCxnSpPr>
                <p:nvPr/>
              </p:nvCxnSpPr>
              <p:spPr>
                <a:xfrm>
                  <a:off x="1791224" y="274071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직선 연결선 541">
                  <a:extLst>
                    <a:ext uri="{FF2B5EF4-FFF2-40B4-BE49-F238E27FC236}">
                      <a16:creationId xmlns:a16="http://schemas.microsoft.com/office/drawing/2014/main" id="{06D91694-FC8F-2ABD-94B2-6472BB6A6D36}"/>
                    </a:ext>
                  </a:extLst>
                </p:cNvPr>
                <p:cNvCxnSpPr>
                  <a:cxnSpLocks/>
                </p:cNvCxnSpPr>
                <p:nvPr/>
              </p:nvCxnSpPr>
              <p:spPr>
                <a:xfrm>
                  <a:off x="1825193" y="27417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직선 연결선 542">
                  <a:extLst>
                    <a:ext uri="{FF2B5EF4-FFF2-40B4-BE49-F238E27FC236}">
                      <a16:creationId xmlns:a16="http://schemas.microsoft.com/office/drawing/2014/main" id="{18F0E567-4006-091C-3585-F7944C0B33AF}"/>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4" name="직선 연결선 543">
                  <a:extLst>
                    <a:ext uri="{FF2B5EF4-FFF2-40B4-BE49-F238E27FC236}">
                      <a16:creationId xmlns:a16="http://schemas.microsoft.com/office/drawing/2014/main" id="{3BFFA98D-F251-A60C-B01A-DAA5DB01CEA3}"/>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5" name="직선 연결선 544">
                  <a:extLst>
                    <a:ext uri="{FF2B5EF4-FFF2-40B4-BE49-F238E27FC236}">
                      <a16:creationId xmlns:a16="http://schemas.microsoft.com/office/drawing/2014/main" id="{4A1593D1-93A4-911D-2924-6B6508DD09EF}"/>
                    </a:ext>
                  </a:extLst>
                </p:cNvPr>
                <p:cNvCxnSpPr>
                  <a:cxnSpLocks/>
                </p:cNvCxnSpPr>
                <p:nvPr/>
              </p:nvCxnSpPr>
              <p:spPr>
                <a:xfrm>
                  <a:off x="1921155" y="2740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759" name="그룹 758">
            <a:extLst>
              <a:ext uri="{FF2B5EF4-FFF2-40B4-BE49-F238E27FC236}">
                <a16:creationId xmlns:a16="http://schemas.microsoft.com/office/drawing/2014/main" id="{0D23E995-D188-B520-D7A9-8FF2DC3CB8F8}"/>
              </a:ext>
            </a:extLst>
          </p:cNvPr>
          <p:cNvGrpSpPr/>
          <p:nvPr/>
        </p:nvGrpSpPr>
        <p:grpSpPr>
          <a:xfrm>
            <a:off x="1081754" y="5310805"/>
            <a:ext cx="4573441" cy="2419517"/>
            <a:chOff x="789917" y="5204652"/>
            <a:chExt cx="4573441" cy="2419517"/>
          </a:xfrm>
        </p:grpSpPr>
        <p:cxnSp>
          <p:nvCxnSpPr>
            <p:cNvPr id="80" name="직선 연결선 79">
              <a:extLst>
                <a:ext uri="{FF2B5EF4-FFF2-40B4-BE49-F238E27FC236}">
                  <a16:creationId xmlns:a16="http://schemas.microsoft.com/office/drawing/2014/main" id="{8C10A405-A701-C0FD-DBA0-56F5B3413BDA}"/>
                </a:ext>
              </a:extLst>
            </p:cNvPr>
            <p:cNvCxnSpPr/>
            <p:nvPr/>
          </p:nvCxnSpPr>
          <p:spPr>
            <a:xfrm>
              <a:off x="1180919" y="5204652"/>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737C1337-B12D-A7DA-8312-016053EF76D8}"/>
                </a:ext>
              </a:extLst>
            </p:cNvPr>
            <p:cNvCxnSpPr>
              <a:cxnSpLocks/>
            </p:cNvCxnSpPr>
            <p:nvPr/>
          </p:nvCxnSpPr>
          <p:spPr>
            <a:xfrm>
              <a:off x="1358719" y="520835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F88A64FD-F634-4E6E-63A5-9B3E16299D0E}"/>
                </a:ext>
              </a:extLst>
            </p:cNvPr>
            <p:cNvCxnSpPr>
              <a:cxnSpLocks/>
            </p:cNvCxnSpPr>
            <p:nvPr/>
          </p:nvCxnSpPr>
          <p:spPr>
            <a:xfrm flipV="1">
              <a:off x="1358719" y="5352121"/>
              <a:ext cx="38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직선 연결선 82">
              <a:extLst>
                <a:ext uri="{FF2B5EF4-FFF2-40B4-BE49-F238E27FC236}">
                  <a16:creationId xmlns:a16="http://schemas.microsoft.com/office/drawing/2014/main" id="{978385AA-D9DC-7592-D21A-D300CC3B583A}"/>
                </a:ext>
              </a:extLst>
            </p:cNvPr>
            <p:cNvCxnSpPr/>
            <p:nvPr/>
          </p:nvCxnSpPr>
          <p:spPr>
            <a:xfrm>
              <a:off x="5175205" y="5208354"/>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a:extLst>
                <a:ext uri="{FF2B5EF4-FFF2-40B4-BE49-F238E27FC236}">
                  <a16:creationId xmlns:a16="http://schemas.microsoft.com/office/drawing/2014/main" id="{F410A1EE-D934-B7CB-8AA9-BDB35A1763CE}"/>
                </a:ext>
              </a:extLst>
            </p:cNvPr>
            <p:cNvCxnSpPr>
              <a:cxnSpLocks/>
            </p:cNvCxnSpPr>
            <p:nvPr/>
          </p:nvCxnSpPr>
          <p:spPr>
            <a:xfrm>
              <a:off x="5174181" y="520835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a16="http://schemas.microsoft.com/office/drawing/2014/main" id="{DB8FA04B-CFDD-0A40-C5CD-EE0FF7CA201F}"/>
                </a:ext>
              </a:extLst>
            </p:cNvPr>
            <p:cNvSpPr/>
            <p:nvPr/>
          </p:nvSpPr>
          <p:spPr>
            <a:xfrm>
              <a:off x="1361097" y="578827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87" name="직선 연결선 86">
              <a:extLst>
                <a:ext uri="{FF2B5EF4-FFF2-40B4-BE49-F238E27FC236}">
                  <a16:creationId xmlns:a16="http://schemas.microsoft.com/office/drawing/2014/main" id="{C87C0059-1F6C-50AB-D213-B45896A97FF7}"/>
                </a:ext>
              </a:extLst>
            </p:cNvPr>
            <p:cNvCxnSpPr>
              <a:cxnSpLocks/>
            </p:cNvCxnSpPr>
            <p:nvPr/>
          </p:nvCxnSpPr>
          <p:spPr>
            <a:xfrm flipV="1">
              <a:off x="1185506" y="5932269"/>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직사각형 99">
              <a:extLst>
                <a:ext uri="{FF2B5EF4-FFF2-40B4-BE49-F238E27FC236}">
                  <a16:creationId xmlns:a16="http://schemas.microsoft.com/office/drawing/2014/main" id="{50FC53A7-BDD3-1212-D76E-42777138AAAC}"/>
                </a:ext>
              </a:extLst>
            </p:cNvPr>
            <p:cNvSpPr/>
            <p:nvPr/>
          </p:nvSpPr>
          <p:spPr>
            <a:xfrm>
              <a:off x="3232321" y="5788976"/>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1" name="직선 연결선 100">
              <a:extLst>
                <a:ext uri="{FF2B5EF4-FFF2-40B4-BE49-F238E27FC236}">
                  <a16:creationId xmlns:a16="http://schemas.microsoft.com/office/drawing/2014/main" id="{4E429884-CB60-F989-E88F-245F2D39753C}"/>
                </a:ext>
              </a:extLst>
            </p:cNvPr>
            <p:cNvCxnSpPr>
              <a:cxnSpLocks/>
              <a:endCxn id="102" idx="1"/>
            </p:cNvCxnSpPr>
            <p:nvPr/>
          </p:nvCxnSpPr>
          <p:spPr>
            <a:xfrm>
              <a:off x="1183068" y="7493953"/>
              <a:ext cx="2473078" cy="2207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직사각형 101">
              <a:extLst>
                <a:ext uri="{FF2B5EF4-FFF2-40B4-BE49-F238E27FC236}">
                  <a16:creationId xmlns:a16="http://schemas.microsoft.com/office/drawing/2014/main" id="{00718AD5-6A34-37AA-3B55-8141B9BCC235}"/>
                </a:ext>
              </a:extLst>
            </p:cNvPr>
            <p:cNvSpPr/>
            <p:nvPr/>
          </p:nvSpPr>
          <p:spPr>
            <a:xfrm>
              <a:off x="3656146" y="7444029"/>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03" name="직사각형 102">
              <a:extLst>
                <a:ext uri="{FF2B5EF4-FFF2-40B4-BE49-F238E27FC236}">
                  <a16:creationId xmlns:a16="http://schemas.microsoft.com/office/drawing/2014/main" id="{3EF00E3E-5D80-2BDC-960A-702305614383}"/>
                </a:ext>
              </a:extLst>
            </p:cNvPr>
            <p:cNvSpPr/>
            <p:nvPr/>
          </p:nvSpPr>
          <p:spPr>
            <a:xfrm>
              <a:off x="4086641" y="7444029"/>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04" name="직사각형 103">
              <a:extLst>
                <a:ext uri="{FF2B5EF4-FFF2-40B4-BE49-F238E27FC236}">
                  <a16:creationId xmlns:a16="http://schemas.microsoft.com/office/drawing/2014/main" id="{4E675387-6F0D-6FF3-4586-C96E613BE6B8}"/>
                </a:ext>
              </a:extLst>
            </p:cNvPr>
            <p:cNvSpPr/>
            <p:nvPr/>
          </p:nvSpPr>
          <p:spPr>
            <a:xfrm>
              <a:off x="3787890" y="7336491"/>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05" name="직사각형 104">
              <a:extLst>
                <a:ext uri="{FF2B5EF4-FFF2-40B4-BE49-F238E27FC236}">
                  <a16:creationId xmlns:a16="http://schemas.microsoft.com/office/drawing/2014/main" id="{839C1055-A798-A6D7-56DB-6011AD0EF488}"/>
                </a:ext>
              </a:extLst>
            </p:cNvPr>
            <p:cNvSpPr/>
            <p:nvPr/>
          </p:nvSpPr>
          <p:spPr>
            <a:xfrm>
              <a:off x="4202283" y="7341803"/>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06" name="직사각형 105">
              <a:extLst>
                <a:ext uri="{FF2B5EF4-FFF2-40B4-BE49-F238E27FC236}">
                  <a16:creationId xmlns:a16="http://schemas.microsoft.com/office/drawing/2014/main" id="{E26E0559-E475-F9FA-222B-AC4A602F43D8}"/>
                </a:ext>
              </a:extLst>
            </p:cNvPr>
            <p:cNvSpPr/>
            <p:nvPr/>
          </p:nvSpPr>
          <p:spPr>
            <a:xfrm>
              <a:off x="4657265" y="7445616"/>
              <a:ext cx="450093"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07" name="직사각형 106">
              <a:extLst>
                <a:ext uri="{FF2B5EF4-FFF2-40B4-BE49-F238E27FC236}">
                  <a16:creationId xmlns:a16="http://schemas.microsoft.com/office/drawing/2014/main" id="{00C0FB68-0287-2A1B-B79C-022EE3BDCE8E}"/>
                </a:ext>
              </a:extLst>
            </p:cNvPr>
            <p:cNvSpPr/>
            <p:nvPr/>
          </p:nvSpPr>
          <p:spPr>
            <a:xfrm>
              <a:off x="4776407" y="7341803"/>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b+m</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09" name="직사각형 108">
              <a:extLst>
                <a:ext uri="{FF2B5EF4-FFF2-40B4-BE49-F238E27FC236}">
                  <a16:creationId xmlns:a16="http://schemas.microsoft.com/office/drawing/2014/main" id="{76D3D276-97C6-89E1-A469-37FDED511B49}"/>
                </a:ext>
              </a:extLst>
            </p:cNvPr>
            <p:cNvSpPr/>
            <p:nvPr/>
          </p:nvSpPr>
          <p:spPr>
            <a:xfrm>
              <a:off x="806555" y="5253864"/>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19" name="직사각형 118">
              <a:extLst>
                <a:ext uri="{FF2B5EF4-FFF2-40B4-BE49-F238E27FC236}">
                  <a16:creationId xmlns:a16="http://schemas.microsoft.com/office/drawing/2014/main" id="{1CF7DF6F-387F-7DF8-086B-F1C11779B72C}"/>
                </a:ext>
              </a:extLst>
            </p:cNvPr>
            <p:cNvSpPr/>
            <p:nvPr/>
          </p:nvSpPr>
          <p:spPr>
            <a:xfrm>
              <a:off x="808933" y="5829251"/>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0" name="직사각형 119">
              <a:extLst>
                <a:ext uri="{FF2B5EF4-FFF2-40B4-BE49-F238E27FC236}">
                  <a16:creationId xmlns:a16="http://schemas.microsoft.com/office/drawing/2014/main" id="{C36D6E80-EF11-7B71-39D4-BA8A196B4D85}"/>
                </a:ext>
              </a:extLst>
            </p:cNvPr>
            <p:cNvSpPr/>
            <p:nvPr/>
          </p:nvSpPr>
          <p:spPr>
            <a:xfrm>
              <a:off x="789917" y="7349854"/>
              <a:ext cx="358750" cy="226647"/>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MISO</a:t>
              </a:r>
            </a:p>
            <a:p>
              <a:pPr algn="r"/>
              <a:r>
                <a:rPr lang="en-US" altLang="ko-KR" sz="600" dirty="0">
                  <a:solidFill>
                    <a:schemeClr val="tx1"/>
                  </a:solidFill>
                  <a:latin typeface="Arial" panose="020B0604020202020204" pitchFamily="34" charset="0"/>
                  <a:cs typeface="Arial" panose="020B0604020202020204" pitchFamily="34" charset="0"/>
                </a:rPr>
                <a:t>(dev#2)</a:t>
              </a:r>
              <a:endParaRPr lang="ko-KR" altLang="en-US" sz="600" dirty="0">
                <a:solidFill>
                  <a:schemeClr val="tx1"/>
                </a:solidFill>
                <a:latin typeface="Arial" panose="020B0604020202020204" pitchFamily="34" charset="0"/>
                <a:cs typeface="Arial" panose="020B0604020202020204" pitchFamily="34" charset="0"/>
              </a:endParaRPr>
            </a:p>
          </p:txBody>
        </p:sp>
        <p:cxnSp>
          <p:nvCxnSpPr>
            <p:cNvPr id="127" name="직선 연결선 126">
              <a:extLst>
                <a:ext uri="{FF2B5EF4-FFF2-40B4-BE49-F238E27FC236}">
                  <a16:creationId xmlns:a16="http://schemas.microsoft.com/office/drawing/2014/main" id="{70FCFC21-D5F4-3392-6BEE-F1CCB6A1C14B}"/>
                </a:ext>
              </a:extLst>
            </p:cNvPr>
            <p:cNvCxnSpPr>
              <a:cxnSpLocks/>
            </p:cNvCxnSpPr>
            <p:nvPr/>
          </p:nvCxnSpPr>
          <p:spPr>
            <a:xfrm>
              <a:off x="1187358" y="6460957"/>
              <a:ext cx="61320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직사각형 127">
              <a:extLst>
                <a:ext uri="{FF2B5EF4-FFF2-40B4-BE49-F238E27FC236}">
                  <a16:creationId xmlns:a16="http://schemas.microsoft.com/office/drawing/2014/main" id="{6C2954B5-62DB-CB19-AD11-4D28F6B9F4FA}"/>
                </a:ext>
              </a:extLst>
            </p:cNvPr>
            <p:cNvSpPr/>
            <p:nvPr/>
          </p:nvSpPr>
          <p:spPr>
            <a:xfrm>
              <a:off x="1804097" y="639057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9" name="직사각형 128">
              <a:extLst>
                <a:ext uri="{FF2B5EF4-FFF2-40B4-BE49-F238E27FC236}">
                  <a16:creationId xmlns:a16="http://schemas.microsoft.com/office/drawing/2014/main" id="{B2B26579-7323-58CE-E423-A736516708C8}"/>
                </a:ext>
              </a:extLst>
            </p:cNvPr>
            <p:cNvSpPr/>
            <p:nvPr/>
          </p:nvSpPr>
          <p:spPr>
            <a:xfrm>
              <a:off x="2239806" y="639057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0" name="직사각형 129">
              <a:extLst>
                <a:ext uri="{FF2B5EF4-FFF2-40B4-BE49-F238E27FC236}">
                  <a16:creationId xmlns:a16="http://schemas.microsoft.com/office/drawing/2014/main" id="{E1796645-F640-EBE6-9AEC-86B3626C2908}"/>
                </a:ext>
              </a:extLst>
            </p:cNvPr>
            <p:cNvSpPr/>
            <p:nvPr/>
          </p:nvSpPr>
          <p:spPr>
            <a:xfrm>
              <a:off x="1951368" y="6288397"/>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31" name="직사각형 130">
              <a:extLst>
                <a:ext uri="{FF2B5EF4-FFF2-40B4-BE49-F238E27FC236}">
                  <a16:creationId xmlns:a16="http://schemas.microsoft.com/office/drawing/2014/main" id="{D123A0C4-450E-4EB4-6316-A053423A8E43}"/>
                </a:ext>
              </a:extLst>
            </p:cNvPr>
            <p:cNvSpPr/>
            <p:nvPr/>
          </p:nvSpPr>
          <p:spPr>
            <a:xfrm>
              <a:off x="2343642" y="6288397"/>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32" name="직사각형 131">
              <a:extLst>
                <a:ext uri="{FF2B5EF4-FFF2-40B4-BE49-F238E27FC236}">
                  <a16:creationId xmlns:a16="http://schemas.microsoft.com/office/drawing/2014/main" id="{53B8AD47-8694-956F-1D64-52914547A05F}"/>
                </a:ext>
              </a:extLst>
            </p:cNvPr>
            <p:cNvSpPr/>
            <p:nvPr/>
          </p:nvSpPr>
          <p:spPr>
            <a:xfrm>
              <a:off x="2808610" y="639057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3" name="직사각형 132">
              <a:extLst>
                <a:ext uri="{FF2B5EF4-FFF2-40B4-BE49-F238E27FC236}">
                  <a16:creationId xmlns:a16="http://schemas.microsoft.com/office/drawing/2014/main" id="{17B0FEAD-4865-2300-CC09-DEC423B135BE}"/>
                </a:ext>
              </a:extLst>
            </p:cNvPr>
            <p:cNvSpPr/>
            <p:nvPr/>
          </p:nvSpPr>
          <p:spPr>
            <a:xfrm>
              <a:off x="2898232" y="6288397"/>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a+n</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47" name="직사각형 146">
              <a:extLst>
                <a:ext uri="{FF2B5EF4-FFF2-40B4-BE49-F238E27FC236}">
                  <a16:creationId xmlns:a16="http://schemas.microsoft.com/office/drawing/2014/main" id="{0C3ADA4B-0B87-4FC0-4382-B370B461A527}"/>
                </a:ext>
              </a:extLst>
            </p:cNvPr>
            <p:cNvSpPr/>
            <p:nvPr/>
          </p:nvSpPr>
          <p:spPr>
            <a:xfrm>
              <a:off x="813932" y="643155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MISO</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48" name="직선 연결선 147">
              <a:extLst>
                <a:ext uri="{FF2B5EF4-FFF2-40B4-BE49-F238E27FC236}">
                  <a16:creationId xmlns:a16="http://schemas.microsoft.com/office/drawing/2014/main" id="{532D4104-6912-9F49-6F9B-B9E78F973250}"/>
                </a:ext>
              </a:extLst>
            </p:cNvPr>
            <p:cNvCxnSpPr>
              <a:cxnSpLocks/>
            </p:cNvCxnSpPr>
            <p:nvPr/>
          </p:nvCxnSpPr>
          <p:spPr>
            <a:xfrm flipV="1">
              <a:off x="1799334" y="6129983"/>
              <a:ext cx="1440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50DA2F2C-ACD5-A9B3-FDEF-39DC7B7D1A56}"/>
                </a:ext>
              </a:extLst>
            </p:cNvPr>
            <p:cNvCxnSpPr>
              <a:cxnSpLocks/>
            </p:cNvCxnSpPr>
            <p:nvPr/>
          </p:nvCxnSpPr>
          <p:spPr>
            <a:xfrm>
              <a:off x="1798096" y="6029484"/>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6FCF3355-A979-8163-C14A-617FCEC93E65}"/>
                </a:ext>
              </a:extLst>
            </p:cNvPr>
            <p:cNvCxnSpPr>
              <a:cxnSpLocks/>
            </p:cNvCxnSpPr>
            <p:nvPr/>
          </p:nvCxnSpPr>
          <p:spPr>
            <a:xfrm>
              <a:off x="3233236" y="6052005"/>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1" name="직사각형 150">
              <a:extLst>
                <a:ext uri="{FF2B5EF4-FFF2-40B4-BE49-F238E27FC236}">
                  <a16:creationId xmlns:a16="http://schemas.microsoft.com/office/drawing/2014/main" id="{53A9CB18-C157-7BF8-3A33-D32F3036E719}"/>
                </a:ext>
              </a:extLst>
            </p:cNvPr>
            <p:cNvSpPr/>
            <p:nvPr/>
          </p:nvSpPr>
          <p:spPr>
            <a:xfrm>
              <a:off x="2192263" y="6064822"/>
              <a:ext cx="646806" cy="14879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Start addr = 0xa</a:t>
              </a:r>
            </a:p>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 n+1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547" name="직선 연결선 546">
              <a:extLst>
                <a:ext uri="{FF2B5EF4-FFF2-40B4-BE49-F238E27FC236}">
                  <a16:creationId xmlns:a16="http://schemas.microsoft.com/office/drawing/2014/main" id="{C0A5DE84-FA6A-CEA4-EA89-6425ACC86C52}"/>
                </a:ext>
              </a:extLst>
            </p:cNvPr>
            <p:cNvCxnSpPr>
              <a:cxnSpLocks/>
            </p:cNvCxnSpPr>
            <p:nvPr/>
          </p:nvCxnSpPr>
          <p:spPr>
            <a:xfrm flipV="1">
              <a:off x="1187358" y="5636937"/>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48" name="직사각형 547">
              <a:extLst>
                <a:ext uri="{FF2B5EF4-FFF2-40B4-BE49-F238E27FC236}">
                  <a16:creationId xmlns:a16="http://schemas.microsoft.com/office/drawing/2014/main" id="{AC8A0FD8-A29D-5591-5EBA-F2D9F86579B8}"/>
                </a:ext>
              </a:extLst>
            </p:cNvPr>
            <p:cNvSpPr/>
            <p:nvPr/>
          </p:nvSpPr>
          <p:spPr>
            <a:xfrm>
              <a:off x="805486" y="553819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SCLK</a:t>
              </a:r>
              <a:endParaRPr lang="ko-KR" altLang="en-US" sz="700" dirty="0">
                <a:solidFill>
                  <a:schemeClr val="tx1"/>
                </a:solidFill>
                <a:latin typeface="Arial" panose="020B0604020202020204" pitchFamily="34" charset="0"/>
                <a:cs typeface="Arial" panose="020B0604020202020204" pitchFamily="34" charset="0"/>
              </a:endParaRPr>
            </a:p>
          </p:txBody>
        </p:sp>
        <p:sp>
          <p:nvSpPr>
            <p:cNvPr id="549" name="직사각형 548">
              <a:extLst>
                <a:ext uri="{FF2B5EF4-FFF2-40B4-BE49-F238E27FC236}">
                  <a16:creationId xmlns:a16="http://schemas.microsoft.com/office/drawing/2014/main" id="{BE1A323C-CD60-623A-9B47-72478B8D3577}"/>
                </a:ext>
              </a:extLst>
            </p:cNvPr>
            <p:cNvSpPr/>
            <p:nvPr/>
          </p:nvSpPr>
          <p:spPr>
            <a:xfrm>
              <a:off x="1357650" y="5491721"/>
              <a:ext cx="3751717"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550" name="그룹 549">
              <a:extLst>
                <a:ext uri="{FF2B5EF4-FFF2-40B4-BE49-F238E27FC236}">
                  <a16:creationId xmlns:a16="http://schemas.microsoft.com/office/drawing/2014/main" id="{ABCE79B8-E61A-474E-306E-0186B4469169}"/>
                </a:ext>
              </a:extLst>
            </p:cNvPr>
            <p:cNvGrpSpPr/>
            <p:nvPr/>
          </p:nvGrpSpPr>
          <p:grpSpPr>
            <a:xfrm>
              <a:off x="1392910" y="5490291"/>
              <a:ext cx="496830" cy="148744"/>
              <a:chOff x="1430856" y="2741794"/>
              <a:chExt cx="496830" cy="148744"/>
            </a:xfrm>
          </p:grpSpPr>
          <p:cxnSp>
            <p:nvCxnSpPr>
              <p:cNvPr id="551" name="직선 연결선 550">
                <a:extLst>
                  <a:ext uri="{FF2B5EF4-FFF2-40B4-BE49-F238E27FC236}">
                    <a16:creationId xmlns:a16="http://schemas.microsoft.com/office/drawing/2014/main" id="{732CCDC7-4AB4-4745-4186-E13DDF5D5081}"/>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2" name="직선 연결선 551">
                <a:extLst>
                  <a:ext uri="{FF2B5EF4-FFF2-40B4-BE49-F238E27FC236}">
                    <a16:creationId xmlns:a16="http://schemas.microsoft.com/office/drawing/2014/main" id="{03D36101-974E-516D-6179-E861BF4F21B8}"/>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3" name="직선 연결선 552">
                <a:extLst>
                  <a:ext uri="{FF2B5EF4-FFF2-40B4-BE49-F238E27FC236}">
                    <a16:creationId xmlns:a16="http://schemas.microsoft.com/office/drawing/2014/main" id="{5308FF51-1466-B843-9400-2105CE052AA1}"/>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4" name="직선 연결선 553">
                <a:extLst>
                  <a:ext uri="{FF2B5EF4-FFF2-40B4-BE49-F238E27FC236}">
                    <a16:creationId xmlns:a16="http://schemas.microsoft.com/office/drawing/2014/main" id="{9F23EEE1-6B9A-87EE-4D38-C5C2A300D25A}"/>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5" name="직선 연결선 554">
                <a:extLst>
                  <a:ext uri="{FF2B5EF4-FFF2-40B4-BE49-F238E27FC236}">
                    <a16:creationId xmlns:a16="http://schemas.microsoft.com/office/drawing/2014/main" id="{A27A01BC-BFF4-6DF1-D27C-F062518A023D}"/>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직선 연결선 555">
                <a:extLst>
                  <a:ext uri="{FF2B5EF4-FFF2-40B4-BE49-F238E27FC236}">
                    <a16:creationId xmlns:a16="http://schemas.microsoft.com/office/drawing/2014/main" id="{FB95DCB6-A7B8-EE0C-DD7C-9A242FD8EBFC}"/>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직선 연결선 556">
                <a:extLst>
                  <a:ext uri="{FF2B5EF4-FFF2-40B4-BE49-F238E27FC236}">
                    <a16:creationId xmlns:a16="http://schemas.microsoft.com/office/drawing/2014/main" id="{97988AF8-471C-A756-BCE3-E006243F1ABC}"/>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8" name="직선 연결선 557">
                <a:extLst>
                  <a:ext uri="{FF2B5EF4-FFF2-40B4-BE49-F238E27FC236}">
                    <a16:creationId xmlns:a16="http://schemas.microsoft.com/office/drawing/2014/main" id="{0DDE86E0-D064-A607-1DE4-96FD67F11D98}"/>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직선 연결선 558">
                <a:extLst>
                  <a:ext uri="{FF2B5EF4-FFF2-40B4-BE49-F238E27FC236}">
                    <a16:creationId xmlns:a16="http://schemas.microsoft.com/office/drawing/2014/main" id="{D8328BC5-267B-9C91-D7F1-1F078C971EA6}"/>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직선 연결선 559">
                <a:extLst>
                  <a:ext uri="{FF2B5EF4-FFF2-40B4-BE49-F238E27FC236}">
                    <a16:creationId xmlns:a16="http://schemas.microsoft.com/office/drawing/2014/main" id="{1E367924-9D91-D10F-90C9-37AFBA32CB00}"/>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직선 연결선 560">
                <a:extLst>
                  <a:ext uri="{FF2B5EF4-FFF2-40B4-BE49-F238E27FC236}">
                    <a16:creationId xmlns:a16="http://schemas.microsoft.com/office/drawing/2014/main" id="{8DDED8B1-CD6B-1132-9FCB-55DFC5AB5046}"/>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2" name="직선 연결선 561">
                <a:extLst>
                  <a:ext uri="{FF2B5EF4-FFF2-40B4-BE49-F238E27FC236}">
                    <a16:creationId xmlns:a16="http://schemas.microsoft.com/office/drawing/2014/main" id="{85E899EB-7E5C-4644-D70C-504777EB67A6}"/>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직선 연결선 562">
                <a:extLst>
                  <a:ext uri="{FF2B5EF4-FFF2-40B4-BE49-F238E27FC236}">
                    <a16:creationId xmlns:a16="http://schemas.microsoft.com/office/drawing/2014/main" id="{8F2CC04A-236D-A94E-1F73-812920B91A12}"/>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4" name="직선 연결선 563">
                <a:extLst>
                  <a:ext uri="{FF2B5EF4-FFF2-40B4-BE49-F238E27FC236}">
                    <a16:creationId xmlns:a16="http://schemas.microsoft.com/office/drawing/2014/main" id="{CDD3F55E-6E09-AD12-DB15-5F7D589C8D9E}"/>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직선 연결선 564">
                <a:extLst>
                  <a:ext uri="{FF2B5EF4-FFF2-40B4-BE49-F238E27FC236}">
                    <a16:creationId xmlns:a16="http://schemas.microsoft.com/office/drawing/2014/main" id="{DD52B502-C021-8C48-083F-A8DE6DF25F22}"/>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직선 연결선 565">
                <a:extLst>
                  <a:ext uri="{FF2B5EF4-FFF2-40B4-BE49-F238E27FC236}">
                    <a16:creationId xmlns:a16="http://schemas.microsoft.com/office/drawing/2014/main" id="{6FBCD9A7-1863-2593-BC0F-34D6DBCD0DF3}"/>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7" name="그룹 566">
              <a:extLst>
                <a:ext uri="{FF2B5EF4-FFF2-40B4-BE49-F238E27FC236}">
                  <a16:creationId xmlns:a16="http://schemas.microsoft.com/office/drawing/2014/main" id="{AD25EFB8-5069-244D-2682-DA332A681C25}"/>
                </a:ext>
              </a:extLst>
            </p:cNvPr>
            <p:cNvGrpSpPr/>
            <p:nvPr/>
          </p:nvGrpSpPr>
          <p:grpSpPr>
            <a:xfrm>
              <a:off x="1926505" y="5489143"/>
              <a:ext cx="496830" cy="148744"/>
              <a:chOff x="1430856" y="2741794"/>
              <a:chExt cx="496830" cy="148744"/>
            </a:xfrm>
          </p:grpSpPr>
          <p:cxnSp>
            <p:nvCxnSpPr>
              <p:cNvPr id="568" name="직선 연결선 567">
                <a:extLst>
                  <a:ext uri="{FF2B5EF4-FFF2-40B4-BE49-F238E27FC236}">
                    <a16:creationId xmlns:a16="http://schemas.microsoft.com/office/drawing/2014/main" id="{942EED47-E430-A0F8-CF47-CCBB8F007156}"/>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직선 연결선 568">
                <a:extLst>
                  <a:ext uri="{FF2B5EF4-FFF2-40B4-BE49-F238E27FC236}">
                    <a16:creationId xmlns:a16="http://schemas.microsoft.com/office/drawing/2014/main" id="{51D338E1-C96A-F630-AE5C-DDFDA0930F06}"/>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0" name="직선 연결선 569">
                <a:extLst>
                  <a:ext uri="{FF2B5EF4-FFF2-40B4-BE49-F238E27FC236}">
                    <a16:creationId xmlns:a16="http://schemas.microsoft.com/office/drawing/2014/main" id="{1AE18FC4-BCF3-11E7-4F69-C316208E47AB}"/>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직선 연결선 570">
                <a:extLst>
                  <a:ext uri="{FF2B5EF4-FFF2-40B4-BE49-F238E27FC236}">
                    <a16:creationId xmlns:a16="http://schemas.microsoft.com/office/drawing/2014/main" id="{8ED015C9-DD7E-9AFA-A161-3D83241CF275}"/>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직선 연결선 571">
                <a:extLst>
                  <a:ext uri="{FF2B5EF4-FFF2-40B4-BE49-F238E27FC236}">
                    <a16:creationId xmlns:a16="http://schemas.microsoft.com/office/drawing/2014/main" id="{FA9C1BCF-DB22-A159-CB81-773B226DC1A5}"/>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직선 연결선 572">
                <a:extLst>
                  <a:ext uri="{FF2B5EF4-FFF2-40B4-BE49-F238E27FC236}">
                    <a16:creationId xmlns:a16="http://schemas.microsoft.com/office/drawing/2014/main" id="{89E3C499-18AF-A317-8D29-2B75FDF5D77F}"/>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4" name="직선 연결선 573">
                <a:extLst>
                  <a:ext uri="{FF2B5EF4-FFF2-40B4-BE49-F238E27FC236}">
                    <a16:creationId xmlns:a16="http://schemas.microsoft.com/office/drawing/2014/main" id="{0CAF38D0-967A-2573-188E-35A09C2D5C68}"/>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직선 연결선 574">
                <a:extLst>
                  <a:ext uri="{FF2B5EF4-FFF2-40B4-BE49-F238E27FC236}">
                    <a16:creationId xmlns:a16="http://schemas.microsoft.com/office/drawing/2014/main" id="{945879EF-9ECA-7CE9-EDA1-8D4A1A78C9E3}"/>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직선 연결선 575">
                <a:extLst>
                  <a:ext uri="{FF2B5EF4-FFF2-40B4-BE49-F238E27FC236}">
                    <a16:creationId xmlns:a16="http://schemas.microsoft.com/office/drawing/2014/main" id="{4840CF04-E6A6-E8C3-5C02-1B52C966BCD7}"/>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직선 연결선 576">
                <a:extLst>
                  <a:ext uri="{FF2B5EF4-FFF2-40B4-BE49-F238E27FC236}">
                    <a16:creationId xmlns:a16="http://schemas.microsoft.com/office/drawing/2014/main" id="{FFED73C2-095D-25BF-EFC4-BD441CADDEDF}"/>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직선 연결선 577">
                <a:extLst>
                  <a:ext uri="{FF2B5EF4-FFF2-40B4-BE49-F238E27FC236}">
                    <a16:creationId xmlns:a16="http://schemas.microsoft.com/office/drawing/2014/main" id="{9F15F3A2-A774-70ED-E25F-7A4D3761588E}"/>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직선 연결선 578">
                <a:extLst>
                  <a:ext uri="{FF2B5EF4-FFF2-40B4-BE49-F238E27FC236}">
                    <a16:creationId xmlns:a16="http://schemas.microsoft.com/office/drawing/2014/main" id="{BB384D51-1072-8354-B1A1-B657F9C9015D}"/>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직선 연결선 579">
                <a:extLst>
                  <a:ext uri="{FF2B5EF4-FFF2-40B4-BE49-F238E27FC236}">
                    <a16:creationId xmlns:a16="http://schemas.microsoft.com/office/drawing/2014/main" id="{AEA43224-50BC-A57A-D863-2E412DA8082B}"/>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직선 연결선 580">
                <a:extLst>
                  <a:ext uri="{FF2B5EF4-FFF2-40B4-BE49-F238E27FC236}">
                    <a16:creationId xmlns:a16="http://schemas.microsoft.com/office/drawing/2014/main" id="{6C31FA02-7A21-F673-25B6-3EA6D24DF4E7}"/>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직선 연결선 581">
                <a:extLst>
                  <a:ext uri="{FF2B5EF4-FFF2-40B4-BE49-F238E27FC236}">
                    <a16:creationId xmlns:a16="http://schemas.microsoft.com/office/drawing/2014/main" id="{2C1EAEA5-CED0-61CE-1079-F3D12EB3F3F0}"/>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3" name="직선 연결선 582">
                <a:extLst>
                  <a:ext uri="{FF2B5EF4-FFF2-40B4-BE49-F238E27FC236}">
                    <a16:creationId xmlns:a16="http://schemas.microsoft.com/office/drawing/2014/main" id="{273B34AA-0ACE-C2DB-5AA5-DDBCF48BC721}"/>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4" name="그룹 583">
              <a:extLst>
                <a:ext uri="{FF2B5EF4-FFF2-40B4-BE49-F238E27FC236}">
                  <a16:creationId xmlns:a16="http://schemas.microsoft.com/office/drawing/2014/main" id="{FD8E8A81-5DCE-AAC9-5869-3964CCD956E1}"/>
                </a:ext>
              </a:extLst>
            </p:cNvPr>
            <p:cNvGrpSpPr/>
            <p:nvPr/>
          </p:nvGrpSpPr>
          <p:grpSpPr>
            <a:xfrm>
              <a:off x="2456638" y="5491936"/>
              <a:ext cx="496830" cy="148744"/>
              <a:chOff x="1430856" y="2741794"/>
              <a:chExt cx="496830" cy="148744"/>
            </a:xfrm>
          </p:grpSpPr>
          <p:cxnSp>
            <p:nvCxnSpPr>
              <p:cNvPr id="585" name="직선 연결선 584">
                <a:extLst>
                  <a:ext uri="{FF2B5EF4-FFF2-40B4-BE49-F238E27FC236}">
                    <a16:creationId xmlns:a16="http://schemas.microsoft.com/office/drawing/2014/main" id="{88FB796A-98CF-F6D8-C32D-DB92F299BF8A}"/>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직선 연결선 585">
                <a:extLst>
                  <a:ext uri="{FF2B5EF4-FFF2-40B4-BE49-F238E27FC236}">
                    <a16:creationId xmlns:a16="http://schemas.microsoft.com/office/drawing/2014/main" id="{475F8E6A-E999-5736-A00A-F5B8EDAEF716}"/>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직선 연결선 586">
                <a:extLst>
                  <a:ext uri="{FF2B5EF4-FFF2-40B4-BE49-F238E27FC236}">
                    <a16:creationId xmlns:a16="http://schemas.microsoft.com/office/drawing/2014/main" id="{614E129F-3AF7-0A1F-79D4-5EC593EFF244}"/>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직선 연결선 587">
                <a:extLst>
                  <a:ext uri="{FF2B5EF4-FFF2-40B4-BE49-F238E27FC236}">
                    <a16:creationId xmlns:a16="http://schemas.microsoft.com/office/drawing/2014/main" id="{91734F6A-0139-E53D-16B2-D980176C74EB}"/>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직선 연결선 588">
                <a:extLst>
                  <a:ext uri="{FF2B5EF4-FFF2-40B4-BE49-F238E27FC236}">
                    <a16:creationId xmlns:a16="http://schemas.microsoft.com/office/drawing/2014/main" id="{FFD8CA68-6393-F41C-DA95-0C1B9B10CFE9}"/>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0" name="직선 연결선 589">
                <a:extLst>
                  <a:ext uri="{FF2B5EF4-FFF2-40B4-BE49-F238E27FC236}">
                    <a16:creationId xmlns:a16="http://schemas.microsoft.com/office/drawing/2014/main" id="{2814ADE5-E5D1-9019-C779-F588B8498AFA}"/>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1" name="직선 연결선 590">
                <a:extLst>
                  <a:ext uri="{FF2B5EF4-FFF2-40B4-BE49-F238E27FC236}">
                    <a16:creationId xmlns:a16="http://schemas.microsoft.com/office/drawing/2014/main" id="{2A52B9D8-E3BB-C8DE-5458-30C214B9E434}"/>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직선 연결선 591">
                <a:extLst>
                  <a:ext uri="{FF2B5EF4-FFF2-40B4-BE49-F238E27FC236}">
                    <a16:creationId xmlns:a16="http://schemas.microsoft.com/office/drawing/2014/main" id="{2E7605C6-8EA5-A08F-EF3D-E47724B0212A}"/>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직선 연결선 592">
                <a:extLst>
                  <a:ext uri="{FF2B5EF4-FFF2-40B4-BE49-F238E27FC236}">
                    <a16:creationId xmlns:a16="http://schemas.microsoft.com/office/drawing/2014/main" id="{A6019E49-8283-3996-FDB7-8956C6AC7BB5}"/>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직선 연결선 593">
                <a:extLst>
                  <a:ext uri="{FF2B5EF4-FFF2-40B4-BE49-F238E27FC236}">
                    <a16:creationId xmlns:a16="http://schemas.microsoft.com/office/drawing/2014/main" id="{4EBAF38B-8005-8AE8-161A-01411D3D44C0}"/>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5" name="직선 연결선 594">
                <a:extLst>
                  <a:ext uri="{FF2B5EF4-FFF2-40B4-BE49-F238E27FC236}">
                    <a16:creationId xmlns:a16="http://schemas.microsoft.com/office/drawing/2014/main" id="{83BDA3E3-9D75-F3CD-7281-BF6B46314927}"/>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직선 연결선 595">
                <a:extLst>
                  <a:ext uri="{FF2B5EF4-FFF2-40B4-BE49-F238E27FC236}">
                    <a16:creationId xmlns:a16="http://schemas.microsoft.com/office/drawing/2014/main" id="{EABADD65-9F65-AB53-F148-1B868E742F3F}"/>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직선 연결선 596">
                <a:extLst>
                  <a:ext uri="{FF2B5EF4-FFF2-40B4-BE49-F238E27FC236}">
                    <a16:creationId xmlns:a16="http://schemas.microsoft.com/office/drawing/2014/main" id="{58B7390B-D2AB-3B4A-FB20-F8C96901B881}"/>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직선 연결선 597">
                <a:extLst>
                  <a:ext uri="{FF2B5EF4-FFF2-40B4-BE49-F238E27FC236}">
                    <a16:creationId xmlns:a16="http://schemas.microsoft.com/office/drawing/2014/main" id="{856A5EB3-2A67-2EEB-2574-447F78D3CABE}"/>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9" name="직선 연결선 598">
                <a:extLst>
                  <a:ext uri="{FF2B5EF4-FFF2-40B4-BE49-F238E27FC236}">
                    <a16:creationId xmlns:a16="http://schemas.microsoft.com/office/drawing/2014/main" id="{44297B3E-6A0E-C912-1BA0-8B19A2B4BF6E}"/>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직선 연결선 599">
                <a:extLst>
                  <a:ext uri="{FF2B5EF4-FFF2-40B4-BE49-F238E27FC236}">
                    <a16:creationId xmlns:a16="http://schemas.microsoft.com/office/drawing/2014/main" id="{B7ABF4BE-6526-4747-8D26-2523551C3F8B}"/>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1" name="그룹 600">
              <a:extLst>
                <a:ext uri="{FF2B5EF4-FFF2-40B4-BE49-F238E27FC236}">
                  <a16:creationId xmlns:a16="http://schemas.microsoft.com/office/drawing/2014/main" id="{69201C14-9AB2-2F0B-8CDA-CAAC5FB9F758}"/>
                </a:ext>
              </a:extLst>
            </p:cNvPr>
            <p:cNvGrpSpPr/>
            <p:nvPr/>
          </p:nvGrpSpPr>
          <p:grpSpPr>
            <a:xfrm>
              <a:off x="2990233" y="5490788"/>
              <a:ext cx="496830" cy="148744"/>
              <a:chOff x="1430856" y="2741794"/>
              <a:chExt cx="496830" cy="148744"/>
            </a:xfrm>
          </p:grpSpPr>
          <p:cxnSp>
            <p:nvCxnSpPr>
              <p:cNvPr id="602" name="직선 연결선 601">
                <a:extLst>
                  <a:ext uri="{FF2B5EF4-FFF2-40B4-BE49-F238E27FC236}">
                    <a16:creationId xmlns:a16="http://schemas.microsoft.com/office/drawing/2014/main" id="{1DC01AAF-25BC-BFBC-2F4F-07183D4AA265}"/>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3" name="직선 연결선 602">
                <a:extLst>
                  <a:ext uri="{FF2B5EF4-FFF2-40B4-BE49-F238E27FC236}">
                    <a16:creationId xmlns:a16="http://schemas.microsoft.com/office/drawing/2014/main" id="{15F79CD3-BA3D-8853-D432-83A703B5FCED}"/>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4" name="직선 연결선 603">
                <a:extLst>
                  <a:ext uri="{FF2B5EF4-FFF2-40B4-BE49-F238E27FC236}">
                    <a16:creationId xmlns:a16="http://schemas.microsoft.com/office/drawing/2014/main" id="{835F73F7-355C-B171-D60F-6FC491465318}"/>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직선 연결선 604">
                <a:extLst>
                  <a:ext uri="{FF2B5EF4-FFF2-40B4-BE49-F238E27FC236}">
                    <a16:creationId xmlns:a16="http://schemas.microsoft.com/office/drawing/2014/main" id="{DFDDC83E-633E-8D94-9086-DD5AF4287EA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6" name="직선 연결선 605">
                <a:extLst>
                  <a:ext uri="{FF2B5EF4-FFF2-40B4-BE49-F238E27FC236}">
                    <a16:creationId xmlns:a16="http://schemas.microsoft.com/office/drawing/2014/main" id="{7C8EC649-CAAA-3720-9D24-91671F7256E6}"/>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7" name="직선 연결선 606">
                <a:extLst>
                  <a:ext uri="{FF2B5EF4-FFF2-40B4-BE49-F238E27FC236}">
                    <a16:creationId xmlns:a16="http://schemas.microsoft.com/office/drawing/2014/main" id="{87DD194F-1EA3-00D0-FA80-36C55ADE374B}"/>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8" name="직선 연결선 607">
                <a:extLst>
                  <a:ext uri="{FF2B5EF4-FFF2-40B4-BE49-F238E27FC236}">
                    <a16:creationId xmlns:a16="http://schemas.microsoft.com/office/drawing/2014/main" id="{4738FE76-6B87-4DC2-1641-38812E74B267}"/>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9" name="직선 연결선 608">
                <a:extLst>
                  <a:ext uri="{FF2B5EF4-FFF2-40B4-BE49-F238E27FC236}">
                    <a16:creationId xmlns:a16="http://schemas.microsoft.com/office/drawing/2014/main" id="{8430EABE-0003-6D57-AC4F-DD06D165B6D6}"/>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0" name="직선 연결선 609">
                <a:extLst>
                  <a:ext uri="{FF2B5EF4-FFF2-40B4-BE49-F238E27FC236}">
                    <a16:creationId xmlns:a16="http://schemas.microsoft.com/office/drawing/2014/main" id="{C1F9D459-6C25-18B3-943D-D4274623C153}"/>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직선 연결선 610">
                <a:extLst>
                  <a:ext uri="{FF2B5EF4-FFF2-40B4-BE49-F238E27FC236}">
                    <a16:creationId xmlns:a16="http://schemas.microsoft.com/office/drawing/2014/main" id="{A6B630B0-2AF9-51CD-3F4E-CA7329889DAB}"/>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직선 연결선 611">
                <a:extLst>
                  <a:ext uri="{FF2B5EF4-FFF2-40B4-BE49-F238E27FC236}">
                    <a16:creationId xmlns:a16="http://schemas.microsoft.com/office/drawing/2014/main" id="{4F6D1181-3317-0DA5-BF3C-B024F001D815}"/>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3" name="직선 연결선 612">
                <a:extLst>
                  <a:ext uri="{FF2B5EF4-FFF2-40B4-BE49-F238E27FC236}">
                    <a16:creationId xmlns:a16="http://schemas.microsoft.com/office/drawing/2014/main" id="{AC39E24F-BCE4-AEA3-3E5B-A45603A06A4A}"/>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4" name="직선 연결선 613">
                <a:extLst>
                  <a:ext uri="{FF2B5EF4-FFF2-40B4-BE49-F238E27FC236}">
                    <a16:creationId xmlns:a16="http://schemas.microsoft.com/office/drawing/2014/main" id="{5257D897-B154-794F-525A-3256D5180A87}"/>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5" name="직선 연결선 614">
                <a:extLst>
                  <a:ext uri="{FF2B5EF4-FFF2-40B4-BE49-F238E27FC236}">
                    <a16:creationId xmlns:a16="http://schemas.microsoft.com/office/drawing/2014/main" id="{2AB75880-A37C-56AB-23B2-C6F92572D560}"/>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직선 연결선 615">
                <a:extLst>
                  <a:ext uri="{FF2B5EF4-FFF2-40B4-BE49-F238E27FC236}">
                    <a16:creationId xmlns:a16="http://schemas.microsoft.com/office/drawing/2014/main" id="{600DA55B-FAC5-5818-BD5B-CD14AD24C0ED}"/>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직선 연결선 616">
                <a:extLst>
                  <a:ext uri="{FF2B5EF4-FFF2-40B4-BE49-F238E27FC236}">
                    <a16:creationId xmlns:a16="http://schemas.microsoft.com/office/drawing/2014/main" id="{798892F7-3B5E-9788-0EA3-BEE2EF6242C2}"/>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8" name="그룹 617">
              <a:extLst>
                <a:ext uri="{FF2B5EF4-FFF2-40B4-BE49-F238E27FC236}">
                  <a16:creationId xmlns:a16="http://schemas.microsoft.com/office/drawing/2014/main" id="{619DB5FA-6512-CE66-84DB-C7EDBBE80E0A}"/>
                </a:ext>
              </a:extLst>
            </p:cNvPr>
            <p:cNvGrpSpPr/>
            <p:nvPr/>
          </p:nvGrpSpPr>
          <p:grpSpPr>
            <a:xfrm>
              <a:off x="3524314" y="5495035"/>
              <a:ext cx="496830" cy="148744"/>
              <a:chOff x="1430856" y="2741794"/>
              <a:chExt cx="496830" cy="148744"/>
            </a:xfrm>
          </p:grpSpPr>
          <p:cxnSp>
            <p:nvCxnSpPr>
              <p:cNvPr id="619" name="직선 연결선 618">
                <a:extLst>
                  <a:ext uri="{FF2B5EF4-FFF2-40B4-BE49-F238E27FC236}">
                    <a16:creationId xmlns:a16="http://schemas.microsoft.com/office/drawing/2014/main" id="{B266AA08-6487-00AF-4476-C7F97193E25E}"/>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0" name="직선 연결선 619">
                <a:extLst>
                  <a:ext uri="{FF2B5EF4-FFF2-40B4-BE49-F238E27FC236}">
                    <a16:creationId xmlns:a16="http://schemas.microsoft.com/office/drawing/2014/main" id="{9F327CF5-5E40-D514-24C0-A1565DEC299C}"/>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1" name="직선 연결선 620">
                <a:extLst>
                  <a:ext uri="{FF2B5EF4-FFF2-40B4-BE49-F238E27FC236}">
                    <a16:creationId xmlns:a16="http://schemas.microsoft.com/office/drawing/2014/main" id="{730A06FA-3D63-95AC-B98E-CD233AA5924F}"/>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직선 연결선 621">
                <a:extLst>
                  <a:ext uri="{FF2B5EF4-FFF2-40B4-BE49-F238E27FC236}">
                    <a16:creationId xmlns:a16="http://schemas.microsoft.com/office/drawing/2014/main" id="{A12134A3-3FB8-CC31-8D6A-E6CD69B30736}"/>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직선 연결선 622">
                <a:extLst>
                  <a:ext uri="{FF2B5EF4-FFF2-40B4-BE49-F238E27FC236}">
                    <a16:creationId xmlns:a16="http://schemas.microsoft.com/office/drawing/2014/main" id="{537A8982-16DB-9A0D-18E9-1B9E1F10104F}"/>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직선 연결선 623">
                <a:extLst>
                  <a:ext uri="{FF2B5EF4-FFF2-40B4-BE49-F238E27FC236}">
                    <a16:creationId xmlns:a16="http://schemas.microsoft.com/office/drawing/2014/main" id="{7A2536A3-4287-09FE-FC7E-184557BDF1BF}"/>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5" name="직선 연결선 624">
                <a:extLst>
                  <a:ext uri="{FF2B5EF4-FFF2-40B4-BE49-F238E27FC236}">
                    <a16:creationId xmlns:a16="http://schemas.microsoft.com/office/drawing/2014/main" id="{713162F3-D5AA-04D2-C2B0-03A548EBB130}"/>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직선 연결선 625">
                <a:extLst>
                  <a:ext uri="{FF2B5EF4-FFF2-40B4-BE49-F238E27FC236}">
                    <a16:creationId xmlns:a16="http://schemas.microsoft.com/office/drawing/2014/main" id="{FAFA9CF7-1E82-B5D6-8595-A6B14D146DDA}"/>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직선 연결선 626">
                <a:extLst>
                  <a:ext uri="{FF2B5EF4-FFF2-40B4-BE49-F238E27FC236}">
                    <a16:creationId xmlns:a16="http://schemas.microsoft.com/office/drawing/2014/main" id="{5ED2E21C-DCB0-A1A5-59B9-472402AEE8D6}"/>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직선 연결선 627">
                <a:extLst>
                  <a:ext uri="{FF2B5EF4-FFF2-40B4-BE49-F238E27FC236}">
                    <a16:creationId xmlns:a16="http://schemas.microsoft.com/office/drawing/2014/main" id="{56113EBA-CF74-5038-E70E-3E0777C8A1D9}"/>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직선 연결선 628">
                <a:extLst>
                  <a:ext uri="{FF2B5EF4-FFF2-40B4-BE49-F238E27FC236}">
                    <a16:creationId xmlns:a16="http://schemas.microsoft.com/office/drawing/2014/main" id="{2A576045-EEE3-DDDF-A7A9-9D8E6E4BA128}"/>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0" name="직선 연결선 629">
                <a:extLst>
                  <a:ext uri="{FF2B5EF4-FFF2-40B4-BE49-F238E27FC236}">
                    <a16:creationId xmlns:a16="http://schemas.microsoft.com/office/drawing/2014/main" id="{D1FD245D-B2AC-A0A2-DF80-F806983232C2}"/>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1" name="직선 연결선 630">
                <a:extLst>
                  <a:ext uri="{FF2B5EF4-FFF2-40B4-BE49-F238E27FC236}">
                    <a16:creationId xmlns:a16="http://schemas.microsoft.com/office/drawing/2014/main" id="{C1909EF1-AF0D-18E2-B075-0CDAF565DF40}"/>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2" name="직선 연결선 631">
                <a:extLst>
                  <a:ext uri="{FF2B5EF4-FFF2-40B4-BE49-F238E27FC236}">
                    <a16:creationId xmlns:a16="http://schemas.microsoft.com/office/drawing/2014/main" id="{6FCFCA54-38BF-230B-E654-8252B80B711B}"/>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 name="직선 연결선 632">
                <a:extLst>
                  <a:ext uri="{FF2B5EF4-FFF2-40B4-BE49-F238E27FC236}">
                    <a16:creationId xmlns:a16="http://schemas.microsoft.com/office/drawing/2014/main" id="{5672537D-C049-FA79-5261-F5EE1F7BA120}"/>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직선 연결선 633">
                <a:extLst>
                  <a:ext uri="{FF2B5EF4-FFF2-40B4-BE49-F238E27FC236}">
                    <a16:creationId xmlns:a16="http://schemas.microsoft.com/office/drawing/2014/main" id="{260B9853-3897-188D-84B4-553680248142}"/>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5" name="그룹 634">
              <a:extLst>
                <a:ext uri="{FF2B5EF4-FFF2-40B4-BE49-F238E27FC236}">
                  <a16:creationId xmlns:a16="http://schemas.microsoft.com/office/drawing/2014/main" id="{6AA677EE-6E03-C7FF-BA18-BA8CA999797E}"/>
                </a:ext>
              </a:extLst>
            </p:cNvPr>
            <p:cNvGrpSpPr/>
            <p:nvPr/>
          </p:nvGrpSpPr>
          <p:grpSpPr>
            <a:xfrm>
              <a:off x="4057909" y="5493887"/>
              <a:ext cx="496830" cy="148744"/>
              <a:chOff x="1430856" y="2741794"/>
              <a:chExt cx="496830" cy="148744"/>
            </a:xfrm>
          </p:grpSpPr>
          <p:cxnSp>
            <p:nvCxnSpPr>
              <p:cNvPr id="636" name="직선 연결선 635">
                <a:extLst>
                  <a:ext uri="{FF2B5EF4-FFF2-40B4-BE49-F238E27FC236}">
                    <a16:creationId xmlns:a16="http://schemas.microsoft.com/office/drawing/2014/main" id="{C7C6F063-7761-ACD2-91B1-A112688E4721}"/>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직선 연결선 636">
                <a:extLst>
                  <a:ext uri="{FF2B5EF4-FFF2-40B4-BE49-F238E27FC236}">
                    <a16:creationId xmlns:a16="http://schemas.microsoft.com/office/drawing/2014/main" id="{B6F9FB1D-2F53-B2FE-825E-F5ED8943DC00}"/>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8" name="직선 연결선 637">
                <a:extLst>
                  <a:ext uri="{FF2B5EF4-FFF2-40B4-BE49-F238E27FC236}">
                    <a16:creationId xmlns:a16="http://schemas.microsoft.com/office/drawing/2014/main" id="{F319895A-0EE8-80B6-A685-C63B3D4A82AC}"/>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9" name="직선 연결선 638">
                <a:extLst>
                  <a:ext uri="{FF2B5EF4-FFF2-40B4-BE49-F238E27FC236}">
                    <a16:creationId xmlns:a16="http://schemas.microsoft.com/office/drawing/2014/main" id="{DD579CB0-22AE-2C38-B02B-95EDD562956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직선 연결선 639">
                <a:extLst>
                  <a:ext uri="{FF2B5EF4-FFF2-40B4-BE49-F238E27FC236}">
                    <a16:creationId xmlns:a16="http://schemas.microsoft.com/office/drawing/2014/main" id="{A189D250-4D56-80D2-5DB8-B43D94777D9A}"/>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직선 연결선 640">
                <a:extLst>
                  <a:ext uri="{FF2B5EF4-FFF2-40B4-BE49-F238E27FC236}">
                    <a16:creationId xmlns:a16="http://schemas.microsoft.com/office/drawing/2014/main" id="{F8902D30-54AF-0315-5AF9-D7572EE3EB03}"/>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직선 연결선 641">
                <a:extLst>
                  <a:ext uri="{FF2B5EF4-FFF2-40B4-BE49-F238E27FC236}">
                    <a16:creationId xmlns:a16="http://schemas.microsoft.com/office/drawing/2014/main" id="{83D7F039-3043-D53A-1079-06F556019770}"/>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3" name="직선 연결선 642">
                <a:extLst>
                  <a:ext uri="{FF2B5EF4-FFF2-40B4-BE49-F238E27FC236}">
                    <a16:creationId xmlns:a16="http://schemas.microsoft.com/office/drawing/2014/main" id="{C98B0B41-BE27-69AE-BF35-29045F1F4F8B}"/>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직선 연결선 643">
                <a:extLst>
                  <a:ext uri="{FF2B5EF4-FFF2-40B4-BE49-F238E27FC236}">
                    <a16:creationId xmlns:a16="http://schemas.microsoft.com/office/drawing/2014/main" id="{31392634-1E9F-41B7-BBFF-0924FB7AC6C0}"/>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직선 연결선 644">
                <a:extLst>
                  <a:ext uri="{FF2B5EF4-FFF2-40B4-BE49-F238E27FC236}">
                    <a16:creationId xmlns:a16="http://schemas.microsoft.com/office/drawing/2014/main" id="{CDCAD522-FDA6-80E3-78EA-BD7B4A7B8BB0}"/>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직선 연결선 645">
                <a:extLst>
                  <a:ext uri="{FF2B5EF4-FFF2-40B4-BE49-F238E27FC236}">
                    <a16:creationId xmlns:a16="http://schemas.microsoft.com/office/drawing/2014/main" id="{808264E9-5A1B-2794-6680-1B3A9207565C}"/>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7" name="직선 연결선 646">
                <a:extLst>
                  <a:ext uri="{FF2B5EF4-FFF2-40B4-BE49-F238E27FC236}">
                    <a16:creationId xmlns:a16="http://schemas.microsoft.com/office/drawing/2014/main" id="{121AF42D-9259-70F7-5AEE-8CC28BB3C122}"/>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8" name="직선 연결선 647">
                <a:extLst>
                  <a:ext uri="{FF2B5EF4-FFF2-40B4-BE49-F238E27FC236}">
                    <a16:creationId xmlns:a16="http://schemas.microsoft.com/office/drawing/2014/main" id="{3071738C-F8BD-88EC-F90C-3D215AFA3F0C}"/>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9" name="직선 연결선 648">
                <a:extLst>
                  <a:ext uri="{FF2B5EF4-FFF2-40B4-BE49-F238E27FC236}">
                    <a16:creationId xmlns:a16="http://schemas.microsoft.com/office/drawing/2014/main" id="{45AEBAD0-9F82-5E7D-7936-C2ABB1755D1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0" name="직선 연결선 649">
                <a:extLst>
                  <a:ext uri="{FF2B5EF4-FFF2-40B4-BE49-F238E27FC236}">
                    <a16:creationId xmlns:a16="http://schemas.microsoft.com/office/drawing/2014/main" id="{F0D9ABC2-D9CE-1207-D71B-F8ED7B3F180F}"/>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1" name="직선 연결선 650">
                <a:extLst>
                  <a:ext uri="{FF2B5EF4-FFF2-40B4-BE49-F238E27FC236}">
                    <a16:creationId xmlns:a16="http://schemas.microsoft.com/office/drawing/2014/main" id="{5BB8FC8B-8811-68F1-81F9-9FC0B4234A28}"/>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2" name="그룹 651">
              <a:extLst>
                <a:ext uri="{FF2B5EF4-FFF2-40B4-BE49-F238E27FC236}">
                  <a16:creationId xmlns:a16="http://schemas.microsoft.com/office/drawing/2014/main" id="{64D2B07B-3715-2871-18BE-FFCF85A80451}"/>
                </a:ext>
              </a:extLst>
            </p:cNvPr>
            <p:cNvGrpSpPr/>
            <p:nvPr/>
          </p:nvGrpSpPr>
          <p:grpSpPr>
            <a:xfrm>
              <a:off x="4588042" y="5495177"/>
              <a:ext cx="490299" cy="149433"/>
              <a:chOff x="1430856" y="2740291"/>
              <a:chExt cx="490299" cy="149433"/>
            </a:xfrm>
          </p:grpSpPr>
          <p:cxnSp>
            <p:nvCxnSpPr>
              <p:cNvPr id="653" name="직선 연결선 652">
                <a:extLst>
                  <a:ext uri="{FF2B5EF4-FFF2-40B4-BE49-F238E27FC236}">
                    <a16:creationId xmlns:a16="http://schemas.microsoft.com/office/drawing/2014/main" id="{95D32125-CC15-76F0-C4ED-1393C4C3159E}"/>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4" name="직선 연결선 653">
                <a:extLst>
                  <a:ext uri="{FF2B5EF4-FFF2-40B4-BE49-F238E27FC236}">
                    <a16:creationId xmlns:a16="http://schemas.microsoft.com/office/drawing/2014/main" id="{CB193820-1B96-9F0F-D3F3-A3215E65DB3B}"/>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5" name="직선 연결선 654">
                <a:extLst>
                  <a:ext uri="{FF2B5EF4-FFF2-40B4-BE49-F238E27FC236}">
                    <a16:creationId xmlns:a16="http://schemas.microsoft.com/office/drawing/2014/main" id="{EA6078F6-80B7-4413-7E80-B5A69C0B4CD2}"/>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6" name="직선 연결선 655">
                <a:extLst>
                  <a:ext uri="{FF2B5EF4-FFF2-40B4-BE49-F238E27FC236}">
                    <a16:creationId xmlns:a16="http://schemas.microsoft.com/office/drawing/2014/main" id="{3A2BA63D-636B-16E7-AE93-A9FC7954AD55}"/>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7" name="직선 연결선 656">
                <a:extLst>
                  <a:ext uri="{FF2B5EF4-FFF2-40B4-BE49-F238E27FC236}">
                    <a16:creationId xmlns:a16="http://schemas.microsoft.com/office/drawing/2014/main" id="{8D497CA3-C408-E83D-CDDE-E03E4AF7A5C1}"/>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8" name="직선 연결선 657">
                <a:extLst>
                  <a:ext uri="{FF2B5EF4-FFF2-40B4-BE49-F238E27FC236}">
                    <a16:creationId xmlns:a16="http://schemas.microsoft.com/office/drawing/2014/main" id="{349F76CE-6D2F-378B-B5DB-1E34E2CFEEBC}"/>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9" name="직선 연결선 658">
                <a:extLst>
                  <a:ext uri="{FF2B5EF4-FFF2-40B4-BE49-F238E27FC236}">
                    <a16:creationId xmlns:a16="http://schemas.microsoft.com/office/drawing/2014/main" id="{B27E1094-36E8-BBC2-AFF9-061A3499E300}"/>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0" name="직선 연결선 659">
                <a:extLst>
                  <a:ext uri="{FF2B5EF4-FFF2-40B4-BE49-F238E27FC236}">
                    <a16:creationId xmlns:a16="http://schemas.microsoft.com/office/drawing/2014/main" id="{644E7C4D-ABAF-0918-AF41-C25AA7B149EF}"/>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1" name="직선 연결선 660">
                <a:extLst>
                  <a:ext uri="{FF2B5EF4-FFF2-40B4-BE49-F238E27FC236}">
                    <a16:creationId xmlns:a16="http://schemas.microsoft.com/office/drawing/2014/main" id="{EC9292EB-72C3-FB7E-408B-17F54582855F}"/>
                  </a:ext>
                </a:extLst>
              </p:cNvPr>
              <p:cNvCxnSpPr>
                <a:cxnSpLocks/>
              </p:cNvCxnSpPr>
              <p:nvPr/>
            </p:nvCxnSpPr>
            <p:spPr>
              <a:xfrm>
                <a:off x="1695262" y="274436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2" name="직선 연결선 661">
                <a:extLst>
                  <a:ext uri="{FF2B5EF4-FFF2-40B4-BE49-F238E27FC236}">
                    <a16:creationId xmlns:a16="http://schemas.microsoft.com/office/drawing/2014/main" id="{FA194E73-23F3-D108-BD75-79C4FDED7DF8}"/>
                  </a:ext>
                </a:extLst>
              </p:cNvPr>
              <p:cNvCxnSpPr>
                <a:cxnSpLocks/>
              </p:cNvCxnSpPr>
              <p:nvPr/>
            </p:nvCxnSpPr>
            <p:spPr>
              <a:xfrm>
                <a:off x="1727673" y="27429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3" name="직선 연결선 662">
                <a:extLst>
                  <a:ext uri="{FF2B5EF4-FFF2-40B4-BE49-F238E27FC236}">
                    <a16:creationId xmlns:a16="http://schemas.microsoft.com/office/drawing/2014/main" id="{93510E12-3CF5-C01A-DA3B-8F142EE3821B}"/>
                  </a:ext>
                </a:extLst>
              </p:cNvPr>
              <p:cNvCxnSpPr>
                <a:cxnSpLocks/>
              </p:cNvCxnSpPr>
              <p:nvPr/>
            </p:nvCxnSpPr>
            <p:spPr>
              <a:xfrm>
                <a:off x="1758813" y="274211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4" name="직선 연결선 663">
                <a:extLst>
                  <a:ext uri="{FF2B5EF4-FFF2-40B4-BE49-F238E27FC236}">
                    <a16:creationId xmlns:a16="http://schemas.microsoft.com/office/drawing/2014/main" id="{D7A2F83A-6A71-C0F1-E1B2-CC5F827080BD}"/>
                  </a:ext>
                </a:extLst>
              </p:cNvPr>
              <p:cNvCxnSpPr>
                <a:cxnSpLocks/>
              </p:cNvCxnSpPr>
              <p:nvPr/>
            </p:nvCxnSpPr>
            <p:spPr>
              <a:xfrm>
                <a:off x="1791224" y="274071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5" name="직선 연결선 664">
                <a:extLst>
                  <a:ext uri="{FF2B5EF4-FFF2-40B4-BE49-F238E27FC236}">
                    <a16:creationId xmlns:a16="http://schemas.microsoft.com/office/drawing/2014/main" id="{F999584F-CA3B-2805-3F2C-C2992E06B414}"/>
                  </a:ext>
                </a:extLst>
              </p:cNvPr>
              <p:cNvCxnSpPr>
                <a:cxnSpLocks/>
              </p:cNvCxnSpPr>
              <p:nvPr/>
            </p:nvCxnSpPr>
            <p:spPr>
              <a:xfrm>
                <a:off x="1825193" y="27417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6" name="직선 연결선 665">
                <a:extLst>
                  <a:ext uri="{FF2B5EF4-FFF2-40B4-BE49-F238E27FC236}">
                    <a16:creationId xmlns:a16="http://schemas.microsoft.com/office/drawing/2014/main" id="{DE891244-96C5-3F41-C634-E4E529EE7A17}"/>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7" name="직선 연결선 666">
                <a:extLst>
                  <a:ext uri="{FF2B5EF4-FFF2-40B4-BE49-F238E27FC236}">
                    <a16:creationId xmlns:a16="http://schemas.microsoft.com/office/drawing/2014/main" id="{C89487C9-FB2D-A8AC-1503-D454EA6724CE}"/>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8" name="직선 연결선 667">
                <a:extLst>
                  <a:ext uri="{FF2B5EF4-FFF2-40B4-BE49-F238E27FC236}">
                    <a16:creationId xmlns:a16="http://schemas.microsoft.com/office/drawing/2014/main" id="{614347AA-BF06-EBE8-76E1-D698E64BFD22}"/>
                  </a:ext>
                </a:extLst>
              </p:cNvPr>
              <p:cNvCxnSpPr>
                <a:cxnSpLocks/>
              </p:cNvCxnSpPr>
              <p:nvPr/>
            </p:nvCxnSpPr>
            <p:spPr>
              <a:xfrm>
                <a:off x="1921155" y="2740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1" name="직선 연결선 670">
              <a:extLst>
                <a:ext uri="{FF2B5EF4-FFF2-40B4-BE49-F238E27FC236}">
                  <a16:creationId xmlns:a16="http://schemas.microsoft.com/office/drawing/2014/main" id="{6E74E716-5E20-FDAE-0D9D-8B159769EFE2}"/>
                </a:ext>
              </a:extLst>
            </p:cNvPr>
            <p:cNvCxnSpPr>
              <a:cxnSpLocks/>
            </p:cNvCxnSpPr>
            <p:nvPr/>
          </p:nvCxnSpPr>
          <p:spPr>
            <a:xfrm flipV="1">
              <a:off x="1185841" y="6912379"/>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72" name="직사각형 671">
              <a:extLst>
                <a:ext uri="{FF2B5EF4-FFF2-40B4-BE49-F238E27FC236}">
                  <a16:creationId xmlns:a16="http://schemas.microsoft.com/office/drawing/2014/main" id="{94E6C9DD-82AE-0160-A4F5-180635AEF62C}"/>
                </a:ext>
              </a:extLst>
            </p:cNvPr>
            <p:cNvSpPr/>
            <p:nvPr/>
          </p:nvSpPr>
          <p:spPr>
            <a:xfrm>
              <a:off x="817178" y="681538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SCLKO</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73" name="그룹 672">
              <a:extLst>
                <a:ext uri="{FF2B5EF4-FFF2-40B4-BE49-F238E27FC236}">
                  <a16:creationId xmlns:a16="http://schemas.microsoft.com/office/drawing/2014/main" id="{C5EFD178-AFD7-4FBA-6041-8622226E7129}"/>
                </a:ext>
              </a:extLst>
            </p:cNvPr>
            <p:cNvGrpSpPr/>
            <p:nvPr/>
          </p:nvGrpSpPr>
          <p:grpSpPr>
            <a:xfrm>
              <a:off x="3230090" y="6768651"/>
              <a:ext cx="1877715" cy="153148"/>
              <a:chOff x="3269598" y="3776660"/>
              <a:chExt cx="1877715" cy="153148"/>
            </a:xfrm>
          </p:grpSpPr>
          <p:sp>
            <p:nvSpPr>
              <p:cNvPr id="674" name="직사각형 673">
                <a:extLst>
                  <a:ext uri="{FF2B5EF4-FFF2-40B4-BE49-F238E27FC236}">
                    <a16:creationId xmlns:a16="http://schemas.microsoft.com/office/drawing/2014/main" id="{E317D598-C480-5973-036A-582FD5AC6CAF}"/>
                  </a:ext>
                </a:extLst>
              </p:cNvPr>
              <p:cNvSpPr/>
              <p:nvPr/>
            </p:nvSpPr>
            <p:spPr>
              <a:xfrm>
                <a:off x="3269598" y="3776919"/>
                <a:ext cx="1877715"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675" name="직선 연결선 674">
                <a:extLst>
                  <a:ext uri="{FF2B5EF4-FFF2-40B4-BE49-F238E27FC236}">
                    <a16:creationId xmlns:a16="http://schemas.microsoft.com/office/drawing/2014/main" id="{9B4D7605-B247-BD67-7BD6-9A64238181F8}"/>
                  </a:ext>
                </a:extLst>
              </p:cNvPr>
              <p:cNvCxnSpPr>
                <a:cxnSpLocks/>
              </p:cNvCxnSpPr>
              <p:nvPr/>
            </p:nvCxnSpPr>
            <p:spPr>
              <a:xfrm>
                <a:off x="3299212" y="378073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6" name="직선 연결선 675">
                <a:extLst>
                  <a:ext uri="{FF2B5EF4-FFF2-40B4-BE49-F238E27FC236}">
                    <a16:creationId xmlns:a16="http://schemas.microsoft.com/office/drawing/2014/main" id="{DCFB0B74-ED79-C7FE-877A-D5EE9DE76695}"/>
                  </a:ext>
                </a:extLst>
              </p:cNvPr>
              <p:cNvCxnSpPr>
                <a:cxnSpLocks/>
              </p:cNvCxnSpPr>
              <p:nvPr/>
            </p:nvCxnSpPr>
            <p:spPr>
              <a:xfrm>
                <a:off x="3336041" y="377933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7" name="직선 연결선 676">
                <a:extLst>
                  <a:ext uri="{FF2B5EF4-FFF2-40B4-BE49-F238E27FC236}">
                    <a16:creationId xmlns:a16="http://schemas.microsoft.com/office/drawing/2014/main" id="{6A7D8637-E58C-4004-25A9-6905B145E542}"/>
                  </a:ext>
                </a:extLst>
              </p:cNvPr>
              <p:cNvCxnSpPr>
                <a:cxnSpLocks/>
              </p:cNvCxnSpPr>
              <p:nvPr/>
            </p:nvCxnSpPr>
            <p:spPr>
              <a:xfrm>
                <a:off x="3369390" y="3778483"/>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8" name="직선 연결선 677">
                <a:extLst>
                  <a:ext uri="{FF2B5EF4-FFF2-40B4-BE49-F238E27FC236}">
                    <a16:creationId xmlns:a16="http://schemas.microsoft.com/office/drawing/2014/main" id="{312B1E0A-FD30-951B-5809-B97703383699}"/>
                  </a:ext>
                </a:extLst>
              </p:cNvPr>
              <p:cNvCxnSpPr>
                <a:cxnSpLocks/>
              </p:cNvCxnSpPr>
              <p:nvPr/>
            </p:nvCxnSpPr>
            <p:spPr>
              <a:xfrm>
                <a:off x="3399592" y="37770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9" name="직선 연결선 678">
                <a:extLst>
                  <a:ext uri="{FF2B5EF4-FFF2-40B4-BE49-F238E27FC236}">
                    <a16:creationId xmlns:a16="http://schemas.microsoft.com/office/drawing/2014/main" id="{595FAD51-5321-3DB4-ACD6-D1C2DE72B5CB}"/>
                  </a:ext>
                </a:extLst>
              </p:cNvPr>
              <p:cNvCxnSpPr>
                <a:cxnSpLocks/>
              </p:cNvCxnSpPr>
              <p:nvPr/>
            </p:nvCxnSpPr>
            <p:spPr>
              <a:xfrm>
                <a:off x="3431352" y="377812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0" name="직선 연결선 679">
                <a:extLst>
                  <a:ext uri="{FF2B5EF4-FFF2-40B4-BE49-F238E27FC236}">
                    <a16:creationId xmlns:a16="http://schemas.microsoft.com/office/drawing/2014/main" id="{86DB26B0-1261-A00E-1EEE-5A1FBBC6B804}"/>
                  </a:ext>
                </a:extLst>
              </p:cNvPr>
              <p:cNvCxnSpPr>
                <a:cxnSpLocks/>
              </p:cNvCxnSpPr>
              <p:nvPr/>
            </p:nvCxnSpPr>
            <p:spPr>
              <a:xfrm>
                <a:off x="3463731" y="377673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1" name="직선 연결선 680">
                <a:extLst>
                  <a:ext uri="{FF2B5EF4-FFF2-40B4-BE49-F238E27FC236}">
                    <a16:creationId xmlns:a16="http://schemas.microsoft.com/office/drawing/2014/main" id="{CDE12A84-6090-F4F4-41B0-F0B0EE29CF66}"/>
                  </a:ext>
                </a:extLst>
              </p:cNvPr>
              <p:cNvCxnSpPr>
                <a:cxnSpLocks/>
              </p:cNvCxnSpPr>
              <p:nvPr/>
            </p:nvCxnSpPr>
            <p:spPr>
              <a:xfrm>
                <a:off x="3499289" y="377805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2" name="직선 연결선 681">
                <a:extLst>
                  <a:ext uri="{FF2B5EF4-FFF2-40B4-BE49-F238E27FC236}">
                    <a16:creationId xmlns:a16="http://schemas.microsoft.com/office/drawing/2014/main" id="{73DD4FFE-ACA0-0CAB-D189-F111D06C5040}"/>
                  </a:ext>
                </a:extLst>
              </p:cNvPr>
              <p:cNvCxnSpPr>
                <a:cxnSpLocks/>
              </p:cNvCxnSpPr>
              <p:nvPr/>
            </p:nvCxnSpPr>
            <p:spPr>
              <a:xfrm>
                <a:off x="3533845" y="37766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3" name="그룹 682">
                <a:extLst>
                  <a:ext uri="{FF2B5EF4-FFF2-40B4-BE49-F238E27FC236}">
                    <a16:creationId xmlns:a16="http://schemas.microsoft.com/office/drawing/2014/main" id="{F4B11792-FAE9-132C-1319-BC944FD28657}"/>
                  </a:ext>
                </a:extLst>
              </p:cNvPr>
              <p:cNvGrpSpPr/>
              <p:nvPr/>
            </p:nvGrpSpPr>
            <p:grpSpPr>
              <a:xfrm>
                <a:off x="3562260" y="3780233"/>
                <a:ext cx="496830" cy="148744"/>
                <a:chOff x="1430856" y="2741794"/>
                <a:chExt cx="496830" cy="148744"/>
              </a:xfrm>
            </p:grpSpPr>
            <p:cxnSp>
              <p:nvCxnSpPr>
                <p:cNvPr id="718" name="직선 연결선 717">
                  <a:extLst>
                    <a:ext uri="{FF2B5EF4-FFF2-40B4-BE49-F238E27FC236}">
                      <a16:creationId xmlns:a16="http://schemas.microsoft.com/office/drawing/2014/main" id="{B8C04C01-48D3-34B4-507B-62C3D8E409D4}"/>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9" name="직선 연결선 718">
                  <a:extLst>
                    <a:ext uri="{FF2B5EF4-FFF2-40B4-BE49-F238E27FC236}">
                      <a16:creationId xmlns:a16="http://schemas.microsoft.com/office/drawing/2014/main" id="{53085DA1-DEFA-AB46-C749-267E102BFD24}"/>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0" name="직선 연결선 719">
                  <a:extLst>
                    <a:ext uri="{FF2B5EF4-FFF2-40B4-BE49-F238E27FC236}">
                      <a16:creationId xmlns:a16="http://schemas.microsoft.com/office/drawing/2014/main" id="{E3211A32-0F98-6456-6F2A-FF5C98A7FED2}"/>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1" name="직선 연결선 720">
                  <a:extLst>
                    <a:ext uri="{FF2B5EF4-FFF2-40B4-BE49-F238E27FC236}">
                      <a16:creationId xmlns:a16="http://schemas.microsoft.com/office/drawing/2014/main" id="{C2F88E8E-0939-95F9-72A6-C059E92A8780}"/>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2" name="직선 연결선 721">
                  <a:extLst>
                    <a:ext uri="{FF2B5EF4-FFF2-40B4-BE49-F238E27FC236}">
                      <a16:creationId xmlns:a16="http://schemas.microsoft.com/office/drawing/2014/main" id="{EBCB9624-1050-3548-B76D-68C5D8E91B61}"/>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3" name="직선 연결선 722">
                  <a:extLst>
                    <a:ext uri="{FF2B5EF4-FFF2-40B4-BE49-F238E27FC236}">
                      <a16:creationId xmlns:a16="http://schemas.microsoft.com/office/drawing/2014/main" id="{9A828441-FCFA-C4B5-DB0D-E265A07EDC19}"/>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4" name="직선 연결선 723">
                  <a:extLst>
                    <a:ext uri="{FF2B5EF4-FFF2-40B4-BE49-F238E27FC236}">
                      <a16:creationId xmlns:a16="http://schemas.microsoft.com/office/drawing/2014/main" id="{875C436C-2273-1769-E938-94A64FB22611}"/>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5" name="직선 연결선 724">
                  <a:extLst>
                    <a:ext uri="{FF2B5EF4-FFF2-40B4-BE49-F238E27FC236}">
                      <a16:creationId xmlns:a16="http://schemas.microsoft.com/office/drawing/2014/main" id="{08F89D69-60C2-013D-183C-2A817DB8899B}"/>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6" name="직선 연결선 725">
                  <a:extLst>
                    <a:ext uri="{FF2B5EF4-FFF2-40B4-BE49-F238E27FC236}">
                      <a16:creationId xmlns:a16="http://schemas.microsoft.com/office/drawing/2014/main" id="{E85F42BF-60A9-99B0-9D5C-43E94C16BBED}"/>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7" name="직선 연결선 726">
                  <a:extLst>
                    <a:ext uri="{FF2B5EF4-FFF2-40B4-BE49-F238E27FC236}">
                      <a16:creationId xmlns:a16="http://schemas.microsoft.com/office/drawing/2014/main" id="{ABEA6886-E4F4-A577-8283-537D92D1525F}"/>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8" name="직선 연결선 727">
                  <a:extLst>
                    <a:ext uri="{FF2B5EF4-FFF2-40B4-BE49-F238E27FC236}">
                      <a16:creationId xmlns:a16="http://schemas.microsoft.com/office/drawing/2014/main" id="{67F08B7C-06B3-710D-2AC2-CDE02E4F0FB0}"/>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9" name="직선 연결선 728">
                  <a:extLst>
                    <a:ext uri="{FF2B5EF4-FFF2-40B4-BE49-F238E27FC236}">
                      <a16:creationId xmlns:a16="http://schemas.microsoft.com/office/drawing/2014/main" id="{FEF37569-0040-A62E-0D7A-65B04358E3F6}"/>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0" name="직선 연결선 729">
                  <a:extLst>
                    <a:ext uri="{FF2B5EF4-FFF2-40B4-BE49-F238E27FC236}">
                      <a16:creationId xmlns:a16="http://schemas.microsoft.com/office/drawing/2014/main" id="{D6BE9374-D395-7855-19F4-B8AC8645B67D}"/>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1" name="직선 연결선 730">
                  <a:extLst>
                    <a:ext uri="{FF2B5EF4-FFF2-40B4-BE49-F238E27FC236}">
                      <a16:creationId xmlns:a16="http://schemas.microsoft.com/office/drawing/2014/main" id="{9C4B6020-481A-0421-5BE6-DD88B6FA0B5E}"/>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2" name="직선 연결선 731">
                  <a:extLst>
                    <a:ext uri="{FF2B5EF4-FFF2-40B4-BE49-F238E27FC236}">
                      <a16:creationId xmlns:a16="http://schemas.microsoft.com/office/drawing/2014/main" id="{C22D60F7-0725-7717-75F9-AD85E7AD5372}"/>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3" name="직선 연결선 732">
                  <a:extLst>
                    <a:ext uri="{FF2B5EF4-FFF2-40B4-BE49-F238E27FC236}">
                      <a16:creationId xmlns:a16="http://schemas.microsoft.com/office/drawing/2014/main" id="{F09B4F0D-52B4-C4A6-9081-A0F996366F49}"/>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4" name="그룹 683">
                <a:extLst>
                  <a:ext uri="{FF2B5EF4-FFF2-40B4-BE49-F238E27FC236}">
                    <a16:creationId xmlns:a16="http://schemas.microsoft.com/office/drawing/2014/main" id="{67B6391C-8E86-7C91-467A-9A357FBE6D9E}"/>
                  </a:ext>
                </a:extLst>
              </p:cNvPr>
              <p:cNvGrpSpPr/>
              <p:nvPr/>
            </p:nvGrpSpPr>
            <p:grpSpPr>
              <a:xfrm>
                <a:off x="4095855" y="3779085"/>
                <a:ext cx="496830" cy="148744"/>
                <a:chOff x="1430856" y="2741794"/>
                <a:chExt cx="496830" cy="148744"/>
              </a:xfrm>
            </p:grpSpPr>
            <p:cxnSp>
              <p:nvCxnSpPr>
                <p:cNvPr id="702" name="직선 연결선 701">
                  <a:extLst>
                    <a:ext uri="{FF2B5EF4-FFF2-40B4-BE49-F238E27FC236}">
                      <a16:creationId xmlns:a16="http://schemas.microsoft.com/office/drawing/2014/main" id="{FD3D7C34-A507-25BE-09D0-B09353942642}"/>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3" name="직선 연결선 702">
                  <a:extLst>
                    <a:ext uri="{FF2B5EF4-FFF2-40B4-BE49-F238E27FC236}">
                      <a16:creationId xmlns:a16="http://schemas.microsoft.com/office/drawing/2014/main" id="{20741C44-138B-5579-8536-8B068A0A42FE}"/>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직선 연결선 703">
                  <a:extLst>
                    <a:ext uri="{FF2B5EF4-FFF2-40B4-BE49-F238E27FC236}">
                      <a16:creationId xmlns:a16="http://schemas.microsoft.com/office/drawing/2014/main" id="{660DCEF5-4F15-3153-2CF7-2C7165E481D1}"/>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5" name="직선 연결선 704">
                  <a:extLst>
                    <a:ext uri="{FF2B5EF4-FFF2-40B4-BE49-F238E27FC236}">
                      <a16:creationId xmlns:a16="http://schemas.microsoft.com/office/drawing/2014/main" id="{77E7416C-8E1B-6E7B-ED33-E964882BE7E2}"/>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6" name="직선 연결선 705">
                  <a:extLst>
                    <a:ext uri="{FF2B5EF4-FFF2-40B4-BE49-F238E27FC236}">
                      <a16:creationId xmlns:a16="http://schemas.microsoft.com/office/drawing/2014/main" id="{125E05BB-3E94-25A8-AB38-27E3119F77FF}"/>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7" name="직선 연결선 706">
                  <a:extLst>
                    <a:ext uri="{FF2B5EF4-FFF2-40B4-BE49-F238E27FC236}">
                      <a16:creationId xmlns:a16="http://schemas.microsoft.com/office/drawing/2014/main" id="{B7B8007D-1ADC-82FD-0EDE-284631DB2CB2}"/>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8" name="직선 연결선 707">
                  <a:extLst>
                    <a:ext uri="{FF2B5EF4-FFF2-40B4-BE49-F238E27FC236}">
                      <a16:creationId xmlns:a16="http://schemas.microsoft.com/office/drawing/2014/main" id="{C190EA8F-4D3F-7BD4-A1B1-527D1420F016}"/>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9" name="직선 연결선 708">
                  <a:extLst>
                    <a:ext uri="{FF2B5EF4-FFF2-40B4-BE49-F238E27FC236}">
                      <a16:creationId xmlns:a16="http://schemas.microsoft.com/office/drawing/2014/main" id="{62710A66-C669-CF61-66D6-387ED939F975}"/>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0" name="직선 연결선 709">
                  <a:extLst>
                    <a:ext uri="{FF2B5EF4-FFF2-40B4-BE49-F238E27FC236}">
                      <a16:creationId xmlns:a16="http://schemas.microsoft.com/office/drawing/2014/main" id="{47C5302F-DEF0-83E7-9EEC-16B033D4E36F}"/>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1" name="직선 연결선 710">
                  <a:extLst>
                    <a:ext uri="{FF2B5EF4-FFF2-40B4-BE49-F238E27FC236}">
                      <a16:creationId xmlns:a16="http://schemas.microsoft.com/office/drawing/2014/main" id="{A9B5BBF2-6315-58E4-0A44-6797ED53697A}"/>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2" name="직선 연결선 711">
                  <a:extLst>
                    <a:ext uri="{FF2B5EF4-FFF2-40B4-BE49-F238E27FC236}">
                      <a16:creationId xmlns:a16="http://schemas.microsoft.com/office/drawing/2014/main" id="{B24F2A1B-689A-E5D6-5983-947CEB144AD4}"/>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3" name="직선 연결선 712">
                  <a:extLst>
                    <a:ext uri="{FF2B5EF4-FFF2-40B4-BE49-F238E27FC236}">
                      <a16:creationId xmlns:a16="http://schemas.microsoft.com/office/drawing/2014/main" id="{D2CBC5AA-2868-4F91-1494-CAA4BD6A7E47}"/>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4" name="직선 연결선 713">
                  <a:extLst>
                    <a:ext uri="{FF2B5EF4-FFF2-40B4-BE49-F238E27FC236}">
                      <a16:creationId xmlns:a16="http://schemas.microsoft.com/office/drawing/2014/main" id="{BF6D63D5-E15F-549C-74EE-DC4951C7EB71}"/>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5" name="직선 연결선 714">
                  <a:extLst>
                    <a:ext uri="{FF2B5EF4-FFF2-40B4-BE49-F238E27FC236}">
                      <a16:creationId xmlns:a16="http://schemas.microsoft.com/office/drawing/2014/main" id="{B23C9AF0-73DD-431E-5F69-E4CFA6DC787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6" name="직선 연결선 715">
                  <a:extLst>
                    <a:ext uri="{FF2B5EF4-FFF2-40B4-BE49-F238E27FC236}">
                      <a16:creationId xmlns:a16="http://schemas.microsoft.com/office/drawing/2014/main" id="{81376079-3570-ADD2-4BDD-466FAEB1C8ED}"/>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7" name="직선 연결선 716">
                  <a:extLst>
                    <a:ext uri="{FF2B5EF4-FFF2-40B4-BE49-F238E27FC236}">
                      <a16:creationId xmlns:a16="http://schemas.microsoft.com/office/drawing/2014/main" id="{3553772A-4B19-206B-3F1B-C8275A5A6626}"/>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5" name="그룹 684">
                <a:extLst>
                  <a:ext uri="{FF2B5EF4-FFF2-40B4-BE49-F238E27FC236}">
                    <a16:creationId xmlns:a16="http://schemas.microsoft.com/office/drawing/2014/main" id="{6481B412-21D5-9D57-88AE-677D35D2AC63}"/>
                  </a:ext>
                </a:extLst>
              </p:cNvPr>
              <p:cNvGrpSpPr/>
              <p:nvPr/>
            </p:nvGrpSpPr>
            <p:grpSpPr>
              <a:xfrm>
                <a:off x="4625988" y="3780375"/>
                <a:ext cx="490299" cy="149433"/>
                <a:chOff x="1430856" y="2740291"/>
                <a:chExt cx="490299" cy="149433"/>
              </a:xfrm>
            </p:grpSpPr>
            <p:cxnSp>
              <p:nvCxnSpPr>
                <p:cNvPr id="686" name="직선 연결선 685">
                  <a:extLst>
                    <a:ext uri="{FF2B5EF4-FFF2-40B4-BE49-F238E27FC236}">
                      <a16:creationId xmlns:a16="http://schemas.microsoft.com/office/drawing/2014/main" id="{D1B987B1-6000-5283-5062-EEC70550B8EA}"/>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7" name="직선 연결선 686">
                  <a:extLst>
                    <a:ext uri="{FF2B5EF4-FFF2-40B4-BE49-F238E27FC236}">
                      <a16:creationId xmlns:a16="http://schemas.microsoft.com/office/drawing/2014/main" id="{A5D1624F-DB44-35B8-C82E-37BB798C1B03}"/>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8" name="직선 연결선 687">
                  <a:extLst>
                    <a:ext uri="{FF2B5EF4-FFF2-40B4-BE49-F238E27FC236}">
                      <a16:creationId xmlns:a16="http://schemas.microsoft.com/office/drawing/2014/main" id="{DE0F848C-0F84-0EE8-23F3-5E493AA883D7}"/>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9" name="직선 연결선 688">
                  <a:extLst>
                    <a:ext uri="{FF2B5EF4-FFF2-40B4-BE49-F238E27FC236}">
                      <a16:creationId xmlns:a16="http://schemas.microsoft.com/office/drawing/2014/main" id="{80CF6097-6ECA-79CB-1A8D-98311CAD76B2}"/>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0" name="직선 연결선 689">
                  <a:extLst>
                    <a:ext uri="{FF2B5EF4-FFF2-40B4-BE49-F238E27FC236}">
                      <a16:creationId xmlns:a16="http://schemas.microsoft.com/office/drawing/2014/main" id="{993B04E7-EECC-8773-4103-7705D36063F9}"/>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1" name="직선 연결선 690">
                  <a:extLst>
                    <a:ext uri="{FF2B5EF4-FFF2-40B4-BE49-F238E27FC236}">
                      <a16:creationId xmlns:a16="http://schemas.microsoft.com/office/drawing/2014/main" id="{1698407A-2E61-B564-1191-9EF54D6023AA}"/>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2" name="직선 연결선 691">
                  <a:extLst>
                    <a:ext uri="{FF2B5EF4-FFF2-40B4-BE49-F238E27FC236}">
                      <a16:creationId xmlns:a16="http://schemas.microsoft.com/office/drawing/2014/main" id="{2ED312D1-D767-6F7D-1080-288D3535115C}"/>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3" name="직선 연결선 692">
                  <a:extLst>
                    <a:ext uri="{FF2B5EF4-FFF2-40B4-BE49-F238E27FC236}">
                      <a16:creationId xmlns:a16="http://schemas.microsoft.com/office/drawing/2014/main" id="{DF6F0BED-3E56-698C-A7C2-F897A0B8BC4C}"/>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4" name="직선 연결선 693">
                  <a:extLst>
                    <a:ext uri="{FF2B5EF4-FFF2-40B4-BE49-F238E27FC236}">
                      <a16:creationId xmlns:a16="http://schemas.microsoft.com/office/drawing/2014/main" id="{1A116DAA-0E94-F942-A9F5-F50316B14096}"/>
                    </a:ext>
                  </a:extLst>
                </p:cNvPr>
                <p:cNvCxnSpPr>
                  <a:cxnSpLocks/>
                </p:cNvCxnSpPr>
                <p:nvPr/>
              </p:nvCxnSpPr>
              <p:spPr>
                <a:xfrm>
                  <a:off x="1695262" y="274436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5" name="직선 연결선 694">
                  <a:extLst>
                    <a:ext uri="{FF2B5EF4-FFF2-40B4-BE49-F238E27FC236}">
                      <a16:creationId xmlns:a16="http://schemas.microsoft.com/office/drawing/2014/main" id="{78FF2073-85DA-831F-6931-82F0FC00A15E}"/>
                    </a:ext>
                  </a:extLst>
                </p:cNvPr>
                <p:cNvCxnSpPr>
                  <a:cxnSpLocks/>
                </p:cNvCxnSpPr>
                <p:nvPr/>
              </p:nvCxnSpPr>
              <p:spPr>
                <a:xfrm>
                  <a:off x="1727673" y="27429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6" name="직선 연결선 695">
                  <a:extLst>
                    <a:ext uri="{FF2B5EF4-FFF2-40B4-BE49-F238E27FC236}">
                      <a16:creationId xmlns:a16="http://schemas.microsoft.com/office/drawing/2014/main" id="{8EC32DE0-4C9F-FDD6-C816-033B33BBBB77}"/>
                    </a:ext>
                  </a:extLst>
                </p:cNvPr>
                <p:cNvCxnSpPr>
                  <a:cxnSpLocks/>
                </p:cNvCxnSpPr>
                <p:nvPr/>
              </p:nvCxnSpPr>
              <p:spPr>
                <a:xfrm>
                  <a:off x="1758813" y="274211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7" name="직선 연결선 696">
                  <a:extLst>
                    <a:ext uri="{FF2B5EF4-FFF2-40B4-BE49-F238E27FC236}">
                      <a16:creationId xmlns:a16="http://schemas.microsoft.com/office/drawing/2014/main" id="{E48A0728-7419-54F6-09BA-00204AC760B3}"/>
                    </a:ext>
                  </a:extLst>
                </p:cNvPr>
                <p:cNvCxnSpPr>
                  <a:cxnSpLocks/>
                </p:cNvCxnSpPr>
                <p:nvPr/>
              </p:nvCxnSpPr>
              <p:spPr>
                <a:xfrm>
                  <a:off x="1791224" y="274071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8" name="직선 연결선 697">
                  <a:extLst>
                    <a:ext uri="{FF2B5EF4-FFF2-40B4-BE49-F238E27FC236}">
                      <a16:creationId xmlns:a16="http://schemas.microsoft.com/office/drawing/2014/main" id="{D5940197-F8C6-1B53-711B-7E5A38CF70E0}"/>
                    </a:ext>
                  </a:extLst>
                </p:cNvPr>
                <p:cNvCxnSpPr>
                  <a:cxnSpLocks/>
                </p:cNvCxnSpPr>
                <p:nvPr/>
              </p:nvCxnSpPr>
              <p:spPr>
                <a:xfrm>
                  <a:off x="1825193" y="27417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9" name="직선 연결선 698">
                  <a:extLst>
                    <a:ext uri="{FF2B5EF4-FFF2-40B4-BE49-F238E27FC236}">
                      <a16:creationId xmlns:a16="http://schemas.microsoft.com/office/drawing/2014/main" id="{BAF3A6BA-8BFC-C58A-C8EC-9D9D91167BD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0" name="직선 연결선 699">
                  <a:extLst>
                    <a:ext uri="{FF2B5EF4-FFF2-40B4-BE49-F238E27FC236}">
                      <a16:creationId xmlns:a16="http://schemas.microsoft.com/office/drawing/2014/main" id="{6ADCE5EC-925C-062D-ABAE-B59CE9023EE3}"/>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1" name="직선 연결선 700">
                  <a:extLst>
                    <a:ext uri="{FF2B5EF4-FFF2-40B4-BE49-F238E27FC236}">
                      <a16:creationId xmlns:a16="http://schemas.microsoft.com/office/drawing/2014/main" id="{1B467A5E-6F86-03BA-4FA1-F59BAF0D1426}"/>
                    </a:ext>
                  </a:extLst>
                </p:cNvPr>
                <p:cNvCxnSpPr>
                  <a:cxnSpLocks/>
                </p:cNvCxnSpPr>
                <p:nvPr/>
              </p:nvCxnSpPr>
              <p:spPr>
                <a:xfrm>
                  <a:off x="1921155" y="2740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735" name="직선 연결선 734">
              <a:extLst>
                <a:ext uri="{FF2B5EF4-FFF2-40B4-BE49-F238E27FC236}">
                  <a16:creationId xmlns:a16="http://schemas.microsoft.com/office/drawing/2014/main" id="{E82CCAA5-9374-05A7-9EE1-0146A47C2098}"/>
                </a:ext>
              </a:extLst>
            </p:cNvPr>
            <p:cNvCxnSpPr>
              <a:cxnSpLocks/>
            </p:cNvCxnSpPr>
            <p:nvPr/>
          </p:nvCxnSpPr>
          <p:spPr>
            <a:xfrm flipV="1">
              <a:off x="1181050" y="7216093"/>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36" name="직사각형 735">
              <a:extLst>
                <a:ext uri="{FF2B5EF4-FFF2-40B4-BE49-F238E27FC236}">
                  <a16:creationId xmlns:a16="http://schemas.microsoft.com/office/drawing/2014/main" id="{7F7ED08E-8166-C9AF-DABB-CA7B9C782F74}"/>
                </a:ext>
              </a:extLst>
            </p:cNvPr>
            <p:cNvSpPr/>
            <p:nvPr/>
          </p:nvSpPr>
          <p:spPr>
            <a:xfrm>
              <a:off x="3230074" y="7070683"/>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737" name="직사각형 736">
              <a:extLst>
                <a:ext uri="{FF2B5EF4-FFF2-40B4-BE49-F238E27FC236}">
                  <a16:creationId xmlns:a16="http://schemas.microsoft.com/office/drawing/2014/main" id="{D54C99AA-75D4-CC1B-F1D9-67BB64F08760}"/>
                </a:ext>
              </a:extLst>
            </p:cNvPr>
            <p:cNvSpPr/>
            <p:nvPr/>
          </p:nvSpPr>
          <p:spPr>
            <a:xfrm>
              <a:off x="806686" y="7113075"/>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SDO</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742" name="직선 연결선 741">
              <a:extLst>
                <a:ext uri="{FF2B5EF4-FFF2-40B4-BE49-F238E27FC236}">
                  <a16:creationId xmlns:a16="http://schemas.microsoft.com/office/drawing/2014/main" id="{02ECCF36-3197-2AFE-25EB-2DA2ADDDC214}"/>
                </a:ext>
              </a:extLst>
            </p:cNvPr>
            <p:cNvCxnSpPr>
              <a:cxnSpLocks/>
            </p:cNvCxnSpPr>
            <p:nvPr/>
          </p:nvCxnSpPr>
          <p:spPr>
            <a:xfrm flipV="1">
              <a:off x="3236556" y="6460957"/>
              <a:ext cx="212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4" name="직선 연결선 743">
              <a:extLst>
                <a:ext uri="{FF2B5EF4-FFF2-40B4-BE49-F238E27FC236}">
                  <a16:creationId xmlns:a16="http://schemas.microsoft.com/office/drawing/2014/main" id="{0036D2E5-4365-4F71-3A94-2BB7483B197F}"/>
                </a:ext>
              </a:extLst>
            </p:cNvPr>
            <p:cNvCxnSpPr>
              <a:cxnSpLocks/>
            </p:cNvCxnSpPr>
            <p:nvPr/>
          </p:nvCxnSpPr>
          <p:spPr>
            <a:xfrm>
              <a:off x="5105242" y="7513820"/>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52" name="그룹 751">
              <a:extLst>
                <a:ext uri="{FF2B5EF4-FFF2-40B4-BE49-F238E27FC236}">
                  <a16:creationId xmlns:a16="http://schemas.microsoft.com/office/drawing/2014/main" id="{6AC0BBC1-341F-130A-5C8F-098B8EC2F269}"/>
                </a:ext>
              </a:extLst>
            </p:cNvPr>
            <p:cNvGrpSpPr/>
            <p:nvPr/>
          </p:nvGrpSpPr>
          <p:grpSpPr>
            <a:xfrm>
              <a:off x="2672004" y="6353623"/>
              <a:ext cx="136800" cy="216000"/>
              <a:chOff x="2672004" y="6344787"/>
              <a:chExt cx="136800" cy="216000"/>
            </a:xfrm>
          </p:grpSpPr>
          <p:sp>
            <p:nvSpPr>
              <p:cNvPr id="750" name="직사각형 749">
                <a:extLst>
                  <a:ext uri="{FF2B5EF4-FFF2-40B4-BE49-F238E27FC236}">
                    <a16:creationId xmlns:a16="http://schemas.microsoft.com/office/drawing/2014/main" id="{606A8741-78D5-7D2E-C216-99863287DAC0}"/>
                  </a:ext>
                </a:extLst>
              </p:cNvPr>
              <p:cNvSpPr/>
              <p:nvPr/>
            </p:nvSpPr>
            <p:spPr>
              <a:xfrm>
                <a:off x="2672004"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751" name="직사각형 750">
                <a:extLst>
                  <a:ext uri="{FF2B5EF4-FFF2-40B4-BE49-F238E27FC236}">
                    <a16:creationId xmlns:a16="http://schemas.microsoft.com/office/drawing/2014/main" id="{4374DEE8-6AFA-97B2-D4FF-2E468AB2C27E}"/>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41" name="그룹 140">
                <a:extLst>
                  <a:ext uri="{FF2B5EF4-FFF2-40B4-BE49-F238E27FC236}">
                    <a16:creationId xmlns:a16="http://schemas.microsoft.com/office/drawing/2014/main" id="{70874C92-3D9E-A6D1-724F-FD0FF8133775}"/>
                  </a:ext>
                </a:extLst>
              </p:cNvPr>
              <p:cNvGrpSpPr/>
              <p:nvPr/>
            </p:nvGrpSpPr>
            <p:grpSpPr>
              <a:xfrm>
                <a:off x="2698357" y="6385964"/>
                <a:ext cx="66526" cy="144000"/>
                <a:chOff x="2402600" y="3979676"/>
                <a:chExt cx="79421" cy="147702"/>
              </a:xfrm>
            </p:grpSpPr>
            <p:sp>
              <p:nvSpPr>
                <p:cNvPr id="142" name="자유형: 도형 141">
                  <a:extLst>
                    <a:ext uri="{FF2B5EF4-FFF2-40B4-BE49-F238E27FC236}">
                      <a16:creationId xmlns:a16="http://schemas.microsoft.com/office/drawing/2014/main" id="{722A4181-C3D1-2F1A-D345-7FA717DE9EEC}"/>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3" name="자유형: 도형 142">
                  <a:extLst>
                    <a:ext uri="{FF2B5EF4-FFF2-40B4-BE49-F238E27FC236}">
                      <a16:creationId xmlns:a16="http://schemas.microsoft.com/office/drawing/2014/main" id="{B9619653-D6F0-D6F7-083B-8B23978E59C0}"/>
                    </a:ext>
                  </a:extLst>
                </p:cNvPr>
                <p:cNvSpPr/>
                <p:nvPr/>
              </p:nvSpPr>
              <p:spPr>
                <a:xfrm>
                  <a:off x="2441137"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753" name="그룹 752">
              <a:extLst>
                <a:ext uri="{FF2B5EF4-FFF2-40B4-BE49-F238E27FC236}">
                  <a16:creationId xmlns:a16="http://schemas.microsoft.com/office/drawing/2014/main" id="{6B77C937-FDC6-2D3E-E3E1-E685B58C7DCF}"/>
                </a:ext>
              </a:extLst>
            </p:cNvPr>
            <p:cNvGrpSpPr/>
            <p:nvPr/>
          </p:nvGrpSpPr>
          <p:grpSpPr>
            <a:xfrm>
              <a:off x="4519460" y="7408169"/>
              <a:ext cx="136800" cy="216000"/>
              <a:chOff x="2665741" y="6344787"/>
              <a:chExt cx="136800" cy="216000"/>
            </a:xfrm>
          </p:grpSpPr>
          <p:sp>
            <p:nvSpPr>
              <p:cNvPr id="754" name="직사각형 753">
                <a:extLst>
                  <a:ext uri="{FF2B5EF4-FFF2-40B4-BE49-F238E27FC236}">
                    <a16:creationId xmlns:a16="http://schemas.microsoft.com/office/drawing/2014/main" id="{1855E7B0-000A-62BC-BB89-46718BE64A76}"/>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755" name="직사각형 754">
                <a:extLst>
                  <a:ext uri="{FF2B5EF4-FFF2-40B4-BE49-F238E27FC236}">
                    <a16:creationId xmlns:a16="http://schemas.microsoft.com/office/drawing/2014/main" id="{6BDC5403-5F7C-0061-698C-6C6A30395937}"/>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756" name="그룹 755">
                <a:extLst>
                  <a:ext uri="{FF2B5EF4-FFF2-40B4-BE49-F238E27FC236}">
                    <a16:creationId xmlns:a16="http://schemas.microsoft.com/office/drawing/2014/main" id="{CE9A9EAD-8FEA-E673-FFC5-7E523139B0B9}"/>
                  </a:ext>
                </a:extLst>
              </p:cNvPr>
              <p:cNvGrpSpPr/>
              <p:nvPr/>
            </p:nvGrpSpPr>
            <p:grpSpPr>
              <a:xfrm>
                <a:off x="2698358" y="6385964"/>
                <a:ext cx="54000" cy="144000"/>
                <a:chOff x="2402600" y="3979676"/>
                <a:chExt cx="64467" cy="147702"/>
              </a:xfrm>
            </p:grpSpPr>
            <p:sp>
              <p:nvSpPr>
                <p:cNvPr id="757" name="자유형: 도형 756">
                  <a:extLst>
                    <a:ext uri="{FF2B5EF4-FFF2-40B4-BE49-F238E27FC236}">
                      <a16:creationId xmlns:a16="http://schemas.microsoft.com/office/drawing/2014/main" id="{8B4A2871-EF6D-EEAD-F059-881650C5DD96}"/>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8" name="자유형: 도형 757">
                  <a:extLst>
                    <a:ext uri="{FF2B5EF4-FFF2-40B4-BE49-F238E27FC236}">
                      <a16:creationId xmlns:a16="http://schemas.microsoft.com/office/drawing/2014/main" id="{20D67905-47DE-5F75-2644-DC95EA05887E}"/>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sp>
        <p:nvSpPr>
          <p:cNvPr id="5" name="TextBox 4">
            <a:extLst>
              <a:ext uri="{FF2B5EF4-FFF2-40B4-BE49-F238E27FC236}">
                <a16:creationId xmlns:a16="http://schemas.microsoft.com/office/drawing/2014/main" id="{8373D617-1464-E129-FE06-CD29F96C3FEC}"/>
              </a:ext>
            </a:extLst>
          </p:cNvPr>
          <p:cNvSpPr txBox="1"/>
          <p:nvPr/>
        </p:nvSpPr>
        <p:spPr>
          <a:xfrm>
            <a:off x="2306075" y="4453186"/>
            <a:ext cx="2346155"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3. The SPI Burst write in daisied 2 devices</a:t>
            </a:r>
          </a:p>
        </p:txBody>
      </p:sp>
      <p:sp>
        <p:nvSpPr>
          <p:cNvPr id="12" name="TextBox 11">
            <a:extLst>
              <a:ext uri="{FF2B5EF4-FFF2-40B4-BE49-F238E27FC236}">
                <a16:creationId xmlns:a16="http://schemas.microsoft.com/office/drawing/2014/main" id="{D2925B69-D821-4E85-3388-192CEC8001F8}"/>
              </a:ext>
            </a:extLst>
          </p:cNvPr>
          <p:cNvSpPr txBox="1"/>
          <p:nvPr/>
        </p:nvSpPr>
        <p:spPr>
          <a:xfrm>
            <a:off x="2301223" y="8113491"/>
            <a:ext cx="2336537"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4. The SPI Burst read in daisied 2 devices</a:t>
            </a:r>
          </a:p>
        </p:txBody>
      </p:sp>
    </p:spTree>
    <p:extLst>
      <p:ext uri="{BB962C8B-B14F-4D97-AF65-F5344CB8AC3E}">
        <p14:creationId xmlns:p14="http://schemas.microsoft.com/office/powerpoint/2010/main" val="4242191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4661ED3-F388-F4AB-5C23-BEB4DB79B539}"/>
              </a:ext>
            </a:extLst>
          </p:cNvPr>
          <p:cNvSpPr txBox="1"/>
          <p:nvPr/>
        </p:nvSpPr>
        <p:spPr>
          <a:xfrm>
            <a:off x="425119" y="827629"/>
            <a:ext cx="6108426"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cxnSp>
        <p:nvCxnSpPr>
          <p:cNvPr id="80" name="직선 연결선 79">
            <a:extLst>
              <a:ext uri="{FF2B5EF4-FFF2-40B4-BE49-F238E27FC236}">
                <a16:creationId xmlns:a16="http://schemas.microsoft.com/office/drawing/2014/main" id="{8C10A405-A701-C0FD-DBA0-56F5B3413BDA}"/>
              </a:ext>
            </a:extLst>
          </p:cNvPr>
          <p:cNvCxnSpPr/>
          <p:nvPr/>
        </p:nvCxnSpPr>
        <p:spPr>
          <a:xfrm>
            <a:off x="1457780" y="5774940"/>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737C1337-B12D-A7DA-8312-016053EF76D8}"/>
              </a:ext>
            </a:extLst>
          </p:cNvPr>
          <p:cNvCxnSpPr>
            <a:cxnSpLocks/>
          </p:cNvCxnSpPr>
          <p:nvPr/>
        </p:nvCxnSpPr>
        <p:spPr>
          <a:xfrm>
            <a:off x="1635580" y="5778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F88A64FD-F634-4E6E-63A5-9B3E16299D0E}"/>
              </a:ext>
            </a:extLst>
          </p:cNvPr>
          <p:cNvCxnSpPr>
            <a:cxnSpLocks/>
          </p:cNvCxnSpPr>
          <p:nvPr/>
        </p:nvCxnSpPr>
        <p:spPr>
          <a:xfrm flipV="1">
            <a:off x="1635580" y="5922409"/>
            <a:ext cx="38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직선 연결선 82">
            <a:extLst>
              <a:ext uri="{FF2B5EF4-FFF2-40B4-BE49-F238E27FC236}">
                <a16:creationId xmlns:a16="http://schemas.microsoft.com/office/drawing/2014/main" id="{978385AA-D9DC-7592-D21A-D300CC3B583A}"/>
              </a:ext>
            </a:extLst>
          </p:cNvPr>
          <p:cNvCxnSpPr/>
          <p:nvPr/>
        </p:nvCxnSpPr>
        <p:spPr>
          <a:xfrm>
            <a:off x="5452066" y="5778642"/>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a:extLst>
              <a:ext uri="{FF2B5EF4-FFF2-40B4-BE49-F238E27FC236}">
                <a16:creationId xmlns:a16="http://schemas.microsoft.com/office/drawing/2014/main" id="{F410A1EE-D934-B7CB-8AA9-BDB35A1763CE}"/>
              </a:ext>
            </a:extLst>
          </p:cNvPr>
          <p:cNvCxnSpPr>
            <a:cxnSpLocks/>
          </p:cNvCxnSpPr>
          <p:nvPr/>
        </p:nvCxnSpPr>
        <p:spPr>
          <a:xfrm>
            <a:off x="5451042" y="5778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a16="http://schemas.microsoft.com/office/drawing/2014/main" id="{DB8FA04B-CFDD-0A40-C5CD-EE0FF7CA201F}"/>
              </a:ext>
            </a:extLst>
          </p:cNvPr>
          <p:cNvSpPr/>
          <p:nvPr/>
        </p:nvSpPr>
        <p:spPr>
          <a:xfrm>
            <a:off x="1656211" y="6757656"/>
            <a:ext cx="43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09" name="직사각형 108">
            <a:extLst>
              <a:ext uri="{FF2B5EF4-FFF2-40B4-BE49-F238E27FC236}">
                <a16:creationId xmlns:a16="http://schemas.microsoft.com/office/drawing/2014/main" id="{76D3D276-97C6-89E1-A469-37FDED511B49}"/>
              </a:ext>
            </a:extLst>
          </p:cNvPr>
          <p:cNvSpPr/>
          <p:nvPr/>
        </p:nvSpPr>
        <p:spPr>
          <a:xfrm>
            <a:off x="1094461" y="582415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8" name="직사각형 127">
            <a:extLst>
              <a:ext uri="{FF2B5EF4-FFF2-40B4-BE49-F238E27FC236}">
                <a16:creationId xmlns:a16="http://schemas.microsoft.com/office/drawing/2014/main" id="{6C2954B5-62DB-CB19-AD11-4D28F6B9F4FA}"/>
              </a:ext>
            </a:extLst>
          </p:cNvPr>
          <p:cNvSpPr/>
          <p:nvPr/>
        </p:nvSpPr>
        <p:spPr>
          <a:xfrm>
            <a:off x="2088472" y="6757656"/>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ch1</a:t>
            </a:r>
            <a:endParaRPr lang="ko-KR" altLang="en-US" sz="600" dirty="0">
              <a:solidFill>
                <a:schemeClr val="tx1"/>
              </a:solidFill>
              <a:latin typeface="Arial" panose="020B0604020202020204" pitchFamily="34" charset="0"/>
              <a:cs typeface="Arial" panose="020B0604020202020204" pitchFamily="34" charset="0"/>
            </a:endParaRPr>
          </a:p>
        </p:txBody>
      </p:sp>
      <p:sp>
        <p:nvSpPr>
          <p:cNvPr id="147" name="직사각형 146">
            <a:extLst>
              <a:ext uri="{FF2B5EF4-FFF2-40B4-BE49-F238E27FC236}">
                <a16:creationId xmlns:a16="http://schemas.microsoft.com/office/drawing/2014/main" id="{0C3ADA4B-0B87-4FC0-4382-B370B461A527}"/>
              </a:ext>
            </a:extLst>
          </p:cNvPr>
          <p:cNvSpPr/>
          <p:nvPr/>
        </p:nvSpPr>
        <p:spPr>
          <a:xfrm>
            <a:off x="1101838" y="679863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48" name="직선 연결선 147">
            <a:extLst>
              <a:ext uri="{FF2B5EF4-FFF2-40B4-BE49-F238E27FC236}">
                <a16:creationId xmlns:a16="http://schemas.microsoft.com/office/drawing/2014/main" id="{532D4104-6912-9F49-6F9B-B9E78F973250}"/>
              </a:ext>
            </a:extLst>
          </p:cNvPr>
          <p:cNvCxnSpPr>
            <a:cxnSpLocks/>
          </p:cNvCxnSpPr>
          <p:nvPr/>
        </p:nvCxnSpPr>
        <p:spPr>
          <a:xfrm flipV="1">
            <a:off x="2085031" y="6514734"/>
            <a:ext cx="8892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50DA2F2C-ACD5-A9B3-FDEF-39DC7B7D1A56}"/>
              </a:ext>
            </a:extLst>
          </p:cNvPr>
          <p:cNvCxnSpPr>
            <a:cxnSpLocks/>
          </p:cNvCxnSpPr>
          <p:nvPr/>
        </p:nvCxnSpPr>
        <p:spPr>
          <a:xfrm flipH="1">
            <a:off x="2086002" y="6034600"/>
            <a:ext cx="0" cy="54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6FCF3355-A979-8163-C14A-617FCEC93E65}"/>
              </a:ext>
            </a:extLst>
          </p:cNvPr>
          <p:cNvCxnSpPr>
            <a:cxnSpLocks/>
          </p:cNvCxnSpPr>
          <p:nvPr/>
        </p:nvCxnSpPr>
        <p:spPr>
          <a:xfrm>
            <a:off x="2977526" y="6444615"/>
            <a:ext cx="0" cy="144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1" name="직사각형 150">
            <a:extLst>
              <a:ext uri="{FF2B5EF4-FFF2-40B4-BE49-F238E27FC236}">
                <a16:creationId xmlns:a16="http://schemas.microsoft.com/office/drawing/2014/main" id="{53A9CB18-C157-7BF8-3A33-D32F3036E719}"/>
              </a:ext>
            </a:extLst>
          </p:cNvPr>
          <p:cNvSpPr/>
          <p:nvPr/>
        </p:nvSpPr>
        <p:spPr>
          <a:xfrm>
            <a:off x="2537015" y="7060586"/>
            <a:ext cx="360000" cy="3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 width</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735" name="직선 연결선 734">
            <a:extLst>
              <a:ext uri="{FF2B5EF4-FFF2-40B4-BE49-F238E27FC236}">
                <a16:creationId xmlns:a16="http://schemas.microsoft.com/office/drawing/2014/main" id="{E82CCAA5-9374-05A7-9EE1-0146A47C2098}"/>
              </a:ext>
            </a:extLst>
          </p:cNvPr>
          <p:cNvCxnSpPr>
            <a:cxnSpLocks/>
          </p:cNvCxnSpPr>
          <p:nvPr/>
        </p:nvCxnSpPr>
        <p:spPr>
          <a:xfrm flipV="1">
            <a:off x="1454328" y="7526284"/>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37" name="직사각형 736">
            <a:extLst>
              <a:ext uri="{FF2B5EF4-FFF2-40B4-BE49-F238E27FC236}">
                <a16:creationId xmlns:a16="http://schemas.microsoft.com/office/drawing/2014/main" id="{D54C99AA-75D4-CC1B-F1D9-67BB64F08760}"/>
              </a:ext>
            </a:extLst>
          </p:cNvPr>
          <p:cNvSpPr/>
          <p:nvPr/>
        </p:nvSpPr>
        <p:spPr>
          <a:xfrm>
            <a:off x="1093218" y="742282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SDO</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752" name="그룹 751">
            <a:extLst>
              <a:ext uri="{FF2B5EF4-FFF2-40B4-BE49-F238E27FC236}">
                <a16:creationId xmlns:a16="http://schemas.microsoft.com/office/drawing/2014/main" id="{6AC0BBC1-341F-130A-5C8F-098B8EC2F269}"/>
              </a:ext>
            </a:extLst>
          </p:cNvPr>
          <p:cNvGrpSpPr/>
          <p:nvPr/>
        </p:nvGrpSpPr>
        <p:grpSpPr>
          <a:xfrm>
            <a:off x="2592081" y="6716124"/>
            <a:ext cx="136800" cy="262800"/>
            <a:chOff x="2665741" y="6344787"/>
            <a:chExt cx="136800" cy="216000"/>
          </a:xfrm>
        </p:grpSpPr>
        <p:sp>
          <p:nvSpPr>
            <p:cNvPr id="750" name="직사각형 749">
              <a:extLst>
                <a:ext uri="{FF2B5EF4-FFF2-40B4-BE49-F238E27FC236}">
                  <a16:creationId xmlns:a16="http://schemas.microsoft.com/office/drawing/2014/main" id="{606A8741-78D5-7D2E-C216-99863287DAC0}"/>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751" name="직사각형 750">
              <a:extLst>
                <a:ext uri="{FF2B5EF4-FFF2-40B4-BE49-F238E27FC236}">
                  <a16:creationId xmlns:a16="http://schemas.microsoft.com/office/drawing/2014/main" id="{4374DEE8-6AFA-97B2-D4FF-2E468AB2C27E}"/>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41" name="그룹 140">
              <a:extLst>
                <a:ext uri="{FF2B5EF4-FFF2-40B4-BE49-F238E27FC236}">
                  <a16:creationId xmlns:a16="http://schemas.microsoft.com/office/drawing/2014/main" id="{70874C92-3D9E-A6D1-724F-FD0FF8133775}"/>
                </a:ext>
              </a:extLst>
            </p:cNvPr>
            <p:cNvGrpSpPr/>
            <p:nvPr/>
          </p:nvGrpSpPr>
          <p:grpSpPr>
            <a:xfrm>
              <a:off x="2698358" y="6385964"/>
              <a:ext cx="54000" cy="144000"/>
              <a:chOff x="2402600" y="3979676"/>
              <a:chExt cx="64467" cy="147702"/>
            </a:xfrm>
          </p:grpSpPr>
          <p:sp>
            <p:nvSpPr>
              <p:cNvPr id="142" name="자유형: 도형 141">
                <a:extLst>
                  <a:ext uri="{FF2B5EF4-FFF2-40B4-BE49-F238E27FC236}">
                    <a16:creationId xmlns:a16="http://schemas.microsoft.com/office/drawing/2014/main" id="{722A4181-C3D1-2F1A-D345-7FA717DE9EEC}"/>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3" name="자유형: 도형 142">
                <a:extLst>
                  <a:ext uri="{FF2B5EF4-FFF2-40B4-BE49-F238E27FC236}">
                    <a16:creationId xmlns:a16="http://schemas.microsoft.com/office/drawing/2014/main" id="{B9619653-D6F0-D6F7-083B-8B23978E59C0}"/>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5" name="직사각형 4">
            <a:extLst>
              <a:ext uri="{FF2B5EF4-FFF2-40B4-BE49-F238E27FC236}">
                <a16:creationId xmlns:a16="http://schemas.microsoft.com/office/drawing/2014/main" id="{79229E54-C333-1005-5DAF-97B504CFA7C1}"/>
              </a:ext>
            </a:extLst>
          </p:cNvPr>
          <p:cNvSpPr/>
          <p:nvPr/>
        </p:nvSpPr>
        <p:spPr>
          <a:xfrm>
            <a:off x="2340472" y="6757656"/>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ch2</a:t>
            </a:r>
            <a:endParaRPr lang="ko-KR" altLang="en-US" sz="600" dirty="0">
              <a:solidFill>
                <a:schemeClr val="tx1"/>
              </a:solidFill>
              <a:latin typeface="Arial" panose="020B0604020202020204" pitchFamily="34" charset="0"/>
              <a:cs typeface="Arial" panose="020B0604020202020204" pitchFamily="34" charset="0"/>
            </a:endParaRPr>
          </a:p>
        </p:txBody>
      </p:sp>
      <p:sp>
        <p:nvSpPr>
          <p:cNvPr id="7" name="직사각형 6">
            <a:extLst>
              <a:ext uri="{FF2B5EF4-FFF2-40B4-BE49-F238E27FC236}">
                <a16:creationId xmlns:a16="http://schemas.microsoft.com/office/drawing/2014/main" id="{3C905965-48F1-FDD7-3BFB-D6576BBCB2FB}"/>
              </a:ext>
            </a:extLst>
          </p:cNvPr>
          <p:cNvSpPr/>
          <p:nvPr/>
        </p:nvSpPr>
        <p:spPr>
          <a:xfrm>
            <a:off x="2728881" y="6757487"/>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chx</a:t>
            </a:r>
            <a:endParaRPr lang="ko-KR" altLang="en-US" sz="600" dirty="0">
              <a:solidFill>
                <a:schemeClr val="tx1"/>
              </a:solidFill>
              <a:latin typeface="Arial" panose="020B0604020202020204" pitchFamily="34" charset="0"/>
              <a:cs typeface="Arial" panose="020B0604020202020204" pitchFamily="34" charset="0"/>
            </a:endParaRPr>
          </a:p>
        </p:txBody>
      </p:sp>
      <p:sp>
        <p:nvSpPr>
          <p:cNvPr id="12" name="직사각형 11">
            <a:extLst>
              <a:ext uri="{FF2B5EF4-FFF2-40B4-BE49-F238E27FC236}">
                <a16:creationId xmlns:a16="http://schemas.microsoft.com/office/drawing/2014/main" id="{04686CB1-A171-5A24-3CD4-48C08DA99827}"/>
              </a:ext>
            </a:extLst>
          </p:cNvPr>
          <p:cNvSpPr/>
          <p:nvPr/>
        </p:nvSpPr>
        <p:spPr>
          <a:xfrm>
            <a:off x="2980029" y="6757304"/>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ch1</a:t>
            </a:r>
            <a:endParaRPr lang="ko-KR" altLang="en-US" sz="600" dirty="0">
              <a:solidFill>
                <a:schemeClr val="tx1"/>
              </a:solidFill>
              <a:latin typeface="Arial" panose="020B0604020202020204" pitchFamily="34" charset="0"/>
              <a:cs typeface="Arial" panose="020B0604020202020204" pitchFamily="34" charset="0"/>
            </a:endParaRPr>
          </a:p>
        </p:txBody>
      </p:sp>
      <p:grpSp>
        <p:nvGrpSpPr>
          <p:cNvPr id="13" name="그룹 12">
            <a:extLst>
              <a:ext uri="{FF2B5EF4-FFF2-40B4-BE49-F238E27FC236}">
                <a16:creationId xmlns:a16="http://schemas.microsoft.com/office/drawing/2014/main" id="{75D9130F-7C9F-EBB5-BB5E-C1866632DC78}"/>
              </a:ext>
            </a:extLst>
          </p:cNvPr>
          <p:cNvGrpSpPr/>
          <p:nvPr/>
        </p:nvGrpSpPr>
        <p:grpSpPr>
          <a:xfrm>
            <a:off x="3483638" y="6715772"/>
            <a:ext cx="136800" cy="262800"/>
            <a:chOff x="2665741" y="6344787"/>
            <a:chExt cx="136800" cy="216000"/>
          </a:xfrm>
        </p:grpSpPr>
        <p:sp>
          <p:nvSpPr>
            <p:cNvPr id="14" name="직사각형 13">
              <a:extLst>
                <a:ext uri="{FF2B5EF4-FFF2-40B4-BE49-F238E27FC236}">
                  <a16:creationId xmlns:a16="http://schemas.microsoft.com/office/drawing/2014/main" id="{627B731A-9181-291F-A971-E29A3B74B918}"/>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15" name="직사각형 14">
              <a:extLst>
                <a:ext uri="{FF2B5EF4-FFF2-40B4-BE49-F238E27FC236}">
                  <a16:creationId xmlns:a16="http://schemas.microsoft.com/office/drawing/2014/main" id="{648F0CC6-224E-940B-6974-8DFC2AD81A2B}"/>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6" name="그룹 15">
              <a:extLst>
                <a:ext uri="{FF2B5EF4-FFF2-40B4-BE49-F238E27FC236}">
                  <a16:creationId xmlns:a16="http://schemas.microsoft.com/office/drawing/2014/main" id="{695B8580-6002-AE41-3D96-865F04A5765C}"/>
                </a:ext>
              </a:extLst>
            </p:cNvPr>
            <p:cNvGrpSpPr/>
            <p:nvPr/>
          </p:nvGrpSpPr>
          <p:grpSpPr>
            <a:xfrm>
              <a:off x="2698358" y="6385964"/>
              <a:ext cx="54000" cy="144000"/>
              <a:chOff x="2402600" y="3979676"/>
              <a:chExt cx="64467" cy="147702"/>
            </a:xfrm>
          </p:grpSpPr>
          <p:sp>
            <p:nvSpPr>
              <p:cNvPr id="17" name="자유형: 도형 16">
                <a:extLst>
                  <a:ext uri="{FF2B5EF4-FFF2-40B4-BE49-F238E27FC236}">
                    <a16:creationId xmlns:a16="http://schemas.microsoft.com/office/drawing/2014/main" id="{EF3D9FCD-3E39-F53D-425A-9610FA9F74CD}"/>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 name="자유형: 도형 17">
                <a:extLst>
                  <a:ext uri="{FF2B5EF4-FFF2-40B4-BE49-F238E27FC236}">
                    <a16:creationId xmlns:a16="http://schemas.microsoft.com/office/drawing/2014/main" id="{073117F7-A8D0-5325-1D62-7836D50DBCA8}"/>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20" name="직사각형 19">
            <a:extLst>
              <a:ext uri="{FF2B5EF4-FFF2-40B4-BE49-F238E27FC236}">
                <a16:creationId xmlns:a16="http://schemas.microsoft.com/office/drawing/2014/main" id="{9BD8177C-B104-82C5-2CA2-6D633BF4A34B}"/>
              </a:ext>
            </a:extLst>
          </p:cNvPr>
          <p:cNvSpPr/>
          <p:nvPr/>
        </p:nvSpPr>
        <p:spPr>
          <a:xfrm>
            <a:off x="3232029" y="6757304"/>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ch2</a:t>
            </a:r>
            <a:endParaRPr lang="ko-KR" altLang="en-US" sz="600" dirty="0">
              <a:solidFill>
                <a:schemeClr val="tx1"/>
              </a:solidFill>
              <a:latin typeface="Arial" panose="020B0604020202020204" pitchFamily="34" charset="0"/>
              <a:cs typeface="Arial" panose="020B0604020202020204" pitchFamily="34" charset="0"/>
            </a:endParaRPr>
          </a:p>
        </p:txBody>
      </p:sp>
      <p:sp>
        <p:nvSpPr>
          <p:cNvPr id="21" name="직사각형 20">
            <a:extLst>
              <a:ext uri="{FF2B5EF4-FFF2-40B4-BE49-F238E27FC236}">
                <a16:creationId xmlns:a16="http://schemas.microsoft.com/office/drawing/2014/main" id="{2D670F0D-C6A8-6418-9047-33E84BC1CCC8}"/>
              </a:ext>
            </a:extLst>
          </p:cNvPr>
          <p:cNvSpPr/>
          <p:nvPr/>
        </p:nvSpPr>
        <p:spPr>
          <a:xfrm>
            <a:off x="3620438" y="6757135"/>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chx</a:t>
            </a:r>
            <a:endParaRPr lang="ko-KR" altLang="en-US" sz="600" dirty="0">
              <a:solidFill>
                <a:schemeClr val="tx1"/>
              </a:solidFill>
              <a:latin typeface="Arial" panose="020B0604020202020204" pitchFamily="34" charset="0"/>
              <a:cs typeface="Arial" panose="020B0604020202020204" pitchFamily="34" charset="0"/>
            </a:endParaRPr>
          </a:p>
        </p:txBody>
      </p:sp>
      <p:grpSp>
        <p:nvGrpSpPr>
          <p:cNvPr id="30" name="그룹 29">
            <a:extLst>
              <a:ext uri="{FF2B5EF4-FFF2-40B4-BE49-F238E27FC236}">
                <a16:creationId xmlns:a16="http://schemas.microsoft.com/office/drawing/2014/main" id="{AB35CC1A-4B85-3894-44DD-7D9125FB4A93}"/>
              </a:ext>
            </a:extLst>
          </p:cNvPr>
          <p:cNvGrpSpPr/>
          <p:nvPr/>
        </p:nvGrpSpPr>
        <p:grpSpPr>
          <a:xfrm>
            <a:off x="3871106" y="6715356"/>
            <a:ext cx="136800" cy="262800"/>
            <a:chOff x="2665741" y="6344787"/>
            <a:chExt cx="136800" cy="216000"/>
          </a:xfrm>
        </p:grpSpPr>
        <p:sp>
          <p:nvSpPr>
            <p:cNvPr id="36" name="직사각형 35">
              <a:extLst>
                <a:ext uri="{FF2B5EF4-FFF2-40B4-BE49-F238E27FC236}">
                  <a16:creationId xmlns:a16="http://schemas.microsoft.com/office/drawing/2014/main" id="{2E89A449-AAAA-B113-3A3B-C1352207B37D}"/>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38" name="직사각형 37">
              <a:extLst>
                <a:ext uri="{FF2B5EF4-FFF2-40B4-BE49-F238E27FC236}">
                  <a16:creationId xmlns:a16="http://schemas.microsoft.com/office/drawing/2014/main" id="{85E594A8-B1D7-EF80-F5C0-93D73492A67D}"/>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5" name="그룹 44">
              <a:extLst>
                <a:ext uri="{FF2B5EF4-FFF2-40B4-BE49-F238E27FC236}">
                  <a16:creationId xmlns:a16="http://schemas.microsoft.com/office/drawing/2014/main" id="{2C7C4584-D841-6403-60BC-F679FAB0A3C7}"/>
                </a:ext>
              </a:extLst>
            </p:cNvPr>
            <p:cNvGrpSpPr/>
            <p:nvPr/>
          </p:nvGrpSpPr>
          <p:grpSpPr>
            <a:xfrm>
              <a:off x="2698358" y="6385964"/>
              <a:ext cx="54000" cy="144000"/>
              <a:chOff x="2402600" y="3979676"/>
              <a:chExt cx="64467" cy="147702"/>
            </a:xfrm>
          </p:grpSpPr>
          <p:sp>
            <p:nvSpPr>
              <p:cNvPr id="47" name="자유형: 도형 46">
                <a:extLst>
                  <a:ext uri="{FF2B5EF4-FFF2-40B4-BE49-F238E27FC236}">
                    <a16:creationId xmlns:a16="http://schemas.microsoft.com/office/drawing/2014/main" id="{8D995F23-691C-E321-9661-486A98032901}"/>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9" name="자유형: 도형 48">
                <a:extLst>
                  <a:ext uri="{FF2B5EF4-FFF2-40B4-BE49-F238E27FC236}">
                    <a16:creationId xmlns:a16="http://schemas.microsoft.com/office/drawing/2014/main" id="{BC7A60C5-C0B7-69DF-3DF4-AE084727935C}"/>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52" name="직사각형 51">
            <a:extLst>
              <a:ext uri="{FF2B5EF4-FFF2-40B4-BE49-F238E27FC236}">
                <a16:creationId xmlns:a16="http://schemas.microsoft.com/office/drawing/2014/main" id="{27DABD47-A946-4D1C-781D-E75FB8EAE9EA}"/>
              </a:ext>
            </a:extLst>
          </p:cNvPr>
          <p:cNvSpPr/>
          <p:nvPr/>
        </p:nvSpPr>
        <p:spPr>
          <a:xfrm>
            <a:off x="4007906" y="6756811"/>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chx</a:t>
            </a:r>
            <a:endParaRPr lang="ko-KR" altLang="en-US" sz="600" dirty="0">
              <a:solidFill>
                <a:schemeClr val="tx1"/>
              </a:solidFill>
              <a:latin typeface="Arial" panose="020B0604020202020204" pitchFamily="34" charset="0"/>
              <a:cs typeface="Arial" panose="020B0604020202020204" pitchFamily="34" charset="0"/>
            </a:endParaRPr>
          </a:p>
        </p:txBody>
      </p:sp>
      <p:sp>
        <p:nvSpPr>
          <p:cNvPr id="53" name="직사각형 52">
            <a:extLst>
              <a:ext uri="{FF2B5EF4-FFF2-40B4-BE49-F238E27FC236}">
                <a16:creationId xmlns:a16="http://schemas.microsoft.com/office/drawing/2014/main" id="{0AD5F082-3686-9BCA-DAC6-8891B5D2DDD5}"/>
              </a:ext>
            </a:extLst>
          </p:cNvPr>
          <p:cNvSpPr/>
          <p:nvPr/>
        </p:nvSpPr>
        <p:spPr>
          <a:xfrm>
            <a:off x="4259289" y="6756360"/>
            <a:ext cx="43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55" name="직사각형 54">
            <a:extLst>
              <a:ext uri="{FF2B5EF4-FFF2-40B4-BE49-F238E27FC236}">
                <a16:creationId xmlns:a16="http://schemas.microsoft.com/office/drawing/2014/main" id="{AFDE18CB-7354-4D06-2AD3-5118083EA91E}"/>
              </a:ext>
            </a:extLst>
          </p:cNvPr>
          <p:cNvSpPr/>
          <p:nvPr/>
        </p:nvSpPr>
        <p:spPr>
          <a:xfrm>
            <a:off x="4691068" y="6757007"/>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ch1</a:t>
            </a:r>
            <a:endParaRPr lang="ko-KR" altLang="en-US" sz="600" dirty="0">
              <a:solidFill>
                <a:schemeClr val="tx1"/>
              </a:solidFill>
              <a:latin typeface="Arial" panose="020B0604020202020204" pitchFamily="34" charset="0"/>
              <a:cs typeface="Arial" panose="020B0604020202020204" pitchFamily="34" charset="0"/>
            </a:endParaRPr>
          </a:p>
        </p:txBody>
      </p:sp>
      <p:grpSp>
        <p:nvGrpSpPr>
          <p:cNvPr id="448" name="그룹 447">
            <a:extLst>
              <a:ext uri="{FF2B5EF4-FFF2-40B4-BE49-F238E27FC236}">
                <a16:creationId xmlns:a16="http://schemas.microsoft.com/office/drawing/2014/main" id="{C109DB54-B3A0-D01A-3AB3-0B3E4E609DD7}"/>
              </a:ext>
            </a:extLst>
          </p:cNvPr>
          <p:cNvGrpSpPr/>
          <p:nvPr/>
        </p:nvGrpSpPr>
        <p:grpSpPr>
          <a:xfrm>
            <a:off x="5194677" y="6715475"/>
            <a:ext cx="136800" cy="262800"/>
            <a:chOff x="2665741" y="6344787"/>
            <a:chExt cx="136800" cy="216000"/>
          </a:xfrm>
        </p:grpSpPr>
        <p:sp>
          <p:nvSpPr>
            <p:cNvPr id="449" name="직사각형 448">
              <a:extLst>
                <a:ext uri="{FF2B5EF4-FFF2-40B4-BE49-F238E27FC236}">
                  <a16:creationId xmlns:a16="http://schemas.microsoft.com/office/drawing/2014/main" id="{520EE254-2A9E-9AC2-C690-65A98C86E48B}"/>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450" name="직사각형 449">
              <a:extLst>
                <a:ext uri="{FF2B5EF4-FFF2-40B4-BE49-F238E27FC236}">
                  <a16:creationId xmlns:a16="http://schemas.microsoft.com/office/drawing/2014/main" id="{4E1A46A4-D48A-1E2A-8309-E661EAA01FD1}"/>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51" name="그룹 450">
              <a:extLst>
                <a:ext uri="{FF2B5EF4-FFF2-40B4-BE49-F238E27FC236}">
                  <a16:creationId xmlns:a16="http://schemas.microsoft.com/office/drawing/2014/main" id="{E7BF4F1B-26C9-5EFC-1FDE-47AC3194B269}"/>
                </a:ext>
              </a:extLst>
            </p:cNvPr>
            <p:cNvGrpSpPr/>
            <p:nvPr/>
          </p:nvGrpSpPr>
          <p:grpSpPr>
            <a:xfrm>
              <a:off x="2698358" y="6385964"/>
              <a:ext cx="54000" cy="144000"/>
              <a:chOff x="2402600" y="3979676"/>
              <a:chExt cx="64467" cy="147702"/>
            </a:xfrm>
          </p:grpSpPr>
          <p:sp>
            <p:nvSpPr>
              <p:cNvPr id="452" name="자유형: 도형 451">
                <a:extLst>
                  <a:ext uri="{FF2B5EF4-FFF2-40B4-BE49-F238E27FC236}">
                    <a16:creationId xmlns:a16="http://schemas.microsoft.com/office/drawing/2014/main" id="{C32CE08D-E02D-B9B9-0BC1-BA78575A03D4}"/>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53" name="자유형: 도형 452">
                <a:extLst>
                  <a:ext uri="{FF2B5EF4-FFF2-40B4-BE49-F238E27FC236}">
                    <a16:creationId xmlns:a16="http://schemas.microsoft.com/office/drawing/2014/main" id="{29181FD8-302D-0714-55A6-15AD73239DC5}"/>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454" name="직사각형 453">
            <a:extLst>
              <a:ext uri="{FF2B5EF4-FFF2-40B4-BE49-F238E27FC236}">
                <a16:creationId xmlns:a16="http://schemas.microsoft.com/office/drawing/2014/main" id="{AD706E41-5F2C-0F6F-E926-8B1CC41190F6}"/>
              </a:ext>
            </a:extLst>
          </p:cNvPr>
          <p:cNvSpPr/>
          <p:nvPr/>
        </p:nvSpPr>
        <p:spPr>
          <a:xfrm>
            <a:off x="4943068" y="6757007"/>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ch2</a:t>
            </a:r>
            <a:endParaRPr lang="ko-KR" altLang="en-US" sz="600" dirty="0">
              <a:solidFill>
                <a:schemeClr val="tx1"/>
              </a:solidFill>
              <a:latin typeface="Arial" panose="020B0604020202020204" pitchFamily="34" charset="0"/>
              <a:cs typeface="Arial" panose="020B0604020202020204" pitchFamily="34" charset="0"/>
            </a:endParaRPr>
          </a:p>
        </p:txBody>
      </p:sp>
      <p:cxnSp>
        <p:nvCxnSpPr>
          <p:cNvPr id="456" name="직선 연결선 455">
            <a:extLst>
              <a:ext uri="{FF2B5EF4-FFF2-40B4-BE49-F238E27FC236}">
                <a16:creationId xmlns:a16="http://schemas.microsoft.com/office/drawing/2014/main" id="{01BA5D12-8E0E-4BCA-6165-84D0E8174986}"/>
              </a:ext>
            </a:extLst>
          </p:cNvPr>
          <p:cNvCxnSpPr>
            <a:cxnSpLocks/>
          </p:cNvCxnSpPr>
          <p:nvPr/>
        </p:nvCxnSpPr>
        <p:spPr>
          <a:xfrm flipV="1">
            <a:off x="1453554" y="6936356"/>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57" name="직사각형 456">
            <a:extLst>
              <a:ext uri="{FF2B5EF4-FFF2-40B4-BE49-F238E27FC236}">
                <a16:creationId xmlns:a16="http://schemas.microsoft.com/office/drawing/2014/main" id="{66F23B1F-8CE3-C182-0C6B-ABB9D189EF32}"/>
              </a:ext>
            </a:extLst>
          </p:cNvPr>
          <p:cNvSpPr/>
          <p:nvPr/>
        </p:nvSpPr>
        <p:spPr>
          <a:xfrm>
            <a:off x="4247662" y="7346476"/>
            <a:ext cx="43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58" name="직사각형 457">
            <a:extLst>
              <a:ext uri="{FF2B5EF4-FFF2-40B4-BE49-F238E27FC236}">
                <a16:creationId xmlns:a16="http://schemas.microsoft.com/office/drawing/2014/main" id="{D7C5F81F-E4CA-83BD-C7B1-44CBAC5DBC1E}"/>
              </a:ext>
            </a:extLst>
          </p:cNvPr>
          <p:cNvSpPr/>
          <p:nvPr/>
        </p:nvSpPr>
        <p:spPr>
          <a:xfrm>
            <a:off x="4679441" y="7351038"/>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ch1</a:t>
            </a:r>
            <a:endParaRPr lang="ko-KR" altLang="en-US" sz="600" dirty="0">
              <a:solidFill>
                <a:schemeClr val="tx1"/>
              </a:solidFill>
              <a:latin typeface="Arial" panose="020B0604020202020204" pitchFamily="34" charset="0"/>
              <a:cs typeface="Arial" panose="020B0604020202020204" pitchFamily="34" charset="0"/>
            </a:endParaRPr>
          </a:p>
        </p:txBody>
      </p:sp>
      <p:grpSp>
        <p:nvGrpSpPr>
          <p:cNvPr id="459" name="그룹 458">
            <a:extLst>
              <a:ext uri="{FF2B5EF4-FFF2-40B4-BE49-F238E27FC236}">
                <a16:creationId xmlns:a16="http://schemas.microsoft.com/office/drawing/2014/main" id="{7CA0213B-DB66-C20E-94FA-140624C50FD2}"/>
              </a:ext>
            </a:extLst>
          </p:cNvPr>
          <p:cNvGrpSpPr/>
          <p:nvPr/>
        </p:nvGrpSpPr>
        <p:grpSpPr>
          <a:xfrm>
            <a:off x="5183050" y="7303243"/>
            <a:ext cx="136800" cy="262800"/>
            <a:chOff x="2665741" y="6344787"/>
            <a:chExt cx="136800" cy="216000"/>
          </a:xfrm>
        </p:grpSpPr>
        <p:sp>
          <p:nvSpPr>
            <p:cNvPr id="460" name="직사각형 459">
              <a:extLst>
                <a:ext uri="{FF2B5EF4-FFF2-40B4-BE49-F238E27FC236}">
                  <a16:creationId xmlns:a16="http://schemas.microsoft.com/office/drawing/2014/main" id="{E4EA0CDB-C287-ECBE-5765-AF81E19E566A}"/>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461" name="직사각형 460">
              <a:extLst>
                <a:ext uri="{FF2B5EF4-FFF2-40B4-BE49-F238E27FC236}">
                  <a16:creationId xmlns:a16="http://schemas.microsoft.com/office/drawing/2014/main" id="{645062B6-4F65-9B0D-465E-8ADEDB4EDE80}"/>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62" name="그룹 461">
              <a:extLst>
                <a:ext uri="{FF2B5EF4-FFF2-40B4-BE49-F238E27FC236}">
                  <a16:creationId xmlns:a16="http://schemas.microsoft.com/office/drawing/2014/main" id="{7FF3E38A-596D-8258-50F6-C76C07EAD8D9}"/>
                </a:ext>
              </a:extLst>
            </p:cNvPr>
            <p:cNvGrpSpPr/>
            <p:nvPr/>
          </p:nvGrpSpPr>
          <p:grpSpPr>
            <a:xfrm>
              <a:off x="2698358" y="6385964"/>
              <a:ext cx="54000" cy="144000"/>
              <a:chOff x="2402600" y="3979676"/>
              <a:chExt cx="64467" cy="147702"/>
            </a:xfrm>
          </p:grpSpPr>
          <p:sp>
            <p:nvSpPr>
              <p:cNvPr id="463" name="자유형: 도형 462">
                <a:extLst>
                  <a:ext uri="{FF2B5EF4-FFF2-40B4-BE49-F238E27FC236}">
                    <a16:creationId xmlns:a16="http://schemas.microsoft.com/office/drawing/2014/main" id="{A9E51DEE-55DF-8ED2-2105-40C3F717C0BA}"/>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64" name="자유형: 도형 463">
                <a:extLst>
                  <a:ext uri="{FF2B5EF4-FFF2-40B4-BE49-F238E27FC236}">
                    <a16:creationId xmlns:a16="http://schemas.microsoft.com/office/drawing/2014/main" id="{2D747132-2C13-A3B6-467B-17FB62905307}"/>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465" name="직사각형 464">
            <a:extLst>
              <a:ext uri="{FF2B5EF4-FFF2-40B4-BE49-F238E27FC236}">
                <a16:creationId xmlns:a16="http://schemas.microsoft.com/office/drawing/2014/main" id="{B053925D-5815-B128-3E67-ECA62D65F1FD}"/>
              </a:ext>
            </a:extLst>
          </p:cNvPr>
          <p:cNvSpPr/>
          <p:nvPr/>
        </p:nvSpPr>
        <p:spPr>
          <a:xfrm>
            <a:off x="4931441" y="7351038"/>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ch2</a:t>
            </a:r>
            <a:endParaRPr lang="ko-KR" altLang="en-US" sz="600" dirty="0">
              <a:solidFill>
                <a:schemeClr val="tx1"/>
              </a:solidFill>
              <a:latin typeface="Arial" panose="020B0604020202020204" pitchFamily="34" charset="0"/>
              <a:cs typeface="Arial" panose="020B0604020202020204" pitchFamily="34" charset="0"/>
            </a:endParaRPr>
          </a:p>
        </p:txBody>
      </p:sp>
      <p:cxnSp>
        <p:nvCxnSpPr>
          <p:cNvPr id="467" name="직선 연결선 466">
            <a:extLst>
              <a:ext uri="{FF2B5EF4-FFF2-40B4-BE49-F238E27FC236}">
                <a16:creationId xmlns:a16="http://schemas.microsoft.com/office/drawing/2014/main" id="{1FDC41CF-08B9-0042-9DEA-3560F2938BBF}"/>
              </a:ext>
            </a:extLst>
          </p:cNvPr>
          <p:cNvCxnSpPr>
            <a:cxnSpLocks/>
          </p:cNvCxnSpPr>
          <p:nvPr/>
        </p:nvCxnSpPr>
        <p:spPr>
          <a:xfrm>
            <a:off x="3870828" y="6195832"/>
            <a:ext cx="0" cy="36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8" name="직선 연결선 467">
            <a:extLst>
              <a:ext uri="{FF2B5EF4-FFF2-40B4-BE49-F238E27FC236}">
                <a16:creationId xmlns:a16="http://schemas.microsoft.com/office/drawing/2014/main" id="{C6406E77-3F25-7B06-3AA2-C2EA751C9A3A}"/>
              </a:ext>
            </a:extLst>
          </p:cNvPr>
          <p:cNvCxnSpPr>
            <a:cxnSpLocks/>
          </p:cNvCxnSpPr>
          <p:nvPr/>
        </p:nvCxnSpPr>
        <p:spPr>
          <a:xfrm flipV="1">
            <a:off x="2085031" y="6305429"/>
            <a:ext cx="17892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9" name="직선 연결선 468">
            <a:extLst>
              <a:ext uri="{FF2B5EF4-FFF2-40B4-BE49-F238E27FC236}">
                <a16:creationId xmlns:a16="http://schemas.microsoft.com/office/drawing/2014/main" id="{3DC3B996-02F8-6114-A85F-947D0FF222B9}"/>
              </a:ext>
            </a:extLst>
          </p:cNvPr>
          <p:cNvCxnSpPr>
            <a:cxnSpLocks/>
          </p:cNvCxnSpPr>
          <p:nvPr/>
        </p:nvCxnSpPr>
        <p:spPr>
          <a:xfrm>
            <a:off x="2085031" y="6095082"/>
            <a:ext cx="2175468"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0" name="직선 연결선 469">
            <a:extLst>
              <a:ext uri="{FF2B5EF4-FFF2-40B4-BE49-F238E27FC236}">
                <a16:creationId xmlns:a16="http://schemas.microsoft.com/office/drawing/2014/main" id="{8435D0D6-530A-D639-D6C1-432129074A85}"/>
              </a:ext>
            </a:extLst>
          </p:cNvPr>
          <p:cNvCxnSpPr>
            <a:cxnSpLocks/>
          </p:cNvCxnSpPr>
          <p:nvPr/>
        </p:nvCxnSpPr>
        <p:spPr>
          <a:xfrm>
            <a:off x="4260499" y="6034595"/>
            <a:ext cx="0" cy="54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75" name="직사각형 474">
            <a:extLst>
              <a:ext uri="{FF2B5EF4-FFF2-40B4-BE49-F238E27FC236}">
                <a16:creationId xmlns:a16="http://schemas.microsoft.com/office/drawing/2014/main" id="{5D3C6B71-43CA-9C99-A1E8-D3C7323F4AA9}"/>
              </a:ext>
            </a:extLst>
          </p:cNvPr>
          <p:cNvSpPr/>
          <p:nvPr/>
        </p:nvSpPr>
        <p:spPr>
          <a:xfrm>
            <a:off x="2306447" y="6498305"/>
            <a:ext cx="468000" cy="4571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1</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78" name="직사각형 477">
            <a:extLst>
              <a:ext uri="{FF2B5EF4-FFF2-40B4-BE49-F238E27FC236}">
                <a16:creationId xmlns:a16="http://schemas.microsoft.com/office/drawing/2014/main" id="{F245A92B-05EB-8F47-809E-46CFAB6C4A04}"/>
              </a:ext>
            </a:extLst>
          </p:cNvPr>
          <p:cNvSpPr/>
          <p:nvPr/>
        </p:nvSpPr>
        <p:spPr>
          <a:xfrm>
            <a:off x="2705251" y="6287958"/>
            <a:ext cx="468000" cy="4571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2</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79" name="직사각형 478">
            <a:extLst>
              <a:ext uri="{FF2B5EF4-FFF2-40B4-BE49-F238E27FC236}">
                <a16:creationId xmlns:a16="http://schemas.microsoft.com/office/drawing/2014/main" id="{AE141BB9-5099-53AF-92A3-3F20F99C3D0E}"/>
              </a:ext>
            </a:extLst>
          </p:cNvPr>
          <p:cNvSpPr/>
          <p:nvPr/>
        </p:nvSpPr>
        <p:spPr>
          <a:xfrm>
            <a:off x="2902179" y="6073265"/>
            <a:ext cx="576000" cy="4571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 n</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482" name="직선 연결선 481">
            <a:extLst>
              <a:ext uri="{FF2B5EF4-FFF2-40B4-BE49-F238E27FC236}">
                <a16:creationId xmlns:a16="http://schemas.microsoft.com/office/drawing/2014/main" id="{F76703DE-E0E2-F0B7-5CCD-8086293FD6E7}"/>
              </a:ext>
            </a:extLst>
          </p:cNvPr>
          <p:cNvCxnSpPr>
            <a:cxnSpLocks/>
          </p:cNvCxnSpPr>
          <p:nvPr/>
        </p:nvCxnSpPr>
        <p:spPr>
          <a:xfrm flipH="1">
            <a:off x="2088183" y="6998037"/>
            <a:ext cx="0" cy="324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3" name="직선 연결선 482">
            <a:extLst>
              <a:ext uri="{FF2B5EF4-FFF2-40B4-BE49-F238E27FC236}">
                <a16:creationId xmlns:a16="http://schemas.microsoft.com/office/drawing/2014/main" id="{EC838283-0652-7CA8-94CE-5B28CFEB8817}"/>
              </a:ext>
            </a:extLst>
          </p:cNvPr>
          <p:cNvCxnSpPr>
            <a:cxnSpLocks/>
          </p:cNvCxnSpPr>
          <p:nvPr/>
        </p:nvCxnSpPr>
        <p:spPr>
          <a:xfrm flipV="1">
            <a:off x="2343446" y="7073536"/>
            <a:ext cx="180000" cy="0"/>
          </a:xfrm>
          <a:prstGeom prst="line">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484" name="직선 연결선 483">
            <a:extLst>
              <a:ext uri="{FF2B5EF4-FFF2-40B4-BE49-F238E27FC236}">
                <a16:creationId xmlns:a16="http://schemas.microsoft.com/office/drawing/2014/main" id="{2A7F720D-BB63-D881-48B4-5D64E40E5713}"/>
              </a:ext>
            </a:extLst>
          </p:cNvPr>
          <p:cNvCxnSpPr>
            <a:cxnSpLocks/>
          </p:cNvCxnSpPr>
          <p:nvPr/>
        </p:nvCxnSpPr>
        <p:spPr>
          <a:xfrm flipV="1">
            <a:off x="1904213" y="7072177"/>
            <a:ext cx="180000" cy="0"/>
          </a:xfrm>
          <a:prstGeom prst="line">
            <a:avLst/>
          </a:prstGeom>
          <a:ln w="3175">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5" name="직선 연결선 484">
            <a:extLst>
              <a:ext uri="{FF2B5EF4-FFF2-40B4-BE49-F238E27FC236}">
                <a16:creationId xmlns:a16="http://schemas.microsoft.com/office/drawing/2014/main" id="{DCAA22AB-BB61-2BC1-2B80-10BBC4217184}"/>
              </a:ext>
            </a:extLst>
          </p:cNvPr>
          <p:cNvCxnSpPr>
            <a:cxnSpLocks/>
          </p:cNvCxnSpPr>
          <p:nvPr/>
        </p:nvCxnSpPr>
        <p:spPr>
          <a:xfrm flipH="1">
            <a:off x="2340472" y="6998034"/>
            <a:ext cx="0" cy="144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6135F500-6920-3924-8258-5732C272A6FD}"/>
              </a:ext>
            </a:extLst>
          </p:cNvPr>
          <p:cNvCxnSpPr>
            <a:cxnSpLocks/>
          </p:cNvCxnSpPr>
          <p:nvPr/>
        </p:nvCxnSpPr>
        <p:spPr>
          <a:xfrm flipV="1">
            <a:off x="2086002" y="7278952"/>
            <a:ext cx="8892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0" name="직선 연결선 89">
            <a:extLst>
              <a:ext uri="{FF2B5EF4-FFF2-40B4-BE49-F238E27FC236}">
                <a16:creationId xmlns:a16="http://schemas.microsoft.com/office/drawing/2014/main" id="{76C5F903-70C0-0E82-D720-1F98A41BA962}"/>
              </a:ext>
            </a:extLst>
          </p:cNvPr>
          <p:cNvCxnSpPr>
            <a:cxnSpLocks/>
          </p:cNvCxnSpPr>
          <p:nvPr/>
        </p:nvCxnSpPr>
        <p:spPr>
          <a:xfrm>
            <a:off x="2978649" y="6999733"/>
            <a:ext cx="0" cy="324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2" name="직사각형 91">
            <a:extLst>
              <a:ext uri="{FF2B5EF4-FFF2-40B4-BE49-F238E27FC236}">
                <a16:creationId xmlns:a16="http://schemas.microsoft.com/office/drawing/2014/main" id="{F32F6F2C-F61E-5EEB-3D20-5DB0F547EB4A}"/>
              </a:ext>
            </a:extLst>
          </p:cNvPr>
          <p:cNvSpPr/>
          <p:nvPr/>
        </p:nvSpPr>
        <p:spPr>
          <a:xfrm>
            <a:off x="2270153" y="7249463"/>
            <a:ext cx="533723" cy="6508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CH_SIZE = x</a:t>
            </a:r>
            <a:endParaRPr lang="ko-KR" altLang="en-US" sz="700" dirty="0">
              <a:solidFill>
                <a:schemeClr val="tx1"/>
              </a:solidFill>
              <a:latin typeface="Arial" panose="020B0604020202020204" pitchFamily="34" charset="0"/>
              <a:cs typeface="Arial" panose="020B0604020202020204" pitchFamily="34" charset="0"/>
            </a:endParaRPr>
          </a:p>
        </p:txBody>
      </p:sp>
      <p:sp>
        <p:nvSpPr>
          <p:cNvPr id="93" name="직사각형 92">
            <a:extLst>
              <a:ext uri="{FF2B5EF4-FFF2-40B4-BE49-F238E27FC236}">
                <a16:creationId xmlns:a16="http://schemas.microsoft.com/office/drawing/2014/main" id="{2457FC3F-1F67-87FC-F9CC-AD544CB562E1}"/>
              </a:ext>
            </a:extLst>
          </p:cNvPr>
          <p:cNvSpPr/>
          <p:nvPr/>
        </p:nvSpPr>
        <p:spPr>
          <a:xfrm>
            <a:off x="2253446" y="6617415"/>
            <a:ext cx="540000" cy="3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rgbClr val="0033CC"/>
                </a:solidFill>
                <a:latin typeface="Arial" panose="020B0604020202020204" pitchFamily="34" charset="0"/>
                <a:cs typeface="Arial" panose="020B0604020202020204" pitchFamily="34" charset="0"/>
              </a:rPr>
              <a:t>1-Line size</a:t>
            </a:r>
            <a:endParaRPr lang="ko-KR" altLang="en-US" sz="700" dirty="0">
              <a:solidFill>
                <a:srgbClr val="0033CC"/>
              </a:solidFill>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8DE93E9C-0946-3819-2651-7B8B4F5FF7CF}"/>
              </a:ext>
            </a:extLst>
          </p:cNvPr>
          <p:cNvSpPr txBox="1"/>
          <p:nvPr/>
        </p:nvSpPr>
        <p:spPr>
          <a:xfrm>
            <a:off x="404812" y="1612565"/>
            <a:ext cx="6039641" cy="692497"/>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SPI sequence for the LD transfer is as follows.  The LD width depends on the LD_WIDTH value of the CHANNEL ENABLE 2 register. </a:t>
            </a:r>
            <a:r>
              <a:rPr lang="en-US" altLang="ko-KR" sz="900" dirty="0">
                <a:solidFill>
                  <a:srgbClr val="000000"/>
                </a:solidFill>
                <a:latin typeface="Arial" panose="020B0604020202020204" pitchFamily="34" charset="0"/>
                <a:cs typeface="Arial" panose="020B0604020202020204" pitchFamily="34" charset="0"/>
              </a:rPr>
              <a:t> If the LD_WIDTH = 2’b00, then the LD data size of one block zone transferred through the SPI becomes 24 bits consisted of PAM 12 bits and PWM 12 bits.  Even if the transmitted width is 24 bits, the valid bits are actually 20 bits, PAM 10 bits + PWM 10 bits. Therefore, the data size per block to be transmitted to the daisied devices is 20 bits.</a:t>
            </a:r>
            <a:endParaRPr lang="en-US" altLang="ko-KR" sz="900" dirty="0">
              <a:latin typeface="Arial" panose="020B0604020202020204" pitchFamily="34" charset="0"/>
              <a:cs typeface="Arial" panose="020B0604020202020204" pitchFamily="34" charset="0"/>
            </a:endParaRPr>
          </a:p>
        </p:txBody>
      </p:sp>
      <p:sp>
        <p:nvSpPr>
          <p:cNvPr id="466" name="TextBox 465">
            <a:extLst>
              <a:ext uri="{FF2B5EF4-FFF2-40B4-BE49-F238E27FC236}">
                <a16:creationId xmlns:a16="http://schemas.microsoft.com/office/drawing/2014/main" id="{287494D8-8ADE-D1FC-1DBB-CBAEEC2B5D6A}"/>
              </a:ext>
            </a:extLst>
          </p:cNvPr>
          <p:cNvSpPr txBox="1"/>
          <p:nvPr/>
        </p:nvSpPr>
        <p:spPr>
          <a:xfrm>
            <a:off x="404811" y="1266807"/>
            <a:ext cx="603964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SPI LD transfer sequence</a:t>
            </a:r>
          </a:p>
        </p:txBody>
      </p:sp>
      <p:sp>
        <p:nvSpPr>
          <p:cNvPr id="471" name="TextBox 470">
            <a:extLst>
              <a:ext uri="{FF2B5EF4-FFF2-40B4-BE49-F238E27FC236}">
                <a16:creationId xmlns:a16="http://schemas.microsoft.com/office/drawing/2014/main" id="{EADDB469-D25C-F2D0-C585-128A011A7C2B}"/>
              </a:ext>
            </a:extLst>
          </p:cNvPr>
          <p:cNvSpPr txBox="1"/>
          <p:nvPr/>
        </p:nvSpPr>
        <p:spPr>
          <a:xfrm>
            <a:off x="2297223" y="7862261"/>
            <a:ext cx="2399055"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5. The SPI LD transfer in daisied 2 devices</a:t>
            </a:r>
          </a:p>
        </p:txBody>
      </p:sp>
      <p:graphicFrame>
        <p:nvGraphicFramePr>
          <p:cNvPr id="472" name="표 471">
            <a:extLst>
              <a:ext uri="{FF2B5EF4-FFF2-40B4-BE49-F238E27FC236}">
                <a16:creationId xmlns:a16="http://schemas.microsoft.com/office/drawing/2014/main" id="{B01114C5-FD0A-0ECD-3EAF-6D73655063B3}"/>
              </a:ext>
            </a:extLst>
          </p:cNvPr>
          <p:cNvGraphicFramePr>
            <a:graphicFrameLocks noGrp="1"/>
          </p:cNvGraphicFramePr>
          <p:nvPr>
            <p:extLst>
              <p:ext uri="{D42A27DB-BD31-4B8C-83A1-F6EECF244321}">
                <p14:modId xmlns:p14="http://schemas.microsoft.com/office/powerpoint/2010/main" val="3798019196"/>
              </p:ext>
            </p:extLst>
          </p:nvPr>
        </p:nvGraphicFramePr>
        <p:xfrm>
          <a:off x="900281" y="2658811"/>
          <a:ext cx="5048702" cy="980718"/>
        </p:xfrm>
        <a:graphic>
          <a:graphicData uri="http://schemas.openxmlformats.org/drawingml/2006/table">
            <a:tbl>
              <a:tblPr firstRow="1" bandRow="1">
                <a:tableStyleId>{5C22544A-7EE6-4342-B048-85BDC9FD1C3A}</a:tableStyleId>
              </a:tblPr>
              <a:tblGrid>
                <a:gridCol w="1089887">
                  <a:extLst>
                    <a:ext uri="{9D8B030D-6E8A-4147-A177-3AD203B41FA5}">
                      <a16:colId xmlns:a16="http://schemas.microsoft.com/office/drawing/2014/main" val="914624312"/>
                    </a:ext>
                  </a:extLst>
                </a:gridCol>
                <a:gridCol w="635553">
                  <a:extLst>
                    <a:ext uri="{9D8B030D-6E8A-4147-A177-3AD203B41FA5}">
                      <a16:colId xmlns:a16="http://schemas.microsoft.com/office/drawing/2014/main" val="1037286305"/>
                    </a:ext>
                  </a:extLst>
                </a:gridCol>
                <a:gridCol w="1661631">
                  <a:extLst>
                    <a:ext uri="{9D8B030D-6E8A-4147-A177-3AD203B41FA5}">
                      <a16:colId xmlns:a16="http://schemas.microsoft.com/office/drawing/2014/main" val="2179058520"/>
                    </a:ext>
                  </a:extLst>
                </a:gridCol>
                <a:gridCol w="1661631">
                  <a:extLst>
                    <a:ext uri="{9D8B030D-6E8A-4147-A177-3AD203B41FA5}">
                      <a16:colId xmlns:a16="http://schemas.microsoft.com/office/drawing/2014/main" val="3371543399"/>
                    </a:ext>
                  </a:extLst>
                </a:gridCol>
              </a:tblGrid>
              <a:tr h="247094">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LD_WIDTH [1:0]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width </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format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Valid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183406">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2’b00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24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PAM 12-bit + PWM 12-bit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PAM 10-bit + PWM 10-bit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2’b01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24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PAM 12-bit + PWM 12-bit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PAM 10-bit + PWM 11-bit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24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PAM 12-bit + PWM 12-bit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PAM 10-bit + PWM 12-bit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26353"/>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2’b11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16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16-bit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16-bit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008071"/>
                  </a:ext>
                </a:extLst>
              </a:tr>
            </a:tbl>
          </a:graphicData>
        </a:graphic>
      </p:graphicFrame>
      <p:sp>
        <p:nvSpPr>
          <p:cNvPr id="474" name="TextBox 473">
            <a:extLst>
              <a:ext uri="{FF2B5EF4-FFF2-40B4-BE49-F238E27FC236}">
                <a16:creationId xmlns:a16="http://schemas.microsoft.com/office/drawing/2014/main" id="{95E00052-9762-76AA-EC31-78DF488CF1ED}"/>
              </a:ext>
            </a:extLst>
          </p:cNvPr>
          <p:cNvSpPr txBox="1"/>
          <p:nvPr/>
        </p:nvSpPr>
        <p:spPr>
          <a:xfrm>
            <a:off x="2336270" y="3752912"/>
            <a:ext cx="2270814"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Table 1. LD data size according to LD_WIDTH</a:t>
            </a:r>
          </a:p>
        </p:txBody>
      </p:sp>
      <p:sp>
        <p:nvSpPr>
          <p:cNvPr id="477" name="TextBox 476">
            <a:extLst>
              <a:ext uri="{FF2B5EF4-FFF2-40B4-BE49-F238E27FC236}">
                <a16:creationId xmlns:a16="http://schemas.microsoft.com/office/drawing/2014/main" id="{91496AF8-ABFE-EE72-5C7D-2D151BA2EA9D}"/>
              </a:ext>
            </a:extLst>
          </p:cNvPr>
          <p:cNvSpPr txBox="1"/>
          <p:nvPr/>
        </p:nvSpPr>
        <p:spPr>
          <a:xfrm>
            <a:off x="404810" y="4350395"/>
            <a:ext cx="6048625" cy="830997"/>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burst size </a:t>
            </a:r>
            <a:r>
              <a:rPr lang="en-US" altLang="ko-KR" sz="900" dirty="0">
                <a:solidFill>
                  <a:srgbClr val="000000"/>
                </a:solidFill>
                <a:latin typeface="Arial" panose="020B0604020202020204" pitchFamily="34" charset="0"/>
                <a:cs typeface="Arial" panose="020B0604020202020204" pitchFamily="34" charset="0"/>
              </a:rPr>
              <a:t>unit means the amount of LD data corresponding to one line and the one line of LD data corresponds to the total LD data of all activated channels, and the number of active channel is determined by the CH_SIZE value of the ENABLE CHANNEL 2 register. Here, the CH_SIZE value should be equal to the number of activated channels by the CHx_EN of the ENABLE CHANNEL 1/2 registers.</a:t>
            </a:r>
          </a:p>
          <a:p>
            <a:pPr algn="just"/>
            <a:r>
              <a:rPr lang="en-US" altLang="ko-KR" sz="900" dirty="0">
                <a:solidFill>
                  <a:srgbClr val="000000"/>
                </a:solidFill>
                <a:latin typeface="Arial" panose="020B0604020202020204" pitchFamily="34" charset="0"/>
                <a:cs typeface="Arial" panose="020B0604020202020204" pitchFamily="34" charset="0"/>
              </a:rPr>
              <a:t>                  </a:t>
            </a:r>
          </a:p>
          <a:p>
            <a:pPr algn="just"/>
            <a:r>
              <a:rPr lang="en-US" altLang="ko-KR" sz="900" dirty="0">
                <a:solidFill>
                  <a:srgbClr val="000000"/>
                </a:solidFill>
                <a:latin typeface="Arial" panose="020B0604020202020204" pitchFamily="34" charset="0"/>
                <a:cs typeface="Arial" panose="020B0604020202020204" pitchFamily="34" charset="0"/>
              </a:rPr>
              <a:t>                                                Burst size unit = 1-line LD data = CH_SIZE * LD data size</a:t>
            </a:r>
          </a:p>
        </p:txBody>
      </p:sp>
    </p:spTree>
    <p:extLst>
      <p:ext uri="{BB962C8B-B14F-4D97-AF65-F5344CB8AC3E}">
        <p14:creationId xmlns:p14="http://schemas.microsoft.com/office/powerpoint/2010/main" val="344753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25119" y="82762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3" y="1612565"/>
            <a:ext cx="6048619" cy="553998"/>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XC-24 has a total of 24 channels for serial daisy connections with a total of 31 XD-12 devices.  </a:t>
            </a:r>
            <a:r>
              <a:rPr lang="en-US" altLang="ko-KR" sz="900" dirty="0">
                <a:latin typeface="Arial" panose="020B0604020202020204" pitchFamily="34" charset="0"/>
                <a:cs typeface="Arial" panose="020B0604020202020204" pitchFamily="34" charset="0"/>
              </a:rPr>
              <a:t>Each channel can transmit the data to the XD-12 and receive the data from the XD-12 through one line daisied to the XD-12 devices. </a:t>
            </a:r>
            <a:r>
              <a:rPr lang="en-US" altLang="ko-KR" sz="900" b="0" i="0" dirty="0">
                <a:solidFill>
                  <a:srgbClr val="000000"/>
                </a:solidFill>
                <a:effectLst/>
                <a:latin typeface="Arial" panose="020B0604020202020204" pitchFamily="34" charset="0"/>
                <a:cs typeface="Arial" panose="020B0604020202020204" pitchFamily="34" charset="0"/>
              </a:rPr>
              <a:t>The XD-24 has a total of 5 instructions for transferring the data to the XD-12 and 3 instructions for receiving the data from the XD-12.</a:t>
            </a:r>
            <a:endParaRPr lang="en-US" altLang="ko-KR" sz="900" dirty="0">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2. Serial Interface</a:t>
            </a:r>
          </a:p>
        </p:txBody>
      </p:sp>
      <p:graphicFrame>
        <p:nvGraphicFramePr>
          <p:cNvPr id="140" name="표 139">
            <a:extLst>
              <a:ext uri="{FF2B5EF4-FFF2-40B4-BE49-F238E27FC236}">
                <a16:creationId xmlns:a16="http://schemas.microsoft.com/office/drawing/2014/main" id="{5CFB749C-CCBE-CF45-B876-EF09F3FE4874}"/>
              </a:ext>
            </a:extLst>
          </p:cNvPr>
          <p:cNvGraphicFramePr>
            <a:graphicFrameLocks noGrp="1"/>
          </p:cNvGraphicFramePr>
          <p:nvPr>
            <p:extLst>
              <p:ext uri="{D42A27DB-BD31-4B8C-83A1-F6EECF244321}">
                <p14:modId xmlns:p14="http://schemas.microsoft.com/office/powerpoint/2010/main" val="2194368135"/>
              </p:ext>
            </p:extLst>
          </p:nvPr>
        </p:nvGraphicFramePr>
        <p:xfrm>
          <a:off x="653120" y="4596285"/>
          <a:ext cx="5702572" cy="2745329"/>
        </p:xfrm>
        <a:graphic>
          <a:graphicData uri="http://schemas.openxmlformats.org/drawingml/2006/table">
            <a:tbl>
              <a:tblPr firstRow="1" bandRow="1">
                <a:tableStyleId>{5C22544A-7EE6-4342-B048-85BDC9FD1C3A}</a:tableStyleId>
              </a:tblPr>
              <a:tblGrid>
                <a:gridCol w="900648">
                  <a:extLst>
                    <a:ext uri="{9D8B030D-6E8A-4147-A177-3AD203B41FA5}">
                      <a16:colId xmlns:a16="http://schemas.microsoft.com/office/drawing/2014/main" val="914624312"/>
                    </a:ext>
                  </a:extLst>
                </a:gridCol>
                <a:gridCol w="623176">
                  <a:extLst>
                    <a:ext uri="{9D8B030D-6E8A-4147-A177-3AD203B41FA5}">
                      <a16:colId xmlns:a16="http://schemas.microsoft.com/office/drawing/2014/main" val="2179058520"/>
                    </a:ext>
                  </a:extLst>
                </a:gridCol>
                <a:gridCol w="593610">
                  <a:extLst>
                    <a:ext uri="{9D8B030D-6E8A-4147-A177-3AD203B41FA5}">
                      <a16:colId xmlns:a16="http://schemas.microsoft.com/office/drawing/2014/main" val="3371543399"/>
                    </a:ext>
                  </a:extLst>
                </a:gridCol>
                <a:gridCol w="3585138">
                  <a:extLst>
                    <a:ext uri="{9D8B030D-6E8A-4147-A177-3AD203B41FA5}">
                      <a16:colId xmlns:a16="http://schemas.microsoft.com/office/drawing/2014/main" val="3899883382"/>
                    </a:ext>
                  </a:extLst>
                </a:gridCol>
              </a:tblGrid>
              <a:tr h="280594">
                <a:tc row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Instruction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Transaction direction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Data direction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row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Description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250937">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Command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Data</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85956596"/>
                  </a:ext>
                </a:extLst>
              </a:tr>
              <a:tr h="237072">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Global write</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맑은 고딕" panose="020B0503020000020004" pitchFamily="50" charset="-127"/>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Global-write command the same register data between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 write</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Local-write command the different register data between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transfer</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Dimming data-transfer command to the XD devices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26353"/>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ID gen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 generation command of the XD devices in daisied each channel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293829"/>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Sync gen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Sync-generation command to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008071"/>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Sync auto-gen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Automatically sync-generation command sync on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4166509"/>
                  </a:ext>
                </a:extLst>
              </a:tr>
              <a:tr h="60887">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4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4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4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4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2231904"/>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 read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XD </a:t>
                      </a:r>
                      <a:r>
                        <a:rPr lang="en-US" altLang="ko-KR" sz="700" b="0" dirty="0">
                          <a:solidFill>
                            <a:schemeClr val="tx1"/>
                          </a:solidFill>
                          <a:latin typeface="Arial" panose="020B0604020202020204" pitchFamily="34" charset="0"/>
                          <a:ea typeface="+mn-ea"/>
                          <a:cs typeface="Arial" panose="020B0604020202020204" pitchFamily="34" charset="0"/>
                        </a:rPr>
                        <a:t>→ XC</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Local-read command to the XD devices and read-back from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8455868"/>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 read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XD </a:t>
                      </a:r>
                      <a:r>
                        <a:rPr lang="en-US" altLang="ko-KR" sz="700" b="0" dirty="0">
                          <a:solidFill>
                            <a:schemeClr val="tx1"/>
                          </a:solidFill>
                          <a:latin typeface="Arial" panose="020B0604020202020204" pitchFamily="34" charset="0"/>
                          <a:ea typeface="+mn-ea"/>
                          <a:cs typeface="Arial" panose="020B0604020202020204" pitchFamily="34" charset="0"/>
                        </a:rPr>
                        <a:t>→ XC</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Fault-read command to the XD devices and read-back from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3386186"/>
                  </a:ext>
                </a:extLst>
              </a:tr>
              <a:tr h="25626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 auto-read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XD </a:t>
                      </a:r>
                      <a:r>
                        <a:rPr lang="en-US" altLang="ko-KR" sz="700" b="0" dirty="0">
                          <a:solidFill>
                            <a:schemeClr val="tx1"/>
                          </a:solidFill>
                          <a:latin typeface="Arial" panose="020B0604020202020204" pitchFamily="34" charset="0"/>
                          <a:ea typeface="+mn-ea"/>
                          <a:cs typeface="Arial" panose="020B0604020202020204" pitchFamily="34" charset="0"/>
                        </a:rPr>
                        <a:t>→ XC</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Automatically fault-read command to the XD devices and read-back from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0974672"/>
                  </a:ext>
                </a:extLst>
              </a:tr>
            </a:tbl>
          </a:graphicData>
        </a:graphic>
      </p:graphicFrame>
      <p:grpSp>
        <p:nvGrpSpPr>
          <p:cNvPr id="158" name="그룹 157">
            <a:extLst>
              <a:ext uri="{FF2B5EF4-FFF2-40B4-BE49-F238E27FC236}">
                <a16:creationId xmlns:a16="http://schemas.microsoft.com/office/drawing/2014/main" id="{2B73FFE5-E2BF-10E4-E093-448FCCF8A4B1}"/>
              </a:ext>
            </a:extLst>
          </p:cNvPr>
          <p:cNvGrpSpPr/>
          <p:nvPr/>
        </p:nvGrpSpPr>
        <p:grpSpPr>
          <a:xfrm>
            <a:off x="1132613" y="2488856"/>
            <a:ext cx="4592774" cy="947144"/>
            <a:chOff x="1310184" y="2629068"/>
            <a:chExt cx="4592774" cy="947144"/>
          </a:xfrm>
        </p:grpSpPr>
        <p:grpSp>
          <p:nvGrpSpPr>
            <p:cNvPr id="142" name="그룹 141">
              <a:extLst>
                <a:ext uri="{FF2B5EF4-FFF2-40B4-BE49-F238E27FC236}">
                  <a16:creationId xmlns:a16="http://schemas.microsoft.com/office/drawing/2014/main" id="{EBC16A94-4671-6E36-ABAA-2A455195DA96}"/>
                </a:ext>
              </a:extLst>
            </p:cNvPr>
            <p:cNvGrpSpPr/>
            <p:nvPr/>
          </p:nvGrpSpPr>
          <p:grpSpPr>
            <a:xfrm>
              <a:off x="1310184" y="2646999"/>
              <a:ext cx="972401" cy="929213"/>
              <a:chOff x="1310184" y="2646999"/>
              <a:chExt cx="972401" cy="929213"/>
            </a:xfrm>
          </p:grpSpPr>
          <p:sp>
            <p:nvSpPr>
              <p:cNvPr id="5" name="직사각형 4">
                <a:extLst>
                  <a:ext uri="{FF2B5EF4-FFF2-40B4-BE49-F238E27FC236}">
                    <a16:creationId xmlns:a16="http://schemas.microsoft.com/office/drawing/2014/main" id="{93AA9436-3245-1414-5846-F1422D5BEDEC}"/>
                  </a:ext>
                </a:extLst>
              </p:cNvPr>
              <p:cNvSpPr/>
              <p:nvPr/>
            </p:nvSpPr>
            <p:spPr>
              <a:xfrm>
                <a:off x="1310184" y="2652214"/>
                <a:ext cx="900000" cy="90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b="1" dirty="0">
                    <a:solidFill>
                      <a:schemeClr val="tx1"/>
                    </a:solidFill>
                  </a:rPr>
                  <a:t>XC-24</a:t>
                </a:r>
                <a:endParaRPr lang="ko-KR" altLang="en-US" b="1" dirty="0">
                  <a:solidFill>
                    <a:schemeClr val="tx1"/>
                  </a:solidFill>
                </a:endParaRPr>
              </a:p>
            </p:txBody>
          </p:sp>
          <p:sp>
            <p:nvSpPr>
              <p:cNvPr id="76" name="TextBox 75">
                <a:extLst>
                  <a:ext uri="{FF2B5EF4-FFF2-40B4-BE49-F238E27FC236}">
                    <a16:creationId xmlns:a16="http://schemas.microsoft.com/office/drawing/2014/main" id="{6D6BFD98-E2E9-37C6-1B48-C3C7E7D455B3}"/>
                  </a:ext>
                </a:extLst>
              </p:cNvPr>
              <p:cNvSpPr txBox="1"/>
              <p:nvPr/>
            </p:nvSpPr>
            <p:spPr>
              <a:xfrm>
                <a:off x="1937619" y="2646999"/>
                <a:ext cx="344966" cy="215444"/>
              </a:xfrm>
              <a:prstGeom prst="rect">
                <a:avLst/>
              </a:prstGeom>
              <a:noFill/>
            </p:spPr>
            <p:txBody>
              <a:bodyPr wrap="none" rtlCol="0">
                <a:spAutoFit/>
              </a:bodyPr>
              <a:lstStyle/>
              <a:p>
                <a:r>
                  <a:rPr lang="en-US" altLang="ko-KR" sz="800" dirty="0"/>
                  <a:t>Ch1</a:t>
                </a:r>
                <a:endParaRPr lang="ko-KR" altLang="en-US" sz="800" dirty="0"/>
              </a:p>
            </p:txBody>
          </p:sp>
          <p:sp>
            <p:nvSpPr>
              <p:cNvPr id="78" name="TextBox 77">
                <a:extLst>
                  <a:ext uri="{FF2B5EF4-FFF2-40B4-BE49-F238E27FC236}">
                    <a16:creationId xmlns:a16="http://schemas.microsoft.com/office/drawing/2014/main" id="{57CE5C01-9DA4-467F-4C99-B377753F0E21}"/>
                  </a:ext>
                </a:extLst>
              </p:cNvPr>
              <p:cNvSpPr txBox="1"/>
              <p:nvPr/>
            </p:nvSpPr>
            <p:spPr>
              <a:xfrm>
                <a:off x="1854245" y="3360768"/>
                <a:ext cx="418704" cy="215444"/>
              </a:xfrm>
              <a:prstGeom prst="rect">
                <a:avLst/>
              </a:prstGeom>
              <a:noFill/>
            </p:spPr>
            <p:txBody>
              <a:bodyPr wrap="none" rtlCol="0">
                <a:spAutoFit/>
              </a:bodyPr>
              <a:lstStyle/>
              <a:p>
                <a:r>
                  <a:rPr lang="en-US" altLang="ko-KR" sz="800" dirty="0"/>
                  <a:t> Ch24</a:t>
                </a:r>
                <a:endParaRPr lang="ko-KR" altLang="en-US" sz="800" dirty="0"/>
              </a:p>
            </p:txBody>
          </p:sp>
          <p:grpSp>
            <p:nvGrpSpPr>
              <p:cNvPr id="105" name="그룹 104">
                <a:extLst>
                  <a:ext uri="{FF2B5EF4-FFF2-40B4-BE49-F238E27FC236}">
                    <a16:creationId xmlns:a16="http://schemas.microsoft.com/office/drawing/2014/main" id="{5B38C0A4-6837-6236-08FB-5806E747D3EF}"/>
                  </a:ext>
                </a:extLst>
              </p:cNvPr>
              <p:cNvGrpSpPr/>
              <p:nvPr/>
            </p:nvGrpSpPr>
            <p:grpSpPr>
              <a:xfrm>
                <a:off x="2095702" y="2987694"/>
                <a:ext cx="28800" cy="214330"/>
                <a:chOff x="528825" y="6490024"/>
                <a:chExt cx="28800" cy="214330"/>
              </a:xfrm>
            </p:grpSpPr>
            <p:sp>
              <p:nvSpPr>
                <p:cNvPr id="134" name="타원 133">
                  <a:extLst>
                    <a:ext uri="{FF2B5EF4-FFF2-40B4-BE49-F238E27FC236}">
                      <a16:creationId xmlns:a16="http://schemas.microsoft.com/office/drawing/2014/main" id="{AF301ACB-B526-862B-3334-991AC157475B}"/>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5" name="타원 134">
                  <a:extLst>
                    <a:ext uri="{FF2B5EF4-FFF2-40B4-BE49-F238E27FC236}">
                      <a16:creationId xmlns:a16="http://schemas.microsoft.com/office/drawing/2014/main" id="{45D068B1-AA48-26E8-572C-0D19937B4BAC}"/>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6" name="타원 135">
                  <a:extLst>
                    <a:ext uri="{FF2B5EF4-FFF2-40B4-BE49-F238E27FC236}">
                      <a16:creationId xmlns:a16="http://schemas.microsoft.com/office/drawing/2014/main" id="{FC251A13-EF13-DB43-D301-A50BDA2CD1B0}"/>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106" name="그룹 105">
              <a:extLst>
                <a:ext uri="{FF2B5EF4-FFF2-40B4-BE49-F238E27FC236}">
                  <a16:creationId xmlns:a16="http://schemas.microsoft.com/office/drawing/2014/main" id="{66EC24E3-D04C-BD2E-979A-8FE079E918B0}"/>
                </a:ext>
              </a:extLst>
            </p:cNvPr>
            <p:cNvGrpSpPr/>
            <p:nvPr/>
          </p:nvGrpSpPr>
          <p:grpSpPr>
            <a:xfrm rot="16200000">
              <a:off x="4749222" y="2839219"/>
              <a:ext cx="28800" cy="214330"/>
              <a:chOff x="1254494" y="6490024"/>
              <a:chExt cx="28800" cy="214330"/>
            </a:xfrm>
          </p:grpSpPr>
          <p:sp>
            <p:nvSpPr>
              <p:cNvPr id="131" name="타원 130">
                <a:extLst>
                  <a:ext uri="{FF2B5EF4-FFF2-40B4-BE49-F238E27FC236}">
                    <a16:creationId xmlns:a16="http://schemas.microsoft.com/office/drawing/2014/main" id="{863C6F26-7D84-1FB5-53C7-B00FA85E50C5}"/>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2" name="타원 131">
                <a:extLst>
                  <a:ext uri="{FF2B5EF4-FFF2-40B4-BE49-F238E27FC236}">
                    <a16:creationId xmlns:a16="http://schemas.microsoft.com/office/drawing/2014/main" id="{6B1E2250-C74F-DC6B-1155-2B61D0D49B8C}"/>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3" name="타원 132">
                <a:extLst>
                  <a:ext uri="{FF2B5EF4-FFF2-40B4-BE49-F238E27FC236}">
                    <a16:creationId xmlns:a16="http://schemas.microsoft.com/office/drawing/2014/main" id="{0865998F-5BBF-7BAA-E5F3-4DD431D4B7CF}"/>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41" name="그룹 140">
              <a:extLst>
                <a:ext uri="{FF2B5EF4-FFF2-40B4-BE49-F238E27FC236}">
                  <a16:creationId xmlns:a16="http://schemas.microsoft.com/office/drawing/2014/main" id="{6EE2EE79-64D2-420E-9D5C-3A68DEDFBD25}"/>
                </a:ext>
              </a:extLst>
            </p:cNvPr>
            <p:cNvGrpSpPr/>
            <p:nvPr/>
          </p:nvGrpSpPr>
          <p:grpSpPr>
            <a:xfrm>
              <a:off x="2722443" y="2629068"/>
              <a:ext cx="702583" cy="562352"/>
              <a:chOff x="2722443" y="2610872"/>
              <a:chExt cx="702583" cy="562352"/>
            </a:xfrm>
          </p:grpSpPr>
          <p:sp>
            <p:nvSpPr>
              <p:cNvPr id="137" name="직사각형 136">
                <a:extLst>
                  <a:ext uri="{FF2B5EF4-FFF2-40B4-BE49-F238E27FC236}">
                    <a16:creationId xmlns:a16="http://schemas.microsoft.com/office/drawing/2014/main" id="{865AB734-7975-17FB-5371-31AF82ABB92A}"/>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#1</a:t>
                </a:r>
              </a:p>
            </p:txBody>
          </p:sp>
          <p:sp>
            <p:nvSpPr>
              <p:cNvPr id="138" name="TextBox 137">
                <a:extLst>
                  <a:ext uri="{FF2B5EF4-FFF2-40B4-BE49-F238E27FC236}">
                    <a16:creationId xmlns:a16="http://schemas.microsoft.com/office/drawing/2014/main" id="{0087BE72-8712-F908-D4D9-F92006B767C9}"/>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139" name="TextBox 138">
                <a:extLst>
                  <a:ext uri="{FF2B5EF4-FFF2-40B4-BE49-F238E27FC236}">
                    <a16:creationId xmlns:a16="http://schemas.microsoft.com/office/drawing/2014/main" id="{698E0F5D-003A-3147-055E-6D725C5F141D}"/>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grpSp>
          <p:nvGrpSpPr>
            <p:cNvPr id="143" name="그룹 142">
              <a:extLst>
                <a:ext uri="{FF2B5EF4-FFF2-40B4-BE49-F238E27FC236}">
                  <a16:creationId xmlns:a16="http://schemas.microsoft.com/office/drawing/2014/main" id="{1A5ADAAF-0EEE-F842-28E4-9D5CCD0CC3D2}"/>
                </a:ext>
              </a:extLst>
            </p:cNvPr>
            <p:cNvGrpSpPr/>
            <p:nvPr/>
          </p:nvGrpSpPr>
          <p:grpSpPr>
            <a:xfrm>
              <a:off x="3592926" y="2639632"/>
              <a:ext cx="702583" cy="562352"/>
              <a:chOff x="2722443" y="2610872"/>
              <a:chExt cx="702583" cy="562352"/>
            </a:xfrm>
          </p:grpSpPr>
          <p:sp>
            <p:nvSpPr>
              <p:cNvPr id="144" name="직사각형 143">
                <a:extLst>
                  <a:ext uri="{FF2B5EF4-FFF2-40B4-BE49-F238E27FC236}">
                    <a16:creationId xmlns:a16="http://schemas.microsoft.com/office/drawing/2014/main" id="{AA4F8AE8-B09C-2D05-31E6-FC75ABE33786}"/>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#2</a:t>
                </a:r>
              </a:p>
            </p:txBody>
          </p:sp>
          <p:sp>
            <p:nvSpPr>
              <p:cNvPr id="145" name="TextBox 144">
                <a:extLst>
                  <a:ext uri="{FF2B5EF4-FFF2-40B4-BE49-F238E27FC236}">
                    <a16:creationId xmlns:a16="http://schemas.microsoft.com/office/drawing/2014/main" id="{18D3DD17-FE2B-83B3-9ACD-1119FEEEC8BB}"/>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146" name="TextBox 145">
                <a:extLst>
                  <a:ext uri="{FF2B5EF4-FFF2-40B4-BE49-F238E27FC236}">
                    <a16:creationId xmlns:a16="http://schemas.microsoft.com/office/drawing/2014/main" id="{E5E7C60B-BEF9-E6C8-4A43-26C710FB4F9D}"/>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grpSp>
          <p:nvGrpSpPr>
            <p:cNvPr id="147" name="그룹 146">
              <a:extLst>
                <a:ext uri="{FF2B5EF4-FFF2-40B4-BE49-F238E27FC236}">
                  <a16:creationId xmlns:a16="http://schemas.microsoft.com/office/drawing/2014/main" id="{E4997655-7851-BE60-5C05-F7FC9D7EB747}"/>
                </a:ext>
              </a:extLst>
            </p:cNvPr>
            <p:cNvGrpSpPr/>
            <p:nvPr/>
          </p:nvGrpSpPr>
          <p:grpSpPr>
            <a:xfrm>
              <a:off x="5200375" y="2639632"/>
              <a:ext cx="702583" cy="562352"/>
              <a:chOff x="2722443" y="2610872"/>
              <a:chExt cx="702583" cy="562352"/>
            </a:xfrm>
          </p:grpSpPr>
          <p:sp>
            <p:nvSpPr>
              <p:cNvPr id="148" name="직사각형 147">
                <a:extLst>
                  <a:ext uri="{FF2B5EF4-FFF2-40B4-BE49-F238E27FC236}">
                    <a16:creationId xmlns:a16="http://schemas.microsoft.com/office/drawing/2014/main" id="{3F92AD70-F8E8-AE0A-F52F-0192E52A01B6}"/>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#31</a:t>
                </a:r>
              </a:p>
            </p:txBody>
          </p:sp>
          <p:sp>
            <p:nvSpPr>
              <p:cNvPr id="149" name="TextBox 148">
                <a:extLst>
                  <a:ext uri="{FF2B5EF4-FFF2-40B4-BE49-F238E27FC236}">
                    <a16:creationId xmlns:a16="http://schemas.microsoft.com/office/drawing/2014/main" id="{1ACC586F-4287-F8E6-FB7D-1DD5A2CB63D5}"/>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150" name="TextBox 149">
                <a:extLst>
                  <a:ext uri="{FF2B5EF4-FFF2-40B4-BE49-F238E27FC236}">
                    <a16:creationId xmlns:a16="http://schemas.microsoft.com/office/drawing/2014/main" id="{E758B0E5-9480-9011-3050-5CE826FF04EA}"/>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cxnSp>
          <p:nvCxnSpPr>
            <p:cNvPr id="152" name="직선 화살표 연결선 151">
              <a:extLst>
                <a:ext uri="{FF2B5EF4-FFF2-40B4-BE49-F238E27FC236}">
                  <a16:creationId xmlns:a16="http://schemas.microsoft.com/office/drawing/2014/main" id="{8A39A40C-1F32-BCE6-D8F0-E56FE0BA86D2}"/>
                </a:ext>
              </a:extLst>
            </p:cNvPr>
            <p:cNvCxnSpPr/>
            <p:nvPr/>
          </p:nvCxnSpPr>
          <p:spPr>
            <a:xfrm>
              <a:off x="2210184" y="2750171"/>
              <a:ext cx="576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직선 화살표 연결선 154">
              <a:extLst>
                <a:ext uri="{FF2B5EF4-FFF2-40B4-BE49-F238E27FC236}">
                  <a16:creationId xmlns:a16="http://schemas.microsoft.com/office/drawing/2014/main" id="{4BCB493E-6D03-B771-7526-68F24406A1EA}"/>
                </a:ext>
              </a:extLst>
            </p:cNvPr>
            <p:cNvCxnSpPr/>
            <p:nvPr/>
          </p:nvCxnSpPr>
          <p:spPr>
            <a:xfrm>
              <a:off x="3339645" y="2754721"/>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6" name="직선 화살표 연결선 155">
              <a:extLst>
                <a:ext uri="{FF2B5EF4-FFF2-40B4-BE49-F238E27FC236}">
                  <a16:creationId xmlns:a16="http://schemas.microsoft.com/office/drawing/2014/main" id="{20078CEB-9233-DB47-9D74-42DCA7AE7D67}"/>
                </a:ext>
              </a:extLst>
            </p:cNvPr>
            <p:cNvCxnSpPr/>
            <p:nvPr/>
          </p:nvCxnSpPr>
          <p:spPr>
            <a:xfrm>
              <a:off x="4211131" y="2754868"/>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7" name="직선 화살표 연결선 156">
              <a:extLst>
                <a:ext uri="{FF2B5EF4-FFF2-40B4-BE49-F238E27FC236}">
                  <a16:creationId xmlns:a16="http://schemas.microsoft.com/office/drawing/2014/main" id="{37DAB89A-6E40-6896-FECB-34529A70FA7F}"/>
                </a:ext>
              </a:extLst>
            </p:cNvPr>
            <p:cNvCxnSpPr/>
            <p:nvPr/>
          </p:nvCxnSpPr>
          <p:spPr>
            <a:xfrm>
              <a:off x="4949076" y="2754721"/>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160" name="TextBox 159">
            <a:extLst>
              <a:ext uri="{FF2B5EF4-FFF2-40B4-BE49-F238E27FC236}">
                <a16:creationId xmlns:a16="http://schemas.microsoft.com/office/drawing/2014/main" id="{53C8AF69-B10B-C15D-776C-3149F6D99F7B}"/>
              </a:ext>
            </a:extLst>
          </p:cNvPr>
          <p:cNvSpPr txBox="1"/>
          <p:nvPr/>
        </p:nvSpPr>
        <p:spPr>
          <a:xfrm>
            <a:off x="404812" y="4292812"/>
            <a:ext cx="6048619" cy="139407"/>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commands are listed as shown in the Table 2. and described in more detail below.</a:t>
            </a:r>
            <a:endParaRPr lang="en-US" altLang="ko-KR" sz="900" dirty="0">
              <a:latin typeface="Arial" panose="020B0604020202020204" pitchFamily="34" charset="0"/>
              <a:cs typeface="Arial" panose="020B0604020202020204" pitchFamily="34" charset="0"/>
            </a:endParaRPr>
          </a:p>
        </p:txBody>
      </p:sp>
      <p:sp>
        <p:nvSpPr>
          <p:cNvPr id="161" name="TextBox 160">
            <a:extLst>
              <a:ext uri="{FF2B5EF4-FFF2-40B4-BE49-F238E27FC236}">
                <a16:creationId xmlns:a16="http://schemas.microsoft.com/office/drawing/2014/main" id="{11CFD812-0743-A83B-6330-7CEEFEA04C9F}"/>
              </a:ext>
            </a:extLst>
          </p:cNvPr>
          <p:cNvSpPr txBox="1"/>
          <p:nvPr/>
        </p:nvSpPr>
        <p:spPr>
          <a:xfrm>
            <a:off x="2854572" y="7467937"/>
            <a:ext cx="1124667"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Table 2. Instruction list</a:t>
            </a:r>
          </a:p>
        </p:txBody>
      </p:sp>
      <p:sp>
        <p:nvSpPr>
          <p:cNvPr id="3" name="TextBox 2">
            <a:extLst>
              <a:ext uri="{FF2B5EF4-FFF2-40B4-BE49-F238E27FC236}">
                <a16:creationId xmlns:a16="http://schemas.microsoft.com/office/drawing/2014/main" id="{CF7A0AB7-5A13-91C4-89A4-CC12DE6E0006}"/>
              </a:ext>
            </a:extLst>
          </p:cNvPr>
          <p:cNvSpPr txBox="1"/>
          <p:nvPr/>
        </p:nvSpPr>
        <p:spPr>
          <a:xfrm>
            <a:off x="2723590" y="3659803"/>
            <a:ext cx="1451679"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6. The daisied scheme</a:t>
            </a:r>
          </a:p>
        </p:txBody>
      </p:sp>
    </p:spTree>
    <p:extLst>
      <p:ext uri="{BB962C8B-B14F-4D97-AF65-F5344CB8AC3E}">
        <p14:creationId xmlns:p14="http://schemas.microsoft.com/office/powerpoint/2010/main" val="780984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C315069-ECE9-729F-5D32-0B7061C2BA58}"/>
              </a:ext>
            </a:extLst>
          </p:cNvPr>
          <p:cNvSpPr txBox="1"/>
          <p:nvPr/>
        </p:nvSpPr>
        <p:spPr>
          <a:xfrm>
            <a:off x="404813" y="1612565"/>
            <a:ext cx="6062661" cy="1384995"/>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ID-GEN COMMAND register is used to set a unique ID for each device and each device’s ID</a:t>
            </a:r>
            <a:r>
              <a:rPr lang="en-US" altLang="ko-KR" sz="900" b="0" i="0" dirty="0">
                <a:solidFill>
                  <a:srgbClr val="000000"/>
                </a:solidFill>
                <a:effectLst/>
                <a:latin typeface="Arial" panose="020B0604020202020204" pitchFamily="34" charset="0"/>
                <a:cs typeface="Arial" panose="020B0604020202020204" pitchFamily="34" charset="0"/>
              </a:rPr>
              <a:t> helps identifying when</a:t>
            </a:r>
          </a:p>
          <a:p>
            <a:pPr algn="just"/>
            <a:r>
              <a:rPr lang="en-US" altLang="ko-KR" sz="900" dirty="0">
                <a:solidFill>
                  <a:srgbClr val="000000"/>
                </a:solidFill>
                <a:latin typeface="Arial" panose="020B0604020202020204" pitchFamily="34" charset="0"/>
                <a:cs typeface="Arial" panose="020B0604020202020204" pitchFamily="34" charset="0"/>
              </a:rPr>
              <a:t>each device should react on a read-back operation. Therefore, after POR this command</a:t>
            </a:r>
            <a:r>
              <a:rPr lang="en-US" altLang="ko-KR" sz="900" b="0" i="0" dirty="0">
                <a:solidFill>
                  <a:srgbClr val="000000"/>
                </a:solidFill>
                <a:effectLst/>
                <a:latin typeface="Arial" panose="020B0604020202020204" pitchFamily="34" charset="0"/>
                <a:cs typeface="Arial" panose="020B0604020202020204" pitchFamily="34" charset="0"/>
              </a:rPr>
              <a:t> should be transacted at the first time for proper operation of the XD-12 devices before transacting other commands. </a:t>
            </a:r>
            <a:r>
              <a:rPr lang="en-US" altLang="ko-KR" sz="900" dirty="0">
                <a:solidFill>
                  <a:srgbClr val="000000"/>
                </a:solidFill>
                <a:latin typeface="Arial" panose="020B0604020202020204" pitchFamily="34" charset="0"/>
                <a:cs typeface="Arial" panose="020B0604020202020204" pitchFamily="34" charset="0"/>
              </a:rPr>
              <a:t>If the START bit of ID-GEN COMMAND register is set, then all activated channels begin issuing the command signals to all XD-12 daisied in each channel and the command signal streams repeat continuously for the number of daisied devices.</a:t>
            </a:r>
          </a:p>
          <a:p>
            <a:pPr algn="just"/>
            <a:r>
              <a:rPr lang="en-US" altLang="ko-KR" sz="900" dirty="0">
                <a:solidFill>
                  <a:srgbClr val="000000"/>
                </a:solidFill>
                <a:latin typeface="Arial" panose="020B0604020202020204" pitchFamily="34" charset="0"/>
                <a:cs typeface="Arial" panose="020B0604020202020204" pitchFamily="34" charset="0"/>
              </a:rPr>
              <a:t>The number of daisied devices is determined by the DAISY SIZE register of each channel.  After the command signal streams are completed, all devices will have their own ID respectively.  The ID is numbered in opposite direction of daisied line.  It is careful that the writing data is transferred from the first located device, the last number ID, to the last located device, the first number ID, in daisied line but the reading data is received from the last located device to the first located device sequentially.</a:t>
            </a:r>
            <a:endParaRPr lang="en-US" altLang="ko-KR" sz="9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DC4C418-1502-F4AA-0E00-9FD7DCF7393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ID-generation</a:t>
            </a:r>
          </a:p>
        </p:txBody>
      </p:sp>
      <p:sp>
        <p:nvSpPr>
          <p:cNvPr id="158" name="TextBox 157">
            <a:extLst>
              <a:ext uri="{FF2B5EF4-FFF2-40B4-BE49-F238E27FC236}">
                <a16:creationId xmlns:a16="http://schemas.microsoft.com/office/drawing/2014/main" id="{B01DE06A-CA3D-2AE9-9E23-7F223310570A}"/>
              </a:ext>
            </a:extLst>
          </p:cNvPr>
          <p:cNvSpPr txBox="1"/>
          <p:nvPr/>
        </p:nvSpPr>
        <p:spPr>
          <a:xfrm>
            <a:off x="425119" y="82762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grpSp>
        <p:nvGrpSpPr>
          <p:cNvPr id="493" name="그룹 492">
            <a:extLst>
              <a:ext uri="{FF2B5EF4-FFF2-40B4-BE49-F238E27FC236}">
                <a16:creationId xmlns:a16="http://schemas.microsoft.com/office/drawing/2014/main" id="{79DFA77E-79C5-25AF-40A4-94C6E8713668}"/>
              </a:ext>
            </a:extLst>
          </p:cNvPr>
          <p:cNvGrpSpPr/>
          <p:nvPr/>
        </p:nvGrpSpPr>
        <p:grpSpPr>
          <a:xfrm>
            <a:off x="905549" y="4902067"/>
            <a:ext cx="5046902" cy="2295912"/>
            <a:chOff x="826182" y="2644350"/>
            <a:chExt cx="5046902" cy="2295912"/>
          </a:xfrm>
        </p:grpSpPr>
        <p:sp>
          <p:nvSpPr>
            <p:cNvPr id="8" name="TextBox 7">
              <a:extLst>
                <a:ext uri="{FF2B5EF4-FFF2-40B4-BE49-F238E27FC236}">
                  <a16:creationId xmlns:a16="http://schemas.microsoft.com/office/drawing/2014/main" id="{C9203C45-8FA7-C8A9-036D-AAFD0706FF92}"/>
                </a:ext>
              </a:extLst>
            </p:cNvPr>
            <p:cNvSpPr txBox="1"/>
            <p:nvPr/>
          </p:nvSpPr>
          <p:spPr>
            <a:xfrm>
              <a:off x="2378015" y="4724818"/>
              <a:ext cx="2168222"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7. The sequence of ID-GEN command</a:t>
              </a:r>
            </a:p>
          </p:txBody>
        </p:sp>
        <p:grpSp>
          <p:nvGrpSpPr>
            <p:cNvPr id="457" name="그룹 456">
              <a:extLst>
                <a:ext uri="{FF2B5EF4-FFF2-40B4-BE49-F238E27FC236}">
                  <a16:creationId xmlns:a16="http://schemas.microsoft.com/office/drawing/2014/main" id="{5F90EE6F-7D3C-52B9-D51B-76A5A54B91BB}"/>
                </a:ext>
              </a:extLst>
            </p:cNvPr>
            <p:cNvGrpSpPr/>
            <p:nvPr/>
          </p:nvGrpSpPr>
          <p:grpSpPr>
            <a:xfrm>
              <a:off x="826182" y="2681430"/>
              <a:ext cx="5046902" cy="1696415"/>
              <a:chOff x="848407" y="2443561"/>
              <a:chExt cx="5046902" cy="1696415"/>
            </a:xfrm>
          </p:grpSpPr>
          <p:cxnSp>
            <p:nvCxnSpPr>
              <p:cNvPr id="15" name="직선 연결선 14">
                <a:extLst>
                  <a:ext uri="{FF2B5EF4-FFF2-40B4-BE49-F238E27FC236}">
                    <a16:creationId xmlns:a16="http://schemas.microsoft.com/office/drawing/2014/main" id="{22F8D687-5089-B12C-40D8-C1D36A1BFD82}"/>
                  </a:ext>
                </a:extLst>
              </p:cNvPr>
              <p:cNvCxnSpPr>
                <a:cxnSpLocks/>
              </p:cNvCxnSpPr>
              <p:nvPr/>
            </p:nvCxnSpPr>
            <p:spPr>
              <a:xfrm flipV="1">
                <a:off x="1244653" y="3290354"/>
                <a:ext cx="46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C45E9457-4AC3-C35D-538A-F19A8A739196}"/>
                  </a:ext>
                </a:extLst>
              </p:cNvPr>
              <p:cNvSpPr/>
              <p:nvPr/>
            </p:nvSpPr>
            <p:spPr>
              <a:xfrm>
                <a:off x="860838" y="281227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7" name="직사각형 16">
                <a:extLst>
                  <a:ext uri="{FF2B5EF4-FFF2-40B4-BE49-F238E27FC236}">
                    <a16:creationId xmlns:a16="http://schemas.microsoft.com/office/drawing/2014/main" id="{1C8E90B5-C176-8AAD-7781-A05F0359B2D6}"/>
                  </a:ext>
                </a:extLst>
              </p:cNvPr>
              <p:cNvSpPr/>
              <p:nvPr/>
            </p:nvSpPr>
            <p:spPr>
              <a:xfrm>
                <a:off x="870289" y="318878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8" name="직사각형 17">
                <a:extLst>
                  <a:ext uri="{FF2B5EF4-FFF2-40B4-BE49-F238E27FC236}">
                    <a16:creationId xmlns:a16="http://schemas.microsoft.com/office/drawing/2014/main" id="{AAF9922F-E4EE-368D-BA40-09E6B134EDA2}"/>
                  </a:ext>
                </a:extLst>
              </p:cNvPr>
              <p:cNvSpPr/>
              <p:nvPr/>
            </p:nvSpPr>
            <p:spPr>
              <a:xfrm>
                <a:off x="2963510" y="3077461"/>
                <a:ext cx="1116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ID-GEN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9" name="직선 연결선 18">
                <a:extLst>
                  <a:ext uri="{FF2B5EF4-FFF2-40B4-BE49-F238E27FC236}">
                    <a16:creationId xmlns:a16="http://schemas.microsoft.com/office/drawing/2014/main" id="{CFF92CD2-D291-56E2-4219-241C17102655}"/>
                  </a:ext>
                </a:extLst>
              </p:cNvPr>
              <p:cNvCxnSpPr>
                <a:cxnSpLocks/>
              </p:cNvCxnSpPr>
              <p:nvPr/>
            </p:nvCxnSpPr>
            <p:spPr>
              <a:xfrm flipV="1">
                <a:off x="2863950" y="2905980"/>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그룹 20">
                <a:extLst>
                  <a:ext uri="{FF2B5EF4-FFF2-40B4-BE49-F238E27FC236}">
                    <a16:creationId xmlns:a16="http://schemas.microsoft.com/office/drawing/2014/main" id="{A340354B-2944-1129-9B45-964664D3F817}"/>
                  </a:ext>
                </a:extLst>
              </p:cNvPr>
              <p:cNvGrpSpPr/>
              <p:nvPr/>
            </p:nvGrpSpPr>
            <p:grpSpPr>
              <a:xfrm>
                <a:off x="1271111" y="2765854"/>
                <a:ext cx="1586064" cy="146277"/>
                <a:chOff x="1843806" y="2637183"/>
                <a:chExt cx="1586064" cy="146277"/>
              </a:xfrm>
            </p:grpSpPr>
            <p:cxnSp>
              <p:nvCxnSpPr>
                <p:cNvPr id="154" name="직선 연결선 153">
                  <a:extLst>
                    <a:ext uri="{FF2B5EF4-FFF2-40B4-BE49-F238E27FC236}">
                      <a16:creationId xmlns:a16="http://schemas.microsoft.com/office/drawing/2014/main" id="{1152FDAE-FC74-FB49-6BAB-0ABECE11BA2B}"/>
                    </a:ext>
                  </a:extLst>
                </p:cNvPr>
                <p:cNvCxnSpPr/>
                <p:nvPr/>
              </p:nvCxnSpPr>
              <p:spPr>
                <a:xfrm>
                  <a:off x="1843806" y="2637183"/>
                  <a:ext cx="158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직선 연결선 152">
                  <a:extLst>
                    <a:ext uri="{FF2B5EF4-FFF2-40B4-BE49-F238E27FC236}">
                      <a16:creationId xmlns:a16="http://schemas.microsoft.com/office/drawing/2014/main" id="{7000DA57-D72A-1C5F-6EAE-E1121A7CC8E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 name="직선 연결선 21">
                <a:extLst>
                  <a:ext uri="{FF2B5EF4-FFF2-40B4-BE49-F238E27FC236}">
                    <a16:creationId xmlns:a16="http://schemas.microsoft.com/office/drawing/2014/main" id="{11D3CDB9-EDB3-3FF6-A4E8-A4673E7E0599}"/>
                  </a:ext>
                </a:extLst>
              </p:cNvPr>
              <p:cNvCxnSpPr>
                <a:cxnSpLocks/>
              </p:cNvCxnSpPr>
              <p:nvPr/>
            </p:nvCxnSpPr>
            <p:spPr>
              <a:xfrm flipV="1">
                <a:off x="1214994" y="3647251"/>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직사각형 22">
                <a:extLst>
                  <a:ext uri="{FF2B5EF4-FFF2-40B4-BE49-F238E27FC236}">
                    <a16:creationId xmlns:a16="http://schemas.microsoft.com/office/drawing/2014/main" id="{BC80A8AA-8831-A1C1-5D22-2AA80F313200}"/>
                  </a:ext>
                </a:extLst>
              </p:cNvPr>
              <p:cNvSpPr/>
              <p:nvPr/>
            </p:nvSpPr>
            <p:spPr>
              <a:xfrm>
                <a:off x="860838" y="354423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36" name="직선 연결선 35">
                <a:extLst>
                  <a:ext uri="{FF2B5EF4-FFF2-40B4-BE49-F238E27FC236}">
                    <a16:creationId xmlns:a16="http://schemas.microsoft.com/office/drawing/2014/main" id="{2E361921-F2CE-6680-9F8B-24394D7EB7B2}"/>
                  </a:ext>
                </a:extLst>
              </p:cNvPr>
              <p:cNvCxnSpPr>
                <a:cxnSpLocks/>
              </p:cNvCxnSpPr>
              <p:nvPr/>
            </p:nvCxnSpPr>
            <p:spPr>
              <a:xfrm flipV="1">
                <a:off x="1215266" y="3867614"/>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직사각형 36">
                <a:extLst>
                  <a:ext uri="{FF2B5EF4-FFF2-40B4-BE49-F238E27FC236}">
                    <a16:creationId xmlns:a16="http://schemas.microsoft.com/office/drawing/2014/main" id="{4818C8C6-B2F6-8793-1306-D8F0F7639E0E}"/>
                  </a:ext>
                </a:extLst>
              </p:cNvPr>
              <p:cNvSpPr/>
              <p:nvPr/>
            </p:nvSpPr>
            <p:spPr>
              <a:xfrm>
                <a:off x="853532" y="376459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6406A2E-943C-1057-49F1-B8B9FE16DF17}"/>
                  </a:ext>
                </a:extLst>
              </p:cNvPr>
              <p:cNvCxnSpPr>
                <a:cxnSpLocks/>
              </p:cNvCxnSpPr>
              <p:nvPr/>
            </p:nvCxnSpPr>
            <p:spPr>
              <a:xfrm flipV="1">
                <a:off x="1215193" y="4108430"/>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직사각형 51">
                <a:extLst>
                  <a:ext uri="{FF2B5EF4-FFF2-40B4-BE49-F238E27FC236}">
                    <a16:creationId xmlns:a16="http://schemas.microsoft.com/office/drawing/2014/main" id="{BC6B0713-0C20-FE1D-9268-39FFAB3E6B0C}"/>
                  </a:ext>
                </a:extLst>
              </p:cNvPr>
              <p:cNvSpPr/>
              <p:nvPr/>
            </p:nvSpPr>
            <p:spPr>
              <a:xfrm>
                <a:off x="848407" y="400541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71" name="그룹 70">
                <a:extLst>
                  <a:ext uri="{FF2B5EF4-FFF2-40B4-BE49-F238E27FC236}">
                    <a16:creationId xmlns:a16="http://schemas.microsoft.com/office/drawing/2014/main" id="{A5D70E9C-C732-AD31-125B-D762C3C8E375}"/>
                  </a:ext>
                </a:extLst>
              </p:cNvPr>
              <p:cNvGrpSpPr/>
              <p:nvPr/>
            </p:nvGrpSpPr>
            <p:grpSpPr>
              <a:xfrm>
                <a:off x="4130018" y="2759186"/>
                <a:ext cx="1693024" cy="144000"/>
                <a:chOff x="5453592" y="2641965"/>
                <a:chExt cx="1693024" cy="144000"/>
              </a:xfrm>
            </p:grpSpPr>
            <p:cxnSp>
              <p:nvCxnSpPr>
                <p:cNvPr id="77" name="직선 연결선 76">
                  <a:extLst>
                    <a:ext uri="{FF2B5EF4-FFF2-40B4-BE49-F238E27FC236}">
                      <a16:creationId xmlns:a16="http://schemas.microsoft.com/office/drawing/2014/main" id="{263E53CC-38A5-7702-2F53-137D7B9D1771}"/>
                    </a:ext>
                  </a:extLst>
                </p:cNvPr>
                <p:cNvCxnSpPr/>
                <p:nvPr/>
              </p:nvCxnSpPr>
              <p:spPr>
                <a:xfrm>
                  <a:off x="5454616" y="2641965"/>
                  <a:ext cx="169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BF20F07E-517E-C4E5-3F76-18B3D2406E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1" name="그룹 270">
                <a:extLst>
                  <a:ext uri="{FF2B5EF4-FFF2-40B4-BE49-F238E27FC236}">
                    <a16:creationId xmlns:a16="http://schemas.microsoft.com/office/drawing/2014/main" id="{96900D37-5357-656C-5526-FC8CC189D6E7}"/>
                  </a:ext>
                </a:extLst>
              </p:cNvPr>
              <p:cNvGrpSpPr/>
              <p:nvPr/>
            </p:nvGrpSpPr>
            <p:grpSpPr>
              <a:xfrm>
                <a:off x="4427634" y="3962182"/>
                <a:ext cx="1240371" cy="150612"/>
                <a:chOff x="4422133" y="3959581"/>
                <a:chExt cx="1240371" cy="150612"/>
              </a:xfrm>
            </p:grpSpPr>
            <p:grpSp>
              <p:nvGrpSpPr>
                <p:cNvPr id="180" name="그룹 179">
                  <a:extLst>
                    <a:ext uri="{FF2B5EF4-FFF2-40B4-BE49-F238E27FC236}">
                      <a16:creationId xmlns:a16="http://schemas.microsoft.com/office/drawing/2014/main" id="{C9438C6B-EDE6-F46C-3833-8236D4BAB2E8}"/>
                    </a:ext>
                  </a:extLst>
                </p:cNvPr>
                <p:cNvGrpSpPr/>
                <p:nvPr/>
              </p:nvGrpSpPr>
              <p:grpSpPr>
                <a:xfrm>
                  <a:off x="4422133" y="3962535"/>
                  <a:ext cx="413384" cy="147658"/>
                  <a:chOff x="4422133" y="3962535"/>
                  <a:chExt cx="413384" cy="147658"/>
                </a:xfrm>
              </p:grpSpPr>
              <p:grpSp>
                <p:nvGrpSpPr>
                  <p:cNvPr id="53" name="그룹 52">
                    <a:extLst>
                      <a:ext uri="{FF2B5EF4-FFF2-40B4-BE49-F238E27FC236}">
                        <a16:creationId xmlns:a16="http://schemas.microsoft.com/office/drawing/2014/main" id="{C4B04D96-B359-2A53-972A-AD7E55143107}"/>
                      </a:ext>
                    </a:extLst>
                  </p:cNvPr>
                  <p:cNvGrpSpPr/>
                  <p:nvPr/>
                </p:nvGrpSpPr>
                <p:grpSpPr>
                  <a:xfrm>
                    <a:off x="4422133" y="3963143"/>
                    <a:ext cx="72000" cy="146277"/>
                    <a:chOff x="3250176" y="2637183"/>
                    <a:chExt cx="179694" cy="146277"/>
                  </a:xfrm>
                </p:grpSpPr>
                <p:grpSp>
                  <p:nvGrpSpPr>
                    <p:cNvPr id="100" name="그룹 99">
                      <a:extLst>
                        <a:ext uri="{FF2B5EF4-FFF2-40B4-BE49-F238E27FC236}">
                          <a16:creationId xmlns:a16="http://schemas.microsoft.com/office/drawing/2014/main" id="{EC183A7C-24AF-E3EE-3C9A-334E82684FD8}"/>
                        </a:ext>
                      </a:extLst>
                    </p:cNvPr>
                    <p:cNvGrpSpPr/>
                    <p:nvPr/>
                  </p:nvGrpSpPr>
                  <p:grpSpPr>
                    <a:xfrm>
                      <a:off x="3250176" y="2637183"/>
                      <a:ext cx="178824" cy="144000"/>
                      <a:chOff x="5453592" y="2641965"/>
                      <a:chExt cx="178824" cy="144000"/>
                    </a:xfrm>
                  </p:grpSpPr>
                  <p:cxnSp>
                    <p:nvCxnSpPr>
                      <p:cNvPr id="102" name="직선 연결선 101">
                        <a:extLst>
                          <a:ext uri="{FF2B5EF4-FFF2-40B4-BE49-F238E27FC236}">
                            <a16:creationId xmlns:a16="http://schemas.microsoft.com/office/drawing/2014/main" id="{4F6D6A64-0E40-9F8F-691E-DD837873E7E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B2C63216-0707-5376-C80E-F702D93D4C3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직선 연결선 100">
                      <a:extLst>
                        <a:ext uri="{FF2B5EF4-FFF2-40B4-BE49-F238E27FC236}">
                          <a16:creationId xmlns:a16="http://schemas.microsoft.com/office/drawing/2014/main" id="{765F088C-4C1D-ACF2-C803-FAB1FFBC3D7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 name="직선 연결선 53">
                    <a:extLst>
                      <a:ext uri="{FF2B5EF4-FFF2-40B4-BE49-F238E27FC236}">
                        <a16:creationId xmlns:a16="http://schemas.microsoft.com/office/drawing/2014/main" id="{41889144-A4DB-37B2-4E44-6BAA7244D6BE}"/>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9" name="그룹 158">
                    <a:extLst>
                      <a:ext uri="{FF2B5EF4-FFF2-40B4-BE49-F238E27FC236}">
                        <a16:creationId xmlns:a16="http://schemas.microsoft.com/office/drawing/2014/main" id="{9F8C2F34-9FCF-4F52-D4F2-FFE7890A6ADB}"/>
                      </a:ext>
                    </a:extLst>
                  </p:cNvPr>
                  <p:cNvGrpSpPr/>
                  <p:nvPr/>
                </p:nvGrpSpPr>
                <p:grpSpPr>
                  <a:xfrm>
                    <a:off x="4529042" y="3962535"/>
                    <a:ext cx="101416" cy="146277"/>
                    <a:chOff x="4545844" y="3971199"/>
                    <a:chExt cx="101416" cy="146277"/>
                  </a:xfrm>
                </p:grpSpPr>
                <p:grpSp>
                  <p:nvGrpSpPr>
                    <p:cNvPr id="59" name="그룹 58">
                      <a:extLst>
                        <a:ext uri="{FF2B5EF4-FFF2-40B4-BE49-F238E27FC236}">
                          <a16:creationId xmlns:a16="http://schemas.microsoft.com/office/drawing/2014/main" id="{5520A347-D73A-2191-CD03-0773FD55C27B}"/>
                        </a:ext>
                      </a:extLst>
                    </p:cNvPr>
                    <p:cNvGrpSpPr/>
                    <p:nvPr/>
                  </p:nvGrpSpPr>
                  <p:grpSpPr>
                    <a:xfrm>
                      <a:off x="4545844" y="3971199"/>
                      <a:ext cx="35826" cy="146277"/>
                      <a:chOff x="3250176" y="2637183"/>
                      <a:chExt cx="178824" cy="146277"/>
                    </a:xfrm>
                  </p:grpSpPr>
                  <p:grpSp>
                    <p:nvGrpSpPr>
                      <p:cNvPr id="88" name="그룹 87">
                        <a:extLst>
                          <a:ext uri="{FF2B5EF4-FFF2-40B4-BE49-F238E27FC236}">
                            <a16:creationId xmlns:a16="http://schemas.microsoft.com/office/drawing/2014/main" id="{3C3CE512-9FDB-49C9-7FA3-F29B086F9956}"/>
                          </a:ext>
                        </a:extLst>
                      </p:cNvPr>
                      <p:cNvGrpSpPr/>
                      <p:nvPr/>
                    </p:nvGrpSpPr>
                    <p:grpSpPr>
                      <a:xfrm>
                        <a:off x="3250176" y="2637183"/>
                        <a:ext cx="178824" cy="144000"/>
                        <a:chOff x="5453592" y="2641965"/>
                        <a:chExt cx="178824" cy="144000"/>
                      </a:xfrm>
                    </p:grpSpPr>
                    <p:cxnSp>
                      <p:nvCxnSpPr>
                        <p:cNvPr id="90" name="직선 연결선 89">
                          <a:extLst>
                            <a:ext uri="{FF2B5EF4-FFF2-40B4-BE49-F238E27FC236}">
                              <a16:creationId xmlns:a16="http://schemas.microsoft.com/office/drawing/2014/main" id="{3EC8472C-4AB7-314B-71AD-3E63BE0A01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직선 연결선 90">
                          <a:extLst>
                            <a:ext uri="{FF2B5EF4-FFF2-40B4-BE49-F238E27FC236}">
                              <a16:creationId xmlns:a16="http://schemas.microsoft.com/office/drawing/2014/main" id="{CB36F059-CF22-9479-A668-94221EBC6E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 name="직선 연결선 88">
                        <a:extLst>
                          <a:ext uri="{FF2B5EF4-FFF2-40B4-BE49-F238E27FC236}">
                            <a16:creationId xmlns:a16="http://schemas.microsoft.com/office/drawing/2014/main" id="{227BDB0D-B56C-372D-B3B1-A72173B7ADC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직선 연결선 59">
                      <a:extLst>
                        <a:ext uri="{FF2B5EF4-FFF2-40B4-BE49-F238E27FC236}">
                          <a16:creationId xmlns:a16="http://schemas.microsoft.com/office/drawing/2014/main" id="{2CDBA58B-0C25-4748-5B4B-833F90641B2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0" name="그룹 159">
                    <a:extLst>
                      <a:ext uri="{FF2B5EF4-FFF2-40B4-BE49-F238E27FC236}">
                        <a16:creationId xmlns:a16="http://schemas.microsoft.com/office/drawing/2014/main" id="{2212B7E3-75A0-EBBA-0813-4332F0891373}"/>
                      </a:ext>
                    </a:extLst>
                  </p:cNvPr>
                  <p:cNvGrpSpPr/>
                  <p:nvPr/>
                </p:nvGrpSpPr>
                <p:grpSpPr>
                  <a:xfrm>
                    <a:off x="4734101" y="3962886"/>
                    <a:ext cx="101416" cy="146277"/>
                    <a:chOff x="4545844" y="3971199"/>
                    <a:chExt cx="101416" cy="146277"/>
                  </a:xfrm>
                </p:grpSpPr>
                <p:grpSp>
                  <p:nvGrpSpPr>
                    <p:cNvPr id="161" name="그룹 160">
                      <a:extLst>
                        <a:ext uri="{FF2B5EF4-FFF2-40B4-BE49-F238E27FC236}">
                          <a16:creationId xmlns:a16="http://schemas.microsoft.com/office/drawing/2014/main" id="{955FF216-BF2C-AC43-0BAF-16DCD4C524A0}"/>
                        </a:ext>
                      </a:extLst>
                    </p:cNvPr>
                    <p:cNvGrpSpPr/>
                    <p:nvPr/>
                  </p:nvGrpSpPr>
                  <p:grpSpPr>
                    <a:xfrm>
                      <a:off x="4545844" y="3971199"/>
                      <a:ext cx="35826" cy="146277"/>
                      <a:chOff x="3250176" y="2637183"/>
                      <a:chExt cx="178824" cy="146277"/>
                    </a:xfrm>
                  </p:grpSpPr>
                  <p:grpSp>
                    <p:nvGrpSpPr>
                      <p:cNvPr id="164" name="그룹 163">
                        <a:extLst>
                          <a:ext uri="{FF2B5EF4-FFF2-40B4-BE49-F238E27FC236}">
                            <a16:creationId xmlns:a16="http://schemas.microsoft.com/office/drawing/2014/main" id="{71E97365-0870-2FD6-2CA0-F20CF92385BD}"/>
                          </a:ext>
                        </a:extLst>
                      </p:cNvPr>
                      <p:cNvGrpSpPr/>
                      <p:nvPr/>
                    </p:nvGrpSpPr>
                    <p:grpSpPr>
                      <a:xfrm>
                        <a:off x="3250176" y="2637183"/>
                        <a:ext cx="178824" cy="144000"/>
                        <a:chOff x="5453592" y="2641965"/>
                        <a:chExt cx="178824" cy="144000"/>
                      </a:xfrm>
                    </p:grpSpPr>
                    <p:cxnSp>
                      <p:nvCxnSpPr>
                        <p:cNvPr id="171" name="직선 연결선 170">
                          <a:extLst>
                            <a:ext uri="{FF2B5EF4-FFF2-40B4-BE49-F238E27FC236}">
                              <a16:creationId xmlns:a16="http://schemas.microsoft.com/office/drawing/2014/main" id="{BE3452B3-F74F-DEAF-0569-E52C4F91454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직선 연결선 171">
                          <a:extLst>
                            <a:ext uri="{FF2B5EF4-FFF2-40B4-BE49-F238E27FC236}">
                              <a16:creationId xmlns:a16="http://schemas.microsoft.com/office/drawing/2014/main" id="{550241C2-44CD-453C-9764-1A5A7CD8A35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0" name="직선 연결선 169">
                        <a:extLst>
                          <a:ext uri="{FF2B5EF4-FFF2-40B4-BE49-F238E27FC236}">
                            <a16:creationId xmlns:a16="http://schemas.microsoft.com/office/drawing/2014/main" id="{72AAC4C9-AEFD-19C9-4638-66CB735A77E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2" name="직선 연결선 161">
                      <a:extLst>
                        <a:ext uri="{FF2B5EF4-FFF2-40B4-BE49-F238E27FC236}">
                          <a16:creationId xmlns:a16="http://schemas.microsoft.com/office/drawing/2014/main" id="{50146F5A-5710-3AC7-9BF1-163A1F33CA5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3" name="그룹 172">
                    <a:extLst>
                      <a:ext uri="{FF2B5EF4-FFF2-40B4-BE49-F238E27FC236}">
                        <a16:creationId xmlns:a16="http://schemas.microsoft.com/office/drawing/2014/main" id="{4572F1B5-80F7-E137-DF82-AADA7C14B80C}"/>
                      </a:ext>
                    </a:extLst>
                  </p:cNvPr>
                  <p:cNvGrpSpPr/>
                  <p:nvPr/>
                </p:nvGrpSpPr>
                <p:grpSpPr>
                  <a:xfrm>
                    <a:off x="4629560" y="3963916"/>
                    <a:ext cx="101416" cy="146277"/>
                    <a:chOff x="4545844" y="3971199"/>
                    <a:chExt cx="101416" cy="146277"/>
                  </a:xfrm>
                </p:grpSpPr>
                <p:grpSp>
                  <p:nvGrpSpPr>
                    <p:cNvPr id="174" name="그룹 173">
                      <a:extLst>
                        <a:ext uri="{FF2B5EF4-FFF2-40B4-BE49-F238E27FC236}">
                          <a16:creationId xmlns:a16="http://schemas.microsoft.com/office/drawing/2014/main" id="{FCDCCDA1-D011-ABD0-8264-38617865718D}"/>
                        </a:ext>
                      </a:extLst>
                    </p:cNvPr>
                    <p:cNvGrpSpPr/>
                    <p:nvPr/>
                  </p:nvGrpSpPr>
                  <p:grpSpPr>
                    <a:xfrm>
                      <a:off x="4545844" y="3971199"/>
                      <a:ext cx="35826" cy="146277"/>
                      <a:chOff x="3250176" y="2637183"/>
                      <a:chExt cx="178824" cy="146277"/>
                    </a:xfrm>
                  </p:grpSpPr>
                  <p:grpSp>
                    <p:nvGrpSpPr>
                      <p:cNvPr id="176" name="그룹 175">
                        <a:extLst>
                          <a:ext uri="{FF2B5EF4-FFF2-40B4-BE49-F238E27FC236}">
                            <a16:creationId xmlns:a16="http://schemas.microsoft.com/office/drawing/2014/main" id="{D4F8FC36-F1B2-E7AD-4DC3-293117D8DC2E}"/>
                          </a:ext>
                        </a:extLst>
                      </p:cNvPr>
                      <p:cNvGrpSpPr/>
                      <p:nvPr/>
                    </p:nvGrpSpPr>
                    <p:grpSpPr>
                      <a:xfrm>
                        <a:off x="3250176" y="2637183"/>
                        <a:ext cx="178824" cy="144000"/>
                        <a:chOff x="5453592" y="2641965"/>
                        <a:chExt cx="178824" cy="144000"/>
                      </a:xfrm>
                    </p:grpSpPr>
                    <p:cxnSp>
                      <p:nvCxnSpPr>
                        <p:cNvPr id="178" name="직선 연결선 177">
                          <a:extLst>
                            <a:ext uri="{FF2B5EF4-FFF2-40B4-BE49-F238E27FC236}">
                              <a16:creationId xmlns:a16="http://schemas.microsoft.com/office/drawing/2014/main" id="{FAC27B66-7578-7730-C40D-EAE3FC3738F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직선 연결선 178">
                          <a:extLst>
                            <a:ext uri="{FF2B5EF4-FFF2-40B4-BE49-F238E27FC236}">
                              <a16:creationId xmlns:a16="http://schemas.microsoft.com/office/drawing/2014/main" id="{F9E45DBC-742D-F83E-AC3D-7C97B88936F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7" name="직선 연결선 176">
                        <a:extLst>
                          <a:ext uri="{FF2B5EF4-FFF2-40B4-BE49-F238E27FC236}">
                            <a16:creationId xmlns:a16="http://schemas.microsoft.com/office/drawing/2014/main" id="{03682608-04FF-E086-D523-D818E77BB4B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5" name="직선 연결선 174">
                      <a:extLst>
                        <a:ext uri="{FF2B5EF4-FFF2-40B4-BE49-F238E27FC236}">
                          <a16:creationId xmlns:a16="http://schemas.microsoft.com/office/drawing/2014/main" id="{73253FCD-F4FB-E07D-AD56-61296062B03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81" name="그룹 180">
                  <a:extLst>
                    <a:ext uri="{FF2B5EF4-FFF2-40B4-BE49-F238E27FC236}">
                      <a16:creationId xmlns:a16="http://schemas.microsoft.com/office/drawing/2014/main" id="{5FF361C0-A80B-63E8-4B39-D69120ED7298}"/>
                    </a:ext>
                  </a:extLst>
                </p:cNvPr>
                <p:cNvGrpSpPr/>
                <p:nvPr/>
              </p:nvGrpSpPr>
              <p:grpSpPr>
                <a:xfrm>
                  <a:off x="4835119" y="3961058"/>
                  <a:ext cx="413384" cy="147658"/>
                  <a:chOff x="4422133" y="3962535"/>
                  <a:chExt cx="413384" cy="147658"/>
                </a:xfrm>
              </p:grpSpPr>
              <p:grpSp>
                <p:nvGrpSpPr>
                  <p:cNvPr id="182" name="그룹 181">
                    <a:extLst>
                      <a:ext uri="{FF2B5EF4-FFF2-40B4-BE49-F238E27FC236}">
                        <a16:creationId xmlns:a16="http://schemas.microsoft.com/office/drawing/2014/main" id="{C8163603-ED30-CD60-7E26-D1CB5FE70B81}"/>
                      </a:ext>
                    </a:extLst>
                  </p:cNvPr>
                  <p:cNvGrpSpPr/>
                  <p:nvPr/>
                </p:nvGrpSpPr>
                <p:grpSpPr>
                  <a:xfrm>
                    <a:off x="4422133" y="3963143"/>
                    <a:ext cx="72000" cy="146277"/>
                    <a:chOff x="3250176" y="2637183"/>
                    <a:chExt cx="179694" cy="146277"/>
                  </a:xfrm>
                </p:grpSpPr>
                <p:grpSp>
                  <p:nvGrpSpPr>
                    <p:cNvPr id="239" name="그룹 238">
                      <a:extLst>
                        <a:ext uri="{FF2B5EF4-FFF2-40B4-BE49-F238E27FC236}">
                          <a16:creationId xmlns:a16="http://schemas.microsoft.com/office/drawing/2014/main" id="{5862993B-FC2F-3E8F-8365-0104DF90258D}"/>
                        </a:ext>
                      </a:extLst>
                    </p:cNvPr>
                    <p:cNvGrpSpPr/>
                    <p:nvPr/>
                  </p:nvGrpSpPr>
                  <p:grpSpPr>
                    <a:xfrm>
                      <a:off x="3250176" y="2637183"/>
                      <a:ext cx="178824" cy="144000"/>
                      <a:chOff x="5453592" y="2641965"/>
                      <a:chExt cx="178824" cy="144000"/>
                    </a:xfrm>
                  </p:grpSpPr>
                  <p:cxnSp>
                    <p:nvCxnSpPr>
                      <p:cNvPr id="241" name="직선 연결선 240">
                        <a:extLst>
                          <a:ext uri="{FF2B5EF4-FFF2-40B4-BE49-F238E27FC236}">
                            <a16:creationId xmlns:a16="http://schemas.microsoft.com/office/drawing/2014/main" id="{A0628309-D5D9-0536-D7FD-6E37B191B7D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직선 연결선 241">
                        <a:extLst>
                          <a:ext uri="{FF2B5EF4-FFF2-40B4-BE49-F238E27FC236}">
                            <a16:creationId xmlns:a16="http://schemas.microsoft.com/office/drawing/2014/main" id="{8135EF38-7838-756D-DFE1-1274D851FA9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0" name="직선 연결선 239">
                      <a:extLst>
                        <a:ext uri="{FF2B5EF4-FFF2-40B4-BE49-F238E27FC236}">
                          <a16:creationId xmlns:a16="http://schemas.microsoft.com/office/drawing/2014/main" id="{7B0E9212-B652-1EE1-33D6-C31DBD905C8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3" name="직선 연결선 182">
                    <a:extLst>
                      <a:ext uri="{FF2B5EF4-FFF2-40B4-BE49-F238E27FC236}">
                        <a16:creationId xmlns:a16="http://schemas.microsoft.com/office/drawing/2014/main" id="{6437D3C0-F5CA-8423-544F-311565F9187F}"/>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4" name="그룹 183">
                    <a:extLst>
                      <a:ext uri="{FF2B5EF4-FFF2-40B4-BE49-F238E27FC236}">
                        <a16:creationId xmlns:a16="http://schemas.microsoft.com/office/drawing/2014/main" id="{FBD399C3-BA52-BCFB-5E0C-7A285554548E}"/>
                      </a:ext>
                    </a:extLst>
                  </p:cNvPr>
                  <p:cNvGrpSpPr/>
                  <p:nvPr/>
                </p:nvGrpSpPr>
                <p:grpSpPr>
                  <a:xfrm>
                    <a:off x="4529042" y="3962535"/>
                    <a:ext cx="101416" cy="146277"/>
                    <a:chOff x="4545844" y="3971199"/>
                    <a:chExt cx="101416" cy="146277"/>
                  </a:xfrm>
                </p:grpSpPr>
                <p:grpSp>
                  <p:nvGrpSpPr>
                    <p:cNvPr id="233" name="그룹 232">
                      <a:extLst>
                        <a:ext uri="{FF2B5EF4-FFF2-40B4-BE49-F238E27FC236}">
                          <a16:creationId xmlns:a16="http://schemas.microsoft.com/office/drawing/2014/main" id="{E99B9C51-B132-67EB-CF27-550687CC1B04}"/>
                        </a:ext>
                      </a:extLst>
                    </p:cNvPr>
                    <p:cNvGrpSpPr/>
                    <p:nvPr/>
                  </p:nvGrpSpPr>
                  <p:grpSpPr>
                    <a:xfrm>
                      <a:off x="4545844" y="3971199"/>
                      <a:ext cx="35826" cy="146277"/>
                      <a:chOff x="3250176" y="2637183"/>
                      <a:chExt cx="178824" cy="146277"/>
                    </a:xfrm>
                  </p:grpSpPr>
                  <p:grpSp>
                    <p:nvGrpSpPr>
                      <p:cNvPr id="235" name="그룹 234">
                        <a:extLst>
                          <a:ext uri="{FF2B5EF4-FFF2-40B4-BE49-F238E27FC236}">
                            <a16:creationId xmlns:a16="http://schemas.microsoft.com/office/drawing/2014/main" id="{F118B5DC-6292-6EC2-9A3A-9A2A3EFCF5D9}"/>
                          </a:ext>
                        </a:extLst>
                      </p:cNvPr>
                      <p:cNvGrpSpPr/>
                      <p:nvPr/>
                    </p:nvGrpSpPr>
                    <p:grpSpPr>
                      <a:xfrm>
                        <a:off x="3250176" y="2637183"/>
                        <a:ext cx="178824" cy="144000"/>
                        <a:chOff x="5453592" y="2641965"/>
                        <a:chExt cx="178824" cy="144000"/>
                      </a:xfrm>
                    </p:grpSpPr>
                    <p:cxnSp>
                      <p:nvCxnSpPr>
                        <p:cNvPr id="237" name="직선 연결선 236">
                          <a:extLst>
                            <a:ext uri="{FF2B5EF4-FFF2-40B4-BE49-F238E27FC236}">
                              <a16:creationId xmlns:a16="http://schemas.microsoft.com/office/drawing/2014/main" id="{37CC29D5-6D3D-A5BB-4768-F2E4ECBF580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직선 연결선 237">
                          <a:extLst>
                            <a:ext uri="{FF2B5EF4-FFF2-40B4-BE49-F238E27FC236}">
                              <a16:creationId xmlns:a16="http://schemas.microsoft.com/office/drawing/2014/main" id="{E1AAAEAA-C392-EC46-4ACA-A2F66245C34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6" name="직선 연결선 235">
                        <a:extLst>
                          <a:ext uri="{FF2B5EF4-FFF2-40B4-BE49-F238E27FC236}">
                            <a16:creationId xmlns:a16="http://schemas.microsoft.com/office/drawing/2014/main" id="{C25094B6-A690-00EC-C77E-44D9AF70632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4" name="직선 연결선 233">
                      <a:extLst>
                        <a:ext uri="{FF2B5EF4-FFF2-40B4-BE49-F238E27FC236}">
                          <a16:creationId xmlns:a16="http://schemas.microsoft.com/office/drawing/2014/main" id="{3B7E1A34-8ED6-4661-A39A-5AE89F28953A}"/>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9" name="그룹 218">
                    <a:extLst>
                      <a:ext uri="{FF2B5EF4-FFF2-40B4-BE49-F238E27FC236}">
                        <a16:creationId xmlns:a16="http://schemas.microsoft.com/office/drawing/2014/main" id="{49083471-2B68-4F01-5516-75A5BD09585E}"/>
                      </a:ext>
                    </a:extLst>
                  </p:cNvPr>
                  <p:cNvGrpSpPr/>
                  <p:nvPr/>
                </p:nvGrpSpPr>
                <p:grpSpPr>
                  <a:xfrm>
                    <a:off x="4734101" y="3962886"/>
                    <a:ext cx="101416" cy="146277"/>
                    <a:chOff x="4545844" y="3971199"/>
                    <a:chExt cx="101416" cy="146277"/>
                  </a:xfrm>
                </p:grpSpPr>
                <p:grpSp>
                  <p:nvGrpSpPr>
                    <p:cNvPr id="227" name="그룹 226">
                      <a:extLst>
                        <a:ext uri="{FF2B5EF4-FFF2-40B4-BE49-F238E27FC236}">
                          <a16:creationId xmlns:a16="http://schemas.microsoft.com/office/drawing/2014/main" id="{3A88BFFD-C570-40EE-83D1-4C905445E593}"/>
                        </a:ext>
                      </a:extLst>
                    </p:cNvPr>
                    <p:cNvGrpSpPr/>
                    <p:nvPr/>
                  </p:nvGrpSpPr>
                  <p:grpSpPr>
                    <a:xfrm>
                      <a:off x="4545844" y="3971199"/>
                      <a:ext cx="35826" cy="146277"/>
                      <a:chOff x="3250176" y="2637183"/>
                      <a:chExt cx="178824" cy="146277"/>
                    </a:xfrm>
                  </p:grpSpPr>
                  <p:grpSp>
                    <p:nvGrpSpPr>
                      <p:cNvPr id="229" name="그룹 228">
                        <a:extLst>
                          <a:ext uri="{FF2B5EF4-FFF2-40B4-BE49-F238E27FC236}">
                            <a16:creationId xmlns:a16="http://schemas.microsoft.com/office/drawing/2014/main" id="{16F33322-D0D5-BF61-B1C8-874D642222F9}"/>
                          </a:ext>
                        </a:extLst>
                      </p:cNvPr>
                      <p:cNvGrpSpPr/>
                      <p:nvPr/>
                    </p:nvGrpSpPr>
                    <p:grpSpPr>
                      <a:xfrm>
                        <a:off x="3250176" y="2637183"/>
                        <a:ext cx="178824" cy="144000"/>
                        <a:chOff x="5453592" y="2641965"/>
                        <a:chExt cx="178824" cy="144000"/>
                      </a:xfrm>
                    </p:grpSpPr>
                    <p:cxnSp>
                      <p:nvCxnSpPr>
                        <p:cNvPr id="231" name="직선 연결선 230">
                          <a:extLst>
                            <a:ext uri="{FF2B5EF4-FFF2-40B4-BE49-F238E27FC236}">
                              <a16:creationId xmlns:a16="http://schemas.microsoft.com/office/drawing/2014/main" id="{472EA309-E445-2725-1DED-2171DCB644F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직선 연결선 231">
                          <a:extLst>
                            <a:ext uri="{FF2B5EF4-FFF2-40B4-BE49-F238E27FC236}">
                              <a16:creationId xmlns:a16="http://schemas.microsoft.com/office/drawing/2014/main" id="{F6651CAB-2F0A-918D-17D9-51743F20D3B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0" name="직선 연결선 229">
                        <a:extLst>
                          <a:ext uri="{FF2B5EF4-FFF2-40B4-BE49-F238E27FC236}">
                            <a16:creationId xmlns:a16="http://schemas.microsoft.com/office/drawing/2014/main" id="{2E9A8B64-8788-F8CF-36FC-057C0DD6870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 name="직선 연결선 227">
                      <a:extLst>
                        <a:ext uri="{FF2B5EF4-FFF2-40B4-BE49-F238E27FC236}">
                          <a16:creationId xmlns:a16="http://schemas.microsoft.com/office/drawing/2014/main" id="{B03F948D-9312-6811-1EE2-0571D4ED361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0" name="그룹 219">
                    <a:extLst>
                      <a:ext uri="{FF2B5EF4-FFF2-40B4-BE49-F238E27FC236}">
                        <a16:creationId xmlns:a16="http://schemas.microsoft.com/office/drawing/2014/main" id="{B8E68027-5651-235B-DA47-1012789CF61D}"/>
                      </a:ext>
                    </a:extLst>
                  </p:cNvPr>
                  <p:cNvGrpSpPr/>
                  <p:nvPr/>
                </p:nvGrpSpPr>
                <p:grpSpPr>
                  <a:xfrm>
                    <a:off x="4629560" y="3963916"/>
                    <a:ext cx="101416" cy="146277"/>
                    <a:chOff x="4545844" y="3971199"/>
                    <a:chExt cx="101416" cy="146277"/>
                  </a:xfrm>
                </p:grpSpPr>
                <p:grpSp>
                  <p:nvGrpSpPr>
                    <p:cNvPr id="221" name="그룹 220">
                      <a:extLst>
                        <a:ext uri="{FF2B5EF4-FFF2-40B4-BE49-F238E27FC236}">
                          <a16:creationId xmlns:a16="http://schemas.microsoft.com/office/drawing/2014/main" id="{D22B9A59-42F4-DE33-8794-A4F1783C1DE7}"/>
                        </a:ext>
                      </a:extLst>
                    </p:cNvPr>
                    <p:cNvGrpSpPr/>
                    <p:nvPr/>
                  </p:nvGrpSpPr>
                  <p:grpSpPr>
                    <a:xfrm>
                      <a:off x="4545844" y="3971199"/>
                      <a:ext cx="35826" cy="146277"/>
                      <a:chOff x="3250176" y="2637183"/>
                      <a:chExt cx="178824" cy="146277"/>
                    </a:xfrm>
                  </p:grpSpPr>
                  <p:grpSp>
                    <p:nvGrpSpPr>
                      <p:cNvPr id="223" name="그룹 222">
                        <a:extLst>
                          <a:ext uri="{FF2B5EF4-FFF2-40B4-BE49-F238E27FC236}">
                            <a16:creationId xmlns:a16="http://schemas.microsoft.com/office/drawing/2014/main" id="{2830C5EE-3513-92D9-61C6-CCB4F3581384}"/>
                          </a:ext>
                        </a:extLst>
                      </p:cNvPr>
                      <p:cNvGrpSpPr/>
                      <p:nvPr/>
                    </p:nvGrpSpPr>
                    <p:grpSpPr>
                      <a:xfrm>
                        <a:off x="3250176" y="2637183"/>
                        <a:ext cx="178824" cy="144000"/>
                        <a:chOff x="5453592" y="2641965"/>
                        <a:chExt cx="178824" cy="144000"/>
                      </a:xfrm>
                    </p:grpSpPr>
                    <p:cxnSp>
                      <p:nvCxnSpPr>
                        <p:cNvPr id="225" name="직선 연결선 224">
                          <a:extLst>
                            <a:ext uri="{FF2B5EF4-FFF2-40B4-BE49-F238E27FC236}">
                              <a16:creationId xmlns:a16="http://schemas.microsoft.com/office/drawing/2014/main" id="{10977EB6-3F80-7922-CD44-EAE9283B8AA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직선 연결선 225">
                          <a:extLst>
                            <a:ext uri="{FF2B5EF4-FFF2-40B4-BE49-F238E27FC236}">
                              <a16:creationId xmlns:a16="http://schemas.microsoft.com/office/drawing/2014/main" id="{7C9B71C2-8209-440E-33AC-1F08D0B6529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4" name="직선 연결선 223">
                        <a:extLst>
                          <a:ext uri="{FF2B5EF4-FFF2-40B4-BE49-F238E27FC236}">
                            <a16:creationId xmlns:a16="http://schemas.microsoft.com/office/drawing/2014/main" id="{A94FDB80-8D40-7C23-8636-0FBBF73E159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2" name="직선 연결선 221">
                      <a:extLst>
                        <a:ext uri="{FF2B5EF4-FFF2-40B4-BE49-F238E27FC236}">
                          <a16:creationId xmlns:a16="http://schemas.microsoft.com/office/drawing/2014/main" id="{5721C24B-A36C-1BA6-2716-36C3CEA9228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43" name="그룹 242">
                  <a:extLst>
                    <a:ext uri="{FF2B5EF4-FFF2-40B4-BE49-F238E27FC236}">
                      <a16:creationId xmlns:a16="http://schemas.microsoft.com/office/drawing/2014/main" id="{A0C97BC6-DFEF-CF0C-0946-C4D70184EDEF}"/>
                    </a:ext>
                  </a:extLst>
                </p:cNvPr>
                <p:cNvGrpSpPr/>
                <p:nvPr/>
              </p:nvGrpSpPr>
              <p:grpSpPr>
                <a:xfrm>
                  <a:off x="5249120" y="3959581"/>
                  <a:ext cx="413384" cy="147658"/>
                  <a:chOff x="4422133" y="3962535"/>
                  <a:chExt cx="413384" cy="147658"/>
                </a:xfrm>
              </p:grpSpPr>
              <p:grpSp>
                <p:nvGrpSpPr>
                  <p:cNvPr id="244" name="그룹 243">
                    <a:extLst>
                      <a:ext uri="{FF2B5EF4-FFF2-40B4-BE49-F238E27FC236}">
                        <a16:creationId xmlns:a16="http://schemas.microsoft.com/office/drawing/2014/main" id="{4F711A6B-3DA0-51C5-B1D3-D9E1D0A6AC71}"/>
                      </a:ext>
                    </a:extLst>
                  </p:cNvPr>
                  <p:cNvGrpSpPr/>
                  <p:nvPr/>
                </p:nvGrpSpPr>
                <p:grpSpPr>
                  <a:xfrm>
                    <a:off x="4422133" y="3963143"/>
                    <a:ext cx="72000" cy="146277"/>
                    <a:chOff x="3250176" y="2637183"/>
                    <a:chExt cx="179694" cy="146277"/>
                  </a:xfrm>
                </p:grpSpPr>
                <p:grpSp>
                  <p:nvGrpSpPr>
                    <p:cNvPr id="267" name="그룹 266">
                      <a:extLst>
                        <a:ext uri="{FF2B5EF4-FFF2-40B4-BE49-F238E27FC236}">
                          <a16:creationId xmlns:a16="http://schemas.microsoft.com/office/drawing/2014/main" id="{507701E8-EEDF-0CAE-6DAC-486F3A276F43}"/>
                        </a:ext>
                      </a:extLst>
                    </p:cNvPr>
                    <p:cNvGrpSpPr/>
                    <p:nvPr/>
                  </p:nvGrpSpPr>
                  <p:grpSpPr>
                    <a:xfrm>
                      <a:off x="3250176" y="2637183"/>
                      <a:ext cx="178824" cy="144000"/>
                      <a:chOff x="5453592" y="2641965"/>
                      <a:chExt cx="178824" cy="144000"/>
                    </a:xfrm>
                  </p:grpSpPr>
                  <p:cxnSp>
                    <p:nvCxnSpPr>
                      <p:cNvPr id="269" name="직선 연결선 268">
                        <a:extLst>
                          <a:ext uri="{FF2B5EF4-FFF2-40B4-BE49-F238E27FC236}">
                            <a16:creationId xmlns:a16="http://schemas.microsoft.com/office/drawing/2014/main" id="{937D16A1-B90D-A2A7-875C-B54184A018B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직선 연결선 269">
                        <a:extLst>
                          <a:ext uri="{FF2B5EF4-FFF2-40B4-BE49-F238E27FC236}">
                            <a16:creationId xmlns:a16="http://schemas.microsoft.com/office/drawing/2014/main" id="{DC8A22D5-2AD9-14A9-428B-A55D91E7DC9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8" name="직선 연결선 267">
                      <a:extLst>
                        <a:ext uri="{FF2B5EF4-FFF2-40B4-BE49-F238E27FC236}">
                          <a16:creationId xmlns:a16="http://schemas.microsoft.com/office/drawing/2014/main" id="{AEFFAC42-EC1D-21AF-D5F7-BD5102D5DE7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5" name="직선 연결선 244">
                    <a:extLst>
                      <a:ext uri="{FF2B5EF4-FFF2-40B4-BE49-F238E27FC236}">
                        <a16:creationId xmlns:a16="http://schemas.microsoft.com/office/drawing/2014/main" id="{559043BE-5EED-2D13-E358-A66436F90B3C}"/>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6" name="그룹 245">
                    <a:extLst>
                      <a:ext uri="{FF2B5EF4-FFF2-40B4-BE49-F238E27FC236}">
                        <a16:creationId xmlns:a16="http://schemas.microsoft.com/office/drawing/2014/main" id="{72490CED-DC88-081D-5343-08AA4A13ADEF}"/>
                      </a:ext>
                    </a:extLst>
                  </p:cNvPr>
                  <p:cNvGrpSpPr/>
                  <p:nvPr/>
                </p:nvGrpSpPr>
                <p:grpSpPr>
                  <a:xfrm>
                    <a:off x="4529042" y="3962535"/>
                    <a:ext cx="101416" cy="146277"/>
                    <a:chOff x="4545844" y="3971199"/>
                    <a:chExt cx="101416" cy="146277"/>
                  </a:xfrm>
                </p:grpSpPr>
                <p:grpSp>
                  <p:nvGrpSpPr>
                    <p:cNvPr id="261" name="그룹 260">
                      <a:extLst>
                        <a:ext uri="{FF2B5EF4-FFF2-40B4-BE49-F238E27FC236}">
                          <a16:creationId xmlns:a16="http://schemas.microsoft.com/office/drawing/2014/main" id="{7B95CDC5-5A55-9B47-63B8-98A7CD87F569}"/>
                        </a:ext>
                      </a:extLst>
                    </p:cNvPr>
                    <p:cNvGrpSpPr/>
                    <p:nvPr/>
                  </p:nvGrpSpPr>
                  <p:grpSpPr>
                    <a:xfrm>
                      <a:off x="4545844" y="3971199"/>
                      <a:ext cx="35826" cy="146277"/>
                      <a:chOff x="3250176" y="2637183"/>
                      <a:chExt cx="178824" cy="146277"/>
                    </a:xfrm>
                  </p:grpSpPr>
                  <p:grpSp>
                    <p:nvGrpSpPr>
                      <p:cNvPr id="263" name="그룹 262">
                        <a:extLst>
                          <a:ext uri="{FF2B5EF4-FFF2-40B4-BE49-F238E27FC236}">
                            <a16:creationId xmlns:a16="http://schemas.microsoft.com/office/drawing/2014/main" id="{633CFCBA-3B96-1F6B-E620-B2CA5C9E3A70}"/>
                          </a:ext>
                        </a:extLst>
                      </p:cNvPr>
                      <p:cNvGrpSpPr/>
                      <p:nvPr/>
                    </p:nvGrpSpPr>
                    <p:grpSpPr>
                      <a:xfrm>
                        <a:off x="3250176" y="2637183"/>
                        <a:ext cx="178824" cy="144000"/>
                        <a:chOff x="5453592" y="2641965"/>
                        <a:chExt cx="178824" cy="144000"/>
                      </a:xfrm>
                    </p:grpSpPr>
                    <p:cxnSp>
                      <p:nvCxnSpPr>
                        <p:cNvPr id="265" name="직선 연결선 264">
                          <a:extLst>
                            <a:ext uri="{FF2B5EF4-FFF2-40B4-BE49-F238E27FC236}">
                              <a16:creationId xmlns:a16="http://schemas.microsoft.com/office/drawing/2014/main" id="{6069D32E-CF88-D672-3E0E-04BEB895BDD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직선 연결선 265">
                          <a:extLst>
                            <a:ext uri="{FF2B5EF4-FFF2-40B4-BE49-F238E27FC236}">
                              <a16:creationId xmlns:a16="http://schemas.microsoft.com/office/drawing/2014/main" id="{3691EA70-F138-4E9D-3C80-52B2E166B24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4" name="직선 연결선 263">
                        <a:extLst>
                          <a:ext uri="{FF2B5EF4-FFF2-40B4-BE49-F238E27FC236}">
                            <a16:creationId xmlns:a16="http://schemas.microsoft.com/office/drawing/2014/main" id="{A295BBF0-A44D-FA00-B923-18644A8FB2B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2" name="직선 연결선 261">
                      <a:extLst>
                        <a:ext uri="{FF2B5EF4-FFF2-40B4-BE49-F238E27FC236}">
                          <a16:creationId xmlns:a16="http://schemas.microsoft.com/office/drawing/2014/main" id="{5883A401-1F58-8540-B101-BBEE89CB688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7" name="그룹 246">
                    <a:extLst>
                      <a:ext uri="{FF2B5EF4-FFF2-40B4-BE49-F238E27FC236}">
                        <a16:creationId xmlns:a16="http://schemas.microsoft.com/office/drawing/2014/main" id="{30F81FFC-7B7F-93AD-9A4A-83B26FA5E857}"/>
                      </a:ext>
                    </a:extLst>
                  </p:cNvPr>
                  <p:cNvGrpSpPr/>
                  <p:nvPr/>
                </p:nvGrpSpPr>
                <p:grpSpPr>
                  <a:xfrm>
                    <a:off x="4734101" y="3962886"/>
                    <a:ext cx="101416" cy="146277"/>
                    <a:chOff x="4545844" y="3971199"/>
                    <a:chExt cx="101416" cy="146277"/>
                  </a:xfrm>
                </p:grpSpPr>
                <p:grpSp>
                  <p:nvGrpSpPr>
                    <p:cNvPr id="255" name="그룹 254">
                      <a:extLst>
                        <a:ext uri="{FF2B5EF4-FFF2-40B4-BE49-F238E27FC236}">
                          <a16:creationId xmlns:a16="http://schemas.microsoft.com/office/drawing/2014/main" id="{B126CE3E-8F90-CBE9-EDBD-FE053684958B}"/>
                        </a:ext>
                      </a:extLst>
                    </p:cNvPr>
                    <p:cNvGrpSpPr/>
                    <p:nvPr/>
                  </p:nvGrpSpPr>
                  <p:grpSpPr>
                    <a:xfrm>
                      <a:off x="4545844" y="3971199"/>
                      <a:ext cx="35826" cy="146277"/>
                      <a:chOff x="3250176" y="2637183"/>
                      <a:chExt cx="178824" cy="146277"/>
                    </a:xfrm>
                  </p:grpSpPr>
                  <p:grpSp>
                    <p:nvGrpSpPr>
                      <p:cNvPr id="257" name="그룹 256">
                        <a:extLst>
                          <a:ext uri="{FF2B5EF4-FFF2-40B4-BE49-F238E27FC236}">
                            <a16:creationId xmlns:a16="http://schemas.microsoft.com/office/drawing/2014/main" id="{9A5B4AA4-9171-FA27-BFF5-D6FC5157C39F}"/>
                          </a:ext>
                        </a:extLst>
                      </p:cNvPr>
                      <p:cNvGrpSpPr/>
                      <p:nvPr/>
                    </p:nvGrpSpPr>
                    <p:grpSpPr>
                      <a:xfrm>
                        <a:off x="3250176" y="2637183"/>
                        <a:ext cx="178824" cy="144000"/>
                        <a:chOff x="5453592" y="2641965"/>
                        <a:chExt cx="178824" cy="144000"/>
                      </a:xfrm>
                    </p:grpSpPr>
                    <p:cxnSp>
                      <p:nvCxnSpPr>
                        <p:cNvPr id="259" name="직선 연결선 258">
                          <a:extLst>
                            <a:ext uri="{FF2B5EF4-FFF2-40B4-BE49-F238E27FC236}">
                              <a16:creationId xmlns:a16="http://schemas.microsoft.com/office/drawing/2014/main" id="{301CB29A-EA32-FF25-1A78-A8D29A7C1BB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직선 연결선 259">
                          <a:extLst>
                            <a:ext uri="{FF2B5EF4-FFF2-40B4-BE49-F238E27FC236}">
                              <a16:creationId xmlns:a16="http://schemas.microsoft.com/office/drawing/2014/main" id="{E618C56C-DCAC-1EE2-0B1F-3446A3D7D24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8" name="직선 연결선 257">
                        <a:extLst>
                          <a:ext uri="{FF2B5EF4-FFF2-40B4-BE49-F238E27FC236}">
                            <a16:creationId xmlns:a16="http://schemas.microsoft.com/office/drawing/2014/main" id="{7E5B6F81-229A-C376-D529-3899EE063B5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6" name="직선 연결선 255">
                      <a:extLst>
                        <a:ext uri="{FF2B5EF4-FFF2-40B4-BE49-F238E27FC236}">
                          <a16:creationId xmlns:a16="http://schemas.microsoft.com/office/drawing/2014/main" id="{DDCA41B4-D57B-813F-7FA8-75C2206D3B1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8" name="그룹 247">
                    <a:extLst>
                      <a:ext uri="{FF2B5EF4-FFF2-40B4-BE49-F238E27FC236}">
                        <a16:creationId xmlns:a16="http://schemas.microsoft.com/office/drawing/2014/main" id="{DFEBAC97-D8F7-CBC7-00A7-56C253D7C4FE}"/>
                      </a:ext>
                    </a:extLst>
                  </p:cNvPr>
                  <p:cNvGrpSpPr/>
                  <p:nvPr/>
                </p:nvGrpSpPr>
                <p:grpSpPr>
                  <a:xfrm>
                    <a:off x="4629560" y="3963916"/>
                    <a:ext cx="101416" cy="146277"/>
                    <a:chOff x="4545844" y="3971199"/>
                    <a:chExt cx="101416" cy="146277"/>
                  </a:xfrm>
                </p:grpSpPr>
                <p:grpSp>
                  <p:nvGrpSpPr>
                    <p:cNvPr id="249" name="그룹 248">
                      <a:extLst>
                        <a:ext uri="{FF2B5EF4-FFF2-40B4-BE49-F238E27FC236}">
                          <a16:creationId xmlns:a16="http://schemas.microsoft.com/office/drawing/2014/main" id="{37A7EEDE-3487-9595-605E-4FF22A16AD2E}"/>
                        </a:ext>
                      </a:extLst>
                    </p:cNvPr>
                    <p:cNvGrpSpPr/>
                    <p:nvPr/>
                  </p:nvGrpSpPr>
                  <p:grpSpPr>
                    <a:xfrm>
                      <a:off x="4545844" y="3971199"/>
                      <a:ext cx="35826" cy="146277"/>
                      <a:chOff x="3250176" y="2637183"/>
                      <a:chExt cx="178824" cy="146277"/>
                    </a:xfrm>
                  </p:grpSpPr>
                  <p:grpSp>
                    <p:nvGrpSpPr>
                      <p:cNvPr id="251" name="그룹 250">
                        <a:extLst>
                          <a:ext uri="{FF2B5EF4-FFF2-40B4-BE49-F238E27FC236}">
                            <a16:creationId xmlns:a16="http://schemas.microsoft.com/office/drawing/2014/main" id="{E354B0BF-28BB-C136-12B3-9AA1BC355E20}"/>
                          </a:ext>
                        </a:extLst>
                      </p:cNvPr>
                      <p:cNvGrpSpPr/>
                      <p:nvPr/>
                    </p:nvGrpSpPr>
                    <p:grpSpPr>
                      <a:xfrm>
                        <a:off x="3250176" y="2637183"/>
                        <a:ext cx="178824" cy="144000"/>
                        <a:chOff x="5453592" y="2641965"/>
                        <a:chExt cx="178824" cy="144000"/>
                      </a:xfrm>
                    </p:grpSpPr>
                    <p:cxnSp>
                      <p:nvCxnSpPr>
                        <p:cNvPr id="253" name="직선 연결선 252">
                          <a:extLst>
                            <a:ext uri="{FF2B5EF4-FFF2-40B4-BE49-F238E27FC236}">
                              <a16:creationId xmlns:a16="http://schemas.microsoft.com/office/drawing/2014/main" id="{78E408A3-206C-8903-B843-B205EA98704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직선 연결선 253">
                          <a:extLst>
                            <a:ext uri="{FF2B5EF4-FFF2-40B4-BE49-F238E27FC236}">
                              <a16:creationId xmlns:a16="http://schemas.microsoft.com/office/drawing/2014/main" id="{82B99CB0-722D-B755-3661-A5E11E438C9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2" name="직선 연결선 251">
                        <a:extLst>
                          <a:ext uri="{FF2B5EF4-FFF2-40B4-BE49-F238E27FC236}">
                            <a16:creationId xmlns:a16="http://schemas.microsoft.com/office/drawing/2014/main" id="{5F3F00A1-6D9E-C525-9CC1-C28039486C80}"/>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0" name="직선 연결선 249">
                      <a:extLst>
                        <a:ext uri="{FF2B5EF4-FFF2-40B4-BE49-F238E27FC236}">
                          <a16:creationId xmlns:a16="http://schemas.microsoft.com/office/drawing/2014/main" id="{2C84EA0E-9EFD-715F-B2D2-536A84C250AC}"/>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72" name="그룹 271">
                <a:extLst>
                  <a:ext uri="{FF2B5EF4-FFF2-40B4-BE49-F238E27FC236}">
                    <a16:creationId xmlns:a16="http://schemas.microsoft.com/office/drawing/2014/main" id="{8E87F48C-D007-0A2F-3AD2-21ADF4E0DCAC}"/>
                  </a:ext>
                </a:extLst>
              </p:cNvPr>
              <p:cNvGrpSpPr/>
              <p:nvPr/>
            </p:nvGrpSpPr>
            <p:grpSpPr>
              <a:xfrm>
                <a:off x="4427634" y="3499511"/>
                <a:ext cx="1240371" cy="150612"/>
                <a:chOff x="4422133" y="3959581"/>
                <a:chExt cx="1240371" cy="150612"/>
              </a:xfrm>
            </p:grpSpPr>
            <p:grpSp>
              <p:nvGrpSpPr>
                <p:cNvPr id="273" name="그룹 272">
                  <a:extLst>
                    <a:ext uri="{FF2B5EF4-FFF2-40B4-BE49-F238E27FC236}">
                      <a16:creationId xmlns:a16="http://schemas.microsoft.com/office/drawing/2014/main" id="{FA561A48-5CB6-B0A4-2718-D95A19ED1A85}"/>
                    </a:ext>
                  </a:extLst>
                </p:cNvPr>
                <p:cNvGrpSpPr/>
                <p:nvPr/>
              </p:nvGrpSpPr>
              <p:grpSpPr>
                <a:xfrm>
                  <a:off x="4422133" y="3962535"/>
                  <a:ext cx="413384" cy="147658"/>
                  <a:chOff x="4422133" y="3962535"/>
                  <a:chExt cx="413384" cy="147658"/>
                </a:xfrm>
              </p:grpSpPr>
              <p:grpSp>
                <p:nvGrpSpPr>
                  <p:cNvPr id="330" name="그룹 329">
                    <a:extLst>
                      <a:ext uri="{FF2B5EF4-FFF2-40B4-BE49-F238E27FC236}">
                        <a16:creationId xmlns:a16="http://schemas.microsoft.com/office/drawing/2014/main" id="{77B0AF48-0FAD-169A-E990-CF52413AF91D}"/>
                      </a:ext>
                    </a:extLst>
                  </p:cNvPr>
                  <p:cNvGrpSpPr/>
                  <p:nvPr/>
                </p:nvGrpSpPr>
                <p:grpSpPr>
                  <a:xfrm>
                    <a:off x="4422133" y="3963143"/>
                    <a:ext cx="72000" cy="146277"/>
                    <a:chOff x="3250176" y="2637183"/>
                    <a:chExt cx="179694" cy="146277"/>
                  </a:xfrm>
                </p:grpSpPr>
                <p:grpSp>
                  <p:nvGrpSpPr>
                    <p:cNvPr id="353" name="그룹 352">
                      <a:extLst>
                        <a:ext uri="{FF2B5EF4-FFF2-40B4-BE49-F238E27FC236}">
                          <a16:creationId xmlns:a16="http://schemas.microsoft.com/office/drawing/2014/main" id="{85B9C9F6-195B-29C2-223F-6D7DF057D06C}"/>
                        </a:ext>
                      </a:extLst>
                    </p:cNvPr>
                    <p:cNvGrpSpPr/>
                    <p:nvPr/>
                  </p:nvGrpSpPr>
                  <p:grpSpPr>
                    <a:xfrm>
                      <a:off x="3250176" y="2637183"/>
                      <a:ext cx="178824" cy="144000"/>
                      <a:chOff x="5453592" y="2641965"/>
                      <a:chExt cx="178824" cy="144000"/>
                    </a:xfrm>
                  </p:grpSpPr>
                  <p:cxnSp>
                    <p:nvCxnSpPr>
                      <p:cNvPr id="355" name="직선 연결선 354">
                        <a:extLst>
                          <a:ext uri="{FF2B5EF4-FFF2-40B4-BE49-F238E27FC236}">
                            <a16:creationId xmlns:a16="http://schemas.microsoft.com/office/drawing/2014/main" id="{9CD8DC91-B972-5B4B-26F2-039EE21F6AF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6" name="직선 연결선 355">
                        <a:extLst>
                          <a:ext uri="{FF2B5EF4-FFF2-40B4-BE49-F238E27FC236}">
                            <a16:creationId xmlns:a16="http://schemas.microsoft.com/office/drawing/2014/main" id="{ED259010-F7CD-010A-0EE6-C80A4E53312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4" name="직선 연결선 353">
                      <a:extLst>
                        <a:ext uri="{FF2B5EF4-FFF2-40B4-BE49-F238E27FC236}">
                          <a16:creationId xmlns:a16="http://schemas.microsoft.com/office/drawing/2014/main" id="{91E351CF-594C-B9B7-4608-E75E8E8BEDC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1" name="직선 연결선 330">
                    <a:extLst>
                      <a:ext uri="{FF2B5EF4-FFF2-40B4-BE49-F238E27FC236}">
                        <a16:creationId xmlns:a16="http://schemas.microsoft.com/office/drawing/2014/main" id="{1AF3074B-40ED-9197-A49B-9A9272F862D5}"/>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2" name="그룹 331">
                    <a:extLst>
                      <a:ext uri="{FF2B5EF4-FFF2-40B4-BE49-F238E27FC236}">
                        <a16:creationId xmlns:a16="http://schemas.microsoft.com/office/drawing/2014/main" id="{34CA0F27-0AD6-CF88-6A7D-14812BA6D1D5}"/>
                      </a:ext>
                    </a:extLst>
                  </p:cNvPr>
                  <p:cNvGrpSpPr/>
                  <p:nvPr/>
                </p:nvGrpSpPr>
                <p:grpSpPr>
                  <a:xfrm>
                    <a:off x="4529042" y="3962535"/>
                    <a:ext cx="101416" cy="146277"/>
                    <a:chOff x="4545844" y="3971199"/>
                    <a:chExt cx="101416" cy="146277"/>
                  </a:xfrm>
                </p:grpSpPr>
                <p:grpSp>
                  <p:nvGrpSpPr>
                    <p:cNvPr id="347" name="그룹 346">
                      <a:extLst>
                        <a:ext uri="{FF2B5EF4-FFF2-40B4-BE49-F238E27FC236}">
                          <a16:creationId xmlns:a16="http://schemas.microsoft.com/office/drawing/2014/main" id="{42A09C56-7FB2-6BCE-9136-967DA9266C65}"/>
                        </a:ext>
                      </a:extLst>
                    </p:cNvPr>
                    <p:cNvGrpSpPr/>
                    <p:nvPr/>
                  </p:nvGrpSpPr>
                  <p:grpSpPr>
                    <a:xfrm>
                      <a:off x="4545844" y="3971199"/>
                      <a:ext cx="35826" cy="146277"/>
                      <a:chOff x="3250176" y="2637183"/>
                      <a:chExt cx="178824" cy="146277"/>
                    </a:xfrm>
                  </p:grpSpPr>
                  <p:grpSp>
                    <p:nvGrpSpPr>
                      <p:cNvPr id="349" name="그룹 348">
                        <a:extLst>
                          <a:ext uri="{FF2B5EF4-FFF2-40B4-BE49-F238E27FC236}">
                            <a16:creationId xmlns:a16="http://schemas.microsoft.com/office/drawing/2014/main" id="{7AEA1AC5-5D5B-FE15-852E-EEBF0AFDF14B}"/>
                          </a:ext>
                        </a:extLst>
                      </p:cNvPr>
                      <p:cNvGrpSpPr/>
                      <p:nvPr/>
                    </p:nvGrpSpPr>
                    <p:grpSpPr>
                      <a:xfrm>
                        <a:off x="3250176" y="2637183"/>
                        <a:ext cx="178824" cy="144000"/>
                        <a:chOff x="5453592" y="2641965"/>
                        <a:chExt cx="178824" cy="144000"/>
                      </a:xfrm>
                    </p:grpSpPr>
                    <p:cxnSp>
                      <p:nvCxnSpPr>
                        <p:cNvPr id="351" name="직선 연결선 350">
                          <a:extLst>
                            <a:ext uri="{FF2B5EF4-FFF2-40B4-BE49-F238E27FC236}">
                              <a16:creationId xmlns:a16="http://schemas.microsoft.com/office/drawing/2014/main" id="{CB68BA1D-8016-002B-5C70-318528918CD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직선 연결선 351">
                          <a:extLst>
                            <a:ext uri="{FF2B5EF4-FFF2-40B4-BE49-F238E27FC236}">
                              <a16:creationId xmlns:a16="http://schemas.microsoft.com/office/drawing/2014/main" id="{67A6FA26-62B5-4E34-6AE0-22487E2A87C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0" name="직선 연결선 349">
                        <a:extLst>
                          <a:ext uri="{FF2B5EF4-FFF2-40B4-BE49-F238E27FC236}">
                            <a16:creationId xmlns:a16="http://schemas.microsoft.com/office/drawing/2014/main" id="{EBADAFDE-F125-BC3E-D77E-15A76ABEAE8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8" name="직선 연결선 347">
                      <a:extLst>
                        <a:ext uri="{FF2B5EF4-FFF2-40B4-BE49-F238E27FC236}">
                          <a16:creationId xmlns:a16="http://schemas.microsoft.com/office/drawing/2014/main" id="{C11F5247-A58E-8854-E402-1081F73E0F57}"/>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3" name="그룹 332">
                    <a:extLst>
                      <a:ext uri="{FF2B5EF4-FFF2-40B4-BE49-F238E27FC236}">
                        <a16:creationId xmlns:a16="http://schemas.microsoft.com/office/drawing/2014/main" id="{89993E3D-0864-1CDF-C76A-C88FB84C3FDF}"/>
                      </a:ext>
                    </a:extLst>
                  </p:cNvPr>
                  <p:cNvGrpSpPr/>
                  <p:nvPr/>
                </p:nvGrpSpPr>
                <p:grpSpPr>
                  <a:xfrm>
                    <a:off x="4734101" y="3962886"/>
                    <a:ext cx="101416" cy="146277"/>
                    <a:chOff x="4545844" y="3971199"/>
                    <a:chExt cx="101416" cy="146277"/>
                  </a:xfrm>
                </p:grpSpPr>
                <p:grpSp>
                  <p:nvGrpSpPr>
                    <p:cNvPr id="341" name="그룹 340">
                      <a:extLst>
                        <a:ext uri="{FF2B5EF4-FFF2-40B4-BE49-F238E27FC236}">
                          <a16:creationId xmlns:a16="http://schemas.microsoft.com/office/drawing/2014/main" id="{80E4C1EE-951A-98C9-5728-7687321DB97D}"/>
                        </a:ext>
                      </a:extLst>
                    </p:cNvPr>
                    <p:cNvGrpSpPr/>
                    <p:nvPr/>
                  </p:nvGrpSpPr>
                  <p:grpSpPr>
                    <a:xfrm>
                      <a:off x="4545844" y="3971199"/>
                      <a:ext cx="35826" cy="146277"/>
                      <a:chOff x="3250176" y="2637183"/>
                      <a:chExt cx="178824" cy="146277"/>
                    </a:xfrm>
                  </p:grpSpPr>
                  <p:grpSp>
                    <p:nvGrpSpPr>
                      <p:cNvPr id="343" name="그룹 342">
                        <a:extLst>
                          <a:ext uri="{FF2B5EF4-FFF2-40B4-BE49-F238E27FC236}">
                            <a16:creationId xmlns:a16="http://schemas.microsoft.com/office/drawing/2014/main" id="{CB2FD9A1-E743-48D2-BAEC-7705818872EE}"/>
                          </a:ext>
                        </a:extLst>
                      </p:cNvPr>
                      <p:cNvGrpSpPr/>
                      <p:nvPr/>
                    </p:nvGrpSpPr>
                    <p:grpSpPr>
                      <a:xfrm>
                        <a:off x="3250176" y="2637183"/>
                        <a:ext cx="178824" cy="144000"/>
                        <a:chOff x="5453592" y="2641965"/>
                        <a:chExt cx="178824" cy="144000"/>
                      </a:xfrm>
                    </p:grpSpPr>
                    <p:cxnSp>
                      <p:nvCxnSpPr>
                        <p:cNvPr id="345" name="직선 연결선 344">
                          <a:extLst>
                            <a:ext uri="{FF2B5EF4-FFF2-40B4-BE49-F238E27FC236}">
                              <a16:creationId xmlns:a16="http://schemas.microsoft.com/office/drawing/2014/main" id="{9689BC6D-FE01-A1B3-B0E7-6CA82A0C061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직선 연결선 345">
                          <a:extLst>
                            <a:ext uri="{FF2B5EF4-FFF2-40B4-BE49-F238E27FC236}">
                              <a16:creationId xmlns:a16="http://schemas.microsoft.com/office/drawing/2014/main" id="{AD96D604-62C6-125C-C9B1-7D10545550D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4" name="직선 연결선 343">
                        <a:extLst>
                          <a:ext uri="{FF2B5EF4-FFF2-40B4-BE49-F238E27FC236}">
                            <a16:creationId xmlns:a16="http://schemas.microsoft.com/office/drawing/2014/main" id="{368D8047-2C84-7308-E9D4-15B2546D012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2" name="직선 연결선 341">
                      <a:extLst>
                        <a:ext uri="{FF2B5EF4-FFF2-40B4-BE49-F238E27FC236}">
                          <a16:creationId xmlns:a16="http://schemas.microsoft.com/office/drawing/2014/main" id="{50771E2E-5A2C-D03B-0C24-B959E9367C5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4" name="그룹 333">
                    <a:extLst>
                      <a:ext uri="{FF2B5EF4-FFF2-40B4-BE49-F238E27FC236}">
                        <a16:creationId xmlns:a16="http://schemas.microsoft.com/office/drawing/2014/main" id="{7B8B1614-3A63-1E73-CFC5-20BC19908F7D}"/>
                      </a:ext>
                    </a:extLst>
                  </p:cNvPr>
                  <p:cNvGrpSpPr/>
                  <p:nvPr/>
                </p:nvGrpSpPr>
                <p:grpSpPr>
                  <a:xfrm>
                    <a:off x="4629560" y="3963916"/>
                    <a:ext cx="101416" cy="146277"/>
                    <a:chOff x="4545844" y="3971199"/>
                    <a:chExt cx="101416" cy="146277"/>
                  </a:xfrm>
                </p:grpSpPr>
                <p:grpSp>
                  <p:nvGrpSpPr>
                    <p:cNvPr id="335" name="그룹 334">
                      <a:extLst>
                        <a:ext uri="{FF2B5EF4-FFF2-40B4-BE49-F238E27FC236}">
                          <a16:creationId xmlns:a16="http://schemas.microsoft.com/office/drawing/2014/main" id="{EA6278FA-F759-8A7F-6C58-2C4362C9B791}"/>
                        </a:ext>
                      </a:extLst>
                    </p:cNvPr>
                    <p:cNvGrpSpPr/>
                    <p:nvPr/>
                  </p:nvGrpSpPr>
                  <p:grpSpPr>
                    <a:xfrm>
                      <a:off x="4545844" y="3971199"/>
                      <a:ext cx="35826" cy="146277"/>
                      <a:chOff x="3250176" y="2637183"/>
                      <a:chExt cx="178824" cy="146277"/>
                    </a:xfrm>
                  </p:grpSpPr>
                  <p:grpSp>
                    <p:nvGrpSpPr>
                      <p:cNvPr id="337" name="그룹 336">
                        <a:extLst>
                          <a:ext uri="{FF2B5EF4-FFF2-40B4-BE49-F238E27FC236}">
                            <a16:creationId xmlns:a16="http://schemas.microsoft.com/office/drawing/2014/main" id="{79FF92B4-0442-3E44-32DC-FD275A575F7D}"/>
                          </a:ext>
                        </a:extLst>
                      </p:cNvPr>
                      <p:cNvGrpSpPr/>
                      <p:nvPr/>
                    </p:nvGrpSpPr>
                    <p:grpSpPr>
                      <a:xfrm>
                        <a:off x="3250176" y="2637183"/>
                        <a:ext cx="178824" cy="144000"/>
                        <a:chOff x="5453592" y="2641965"/>
                        <a:chExt cx="178824" cy="144000"/>
                      </a:xfrm>
                    </p:grpSpPr>
                    <p:cxnSp>
                      <p:nvCxnSpPr>
                        <p:cNvPr id="339" name="직선 연결선 338">
                          <a:extLst>
                            <a:ext uri="{FF2B5EF4-FFF2-40B4-BE49-F238E27FC236}">
                              <a16:creationId xmlns:a16="http://schemas.microsoft.com/office/drawing/2014/main" id="{3766153B-342D-43E1-C092-EC5D9CE1693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0" name="직선 연결선 339">
                          <a:extLst>
                            <a:ext uri="{FF2B5EF4-FFF2-40B4-BE49-F238E27FC236}">
                              <a16:creationId xmlns:a16="http://schemas.microsoft.com/office/drawing/2014/main" id="{3D21484F-60EA-35FF-6F09-82B26B7D8DA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8" name="직선 연결선 337">
                        <a:extLst>
                          <a:ext uri="{FF2B5EF4-FFF2-40B4-BE49-F238E27FC236}">
                            <a16:creationId xmlns:a16="http://schemas.microsoft.com/office/drawing/2014/main" id="{98B88DFD-20AF-4518-AB68-4BE91D0E33B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6" name="직선 연결선 335">
                      <a:extLst>
                        <a:ext uri="{FF2B5EF4-FFF2-40B4-BE49-F238E27FC236}">
                          <a16:creationId xmlns:a16="http://schemas.microsoft.com/office/drawing/2014/main" id="{EDE0D8B5-28D1-4FD8-F2DA-B5B4976C935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74" name="그룹 273">
                  <a:extLst>
                    <a:ext uri="{FF2B5EF4-FFF2-40B4-BE49-F238E27FC236}">
                      <a16:creationId xmlns:a16="http://schemas.microsoft.com/office/drawing/2014/main" id="{D1A0A3D0-FA4C-0217-6D6F-890F4C6051F8}"/>
                    </a:ext>
                  </a:extLst>
                </p:cNvPr>
                <p:cNvGrpSpPr/>
                <p:nvPr/>
              </p:nvGrpSpPr>
              <p:grpSpPr>
                <a:xfrm>
                  <a:off x="4835119" y="3961058"/>
                  <a:ext cx="413384" cy="147658"/>
                  <a:chOff x="4422133" y="3962535"/>
                  <a:chExt cx="413384" cy="147658"/>
                </a:xfrm>
              </p:grpSpPr>
              <p:grpSp>
                <p:nvGrpSpPr>
                  <p:cNvPr id="303" name="그룹 302">
                    <a:extLst>
                      <a:ext uri="{FF2B5EF4-FFF2-40B4-BE49-F238E27FC236}">
                        <a16:creationId xmlns:a16="http://schemas.microsoft.com/office/drawing/2014/main" id="{AE576D3C-5F2E-9E5D-126A-65C93AE8643A}"/>
                      </a:ext>
                    </a:extLst>
                  </p:cNvPr>
                  <p:cNvGrpSpPr/>
                  <p:nvPr/>
                </p:nvGrpSpPr>
                <p:grpSpPr>
                  <a:xfrm>
                    <a:off x="4422133" y="3963143"/>
                    <a:ext cx="72000" cy="146277"/>
                    <a:chOff x="3250176" y="2637183"/>
                    <a:chExt cx="179694" cy="146277"/>
                  </a:xfrm>
                </p:grpSpPr>
                <p:grpSp>
                  <p:nvGrpSpPr>
                    <p:cNvPr id="326" name="그룹 325">
                      <a:extLst>
                        <a:ext uri="{FF2B5EF4-FFF2-40B4-BE49-F238E27FC236}">
                          <a16:creationId xmlns:a16="http://schemas.microsoft.com/office/drawing/2014/main" id="{F3EAA4EE-8341-671D-1E9F-B5ECA6A8E7CF}"/>
                        </a:ext>
                      </a:extLst>
                    </p:cNvPr>
                    <p:cNvGrpSpPr/>
                    <p:nvPr/>
                  </p:nvGrpSpPr>
                  <p:grpSpPr>
                    <a:xfrm>
                      <a:off x="3250176" y="2637183"/>
                      <a:ext cx="178824" cy="144000"/>
                      <a:chOff x="5453592" y="2641965"/>
                      <a:chExt cx="178824" cy="144000"/>
                    </a:xfrm>
                  </p:grpSpPr>
                  <p:cxnSp>
                    <p:nvCxnSpPr>
                      <p:cNvPr id="328" name="직선 연결선 327">
                        <a:extLst>
                          <a:ext uri="{FF2B5EF4-FFF2-40B4-BE49-F238E27FC236}">
                            <a16:creationId xmlns:a16="http://schemas.microsoft.com/office/drawing/2014/main" id="{ABC66D3A-1E1F-EDF9-A132-94AEB150DB5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직선 연결선 328">
                        <a:extLst>
                          <a:ext uri="{FF2B5EF4-FFF2-40B4-BE49-F238E27FC236}">
                            <a16:creationId xmlns:a16="http://schemas.microsoft.com/office/drawing/2014/main" id="{52A07F9B-BE0C-29F0-8A0A-C13C2711327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7" name="직선 연결선 326">
                      <a:extLst>
                        <a:ext uri="{FF2B5EF4-FFF2-40B4-BE49-F238E27FC236}">
                          <a16:creationId xmlns:a16="http://schemas.microsoft.com/office/drawing/2014/main" id="{BF8BA704-BE90-387A-25C8-E0F4384DA93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4" name="직선 연결선 303">
                    <a:extLst>
                      <a:ext uri="{FF2B5EF4-FFF2-40B4-BE49-F238E27FC236}">
                        <a16:creationId xmlns:a16="http://schemas.microsoft.com/office/drawing/2014/main" id="{A33A7F5C-9BDF-7B64-53F0-393011B398E3}"/>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그룹 304">
                    <a:extLst>
                      <a:ext uri="{FF2B5EF4-FFF2-40B4-BE49-F238E27FC236}">
                        <a16:creationId xmlns:a16="http://schemas.microsoft.com/office/drawing/2014/main" id="{561C1C26-F5A6-AB8A-04E4-B3B41A88B363}"/>
                      </a:ext>
                    </a:extLst>
                  </p:cNvPr>
                  <p:cNvGrpSpPr/>
                  <p:nvPr/>
                </p:nvGrpSpPr>
                <p:grpSpPr>
                  <a:xfrm>
                    <a:off x="4529042" y="3962535"/>
                    <a:ext cx="101416" cy="146277"/>
                    <a:chOff x="4545844" y="3971199"/>
                    <a:chExt cx="101416" cy="146277"/>
                  </a:xfrm>
                </p:grpSpPr>
                <p:grpSp>
                  <p:nvGrpSpPr>
                    <p:cNvPr id="320" name="그룹 319">
                      <a:extLst>
                        <a:ext uri="{FF2B5EF4-FFF2-40B4-BE49-F238E27FC236}">
                          <a16:creationId xmlns:a16="http://schemas.microsoft.com/office/drawing/2014/main" id="{D2090EC5-93BD-BD31-5E5F-32E5A51C97CE}"/>
                        </a:ext>
                      </a:extLst>
                    </p:cNvPr>
                    <p:cNvGrpSpPr/>
                    <p:nvPr/>
                  </p:nvGrpSpPr>
                  <p:grpSpPr>
                    <a:xfrm>
                      <a:off x="4545844" y="3971199"/>
                      <a:ext cx="35826" cy="146277"/>
                      <a:chOff x="3250176" y="2637183"/>
                      <a:chExt cx="178824" cy="146277"/>
                    </a:xfrm>
                  </p:grpSpPr>
                  <p:grpSp>
                    <p:nvGrpSpPr>
                      <p:cNvPr id="322" name="그룹 321">
                        <a:extLst>
                          <a:ext uri="{FF2B5EF4-FFF2-40B4-BE49-F238E27FC236}">
                            <a16:creationId xmlns:a16="http://schemas.microsoft.com/office/drawing/2014/main" id="{3B01799B-AF43-C0C7-6753-465605B03C8F}"/>
                          </a:ext>
                        </a:extLst>
                      </p:cNvPr>
                      <p:cNvGrpSpPr/>
                      <p:nvPr/>
                    </p:nvGrpSpPr>
                    <p:grpSpPr>
                      <a:xfrm>
                        <a:off x="3250176" y="2637183"/>
                        <a:ext cx="178824" cy="144000"/>
                        <a:chOff x="5453592" y="2641965"/>
                        <a:chExt cx="178824" cy="144000"/>
                      </a:xfrm>
                    </p:grpSpPr>
                    <p:cxnSp>
                      <p:nvCxnSpPr>
                        <p:cNvPr id="324" name="직선 연결선 323">
                          <a:extLst>
                            <a:ext uri="{FF2B5EF4-FFF2-40B4-BE49-F238E27FC236}">
                              <a16:creationId xmlns:a16="http://schemas.microsoft.com/office/drawing/2014/main" id="{99CFC3EA-8E3E-7609-5C31-DE00E30D359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직선 연결선 324">
                          <a:extLst>
                            <a:ext uri="{FF2B5EF4-FFF2-40B4-BE49-F238E27FC236}">
                              <a16:creationId xmlns:a16="http://schemas.microsoft.com/office/drawing/2014/main" id="{DA735990-5096-98F9-F3BF-1DAFAB769A1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3" name="직선 연결선 322">
                        <a:extLst>
                          <a:ext uri="{FF2B5EF4-FFF2-40B4-BE49-F238E27FC236}">
                            <a16:creationId xmlns:a16="http://schemas.microsoft.com/office/drawing/2014/main" id="{3EC1E69E-EB90-96ED-26DB-9D347AE5342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1" name="직선 연결선 320">
                      <a:extLst>
                        <a:ext uri="{FF2B5EF4-FFF2-40B4-BE49-F238E27FC236}">
                          <a16:creationId xmlns:a16="http://schemas.microsoft.com/office/drawing/2014/main" id="{833EAE7C-4F29-DFB4-F153-B9013A19C21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6" name="그룹 305">
                    <a:extLst>
                      <a:ext uri="{FF2B5EF4-FFF2-40B4-BE49-F238E27FC236}">
                        <a16:creationId xmlns:a16="http://schemas.microsoft.com/office/drawing/2014/main" id="{5D0CB62B-8510-34AB-6FA7-845B8FD1CCB7}"/>
                      </a:ext>
                    </a:extLst>
                  </p:cNvPr>
                  <p:cNvGrpSpPr/>
                  <p:nvPr/>
                </p:nvGrpSpPr>
                <p:grpSpPr>
                  <a:xfrm>
                    <a:off x="4734101" y="3962886"/>
                    <a:ext cx="101416" cy="146277"/>
                    <a:chOff x="4545844" y="3971199"/>
                    <a:chExt cx="101416" cy="146277"/>
                  </a:xfrm>
                </p:grpSpPr>
                <p:grpSp>
                  <p:nvGrpSpPr>
                    <p:cNvPr id="314" name="그룹 313">
                      <a:extLst>
                        <a:ext uri="{FF2B5EF4-FFF2-40B4-BE49-F238E27FC236}">
                          <a16:creationId xmlns:a16="http://schemas.microsoft.com/office/drawing/2014/main" id="{F1FF4B68-F070-5D20-3854-347B668F7153}"/>
                        </a:ext>
                      </a:extLst>
                    </p:cNvPr>
                    <p:cNvGrpSpPr/>
                    <p:nvPr/>
                  </p:nvGrpSpPr>
                  <p:grpSpPr>
                    <a:xfrm>
                      <a:off x="4545844" y="3971199"/>
                      <a:ext cx="35826" cy="146277"/>
                      <a:chOff x="3250176" y="2637183"/>
                      <a:chExt cx="178824" cy="146277"/>
                    </a:xfrm>
                  </p:grpSpPr>
                  <p:grpSp>
                    <p:nvGrpSpPr>
                      <p:cNvPr id="316" name="그룹 315">
                        <a:extLst>
                          <a:ext uri="{FF2B5EF4-FFF2-40B4-BE49-F238E27FC236}">
                            <a16:creationId xmlns:a16="http://schemas.microsoft.com/office/drawing/2014/main" id="{222022FA-E55C-1056-7A3F-FB8D8FDEDE8E}"/>
                          </a:ext>
                        </a:extLst>
                      </p:cNvPr>
                      <p:cNvGrpSpPr/>
                      <p:nvPr/>
                    </p:nvGrpSpPr>
                    <p:grpSpPr>
                      <a:xfrm>
                        <a:off x="3250176" y="2637183"/>
                        <a:ext cx="178824" cy="144000"/>
                        <a:chOff x="5453592" y="2641965"/>
                        <a:chExt cx="178824" cy="144000"/>
                      </a:xfrm>
                    </p:grpSpPr>
                    <p:cxnSp>
                      <p:nvCxnSpPr>
                        <p:cNvPr id="318" name="직선 연결선 317">
                          <a:extLst>
                            <a:ext uri="{FF2B5EF4-FFF2-40B4-BE49-F238E27FC236}">
                              <a16:creationId xmlns:a16="http://schemas.microsoft.com/office/drawing/2014/main" id="{89C2086C-E65F-69D6-D9A2-F64589A6C8F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직선 연결선 318">
                          <a:extLst>
                            <a:ext uri="{FF2B5EF4-FFF2-40B4-BE49-F238E27FC236}">
                              <a16:creationId xmlns:a16="http://schemas.microsoft.com/office/drawing/2014/main" id="{D50BDC68-243F-377B-B348-50C9DCA8ED1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7" name="직선 연결선 316">
                        <a:extLst>
                          <a:ext uri="{FF2B5EF4-FFF2-40B4-BE49-F238E27FC236}">
                            <a16:creationId xmlns:a16="http://schemas.microsoft.com/office/drawing/2014/main" id="{66858249-E668-E7C0-8EC6-7861E33D87C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5" name="직선 연결선 314">
                      <a:extLst>
                        <a:ext uri="{FF2B5EF4-FFF2-40B4-BE49-F238E27FC236}">
                          <a16:creationId xmlns:a16="http://schemas.microsoft.com/office/drawing/2014/main" id="{646F0EDF-3BEF-0978-C1F3-456832E82DD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7" name="그룹 306">
                    <a:extLst>
                      <a:ext uri="{FF2B5EF4-FFF2-40B4-BE49-F238E27FC236}">
                        <a16:creationId xmlns:a16="http://schemas.microsoft.com/office/drawing/2014/main" id="{28CF12E3-137A-9803-B90D-3FF573001766}"/>
                      </a:ext>
                    </a:extLst>
                  </p:cNvPr>
                  <p:cNvGrpSpPr/>
                  <p:nvPr/>
                </p:nvGrpSpPr>
                <p:grpSpPr>
                  <a:xfrm>
                    <a:off x="4629560" y="3963916"/>
                    <a:ext cx="101416" cy="146277"/>
                    <a:chOff x="4545844" y="3971199"/>
                    <a:chExt cx="101416" cy="146277"/>
                  </a:xfrm>
                </p:grpSpPr>
                <p:grpSp>
                  <p:nvGrpSpPr>
                    <p:cNvPr id="308" name="그룹 307">
                      <a:extLst>
                        <a:ext uri="{FF2B5EF4-FFF2-40B4-BE49-F238E27FC236}">
                          <a16:creationId xmlns:a16="http://schemas.microsoft.com/office/drawing/2014/main" id="{67476BCE-F0B3-2D3E-D771-BBEFC5A867E3}"/>
                        </a:ext>
                      </a:extLst>
                    </p:cNvPr>
                    <p:cNvGrpSpPr/>
                    <p:nvPr/>
                  </p:nvGrpSpPr>
                  <p:grpSpPr>
                    <a:xfrm>
                      <a:off x="4545844" y="3971199"/>
                      <a:ext cx="35826" cy="146277"/>
                      <a:chOff x="3250176" y="2637183"/>
                      <a:chExt cx="178824" cy="146277"/>
                    </a:xfrm>
                  </p:grpSpPr>
                  <p:grpSp>
                    <p:nvGrpSpPr>
                      <p:cNvPr id="310" name="그룹 309">
                        <a:extLst>
                          <a:ext uri="{FF2B5EF4-FFF2-40B4-BE49-F238E27FC236}">
                            <a16:creationId xmlns:a16="http://schemas.microsoft.com/office/drawing/2014/main" id="{281F3E97-481E-0A77-25CE-DA9D82E1D6F4}"/>
                          </a:ext>
                        </a:extLst>
                      </p:cNvPr>
                      <p:cNvGrpSpPr/>
                      <p:nvPr/>
                    </p:nvGrpSpPr>
                    <p:grpSpPr>
                      <a:xfrm>
                        <a:off x="3250176" y="2637183"/>
                        <a:ext cx="178824" cy="144000"/>
                        <a:chOff x="5453592" y="2641965"/>
                        <a:chExt cx="178824" cy="144000"/>
                      </a:xfrm>
                    </p:grpSpPr>
                    <p:cxnSp>
                      <p:nvCxnSpPr>
                        <p:cNvPr id="312" name="직선 연결선 311">
                          <a:extLst>
                            <a:ext uri="{FF2B5EF4-FFF2-40B4-BE49-F238E27FC236}">
                              <a16:creationId xmlns:a16="http://schemas.microsoft.com/office/drawing/2014/main" id="{5223A74A-234A-8A4B-4A7F-E239A244E68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직선 연결선 312">
                          <a:extLst>
                            <a:ext uri="{FF2B5EF4-FFF2-40B4-BE49-F238E27FC236}">
                              <a16:creationId xmlns:a16="http://schemas.microsoft.com/office/drawing/2014/main" id="{C7962922-3029-B239-EA40-B098C731EAF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1" name="직선 연결선 310">
                        <a:extLst>
                          <a:ext uri="{FF2B5EF4-FFF2-40B4-BE49-F238E27FC236}">
                            <a16:creationId xmlns:a16="http://schemas.microsoft.com/office/drawing/2014/main" id="{1AD1B6B2-2404-DD08-D0C0-F3F5CC700B9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9" name="직선 연결선 308">
                      <a:extLst>
                        <a:ext uri="{FF2B5EF4-FFF2-40B4-BE49-F238E27FC236}">
                          <a16:creationId xmlns:a16="http://schemas.microsoft.com/office/drawing/2014/main" id="{946812E5-DD24-A591-A5DF-61547CC4648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75" name="그룹 274">
                  <a:extLst>
                    <a:ext uri="{FF2B5EF4-FFF2-40B4-BE49-F238E27FC236}">
                      <a16:creationId xmlns:a16="http://schemas.microsoft.com/office/drawing/2014/main" id="{FF188365-2DC1-E2DF-4A84-3E02BA432BC9}"/>
                    </a:ext>
                  </a:extLst>
                </p:cNvPr>
                <p:cNvGrpSpPr/>
                <p:nvPr/>
              </p:nvGrpSpPr>
              <p:grpSpPr>
                <a:xfrm>
                  <a:off x="5249120" y="3959581"/>
                  <a:ext cx="413384" cy="147658"/>
                  <a:chOff x="4422133" y="3962535"/>
                  <a:chExt cx="413384" cy="147658"/>
                </a:xfrm>
              </p:grpSpPr>
              <p:grpSp>
                <p:nvGrpSpPr>
                  <p:cNvPr id="276" name="그룹 275">
                    <a:extLst>
                      <a:ext uri="{FF2B5EF4-FFF2-40B4-BE49-F238E27FC236}">
                        <a16:creationId xmlns:a16="http://schemas.microsoft.com/office/drawing/2014/main" id="{E1612D06-9596-ECB9-C677-39802E839989}"/>
                      </a:ext>
                    </a:extLst>
                  </p:cNvPr>
                  <p:cNvGrpSpPr/>
                  <p:nvPr/>
                </p:nvGrpSpPr>
                <p:grpSpPr>
                  <a:xfrm>
                    <a:off x="4422133" y="3963143"/>
                    <a:ext cx="72000" cy="146277"/>
                    <a:chOff x="3250176" y="2637183"/>
                    <a:chExt cx="179694" cy="146277"/>
                  </a:xfrm>
                </p:grpSpPr>
                <p:grpSp>
                  <p:nvGrpSpPr>
                    <p:cNvPr id="299" name="그룹 298">
                      <a:extLst>
                        <a:ext uri="{FF2B5EF4-FFF2-40B4-BE49-F238E27FC236}">
                          <a16:creationId xmlns:a16="http://schemas.microsoft.com/office/drawing/2014/main" id="{F21F5A74-69FD-BE04-9FD7-67FC082EEAE1}"/>
                        </a:ext>
                      </a:extLst>
                    </p:cNvPr>
                    <p:cNvGrpSpPr/>
                    <p:nvPr/>
                  </p:nvGrpSpPr>
                  <p:grpSpPr>
                    <a:xfrm>
                      <a:off x="3250176" y="2637183"/>
                      <a:ext cx="178824" cy="144000"/>
                      <a:chOff x="5453592" y="2641965"/>
                      <a:chExt cx="178824" cy="144000"/>
                    </a:xfrm>
                  </p:grpSpPr>
                  <p:cxnSp>
                    <p:nvCxnSpPr>
                      <p:cNvPr id="301" name="직선 연결선 300">
                        <a:extLst>
                          <a:ext uri="{FF2B5EF4-FFF2-40B4-BE49-F238E27FC236}">
                            <a16:creationId xmlns:a16="http://schemas.microsoft.com/office/drawing/2014/main" id="{7E28288B-54E5-7BAC-93D7-9AD989E89D3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2" name="직선 연결선 301">
                        <a:extLst>
                          <a:ext uri="{FF2B5EF4-FFF2-40B4-BE49-F238E27FC236}">
                            <a16:creationId xmlns:a16="http://schemas.microsoft.com/office/drawing/2014/main" id="{54670C38-371F-89DF-207D-BDF6BD6C856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0" name="직선 연결선 299">
                      <a:extLst>
                        <a:ext uri="{FF2B5EF4-FFF2-40B4-BE49-F238E27FC236}">
                          <a16:creationId xmlns:a16="http://schemas.microsoft.com/office/drawing/2014/main" id="{85B77D4F-FA36-7761-B3E9-0A23BAB7E65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7" name="직선 연결선 276">
                    <a:extLst>
                      <a:ext uri="{FF2B5EF4-FFF2-40B4-BE49-F238E27FC236}">
                        <a16:creationId xmlns:a16="http://schemas.microsoft.com/office/drawing/2014/main" id="{AFB9A2D4-A852-54B2-601D-537AF3EFCEC5}"/>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8" name="그룹 277">
                    <a:extLst>
                      <a:ext uri="{FF2B5EF4-FFF2-40B4-BE49-F238E27FC236}">
                        <a16:creationId xmlns:a16="http://schemas.microsoft.com/office/drawing/2014/main" id="{98C480E7-C783-4B35-B294-DBA7D4FE90D7}"/>
                      </a:ext>
                    </a:extLst>
                  </p:cNvPr>
                  <p:cNvGrpSpPr/>
                  <p:nvPr/>
                </p:nvGrpSpPr>
                <p:grpSpPr>
                  <a:xfrm>
                    <a:off x="4529042" y="3962535"/>
                    <a:ext cx="101416" cy="146277"/>
                    <a:chOff x="4545844" y="3971199"/>
                    <a:chExt cx="101416" cy="146277"/>
                  </a:xfrm>
                </p:grpSpPr>
                <p:grpSp>
                  <p:nvGrpSpPr>
                    <p:cNvPr id="293" name="그룹 292">
                      <a:extLst>
                        <a:ext uri="{FF2B5EF4-FFF2-40B4-BE49-F238E27FC236}">
                          <a16:creationId xmlns:a16="http://schemas.microsoft.com/office/drawing/2014/main" id="{ADB6A173-F409-5C51-C977-DF1D4ED1F265}"/>
                        </a:ext>
                      </a:extLst>
                    </p:cNvPr>
                    <p:cNvGrpSpPr/>
                    <p:nvPr/>
                  </p:nvGrpSpPr>
                  <p:grpSpPr>
                    <a:xfrm>
                      <a:off x="4545844" y="3971199"/>
                      <a:ext cx="35826" cy="146277"/>
                      <a:chOff x="3250176" y="2637183"/>
                      <a:chExt cx="178824" cy="146277"/>
                    </a:xfrm>
                  </p:grpSpPr>
                  <p:grpSp>
                    <p:nvGrpSpPr>
                      <p:cNvPr id="295" name="그룹 294">
                        <a:extLst>
                          <a:ext uri="{FF2B5EF4-FFF2-40B4-BE49-F238E27FC236}">
                            <a16:creationId xmlns:a16="http://schemas.microsoft.com/office/drawing/2014/main" id="{237B07C8-C80C-EEDC-42DA-7B29E453E5CF}"/>
                          </a:ext>
                        </a:extLst>
                      </p:cNvPr>
                      <p:cNvGrpSpPr/>
                      <p:nvPr/>
                    </p:nvGrpSpPr>
                    <p:grpSpPr>
                      <a:xfrm>
                        <a:off x="3250176" y="2637183"/>
                        <a:ext cx="178824" cy="144000"/>
                        <a:chOff x="5453592" y="2641965"/>
                        <a:chExt cx="178824" cy="144000"/>
                      </a:xfrm>
                    </p:grpSpPr>
                    <p:cxnSp>
                      <p:nvCxnSpPr>
                        <p:cNvPr id="297" name="직선 연결선 296">
                          <a:extLst>
                            <a:ext uri="{FF2B5EF4-FFF2-40B4-BE49-F238E27FC236}">
                              <a16:creationId xmlns:a16="http://schemas.microsoft.com/office/drawing/2014/main" id="{85313696-E6F2-E13B-85D2-B1869256DC5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직선 연결선 297">
                          <a:extLst>
                            <a:ext uri="{FF2B5EF4-FFF2-40B4-BE49-F238E27FC236}">
                              <a16:creationId xmlns:a16="http://schemas.microsoft.com/office/drawing/2014/main" id="{49D12526-6225-7154-ACE8-98F54BAD42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6" name="직선 연결선 295">
                        <a:extLst>
                          <a:ext uri="{FF2B5EF4-FFF2-40B4-BE49-F238E27FC236}">
                            <a16:creationId xmlns:a16="http://schemas.microsoft.com/office/drawing/2014/main" id="{91F48AA2-E72A-9520-8BA6-8905A09F359C}"/>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4" name="직선 연결선 293">
                      <a:extLst>
                        <a:ext uri="{FF2B5EF4-FFF2-40B4-BE49-F238E27FC236}">
                          <a16:creationId xmlns:a16="http://schemas.microsoft.com/office/drawing/2014/main" id="{8FF7BBF3-D1C7-D71B-26FE-66A23CC2215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9" name="그룹 278">
                    <a:extLst>
                      <a:ext uri="{FF2B5EF4-FFF2-40B4-BE49-F238E27FC236}">
                        <a16:creationId xmlns:a16="http://schemas.microsoft.com/office/drawing/2014/main" id="{C8A892FD-F847-BE63-717F-E4709454EA65}"/>
                      </a:ext>
                    </a:extLst>
                  </p:cNvPr>
                  <p:cNvGrpSpPr/>
                  <p:nvPr/>
                </p:nvGrpSpPr>
                <p:grpSpPr>
                  <a:xfrm>
                    <a:off x="4734101" y="3962886"/>
                    <a:ext cx="101416" cy="146277"/>
                    <a:chOff x="4545844" y="3971199"/>
                    <a:chExt cx="101416" cy="146277"/>
                  </a:xfrm>
                </p:grpSpPr>
                <p:grpSp>
                  <p:nvGrpSpPr>
                    <p:cNvPr id="287" name="그룹 286">
                      <a:extLst>
                        <a:ext uri="{FF2B5EF4-FFF2-40B4-BE49-F238E27FC236}">
                          <a16:creationId xmlns:a16="http://schemas.microsoft.com/office/drawing/2014/main" id="{E9FE3231-B3CC-D01F-EBC0-E6E7595DF7A4}"/>
                        </a:ext>
                      </a:extLst>
                    </p:cNvPr>
                    <p:cNvGrpSpPr/>
                    <p:nvPr/>
                  </p:nvGrpSpPr>
                  <p:grpSpPr>
                    <a:xfrm>
                      <a:off x="4545844" y="3971199"/>
                      <a:ext cx="35826" cy="146277"/>
                      <a:chOff x="3250176" y="2637183"/>
                      <a:chExt cx="178824" cy="146277"/>
                    </a:xfrm>
                  </p:grpSpPr>
                  <p:grpSp>
                    <p:nvGrpSpPr>
                      <p:cNvPr id="289" name="그룹 288">
                        <a:extLst>
                          <a:ext uri="{FF2B5EF4-FFF2-40B4-BE49-F238E27FC236}">
                            <a16:creationId xmlns:a16="http://schemas.microsoft.com/office/drawing/2014/main" id="{C65988D5-3065-C37D-4CBB-9E6A2DBCBE23}"/>
                          </a:ext>
                        </a:extLst>
                      </p:cNvPr>
                      <p:cNvGrpSpPr/>
                      <p:nvPr/>
                    </p:nvGrpSpPr>
                    <p:grpSpPr>
                      <a:xfrm>
                        <a:off x="3250176" y="2637183"/>
                        <a:ext cx="178824" cy="144000"/>
                        <a:chOff x="5453592" y="2641965"/>
                        <a:chExt cx="178824" cy="144000"/>
                      </a:xfrm>
                    </p:grpSpPr>
                    <p:cxnSp>
                      <p:nvCxnSpPr>
                        <p:cNvPr id="291" name="직선 연결선 290">
                          <a:extLst>
                            <a:ext uri="{FF2B5EF4-FFF2-40B4-BE49-F238E27FC236}">
                              <a16:creationId xmlns:a16="http://schemas.microsoft.com/office/drawing/2014/main" id="{1F22D0D9-59E9-1051-B8AE-52175BA7436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직선 연결선 291">
                          <a:extLst>
                            <a:ext uri="{FF2B5EF4-FFF2-40B4-BE49-F238E27FC236}">
                              <a16:creationId xmlns:a16="http://schemas.microsoft.com/office/drawing/2014/main" id="{73327C16-AAA0-9C66-8C5C-55F828E720F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0" name="직선 연결선 289">
                        <a:extLst>
                          <a:ext uri="{FF2B5EF4-FFF2-40B4-BE49-F238E27FC236}">
                            <a16:creationId xmlns:a16="http://schemas.microsoft.com/office/drawing/2014/main" id="{91CA146B-933D-F317-2792-1C94CC238B9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8" name="직선 연결선 287">
                      <a:extLst>
                        <a:ext uri="{FF2B5EF4-FFF2-40B4-BE49-F238E27FC236}">
                          <a16:creationId xmlns:a16="http://schemas.microsoft.com/office/drawing/2014/main" id="{98E97B8F-AA7B-D84A-F8BB-B9BE52F6C81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0" name="그룹 279">
                    <a:extLst>
                      <a:ext uri="{FF2B5EF4-FFF2-40B4-BE49-F238E27FC236}">
                        <a16:creationId xmlns:a16="http://schemas.microsoft.com/office/drawing/2014/main" id="{4533DED0-B1E7-A0F3-DE8D-345A580475E4}"/>
                      </a:ext>
                    </a:extLst>
                  </p:cNvPr>
                  <p:cNvGrpSpPr/>
                  <p:nvPr/>
                </p:nvGrpSpPr>
                <p:grpSpPr>
                  <a:xfrm>
                    <a:off x="4629560" y="3963916"/>
                    <a:ext cx="101416" cy="146277"/>
                    <a:chOff x="4545844" y="3971199"/>
                    <a:chExt cx="101416" cy="146277"/>
                  </a:xfrm>
                </p:grpSpPr>
                <p:grpSp>
                  <p:nvGrpSpPr>
                    <p:cNvPr id="281" name="그룹 280">
                      <a:extLst>
                        <a:ext uri="{FF2B5EF4-FFF2-40B4-BE49-F238E27FC236}">
                          <a16:creationId xmlns:a16="http://schemas.microsoft.com/office/drawing/2014/main" id="{9DFA6A5A-BAB4-5D8C-4FF2-6E509C434F81}"/>
                        </a:ext>
                      </a:extLst>
                    </p:cNvPr>
                    <p:cNvGrpSpPr/>
                    <p:nvPr/>
                  </p:nvGrpSpPr>
                  <p:grpSpPr>
                    <a:xfrm>
                      <a:off x="4545844" y="3971199"/>
                      <a:ext cx="35826" cy="146277"/>
                      <a:chOff x="3250176" y="2637183"/>
                      <a:chExt cx="178824" cy="146277"/>
                    </a:xfrm>
                  </p:grpSpPr>
                  <p:grpSp>
                    <p:nvGrpSpPr>
                      <p:cNvPr id="283" name="그룹 282">
                        <a:extLst>
                          <a:ext uri="{FF2B5EF4-FFF2-40B4-BE49-F238E27FC236}">
                            <a16:creationId xmlns:a16="http://schemas.microsoft.com/office/drawing/2014/main" id="{D64BFF72-FF07-7DA6-457D-F6AF056002AF}"/>
                          </a:ext>
                        </a:extLst>
                      </p:cNvPr>
                      <p:cNvGrpSpPr/>
                      <p:nvPr/>
                    </p:nvGrpSpPr>
                    <p:grpSpPr>
                      <a:xfrm>
                        <a:off x="3250176" y="2637183"/>
                        <a:ext cx="178824" cy="144000"/>
                        <a:chOff x="5453592" y="2641965"/>
                        <a:chExt cx="178824" cy="144000"/>
                      </a:xfrm>
                    </p:grpSpPr>
                    <p:cxnSp>
                      <p:nvCxnSpPr>
                        <p:cNvPr id="285" name="직선 연결선 284">
                          <a:extLst>
                            <a:ext uri="{FF2B5EF4-FFF2-40B4-BE49-F238E27FC236}">
                              <a16:creationId xmlns:a16="http://schemas.microsoft.com/office/drawing/2014/main" id="{5784B539-714B-AA9D-E4E2-C7C81BA92D7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직선 연결선 285">
                          <a:extLst>
                            <a:ext uri="{FF2B5EF4-FFF2-40B4-BE49-F238E27FC236}">
                              <a16:creationId xmlns:a16="http://schemas.microsoft.com/office/drawing/2014/main" id="{F0DF76B5-1919-FA17-8D51-10F85846B84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4" name="직선 연결선 283">
                        <a:extLst>
                          <a:ext uri="{FF2B5EF4-FFF2-40B4-BE49-F238E27FC236}">
                            <a16:creationId xmlns:a16="http://schemas.microsoft.com/office/drawing/2014/main" id="{25CB2436-81F1-AC4F-C519-DB14D6E9788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2" name="직선 연결선 281">
                      <a:extLst>
                        <a:ext uri="{FF2B5EF4-FFF2-40B4-BE49-F238E27FC236}">
                          <a16:creationId xmlns:a16="http://schemas.microsoft.com/office/drawing/2014/main" id="{FC8F5331-43C3-4BA5-B670-D80D66F8BBB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57" name="그룹 356">
                <a:extLst>
                  <a:ext uri="{FF2B5EF4-FFF2-40B4-BE49-F238E27FC236}">
                    <a16:creationId xmlns:a16="http://schemas.microsoft.com/office/drawing/2014/main" id="{03972294-9A6A-5240-EB1E-551DEB5AEE7B}"/>
                  </a:ext>
                </a:extLst>
              </p:cNvPr>
              <p:cNvGrpSpPr/>
              <p:nvPr/>
            </p:nvGrpSpPr>
            <p:grpSpPr>
              <a:xfrm>
                <a:off x="4427634" y="3726216"/>
                <a:ext cx="1240371" cy="150612"/>
                <a:chOff x="4422133" y="3959581"/>
                <a:chExt cx="1240371" cy="150612"/>
              </a:xfrm>
            </p:grpSpPr>
            <p:grpSp>
              <p:nvGrpSpPr>
                <p:cNvPr id="358" name="그룹 357">
                  <a:extLst>
                    <a:ext uri="{FF2B5EF4-FFF2-40B4-BE49-F238E27FC236}">
                      <a16:creationId xmlns:a16="http://schemas.microsoft.com/office/drawing/2014/main" id="{BE542B16-E15C-3A8D-84B6-27C77B45338B}"/>
                    </a:ext>
                  </a:extLst>
                </p:cNvPr>
                <p:cNvGrpSpPr/>
                <p:nvPr/>
              </p:nvGrpSpPr>
              <p:grpSpPr>
                <a:xfrm>
                  <a:off x="4422133" y="3962535"/>
                  <a:ext cx="413384" cy="147658"/>
                  <a:chOff x="4422133" y="3962535"/>
                  <a:chExt cx="413384" cy="147658"/>
                </a:xfrm>
              </p:grpSpPr>
              <p:grpSp>
                <p:nvGrpSpPr>
                  <p:cNvPr id="415" name="그룹 414">
                    <a:extLst>
                      <a:ext uri="{FF2B5EF4-FFF2-40B4-BE49-F238E27FC236}">
                        <a16:creationId xmlns:a16="http://schemas.microsoft.com/office/drawing/2014/main" id="{84BA530C-C352-8855-0DD9-86A695FF1093}"/>
                      </a:ext>
                    </a:extLst>
                  </p:cNvPr>
                  <p:cNvGrpSpPr/>
                  <p:nvPr/>
                </p:nvGrpSpPr>
                <p:grpSpPr>
                  <a:xfrm>
                    <a:off x="4422133" y="3963143"/>
                    <a:ext cx="72000" cy="146277"/>
                    <a:chOff x="3250176" y="2637183"/>
                    <a:chExt cx="179694" cy="146277"/>
                  </a:xfrm>
                </p:grpSpPr>
                <p:grpSp>
                  <p:nvGrpSpPr>
                    <p:cNvPr id="438" name="그룹 437">
                      <a:extLst>
                        <a:ext uri="{FF2B5EF4-FFF2-40B4-BE49-F238E27FC236}">
                          <a16:creationId xmlns:a16="http://schemas.microsoft.com/office/drawing/2014/main" id="{59B65121-DE12-D29C-FA68-0487020D917F}"/>
                        </a:ext>
                      </a:extLst>
                    </p:cNvPr>
                    <p:cNvGrpSpPr/>
                    <p:nvPr/>
                  </p:nvGrpSpPr>
                  <p:grpSpPr>
                    <a:xfrm>
                      <a:off x="3250176" y="2637183"/>
                      <a:ext cx="178824" cy="144000"/>
                      <a:chOff x="5453592" y="2641965"/>
                      <a:chExt cx="178824" cy="144000"/>
                    </a:xfrm>
                  </p:grpSpPr>
                  <p:cxnSp>
                    <p:nvCxnSpPr>
                      <p:cNvPr id="440" name="직선 연결선 439">
                        <a:extLst>
                          <a:ext uri="{FF2B5EF4-FFF2-40B4-BE49-F238E27FC236}">
                            <a16:creationId xmlns:a16="http://schemas.microsoft.com/office/drawing/2014/main" id="{818656A3-59B9-25A4-FD83-9146EDCD9D1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1" name="직선 연결선 440">
                        <a:extLst>
                          <a:ext uri="{FF2B5EF4-FFF2-40B4-BE49-F238E27FC236}">
                            <a16:creationId xmlns:a16="http://schemas.microsoft.com/office/drawing/2014/main" id="{FCC2F26C-8152-7374-256A-4C35BD85AD0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9" name="직선 연결선 438">
                      <a:extLst>
                        <a:ext uri="{FF2B5EF4-FFF2-40B4-BE49-F238E27FC236}">
                          <a16:creationId xmlns:a16="http://schemas.microsoft.com/office/drawing/2014/main" id="{9BCC49CD-5983-CBB9-580A-0175A13B4DCA}"/>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6" name="직선 연결선 415">
                    <a:extLst>
                      <a:ext uri="{FF2B5EF4-FFF2-40B4-BE49-F238E27FC236}">
                        <a16:creationId xmlns:a16="http://schemas.microsoft.com/office/drawing/2014/main" id="{9BA4E926-537C-9670-6836-DC3E502ACAB5}"/>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7" name="그룹 416">
                    <a:extLst>
                      <a:ext uri="{FF2B5EF4-FFF2-40B4-BE49-F238E27FC236}">
                        <a16:creationId xmlns:a16="http://schemas.microsoft.com/office/drawing/2014/main" id="{FC829C2C-F79B-AD63-AD17-439A72B32B7E}"/>
                      </a:ext>
                    </a:extLst>
                  </p:cNvPr>
                  <p:cNvGrpSpPr/>
                  <p:nvPr/>
                </p:nvGrpSpPr>
                <p:grpSpPr>
                  <a:xfrm>
                    <a:off x="4529042" y="3962535"/>
                    <a:ext cx="101416" cy="146277"/>
                    <a:chOff x="4545844" y="3971199"/>
                    <a:chExt cx="101416" cy="146277"/>
                  </a:xfrm>
                </p:grpSpPr>
                <p:grpSp>
                  <p:nvGrpSpPr>
                    <p:cNvPr id="432" name="그룹 431">
                      <a:extLst>
                        <a:ext uri="{FF2B5EF4-FFF2-40B4-BE49-F238E27FC236}">
                          <a16:creationId xmlns:a16="http://schemas.microsoft.com/office/drawing/2014/main" id="{FB1D7284-D599-6B26-D28F-E1FA9371981A}"/>
                        </a:ext>
                      </a:extLst>
                    </p:cNvPr>
                    <p:cNvGrpSpPr/>
                    <p:nvPr/>
                  </p:nvGrpSpPr>
                  <p:grpSpPr>
                    <a:xfrm>
                      <a:off x="4545844" y="3971199"/>
                      <a:ext cx="35826" cy="146277"/>
                      <a:chOff x="3250176" y="2637183"/>
                      <a:chExt cx="178824" cy="146277"/>
                    </a:xfrm>
                  </p:grpSpPr>
                  <p:grpSp>
                    <p:nvGrpSpPr>
                      <p:cNvPr id="434" name="그룹 433">
                        <a:extLst>
                          <a:ext uri="{FF2B5EF4-FFF2-40B4-BE49-F238E27FC236}">
                            <a16:creationId xmlns:a16="http://schemas.microsoft.com/office/drawing/2014/main" id="{D9B91B00-F489-B883-AC46-AD652E1BDE73}"/>
                          </a:ext>
                        </a:extLst>
                      </p:cNvPr>
                      <p:cNvGrpSpPr/>
                      <p:nvPr/>
                    </p:nvGrpSpPr>
                    <p:grpSpPr>
                      <a:xfrm>
                        <a:off x="3250176" y="2637183"/>
                        <a:ext cx="178824" cy="144000"/>
                        <a:chOff x="5453592" y="2641965"/>
                        <a:chExt cx="178824" cy="144000"/>
                      </a:xfrm>
                    </p:grpSpPr>
                    <p:cxnSp>
                      <p:nvCxnSpPr>
                        <p:cNvPr id="436" name="직선 연결선 435">
                          <a:extLst>
                            <a:ext uri="{FF2B5EF4-FFF2-40B4-BE49-F238E27FC236}">
                              <a16:creationId xmlns:a16="http://schemas.microsoft.com/office/drawing/2014/main" id="{576122F0-7CD3-2226-52D2-37787D4FEC9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7" name="직선 연결선 436">
                          <a:extLst>
                            <a:ext uri="{FF2B5EF4-FFF2-40B4-BE49-F238E27FC236}">
                              <a16:creationId xmlns:a16="http://schemas.microsoft.com/office/drawing/2014/main" id="{6A96C3D8-3C9C-AF65-DB91-7CE3285255F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5" name="직선 연결선 434">
                        <a:extLst>
                          <a:ext uri="{FF2B5EF4-FFF2-40B4-BE49-F238E27FC236}">
                            <a16:creationId xmlns:a16="http://schemas.microsoft.com/office/drawing/2014/main" id="{FCD2F896-F460-90FA-AE81-B053F557B96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3" name="직선 연결선 432">
                      <a:extLst>
                        <a:ext uri="{FF2B5EF4-FFF2-40B4-BE49-F238E27FC236}">
                          <a16:creationId xmlns:a16="http://schemas.microsoft.com/office/drawing/2014/main" id="{25D93947-2DF3-4599-F217-E7DE434D5C8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8" name="그룹 417">
                    <a:extLst>
                      <a:ext uri="{FF2B5EF4-FFF2-40B4-BE49-F238E27FC236}">
                        <a16:creationId xmlns:a16="http://schemas.microsoft.com/office/drawing/2014/main" id="{1DF6C218-0D6D-F164-A3D2-350DEF8C72FE}"/>
                      </a:ext>
                    </a:extLst>
                  </p:cNvPr>
                  <p:cNvGrpSpPr/>
                  <p:nvPr/>
                </p:nvGrpSpPr>
                <p:grpSpPr>
                  <a:xfrm>
                    <a:off x="4734101" y="3962886"/>
                    <a:ext cx="101416" cy="146277"/>
                    <a:chOff x="4545844" y="3971199"/>
                    <a:chExt cx="101416" cy="146277"/>
                  </a:xfrm>
                </p:grpSpPr>
                <p:grpSp>
                  <p:nvGrpSpPr>
                    <p:cNvPr id="426" name="그룹 425">
                      <a:extLst>
                        <a:ext uri="{FF2B5EF4-FFF2-40B4-BE49-F238E27FC236}">
                          <a16:creationId xmlns:a16="http://schemas.microsoft.com/office/drawing/2014/main" id="{A55FB546-6374-278F-028F-FB1B9B542D98}"/>
                        </a:ext>
                      </a:extLst>
                    </p:cNvPr>
                    <p:cNvGrpSpPr/>
                    <p:nvPr/>
                  </p:nvGrpSpPr>
                  <p:grpSpPr>
                    <a:xfrm>
                      <a:off x="4545844" y="3971199"/>
                      <a:ext cx="35826" cy="146277"/>
                      <a:chOff x="3250176" y="2637183"/>
                      <a:chExt cx="178824" cy="146277"/>
                    </a:xfrm>
                  </p:grpSpPr>
                  <p:grpSp>
                    <p:nvGrpSpPr>
                      <p:cNvPr id="428" name="그룹 427">
                        <a:extLst>
                          <a:ext uri="{FF2B5EF4-FFF2-40B4-BE49-F238E27FC236}">
                            <a16:creationId xmlns:a16="http://schemas.microsoft.com/office/drawing/2014/main" id="{E2182E72-D4BB-4D8F-9997-493B3E322820}"/>
                          </a:ext>
                        </a:extLst>
                      </p:cNvPr>
                      <p:cNvGrpSpPr/>
                      <p:nvPr/>
                    </p:nvGrpSpPr>
                    <p:grpSpPr>
                      <a:xfrm>
                        <a:off x="3250176" y="2637183"/>
                        <a:ext cx="178824" cy="144000"/>
                        <a:chOff x="5453592" y="2641965"/>
                        <a:chExt cx="178824" cy="144000"/>
                      </a:xfrm>
                    </p:grpSpPr>
                    <p:cxnSp>
                      <p:nvCxnSpPr>
                        <p:cNvPr id="430" name="직선 연결선 429">
                          <a:extLst>
                            <a:ext uri="{FF2B5EF4-FFF2-40B4-BE49-F238E27FC236}">
                              <a16:creationId xmlns:a16="http://schemas.microsoft.com/office/drawing/2014/main" id="{A65E5827-5A1C-AE7B-22A1-626B306D1C7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직선 연결선 430">
                          <a:extLst>
                            <a:ext uri="{FF2B5EF4-FFF2-40B4-BE49-F238E27FC236}">
                              <a16:creationId xmlns:a16="http://schemas.microsoft.com/office/drawing/2014/main" id="{24CE9BBC-3403-E0BD-B41F-E513FF0743F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9" name="직선 연결선 428">
                        <a:extLst>
                          <a:ext uri="{FF2B5EF4-FFF2-40B4-BE49-F238E27FC236}">
                            <a16:creationId xmlns:a16="http://schemas.microsoft.com/office/drawing/2014/main" id="{CEACD34A-D2D1-82D7-4680-4A9FB513848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7" name="직선 연결선 426">
                      <a:extLst>
                        <a:ext uri="{FF2B5EF4-FFF2-40B4-BE49-F238E27FC236}">
                          <a16:creationId xmlns:a16="http://schemas.microsoft.com/office/drawing/2014/main" id="{4D18C699-53CA-8B88-D896-E6A75DEC7BA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9" name="그룹 418">
                    <a:extLst>
                      <a:ext uri="{FF2B5EF4-FFF2-40B4-BE49-F238E27FC236}">
                        <a16:creationId xmlns:a16="http://schemas.microsoft.com/office/drawing/2014/main" id="{0859CBDA-F9CB-3E8C-BB2F-E4E17D792321}"/>
                      </a:ext>
                    </a:extLst>
                  </p:cNvPr>
                  <p:cNvGrpSpPr/>
                  <p:nvPr/>
                </p:nvGrpSpPr>
                <p:grpSpPr>
                  <a:xfrm>
                    <a:off x="4629560" y="3963916"/>
                    <a:ext cx="101416" cy="146277"/>
                    <a:chOff x="4545844" y="3971199"/>
                    <a:chExt cx="101416" cy="146277"/>
                  </a:xfrm>
                </p:grpSpPr>
                <p:grpSp>
                  <p:nvGrpSpPr>
                    <p:cNvPr id="420" name="그룹 419">
                      <a:extLst>
                        <a:ext uri="{FF2B5EF4-FFF2-40B4-BE49-F238E27FC236}">
                          <a16:creationId xmlns:a16="http://schemas.microsoft.com/office/drawing/2014/main" id="{4821A3C6-7F95-1E16-8F12-D2F972557E92}"/>
                        </a:ext>
                      </a:extLst>
                    </p:cNvPr>
                    <p:cNvGrpSpPr/>
                    <p:nvPr/>
                  </p:nvGrpSpPr>
                  <p:grpSpPr>
                    <a:xfrm>
                      <a:off x="4545844" y="3971199"/>
                      <a:ext cx="35826" cy="146277"/>
                      <a:chOff x="3250176" y="2637183"/>
                      <a:chExt cx="178824" cy="146277"/>
                    </a:xfrm>
                  </p:grpSpPr>
                  <p:grpSp>
                    <p:nvGrpSpPr>
                      <p:cNvPr id="422" name="그룹 421">
                        <a:extLst>
                          <a:ext uri="{FF2B5EF4-FFF2-40B4-BE49-F238E27FC236}">
                            <a16:creationId xmlns:a16="http://schemas.microsoft.com/office/drawing/2014/main" id="{023CED74-EF07-1183-DE2A-4D09DCBC462D}"/>
                          </a:ext>
                        </a:extLst>
                      </p:cNvPr>
                      <p:cNvGrpSpPr/>
                      <p:nvPr/>
                    </p:nvGrpSpPr>
                    <p:grpSpPr>
                      <a:xfrm>
                        <a:off x="3250176" y="2637183"/>
                        <a:ext cx="178824" cy="144000"/>
                        <a:chOff x="5453592" y="2641965"/>
                        <a:chExt cx="178824" cy="144000"/>
                      </a:xfrm>
                    </p:grpSpPr>
                    <p:cxnSp>
                      <p:nvCxnSpPr>
                        <p:cNvPr id="424" name="직선 연결선 423">
                          <a:extLst>
                            <a:ext uri="{FF2B5EF4-FFF2-40B4-BE49-F238E27FC236}">
                              <a16:creationId xmlns:a16="http://schemas.microsoft.com/office/drawing/2014/main" id="{222BBAE6-F3F5-9722-D02D-A80FF620CBC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5" name="직선 연결선 424">
                          <a:extLst>
                            <a:ext uri="{FF2B5EF4-FFF2-40B4-BE49-F238E27FC236}">
                              <a16:creationId xmlns:a16="http://schemas.microsoft.com/office/drawing/2014/main" id="{9CC49E8A-6D11-375F-619C-ED397685D45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3" name="직선 연결선 422">
                        <a:extLst>
                          <a:ext uri="{FF2B5EF4-FFF2-40B4-BE49-F238E27FC236}">
                            <a16:creationId xmlns:a16="http://schemas.microsoft.com/office/drawing/2014/main" id="{639F785D-F46E-823D-26C9-4D28ADDB434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1" name="직선 연결선 420">
                      <a:extLst>
                        <a:ext uri="{FF2B5EF4-FFF2-40B4-BE49-F238E27FC236}">
                          <a16:creationId xmlns:a16="http://schemas.microsoft.com/office/drawing/2014/main" id="{B842C526-8243-B39A-FA67-184D4B7A850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59" name="그룹 358">
                  <a:extLst>
                    <a:ext uri="{FF2B5EF4-FFF2-40B4-BE49-F238E27FC236}">
                      <a16:creationId xmlns:a16="http://schemas.microsoft.com/office/drawing/2014/main" id="{C74E7970-22AF-6751-4F3B-A7775379CC48}"/>
                    </a:ext>
                  </a:extLst>
                </p:cNvPr>
                <p:cNvGrpSpPr/>
                <p:nvPr/>
              </p:nvGrpSpPr>
              <p:grpSpPr>
                <a:xfrm>
                  <a:off x="4835119" y="3961058"/>
                  <a:ext cx="413384" cy="147658"/>
                  <a:chOff x="4422133" y="3962535"/>
                  <a:chExt cx="413384" cy="147658"/>
                </a:xfrm>
              </p:grpSpPr>
              <p:grpSp>
                <p:nvGrpSpPr>
                  <p:cNvPr id="388" name="그룹 387">
                    <a:extLst>
                      <a:ext uri="{FF2B5EF4-FFF2-40B4-BE49-F238E27FC236}">
                        <a16:creationId xmlns:a16="http://schemas.microsoft.com/office/drawing/2014/main" id="{73A3699C-FA7F-EFA5-5A43-1946E1D3CCE7}"/>
                      </a:ext>
                    </a:extLst>
                  </p:cNvPr>
                  <p:cNvGrpSpPr/>
                  <p:nvPr/>
                </p:nvGrpSpPr>
                <p:grpSpPr>
                  <a:xfrm>
                    <a:off x="4422133" y="3963143"/>
                    <a:ext cx="72000" cy="146277"/>
                    <a:chOff x="3250176" y="2637183"/>
                    <a:chExt cx="179694" cy="146277"/>
                  </a:xfrm>
                </p:grpSpPr>
                <p:grpSp>
                  <p:nvGrpSpPr>
                    <p:cNvPr id="411" name="그룹 410">
                      <a:extLst>
                        <a:ext uri="{FF2B5EF4-FFF2-40B4-BE49-F238E27FC236}">
                          <a16:creationId xmlns:a16="http://schemas.microsoft.com/office/drawing/2014/main" id="{0B259A25-1451-14D4-B5BF-03BC5F7063B2}"/>
                        </a:ext>
                      </a:extLst>
                    </p:cNvPr>
                    <p:cNvGrpSpPr/>
                    <p:nvPr/>
                  </p:nvGrpSpPr>
                  <p:grpSpPr>
                    <a:xfrm>
                      <a:off x="3250176" y="2637183"/>
                      <a:ext cx="178824" cy="144000"/>
                      <a:chOff x="5453592" y="2641965"/>
                      <a:chExt cx="178824" cy="144000"/>
                    </a:xfrm>
                  </p:grpSpPr>
                  <p:cxnSp>
                    <p:nvCxnSpPr>
                      <p:cNvPr id="413" name="직선 연결선 412">
                        <a:extLst>
                          <a:ext uri="{FF2B5EF4-FFF2-40B4-BE49-F238E27FC236}">
                            <a16:creationId xmlns:a16="http://schemas.microsoft.com/office/drawing/2014/main" id="{AB7F12AD-5C2B-F4D0-A065-B8FF8AEE82E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4" name="직선 연결선 413">
                        <a:extLst>
                          <a:ext uri="{FF2B5EF4-FFF2-40B4-BE49-F238E27FC236}">
                            <a16:creationId xmlns:a16="http://schemas.microsoft.com/office/drawing/2014/main" id="{5696A322-F6E3-22E1-D7BB-CB2A63EEE54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2" name="직선 연결선 411">
                      <a:extLst>
                        <a:ext uri="{FF2B5EF4-FFF2-40B4-BE49-F238E27FC236}">
                          <a16:creationId xmlns:a16="http://schemas.microsoft.com/office/drawing/2014/main" id="{F9DF003F-A264-692B-2F3C-6928CEB4D35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9" name="직선 연결선 388">
                    <a:extLst>
                      <a:ext uri="{FF2B5EF4-FFF2-40B4-BE49-F238E27FC236}">
                        <a16:creationId xmlns:a16="http://schemas.microsoft.com/office/drawing/2014/main" id="{EA6A8FDC-FC7E-D191-3027-2D57671F01DC}"/>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0" name="그룹 389">
                    <a:extLst>
                      <a:ext uri="{FF2B5EF4-FFF2-40B4-BE49-F238E27FC236}">
                        <a16:creationId xmlns:a16="http://schemas.microsoft.com/office/drawing/2014/main" id="{FBE5A95C-8C05-95F5-B7A1-10AA558E6214}"/>
                      </a:ext>
                    </a:extLst>
                  </p:cNvPr>
                  <p:cNvGrpSpPr/>
                  <p:nvPr/>
                </p:nvGrpSpPr>
                <p:grpSpPr>
                  <a:xfrm>
                    <a:off x="4529042" y="3962535"/>
                    <a:ext cx="101416" cy="146277"/>
                    <a:chOff x="4545844" y="3971199"/>
                    <a:chExt cx="101416" cy="146277"/>
                  </a:xfrm>
                </p:grpSpPr>
                <p:grpSp>
                  <p:nvGrpSpPr>
                    <p:cNvPr id="405" name="그룹 404">
                      <a:extLst>
                        <a:ext uri="{FF2B5EF4-FFF2-40B4-BE49-F238E27FC236}">
                          <a16:creationId xmlns:a16="http://schemas.microsoft.com/office/drawing/2014/main" id="{CDA15B2D-3FDF-8909-352D-B61685ADB568}"/>
                        </a:ext>
                      </a:extLst>
                    </p:cNvPr>
                    <p:cNvGrpSpPr/>
                    <p:nvPr/>
                  </p:nvGrpSpPr>
                  <p:grpSpPr>
                    <a:xfrm>
                      <a:off x="4545844" y="3971199"/>
                      <a:ext cx="35826" cy="146277"/>
                      <a:chOff x="3250176" y="2637183"/>
                      <a:chExt cx="178824" cy="146277"/>
                    </a:xfrm>
                  </p:grpSpPr>
                  <p:grpSp>
                    <p:nvGrpSpPr>
                      <p:cNvPr id="407" name="그룹 406">
                        <a:extLst>
                          <a:ext uri="{FF2B5EF4-FFF2-40B4-BE49-F238E27FC236}">
                            <a16:creationId xmlns:a16="http://schemas.microsoft.com/office/drawing/2014/main" id="{9391F414-F643-C527-B21D-2118CE67CC87}"/>
                          </a:ext>
                        </a:extLst>
                      </p:cNvPr>
                      <p:cNvGrpSpPr/>
                      <p:nvPr/>
                    </p:nvGrpSpPr>
                    <p:grpSpPr>
                      <a:xfrm>
                        <a:off x="3250176" y="2637183"/>
                        <a:ext cx="178824" cy="144000"/>
                        <a:chOff x="5453592" y="2641965"/>
                        <a:chExt cx="178824" cy="144000"/>
                      </a:xfrm>
                    </p:grpSpPr>
                    <p:cxnSp>
                      <p:nvCxnSpPr>
                        <p:cNvPr id="409" name="직선 연결선 408">
                          <a:extLst>
                            <a:ext uri="{FF2B5EF4-FFF2-40B4-BE49-F238E27FC236}">
                              <a16:creationId xmlns:a16="http://schemas.microsoft.com/office/drawing/2014/main" id="{A63735C5-4E73-2C0D-5332-CC3115B3C28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 name="직선 연결선 409">
                          <a:extLst>
                            <a:ext uri="{FF2B5EF4-FFF2-40B4-BE49-F238E27FC236}">
                              <a16:creationId xmlns:a16="http://schemas.microsoft.com/office/drawing/2014/main" id="{CC807E5C-46E1-6520-2CC8-C1740579C08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8" name="직선 연결선 407">
                        <a:extLst>
                          <a:ext uri="{FF2B5EF4-FFF2-40B4-BE49-F238E27FC236}">
                            <a16:creationId xmlns:a16="http://schemas.microsoft.com/office/drawing/2014/main" id="{7E369903-0075-3428-E3AC-42F299C0BA4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6" name="직선 연결선 405">
                      <a:extLst>
                        <a:ext uri="{FF2B5EF4-FFF2-40B4-BE49-F238E27FC236}">
                          <a16:creationId xmlns:a16="http://schemas.microsoft.com/office/drawing/2014/main" id="{9BCD2C81-1AF3-B307-1DED-19648FA481E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1" name="그룹 390">
                    <a:extLst>
                      <a:ext uri="{FF2B5EF4-FFF2-40B4-BE49-F238E27FC236}">
                        <a16:creationId xmlns:a16="http://schemas.microsoft.com/office/drawing/2014/main" id="{2C88871A-A021-A481-CD4D-B7F330AF7154}"/>
                      </a:ext>
                    </a:extLst>
                  </p:cNvPr>
                  <p:cNvGrpSpPr/>
                  <p:nvPr/>
                </p:nvGrpSpPr>
                <p:grpSpPr>
                  <a:xfrm>
                    <a:off x="4734101" y="3962886"/>
                    <a:ext cx="101416" cy="146277"/>
                    <a:chOff x="4545844" y="3971199"/>
                    <a:chExt cx="101416" cy="146277"/>
                  </a:xfrm>
                </p:grpSpPr>
                <p:grpSp>
                  <p:nvGrpSpPr>
                    <p:cNvPr id="399" name="그룹 398">
                      <a:extLst>
                        <a:ext uri="{FF2B5EF4-FFF2-40B4-BE49-F238E27FC236}">
                          <a16:creationId xmlns:a16="http://schemas.microsoft.com/office/drawing/2014/main" id="{437D57CE-D66F-977C-2D1D-87D11570F1A6}"/>
                        </a:ext>
                      </a:extLst>
                    </p:cNvPr>
                    <p:cNvGrpSpPr/>
                    <p:nvPr/>
                  </p:nvGrpSpPr>
                  <p:grpSpPr>
                    <a:xfrm>
                      <a:off x="4545844" y="3971199"/>
                      <a:ext cx="35826" cy="146277"/>
                      <a:chOff x="3250176" y="2637183"/>
                      <a:chExt cx="178824" cy="146277"/>
                    </a:xfrm>
                  </p:grpSpPr>
                  <p:grpSp>
                    <p:nvGrpSpPr>
                      <p:cNvPr id="401" name="그룹 400">
                        <a:extLst>
                          <a:ext uri="{FF2B5EF4-FFF2-40B4-BE49-F238E27FC236}">
                            <a16:creationId xmlns:a16="http://schemas.microsoft.com/office/drawing/2014/main" id="{C81F7B78-6CC8-10F4-4428-A78A91B2FFE1}"/>
                          </a:ext>
                        </a:extLst>
                      </p:cNvPr>
                      <p:cNvGrpSpPr/>
                      <p:nvPr/>
                    </p:nvGrpSpPr>
                    <p:grpSpPr>
                      <a:xfrm>
                        <a:off x="3250176" y="2637183"/>
                        <a:ext cx="178824" cy="144000"/>
                        <a:chOff x="5453592" y="2641965"/>
                        <a:chExt cx="178824" cy="144000"/>
                      </a:xfrm>
                    </p:grpSpPr>
                    <p:cxnSp>
                      <p:nvCxnSpPr>
                        <p:cNvPr id="403" name="직선 연결선 402">
                          <a:extLst>
                            <a:ext uri="{FF2B5EF4-FFF2-40B4-BE49-F238E27FC236}">
                              <a16:creationId xmlns:a16="http://schemas.microsoft.com/office/drawing/2014/main" id="{0512BED0-B005-F9A4-27BF-5CCFB9B152F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4" name="직선 연결선 403">
                          <a:extLst>
                            <a:ext uri="{FF2B5EF4-FFF2-40B4-BE49-F238E27FC236}">
                              <a16:creationId xmlns:a16="http://schemas.microsoft.com/office/drawing/2014/main" id="{A7C4C8D1-9953-8DF1-4C2D-136D06B7F13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2" name="직선 연결선 401">
                        <a:extLst>
                          <a:ext uri="{FF2B5EF4-FFF2-40B4-BE49-F238E27FC236}">
                            <a16:creationId xmlns:a16="http://schemas.microsoft.com/office/drawing/2014/main" id="{89AA3BD6-232A-5E15-DF9B-511E919DF22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0" name="직선 연결선 399">
                      <a:extLst>
                        <a:ext uri="{FF2B5EF4-FFF2-40B4-BE49-F238E27FC236}">
                          <a16:creationId xmlns:a16="http://schemas.microsoft.com/office/drawing/2014/main" id="{6EA6C3FD-6808-B8FB-FFC9-83E9B66B594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2" name="그룹 391">
                    <a:extLst>
                      <a:ext uri="{FF2B5EF4-FFF2-40B4-BE49-F238E27FC236}">
                        <a16:creationId xmlns:a16="http://schemas.microsoft.com/office/drawing/2014/main" id="{9D929410-0BD5-B1C0-A9C7-1CCB4707367A}"/>
                      </a:ext>
                    </a:extLst>
                  </p:cNvPr>
                  <p:cNvGrpSpPr/>
                  <p:nvPr/>
                </p:nvGrpSpPr>
                <p:grpSpPr>
                  <a:xfrm>
                    <a:off x="4629560" y="3963916"/>
                    <a:ext cx="101416" cy="146277"/>
                    <a:chOff x="4545844" y="3971199"/>
                    <a:chExt cx="101416" cy="146277"/>
                  </a:xfrm>
                </p:grpSpPr>
                <p:grpSp>
                  <p:nvGrpSpPr>
                    <p:cNvPr id="393" name="그룹 392">
                      <a:extLst>
                        <a:ext uri="{FF2B5EF4-FFF2-40B4-BE49-F238E27FC236}">
                          <a16:creationId xmlns:a16="http://schemas.microsoft.com/office/drawing/2014/main" id="{55EADC7A-BB9F-562E-2AB6-31872160EE98}"/>
                        </a:ext>
                      </a:extLst>
                    </p:cNvPr>
                    <p:cNvGrpSpPr/>
                    <p:nvPr/>
                  </p:nvGrpSpPr>
                  <p:grpSpPr>
                    <a:xfrm>
                      <a:off x="4545844" y="3971199"/>
                      <a:ext cx="35826" cy="146277"/>
                      <a:chOff x="3250176" y="2637183"/>
                      <a:chExt cx="178824" cy="146277"/>
                    </a:xfrm>
                  </p:grpSpPr>
                  <p:grpSp>
                    <p:nvGrpSpPr>
                      <p:cNvPr id="395" name="그룹 394">
                        <a:extLst>
                          <a:ext uri="{FF2B5EF4-FFF2-40B4-BE49-F238E27FC236}">
                            <a16:creationId xmlns:a16="http://schemas.microsoft.com/office/drawing/2014/main" id="{09E94063-EFF5-6329-28BA-E8695488D631}"/>
                          </a:ext>
                        </a:extLst>
                      </p:cNvPr>
                      <p:cNvGrpSpPr/>
                      <p:nvPr/>
                    </p:nvGrpSpPr>
                    <p:grpSpPr>
                      <a:xfrm>
                        <a:off x="3250176" y="2637183"/>
                        <a:ext cx="178824" cy="144000"/>
                        <a:chOff x="5453592" y="2641965"/>
                        <a:chExt cx="178824" cy="144000"/>
                      </a:xfrm>
                    </p:grpSpPr>
                    <p:cxnSp>
                      <p:nvCxnSpPr>
                        <p:cNvPr id="397" name="직선 연결선 396">
                          <a:extLst>
                            <a:ext uri="{FF2B5EF4-FFF2-40B4-BE49-F238E27FC236}">
                              <a16:creationId xmlns:a16="http://schemas.microsoft.com/office/drawing/2014/main" id="{29AB3060-D2ED-9DD3-EA28-DC84467DE44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8" name="직선 연결선 397">
                          <a:extLst>
                            <a:ext uri="{FF2B5EF4-FFF2-40B4-BE49-F238E27FC236}">
                              <a16:creationId xmlns:a16="http://schemas.microsoft.com/office/drawing/2014/main" id="{51A5005F-B43C-1C6B-F208-8B5420540C1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6" name="직선 연결선 395">
                        <a:extLst>
                          <a:ext uri="{FF2B5EF4-FFF2-40B4-BE49-F238E27FC236}">
                            <a16:creationId xmlns:a16="http://schemas.microsoft.com/office/drawing/2014/main" id="{9E388D0F-8B93-7B8A-8383-6D070E6C85D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4" name="직선 연결선 393">
                      <a:extLst>
                        <a:ext uri="{FF2B5EF4-FFF2-40B4-BE49-F238E27FC236}">
                          <a16:creationId xmlns:a16="http://schemas.microsoft.com/office/drawing/2014/main" id="{72C523D8-3B89-7F0D-8E96-A93790C8FE4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60" name="그룹 359">
                  <a:extLst>
                    <a:ext uri="{FF2B5EF4-FFF2-40B4-BE49-F238E27FC236}">
                      <a16:creationId xmlns:a16="http://schemas.microsoft.com/office/drawing/2014/main" id="{FECB0676-2460-BC9C-5654-846EFD196CD1}"/>
                    </a:ext>
                  </a:extLst>
                </p:cNvPr>
                <p:cNvGrpSpPr/>
                <p:nvPr/>
              </p:nvGrpSpPr>
              <p:grpSpPr>
                <a:xfrm>
                  <a:off x="5249120" y="3959581"/>
                  <a:ext cx="413384" cy="147658"/>
                  <a:chOff x="4422133" y="3962535"/>
                  <a:chExt cx="413384" cy="147658"/>
                </a:xfrm>
              </p:grpSpPr>
              <p:grpSp>
                <p:nvGrpSpPr>
                  <p:cNvPr id="361" name="그룹 360">
                    <a:extLst>
                      <a:ext uri="{FF2B5EF4-FFF2-40B4-BE49-F238E27FC236}">
                        <a16:creationId xmlns:a16="http://schemas.microsoft.com/office/drawing/2014/main" id="{A740FB26-3150-AB6D-F4A2-3C478ED61525}"/>
                      </a:ext>
                    </a:extLst>
                  </p:cNvPr>
                  <p:cNvGrpSpPr/>
                  <p:nvPr/>
                </p:nvGrpSpPr>
                <p:grpSpPr>
                  <a:xfrm>
                    <a:off x="4422133" y="3963143"/>
                    <a:ext cx="72000" cy="146277"/>
                    <a:chOff x="3250176" y="2637183"/>
                    <a:chExt cx="179694" cy="146277"/>
                  </a:xfrm>
                </p:grpSpPr>
                <p:grpSp>
                  <p:nvGrpSpPr>
                    <p:cNvPr id="384" name="그룹 383">
                      <a:extLst>
                        <a:ext uri="{FF2B5EF4-FFF2-40B4-BE49-F238E27FC236}">
                          <a16:creationId xmlns:a16="http://schemas.microsoft.com/office/drawing/2014/main" id="{299D20F2-A118-BAC0-F52C-D1756D8FFD69}"/>
                        </a:ext>
                      </a:extLst>
                    </p:cNvPr>
                    <p:cNvGrpSpPr/>
                    <p:nvPr/>
                  </p:nvGrpSpPr>
                  <p:grpSpPr>
                    <a:xfrm>
                      <a:off x="3250176" y="2637183"/>
                      <a:ext cx="178824" cy="144000"/>
                      <a:chOff x="5453592" y="2641965"/>
                      <a:chExt cx="178824" cy="144000"/>
                    </a:xfrm>
                  </p:grpSpPr>
                  <p:cxnSp>
                    <p:nvCxnSpPr>
                      <p:cNvPr id="386" name="직선 연결선 385">
                        <a:extLst>
                          <a:ext uri="{FF2B5EF4-FFF2-40B4-BE49-F238E27FC236}">
                            <a16:creationId xmlns:a16="http://schemas.microsoft.com/office/drawing/2014/main" id="{EB20E5CA-C80B-B29E-F66F-760CABA9B54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7" name="직선 연결선 386">
                        <a:extLst>
                          <a:ext uri="{FF2B5EF4-FFF2-40B4-BE49-F238E27FC236}">
                            <a16:creationId xmlns:a16="http://schemas.microsoft.com/office/drawing/2014/main" id="{AB5E592E-EE2D-F4CA-80BD-D83FBD51E73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5" name="직선 연결선 384">
                      <a:extLst>
                        <a:ext uri="{FF2B5EF4-FFF2-40B4-BE49-F238E27FC236}">
                          <a16:creationId xmlns:a16="http://schemas.microsoft.com/office/drawing/2014/main" id="{B61DD57D-9743-E5E6-7DB8-5CB3DDE5803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2" name="직선 연결선 361">
                    <a:extLst>
                      <a:ext uri="{FF2B5EF4-FFF2-40B4-BE49-F238E27FC236}">
                        <a16:creationId xmlns:a16="http://schemas.microsoft.com/office/drawing/2014/main" id="{31E03C27-6405-1DB6-B266-43F6B80A7634}"/>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3" name="그룹 362">
                    <a:extLst>
                      <a:ext uri="{FF2B5EF4-FFF2-40B4-BE49-F238E27FC236}">
                        <a16:creationId xmlns:a16="http://schemas.microsoft.com/office/drawing/2014/main" id="{2DD13C74-7E6C-3C0C-DE4D-25ED2B88B9F1}"/>
                      </a:ext>
                    </a:extLst>
                  </p:cNvPr>
                  <p:cNvGrpSpPr/>
                  <p:nvPr/>
                </p:nvGrpSpPr>
                <p:grpSpPr>
                  <a:xfrm>
                    <a:off x="4529042" y="3962535"/>
                    <a:ext cx="101416" cy="146277"/>
                    <a:chOff x="4545844" y="3971199"/>
                    <a:chExt cx="101416" cy="146277"/>
                  </a:xfrm>
                </p:grpSpPr>
                <p:grpSp>
                  <p:nvGrpSpPr>
                    <p:cNvPr id="378" name="그룹 377">
                      <a:extLst>
                        <a:ext uri="{FF2B5EF4-FFF2-40B4-BE49-F238E27FC236}">
                          <a16:creationId xmlns:a16="http://schemas.microsoft.com/office/drawing/2014/main" id="{625D4F01-82F6-4DDB-4382-700ECB0AA877}"/>
                        </a:ext>
                      </a:extLst>
                    </p:cNvPr>
                    <p:cNvGrpSpPr/>
                    <p:nvPr/>
                  </p:nvGrpSpPr>
                  <p:grpSpPr>
                    <a:xfrm>
                      <a:off x="4545844" y="3971199"/>
                      <a:ext cx="35826" cy="146277"/>
                      <a:chOff x="3250176" y="2637183"/>
                      <a:chExt cx="178824" cy="146277"/>
                    </a:xfrm>
                  </p:grpSpPr>
                  <p:grpSp>
                    <p:nvGrpSpPr>
                      <p:cNvPr id="380" name="그룹 379">
                        <a:extLst>
                          <a:ext uri="{FF2B5EF4-FFF2-40B4-BE49-F238E27FC236}">
                            <a16:creationId xmlns:a16="http://schemas.microsoft.com/office/drawing/2014/main" id="{0A6C2A2A-E0D1-36CF-184D-A02E7AC6238D}"/>
                          </a:ext>
                        </a:extLst>
                      </p:cNvPr>
                      <p:cNvGrpSpPr/>
                      <p:nvPr/>
                    </p:nvGrpSpPr>
                    <p:grpSpPr>
                      <a:xfrm>
                        <a:off x="3250176" y="2637183"/>
                        <a:ext cx="178824" cy="144000"/>
                        <a:chOff x="5453592" y="2641965"/>
                        <a:chExt cx="178824" cy="144000"/>
                      </a:xfrm>
                    </p:grpSpPr>
                    <p:cxnSp>
                      <p:nvCxnSpPr>
                        <p:cNvPr id="382" name="직선 연결선 381">
                          <a:extLst>
                            <a:ext uri="{FF2B5EF4-FFF2-40B4-BE49-F238E27FC236}">
                              <a16:creationId xmlns:a16="http://schemas.microsoft.com/office/drawing/2014/main" id="{9898578F-67CA-F830-F1F8-682295F4873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직선 연결선 382">
                          <a:extLst>
                            <a:ext uri="{FF2B5EF4-FFF2-40B4-BE49-F238E27FC236}">
                              <a16:creationId xmlns:a16="http://schemas.microsoft.com/office/drawing/2014/main" id="{67E65EFB-176E-5910-1C40-EB4BFF51AC9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1" name="직선 연결선 380">
                        <a:extLst>
                          <a:ext uri="{FF2B5EF4-FFF2-40B4-BE49-F238E27FC236}">
                            <a16:creationId xmlns:a16="http://schemas.microsoft.com/office/drawing/2014/main" id="{837BA899-2E11-5B5A-D138-7446B085CD1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9" name="직선 연결선 378">
                      <a:extLst>
                        <a:ext uri="{FF2B5EF4-FFF2-40B4-BE49-F238E27FC236}">
                          <a16:creationId xmlns:a16="http://schemas.microsoft.com/office/drawing/2014/main" id="{B218B7DD-2C4B-C780-E1CF-BD5A8D3E052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4" name="그룹 363">
                    <a:extLst>
                      <a:ext uri="{FF2B5EF4-FFF2-40B4-BE49-F238E27FC236}">
                        <a16:creationId xmlns:a16="http://schemas.microsoft.com/office/drawing/2014/main" id="{A2EA6A02-68BF-3293-0110-4F81725F984A}"/>
                      </a:ext>
                    </a:extLst>
                  </p:cNvPr>
                  <p:cNvGrpSpPr/>
                  <p:nvPr/>
                </p:nvGrpSpPr>
                <p:grpSpPr>
                  <a:xfrm>
                    <a:off x="4734101" y="3962886"/>
                    <a:ext cx="101416" cy="146277"/>
                    <a:chOff x="4545844" y="3971199"/>
                    <a:chExt cx="101416" cy="146277"/>
                  </a:xfrm>
                </p:grpSpPr>
                <p:grpSp>
                  <p:nvGrpSpPr>
                    <p:cNvPr id="372" name="그룹 371">
                      <a:extLst>
                        <a:ext uri="{FF2B5EF4-FFF2-40B4-BE49-F238E27FC236}">
                          <a16:creationId xmlns:a16="http://schemas.microsoft.com/office/drawing/2014/main" id="{EA905600-71F0-78C8-279A-666548F2C7E7}"/>
                        </a:ext>
                      </a:extLst>
                    </p:cNvPr>
                    <p:cNvGrpSpPr/>
                    <p:nvPr/>
                  </p:nvGrpSpPr>
                  <p:grpSpPr>
                    <a:xfrm>
                      <a:off x="4545844" y="3971199"/>
                      <a:ext cx="35826" cy="146277"/>
                      <a:chOff x="3250176" y="2637183"/>
                      <a:chExt cx="178824" cy="146277"/>
                    </a:xfrm>
                  </p:grpSpPr>
                  <p:grpSp>
                    <p:nvGrpSpPr>
                      <p:cNvPr id="374" name="그룹 373">
                        <a:extLst>
                          <a:ext uri="{FF2B5EF4-FFF2-40B4-BE49-F238E27FC236}">
                            <a16:creationId xmlns:a16="http://schemas.microsoft.com/office/drawing/2014/main" id="{724C8648-1012-2A8B-0D85-208E7CB45F6D}"/>
                          </a:ext>
                        </a:extLst>
                      </p:cNvPr>
                      <p:cNvGrpSpPr/>
                      <p:nvPr/>
                    </p:nvGrpSpPr>
                    <p:grpSpPr>
                      <a:xfrm>
                        <a:off x="3250176" y="2637183"/>
                        <a:ext cx="178824" cy="144000"/>
                        <a:chOff x="5453592" y="2641965"/>
                        <a:chExt cx="178824" cy="144000"/>
                      </a:xfrm>
                    </p:grpSpPr>
                    <p:cxnSp>
                      <p:nvCxnSpPr>
                        <p:cNvPr id="376" name="직선 연결선 375">
                          <a:extLst>
                            <a:ext uri="{FF2B5EF4-FFF2-40B4-BE49-F238E27FC236}">
                              <a16:creationId xmlns:a16="http://schemas.microsoft.com/office/drawing/2014/main" id="{8E76E27C-707D-096D-67EA-E4D52557035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7" name="직선 연결선 376">
                          <a:extLst>
                            <a:ext uri="{FF2B5EF4-FFF2-40B4-BE49-F238E27FC236}">
                              <a16:creationId xmlns:a16="http://schemas.microsoft.com/office/drawing/2014/main" id="{1D7D03DE-B519-CFFC-2B7F-5688F644996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5" name="직선 연결선 374">
                        <a:extLst>
                          <a:ext uri="{FF2B5EF4-FFF2-40B4-BE49-F238E27FC236}">
                            <a16:creationId xmlns:a16="http://schemas.microsoft.com/office/drawing/2014/main" id="{ACBF5D0D-067C-827B-5C4D-38AE0EC9365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3" name="직선 연결선 372">
                      <a:extLst>
                        <a:ext uri="{FF2B5EF4-FFF2-40B4-BE49-F238E27FC236}">
                          <a16:creationId xmlns:a16="http://schemas.microsoft.com/office/drawing/2014/main" id="{A88B448E-E2CC-9412-675B-B75D458D406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5" name="그룹 364">
                    <a:extLst>
                      <a:ext uri="{FF2B5EF4-FFF2-40B4-BE49-F238E27FC236}">
                        <a16:creationId xmlns:a16="http://schemas.microsoft.com/office/drawing/2014/main" id="{1842A038-2FAE-8107-FA11-9554B5FDC455}"/>
                      </a:ext>
                    </a:extLst>
                  </p:cNvPr>
                  <p:cNvGrpSpPr/>
                  <p:nvPr/>
                </p:nvGrpSpPr>
                <p:grpSpPr>
                  <a:xfrm>
                    <a:off x="4629560" y="3963916"/>
                    <a:ext cx="101416" cy="146277"/>
                    <a:chOff x="4545844" y="3971199"/>
                    <a:chExt cx="101416" cy="146277"/>
                  </a:xfrm>
                </p:grpSpPr>
                <p:grpSp>
                  <p:nvGrpSpPr>
                    <p:cNvPr id="366" name="그룹 365">
                      <a:extLst>
                        <a:ext uri="{FF2B5EF4-FFF2-40B4-BE49-F238E27FC236}">
                          <a16:creationId xmlns:a16="http://schemas.microsoft.com/office/drawing/2014/main" id="{E8FC3A33-10E5-D186-7B82-8DAC7AAF86A8}"/>
                        </a:ext>
                      </a:extLst>
                    </p:cNvPr>
                    <p:cNvGrpSpPr/>
                    <p:nvPr/>
                  </p:nvGrpSpPr>
                  <p:grpSpPr>
                    <a:xfrm>
                      <a:off x="4545844" y="3971199"/>
                      <a:ext cx="35826" cy="146277"/>
                      <a:chOff x="3250176" y="2637183"/>
                      <a:chExt cx="178824" cy="146277"/>
                    </a:xfrm>
                  </p:grpSpPr>
                  <p:grpSp>
                    <p:nvGrpSpPr>
                      <p:cNvPr id="368" name="그룹 367">
                        <a:extLst>
                          <a:ext uri="{FF2B5EF4-FFF2-40B4-BE49-F238E27FC236}">
                            <a16:creationId xmlns:a16="http://schemas.microsoft.com/office/drawing/2014/main" id="{AE72D320-DAD3-6969-8315-EC69043939BA}"/>
                          </a:ext>
                        </a:extLst>
                      </p:cNvPr>
                      <p:cNvGrpSpPr/>
                      <p:nvPr/>
                    </p:nvGrpSpPr>
                    <p:grpSpPr>
                      <a:xfrm>
                        <a:off x="3250176" y="2637183"/>
                        <a:ext cx="178824" cy="144000"/>
                        <a:chOff x="5453592" y="2641965"/>
                        <a:chExt cx="178824" cy="144000"/>
                      </a:xfrm>
                    </p:grpSpPr>
                    <p:cxnSp>
                      <p:nvCxnSpPr>
                        <p:cNvPr id="370" name="직선 연결선 369">
                          <a:extLst>
                            <a:ext uri="{FF2B5EF4-FFF2-40B4-BE49-F238E27FC236}">
                              <a16:creationId xmlns:a16="http://schemas.microsoft.com/office/drawing/2014/main" id="{0AA779A5-E66E-35EC-DE7F-F4880765BD6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1" name="직선 연결선 370">
                          <a:extLst>
                            <a:ext uri="{FF2B5EF4-FFF2-40B4-BE49-F238E27FC236}">
                              <a16:creationId xmlns:a16="http://schemas.microsoft.com/office/drawing/2014/main" id="{E3D8FCCA-3D3A-14B3-92DA-4EBBD8BC425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9" name="직선 연결선 368">
                        <a:extLst>
                          <a:ext uri="{FF2B5EF4-FFF2-40B4-BE49-F238E27FC236}">
                            <a16:creationId xmlns:a16="http://schemas.microsoft.com/office/drawing/2014/main" id="{3449A05A-C85A-92D8-A5EB-E5DA8007395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7" name="직선 연결선 366">
                      <a:extLst>
                        <a:ext uri="{FF2B5EF4-FFF2-40B4-BE49-F238E27FC236}">
                          <a16:creationId xmlns:a16="http://schemas.microsoft.com/office/drawing/2014/main" id="{5AEDAEA5-C313-6F3D-EA50-5E05853C857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442" name="직사각형 441">
                <a:extLst>
                  <a:ext uri="{FF2B5EF4-FFF2-40B4-BE49-F238E27FC236}">
                    <a16:creationId xmlns:a16="http://schemas.microsoft.com/office/drawing/2014/main" id="{698708D6-BCB2-5D81-F5FF-42C5C4632EA9}"/>
                  </a:ext>
                </a:extLst>
              </p:cNvPr>
              <p:cNvSpPr/>
              <p:nvPr/>
            </p:nvSpPr>
            <p:spPr>
              <a:xfrm>
                <a:off x="858774" y="2529901"/>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V</a:t>
                </a:r>
                <a:r>
                  <a:rPr lang="en-US" altLang="ko-KR" sz="700" baseline="-25000" dirty="0">
                    <a:solidFill>
                      <a:schemeClr val="tx1"/>
                    </a:solidFill>
                    <a:latin typeface="Arial" panose="020B0604020202020204" pitchFamily="34" charset="0"/>
                    <a:cs typeface="Arial" panose="020B0604020202020204" pitchFamily="34" charset="0"/>
                  </a:rPr>
                  <a:t>DD</a:t>
                </a:r>
                <a:endParaRPr lang="ko-KR" altLang="en-US" sz="700" baseline="-25000" dirty="0">
                  <a:solidFill>
                    <a:schemeClr val="tx1"/>
                  </a:solidFill>
                  <a:latin typeface="Arial" panose="020B0604020202020204" pitchFamily="34" charset="0"/>
                  <a:cs typeface="Arial" panose="020B0604020202020204" pitchFamily="34" charset="0"/>
                </a:endParaRPr>
              </a:p>
            </p:txBody>
          </p:sp>
          <p:cxnSp>
            <p:nvCxnSpPr>
              <p:cNvPr id="445" name="직선 연결선 444">
                <a:extLst>
                  <a:ext uri="{FF2B5EF4-FFF2-40B4-BE49-F238E27FC236}">
                    <a16:creationId xmlns:a16="http://schemas.microsoft.com/office/drawing/2014/main" id="{46C6BEA9-0688-2637-1C0D-096121C63F95}"/>
                  </a:ext>
                </a:extLst>
              </p:cNvPr>
              <p:cNvCxnSpPr>
                <a:cxnSpLocks/>
              </p:cNvCxnSpPr>
              <p:nvPr/>
            </p:nvCxnSpPr>
            <p:spPr>
              <a:xfrm>
                <a:off x="1584960" y="2479772"/>
                <a:ext cx="423601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8" name="직선 연결선 447">
                <a:extLst>
                  <a:ext uri="{FF2B5EF4-FFF2-40B4-BE49-F238E27FC236}">
                    <a16:creationId xmlns:a16="http://schemas.microsoft.com/office/drawing/2014/main" id="{98DDDAB6-0572-CEB3-96FC-E874D165DEB3}"/>
                  </a:ext>
                </a:extLst>
              </p:cNvPr>
              <p:cNvCxnSpPr>
                <a:cxnSpLocks/>
              </p:cNvCxnSpPr>
              <p:nvPr/>
            </p:nvCxnSpPr>
            <p:spPr>
              <a:xfrm flipV="1">
                <a:off x="1481201" y="2477122"/>
                <a:ext cx="103759" cy="146035"/>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직선 연결선 451">
                <a:extLst>
                  <a:ext uri="{FF2B5EF4-FFF2-40B4-BE49-F238E27FC236}">
                    <a16:creationId xmlns:a16="http://schemas.microsoft.com/office/drawing/2014/main" id="{4C5CF22C-974C-0E33-7524-28510E7CC548}"/>
                  </a:ext>
                </a:extLst>
              </p:cNvPr>
              <p:cNvCxnSpPr>
                <a:cxnSpLocks/>
              </p:cNvCxnSpPr>
              <p:nvPr/>
            </p:nvCxnSpPr>
            <p:spPr>
              <a:xfrm>
                <a:off x="1269046" y="2619980"/>
                <a:ext cx="21317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직사각형 63">
                <a:extLst>
                  <a:ext uri="{FF2B5EF4-FFF2-40B4-BE49-F238E27FC236}">
                    <a16:creationId xmlns:a16="http://schemas.microsoft.com/office/drawing/2014/main" id="{FFAC5E1E-E33B-723E-E748-8CB863EA7AE2}"/>
                  </a:ext>
                </a:extLst>
              </p:cNvPr>
              <p:cNvSpPr/>
              <p:nvPr/>
            </p:nvSpPr>
            <p:spPr>
              <a:xfrm>
                <a:off x="5659334" y="2443561"/>
                <a:ext cx="235975" cy="16964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459" name="직선 연결선 458">
              <a:extLst>
                <a:ext uri="{FF2B5EF4-FFF2-40B4-BE49-F238E27FC236}">
                  <a16:creationId xmlns:a16="http://schemas.microsoft.com/office/drawing/2014/main" id="{1348DE32-DA9E-279F-40EF-439A8BED0743}"/>
                </a:ext>
              </a:extLst>
            </p:cNvPr>
            <p:cNvCxnSpPr/>
            <p:nvPr/>
          </p:nvCxnSpPr>
          <p:spPr>
            <a:xfrm>
              <a:off x="2114550" y="2644350"/>
              <a:ext cx="0" cy="960336"/>
            </a:xfrm>
            <a:prstGeom prst="line">
              <a:avLst/>
            </a:prstGeom>
            <a:ln w="3175">
              <a:prstDash val="dash"/>
            </a:ln>
          </p:spPr>
          <p:style>
            <a:lnRef idx="1">
              <a:schemeClr val="accent1"/>
            </a:lnRef>
            <a:fillRef idx="0">
              <a:schemeClr val="accent1"/>
            </a:fillRef>
            <a:effectRef idx="0">
              <a:schemeClr val="accent1"/>
            </a:effectRef>
            <a:fontRef idx="minor">
              <a:schemeClr val="tx1"/>
            </a:fontRef>
          </p:style>
        </p:cxnSp>
        <p:cxnSp>
          <p:nvCxnSpPr>
            <p:cNvPr id="460" name="직선 연결선 459">
              <a:extLst>
                <a:ext uri="{FF2B5EF4-FFF2-40B4-BE49-F238E27FC236}">
                  <a16:creationId xmlns:a16="http://schemas.microsoft.com/office/drawing/2014/main" id="{B74C70FE-1814-698D-0E09-69DC97661F3C}"/>
                </a:ext>
              </a:extLst>
            </p:cNvPr>
            <p:cNvCxnSpPr>
              <a:cxnSpLocks/>
            </p:cNvCxnSpPr>
            <p:nvPr/>
          </p:nvCxnSpPr>
          <p:spPr>
            <a:xfrm flipH="1">
              <a:off x="2114550" y="3241065"/>
              <a:ext cx="108000" cy="0"/>
            </a:xfrm>
            <a:prstGeom prst="line">
              <a:avLst/>
            </a:prstGeom>
            <a:ln w="3175">
              <a:solidFill>
                <a:schemeClr val="tx1"/>
              </a:solidFill>
              <a:prstDash val="solid"/>
              <a:headEnd type="triangle" w="sm" len="sm"/>
              <a:tailEnd w="sm" len="sm"/>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F294CF7-A80A-CACA-3A42-DFF033628490}"/>
                </a:ext>
              </a:extLst>
            </p:cNvPr>
            <p:cNvSpPr txBox="1"/>
            <p:nvPr/>
          </p:nvSpPr>
          <p:spPr>
            <a:xfrm>
              <a:off x="2158239" y="3141488"/>
              <a:ext cx="1116011" cy="200055"/>
            </a:xfrm>
            <a:prstGeom prst="rect">
              <a:avLst/>
            </a:prstGeom>
            <a:noFill/>
          </p:spPr>
          <p:txBody>
            <a:bodyPr wrap="none" rtlCol="0">
              <a:spAutoFit/>
            </a:bodyPr>
            <a:lstStyle/>
            <a:p>
              <a:r>
                <a:rPr lang="en-US" altLang="ko-KR" sz="700" dirty="0"/>
                <a:t>Initialization to the XD-12</a:t>
              </a:r>
              <a:endParaRPr lang="ko-KR" altLang="en-US" sz="700" dirty="0"/>
            </a:p>
          </p:txBody>
        </p:sp>
      </p:grpSp>
      <p:grpSp>
        <p:nvGrpSpPr>
          <p:cNvPr id="464" name="그룹 463">
            <a:extLst>
              <a:ext uri="{FF2B5EF4-FFF2-40B4-BE49-F238E27FC236}">
                <a16:creationId xmlns:a16="http://schemas.microsoft.com/office/drawing/2014/main" id="{5335F9A1-2DED-6C78-F814-F2D3F0968E12}"/>
              </a:ext>
            </a:extLst>
          </p:cNvPr>
          <p:cNvGrpSpPr/>
          <p:nvPr/>
        </p:nvGrpSpPr>
        <p:grpSpPr>
          <a:xfrm>
            <a:off x="1200540" y="3459665"/>
            <a:ext cx="4592774" cy="947144"/>
            <a:chOff x="1310184" y="2629068"/>
            <a:chExt cx="4592774" cy="947144"/>
          </a:xfrm>
        </p:grpSpPr>
        <p:grpSp>
          <p:nvGrpSpPr>
            <p:cNvPr id="465" name="그룹 464">
              <a:extLst>
                <a:ext uri="{FF2B5EF4-FFF2-40B4-BE49-F238E27FC236}">
                  <a16:creationId xmlns:a16="http://schemas.microsoft.com/office/drawing/2014/main" id="{F8787AFD-BBE0-86F8-D59B-5589C290DB12}"/>
                </a:ext>
              </a:extLst>
            </p:cNvPr>
            <p:cNvGrpSpPr/>
            <p:nvPr/>
          </p:nvGrpSpPr>
          <p:grpSpPr>
            <a:xfrm>
              <a:off x="1310184" y="2646999"/>
              <a:ext cx="972401" cy="929213"/>
              <a:chOff x="1310184" y="2646999"/>
              <a:chExt cx="972401" cy="929213"/>
            </a:xfrm>
          </p:grpSpPr>
          <p:sp>
            <p:nvSpPr>
              <p:cNvPr id="486" name="직사각형 485">
                <a:extLst>
                  <a:ext uri="{FF2B5EF4-FFF2-40B4-BE49-F238E27FC236}">
                    <a16:creationId xmlns:a16="http://schemas.microsoft.com/office/drawing/2014/main" id="{22404DB8-4F81-0881-ADEE-7AB298253CC8}"/>
                  </a:ext>
                </a:extLst>
              </p:cNvPr>
              <p:cNvSpPr/>
              <p:nvPr/>
            </p:nvSpPr>
            <p:spPr>
              <a:xfrm>
                <a:off x="1310184" y="2652214"/>
                <a:ext cx="900000" cy="90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b="1" dirty="0">
                    <a:solidFill>
                      <a:schemeClr val="tx1"/>
                    </a:solidFill>
                  </a:rPr>
                  <a:t>XC-24</a:t>
                </a:r>
                <a:endParaRPr lang="ko-KR" altLang="en-US" b="1" dirty="0">
                  <a:solidFill>
                    <a:schemeClr val="tx1"/>
                  </a:solidFill>
                </a:endParaRPr>
              </a:p>
            </p:txBody>
          </p:sp>
          <p:sp>
            <p:nvSpPr>
              <p:cNvPr id="487" name="TextBox 486">
                <a:extLst>
                  <a:ext uri="{FF2B5EF4-FFF2-40B4-BE49-F238E27FC236}">
                    <a16:creationId xmlns:a16="http://schemas.microsoft.com/office/drawing/2014/main" id="{188AD0AF-7FA3-7016-2B20-317A69622D78}"/>
                  </a:ext>
                </a:extLst>
              </p:cNvPr>
              <p:cNvSpPr txBox="1"/>
              <p:nvPr/>
            </p:nvSpPr>
            <p:spPr>
              <a:xfrm>
                <a:off x="1937619" y="2646999"/>
                <a:ext cx="344966" cy="215444"/>
              </a:xfrm>
              <a:prstGeom prst="rect">
                <a:avLst/>
              </a:prstGeom>
              <a:noFill/>
            </p:spPr>
            <p:txBody>
              <a:bodyPr wrap="none" rtlCol="0">
                <a:spAutoFit/>
              </a:bodyPr>
              <a:lstStyle/>
              <a:p>
                <a:r>
                  <a:rPr lang="en-US" altLang="ko-KR" sz="800" dirty="0"/>
                  <a:t>Ch1</a:t>
                </a:r>
                <a:endParaRPr lang="ko-KR" altLang="en-US" sz="800" dirty="0"/>
              </a:p>
            </p:txBody>
          </p:sp>
          <p:sp>
            <p:nvSpPr>
              <p:cNvPr id="488" name="TextBox 487">
                <a:extLst>
                  <a:ext uri="{FF2B5EF4-FFF2-40B4-BE49-F238E27FC236}">
                    <a16:creationId xmlns:a16="http://schemas.microsoft.com/office/drawing/2014/main" id="{C12E8E3C-5C86-9327-D139-4E204898B6DE}"/>
                  </a:ext>
                </a:extLst>
              </p:cNvPr>
              <p:cNvSpPr txBox="1"/>
              <p:nvPr/>
            </p:nvSpPr>
            <p:spPr>
              <a:xfrm>
                <a:off x="1854245" y="3360768"/>
                <a:ext cx="418704" cy="215444"/>
              </a:xfrm>
              <a:prstGeom prst="rect">
                <a:avLst/>
              </a:prstGeom>
              <a:noFill/>
            </p:spPr>
            <p:txBody>
              <a:bodyPr wrap="none" rtlCol="0">
                <a:spAutoFit/>
              </a:bodyPr>
              <a:lstStyle/>
              <a:p>
                <a:r>
                  <a:rPr lang="en-US" altLang="ko-KR" sz="800" dirty="0"/>
                  <a:t> Ch24</a:t>
                </a:r>
                <a:endParaRPr lang="ko-KR" altLang="en-US" sz="800" dirty="0"/>
              </a:p>
            </p:txBody>
          </p:sp>
          <p:grpSp>
            <p:nvGrpSpPr>
              <p:cNvPr id="489" name="그룹 488">
                <a:extLst>
                  <a:ext uri="{FF2B5EF4-FFF2-40B4-BE49-F238E27FC236}">
                    <a16:creationId xmlns:a16="http://schemas.microsoft.com/office/drawing/2014/main" id="{EC93EAE5-30D2-CE5E-475F-332682B05AD6}"/>
                  </a:ext>
                </a:extLst>
              </p:cNvPr>
              <p:cNvGrpSpPr/>
              <p:nvPr/>
            </p:nvGrpSpPr>
            <p:grpSpPr>
              <a:xfrm>
                <a:off x="2095702" y="2987694"/>
                <a:ext cx="28800" cy="214330"/>
                <a:chOff x="528825" y="6490024"/>
                <a:chExt cx="28800" cy="214330"/>
              </a:xfrm>
            </p:grpSpPr>
            <p:sp>
              <p:nvSpPr>
                <p:cNvPr id="490" name="타원 489">
                  <a:extLst>
                    <a:ext uri="{FF2B5EF4-FFF2-40B4-BE49-F238E27FC236}">
                      <a16:creationId xmlns:a16="http://schemas.microsoft.com/office/drawing/2014/main" id="{90A6CE0B-7ABE-1F03-C0B7-9458DC4EA54B}"/>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91" name="타원 490">
                  <a:extLst>
                    <a:ext uri="{FF2B5EF4-FFF2-40B4-BE49-F238E27FC236}">
                      <a16:creationId xmlns:a16="http://schemas.microsoft.com/office/drawing/2014/main" id="{2A78ADDE-FBB4-F67A-9BCD-DDDC0ADCA99C}"/>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92" name="타원 491">
                  <a:extLst>
                    <a:ext uri="{FF2B5EF4-FFF2-40B4-BE49-F238E27FC236}">
                      <a16:creationId xmlns:a16="http://schemas.microsoft.com/office/drawing/2014/main" id="{018E6A52-42A0-E5B7-5F93-C45020111F80}"/>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466" name="그룹 465">
              <a:extLst>
                <a:ext uri="{FF2B5EF4-FFF2-40B4-BE49-F238E27FC236}">
                  <a16:creationId xmlns:a16="http://schemas.microsoft.com/office/drawing/2014/main" id="{19256DD4-2BDF-E028-99C6-002E5B808E44}"/>
                </a:ext>
              </a:extLst>
            </p:cNvPr>
            <p:cNvGrpSpPr/>
            <p:nvPr/>
          </p:nvGrpSpPr>
          <p:grpSpPr>
            <a:xfrm rot="16200000">
              <a:off x="4749222" y="2839219"/>
              <a:ext cx="28800" cy="214330"/>
              <a:chOff x="1254494" y="6490024"/>
              <a:chExt cx="28800" cy="214330"/>
            </a:xfrm>
          </p:grpSpPr>
          <p:sp>
            <p:nvSpPr>
              <p:cNvPr id="483" name="타원 482">
                <a:extLst>
                  <a:ext uri="{FF2B5EF4-FFF2-40B4-BE49-F238E27FC236}">
                    <a16:creationId xmlns:a16="http://schemas.microsoft.com/office/drawing/2014/main" id="{9A7A2F66-1E93-6734-AEBE-4233684A98D2}"/>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4" name="타원 483">
                <a:extLst>
                  <a:ext uri="{FF2B5EF4-FFF2-40B4-BE49-F238E27FC236}">
                    <a16:creationId xmlns:a16="http://schemas.microsoft.com/office/drawing/2014/main" id="{1B86B0C6-9D41-238A-6573-6E7A69D1C801}"/>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5" name="타원 484">
                <a:extLst>
                  <a:ext uri="{FF2B5EF4-FFF2-40B4-BE49-F238E27FC236}">
                    <a16:creationId xmlns:a16="http://schemas.microsoft.com/office/drawing/2014/main" id="{2713FCB2-5BCB-DFE8-8EC8-6EE239367BA5}"/>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467" name="그룹 466">
              <a:extLst>
                <a:ext uri="{FF2B5EF4-FFF2-40B4-BE49-F238E27FC236}">
                  <a16:creationId xmlns:a16="http://schemas.microsoft.com/office/drawing/2014/main" id="{B0C49162-B728-5185-80DE-43FB06373CDD}"/>
                </a:ext>
              </a:extLst>
            </p:cNvPr>
            <p:cNvGrpSpPr/>
            <p:nvPr/>
          </p:nvGrpSpPr>
          <p:grpSpPr>
            <a:xfrm>
              <a:off x="2722443" y="2629068"/>
              <a:ext cx="702583" cy="562352"/>
              <a:chOff x="2722443" y="2610872"/>
              <a:chExt cx="702583" cy="562352"/>
            </a:xfrm>
          </p:grpSpPr>
          <p:sp>
            <p:nvSpPr>
              <p:cNvPr id="480" name="직사각형 479">
                <a:extLst>
                  <a:ext uri="{FF2B5EF4-FFF2-40B4-BE49-F238E27FC236}">
                    <a16:creationId xmlns:a16="http://schemas.microsoft.com/office/drawing/2014/main" id="{048B8B11-ABA8-4638-3C57-18CA580CCB83}"/>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#1</a:t>
                </a:r>
              </a:p>
              <a:p>
                <a:pPr algn="ctr"/>
                <a:r>
                  <a:rPr lang="en-US" altLang="ko-KR" sz="800" dirty="0">
                    <a:solidFill>
                      <a:srgbClr val="FF00FF"/>
                    </a:solidFill>
                  </a:rPr>
                  <a:t>ID=31</a:t>
                </a:r>
              </a:p>
            </p:txBody>
          </p:sp>
          <p:sp>
            <p:nvSpPr>
              <p:cNvPr id="481" name="TextBox 480">
                <a:extLst>
                  <a:ext uri="{FF2B5EF4-FFF2-40B4-BE49-F238E27FC236}">
                    <a16:creationId xmlns:a16="http://schemas.microsoft.com/office/drawing/2014/main" id="{E5735507-CDC2-19EE-A993-1C4A01A0F9AE}"/>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482" name="TextBox 481">
                <a:extLst>
                  <a:ext uri="{FF2B5EF4-FFF2-40B4-BE49-F238E27FC236}">
                    <a16:creationId xmlns:a16="http://schemas.microsoft.com/office/drawing/2014/main" id="{ED7E25E5-20FE-0657-B0FE-7CE70AEECB82}"/>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grpSp>
          <p:nvGrpSpPr>
            <p:cNvPr id="468" name="그룹 467">
              <a:extLst>
                <a:ext uri="{FF2B5EF4-FFF2-40B4-BE49-F238E27FC236}">
                  <a16:creationId xmlns:a16="http://schemas.microsoft.com/office/drawing/2014/main" id="{8766316F-5F78-F73C-9C1A-A4068E9E4275}"/>
                </a:ext>
              </a:extLst>
            </p:cNvPr>
            <p:cNvGrpSpPr/>
            <p:nvPr/>
          </p:nvGrpSpPr>
          <p:grpSpPr>
            <a:xfrm>
              <a:off x="3592926" y="2639632"/>
              <a:ext cx="702583" cy="562352"/>
              <a:chOff x="2722443" y="2610872"/>
              <a:chExt cx="702583" cy="562352"/>
            </a:xfrm>
          </p:grpSpPr>
          <p:sp>
            <p:nvSpPr>
              <p:cNvPr id="477" name="직사각형 476">
                <a:extLst>
                  <a:ext uri="{FF2B5EF4-FFF2-40B4-BE49-F238E27FC236}">
                    <a16:creationId xmlns:a16="http://schemas.microsoft.com/office/drawing/2014/main" id="{D77A80E5-FB20-7CCA-D830-892307D8321C}"/>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#2</a:t>
                </a:r>
              </a:p>
              <a:p>
                <a:pPr algn="ctr"/>
                <a:r>
                  <a:rPr lang="en-US" altLang="ko-KR" sz="800" dirty="0">
                    <a:solidFill>
                      <a:srgbClr val="FF00FF"/>
                    </a:solidFill>
                  </a:rPr>
                  <a:t>ID=30</a:t>
                </a:r>
              </a:p>
            </p:txBody>
          </p:sp>
          <p:sp>
            <p:nvSpPr>
              <p:cNvPr id="478" name="TextBox 477">
                <a:extLst>
                  <a:ext uri="{FF2B5EF4-FFF2-40B4-BE49-F238E27FC236}">
                    <a16:creationId xmlns:a16="http://schemas.microsoft.com/office/drawing/2014/main" id="{8325CBE1-702B-5DF8-9A7F-F58AC9AD60E5}"/>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479" name="TextBox 478">
                <a:extLst>
                  <a:ext uri="{FF2B5EF4-FFF2-40B4-BE49-F238E27FC236}">
                    <a16:creationId xmlns:a16="http://schemas.microsoft.com/office/drawing/2014/main" id="{D66E3828-8B5E-AC98-9B19-4F6D43BB7230}"/>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grpSp>
          <p:nvGrpSpPr>
            <p:cNvPr id="469" name="그룹 468">
              <a:extLst>
                <a:ext uri="{FF2B5EF4-FFF2-40B4-BE49-F238E27FC236}">
                  <a16:creationId xmlns:a16="http://schemas.microsoft.com/office/drawing/2014/main" id="{6567F78F-3CF7-799E-D45F-060D6E3E9D3F}"/>
                </a:ext>
              </a:extLst>
            </p:cNvPr>
            <p:cNvGrpSpPr/>
            <p:nvPr/>
          </p:nvGrpSpPr>
          <p:grpSpPr>
            <a:xfrm>
              <a:off x="5200375" y="2639632"/>
              <a:ext cx="702583" cy="562352"/>
              <a:chOff x="2722443" y="2610872"/>
              <a:chExt cx="702583" cy="562352"/>
            </a:xfrm>
          </p:grpSpPr>
          <p:sp>
            <p:nvSpPr>
              <p:cNvPr id="474" name="직사각형 473">
                <a:extLst>
                  <a:ext uri="{FF2B5EF4-FFF2-40B4-BE49-F238E27FC236}">
                    <a16:creationId xmlns:a16="http://schemas.microsoft.com/office/drawing/2014/main" id="{E5326D85-0C8D-5F2B-3575-03239F5771D4}"/>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#31</a:t>
                </a:r>
              </a:p>
              <a:p>
                <a:pPr algn="ctr"/>
                <a:r>
                  <a:rPr lang="en-US" altLang="ko-KR" sz="800" dirty="0">
                    <a:solidFill>
                      <a:srgbClr val="FF00FF"/>
                    </a:solidFill>
                  </a:rPr>
                  <a:t>ID=1</a:t>
                </a:r>
              </a:p>
            </p:txBody>
          </p:sp>
          <p:sp>
            <p:nvSpPr>
              <p:cNvPr id="475" name="TextBox 474">
                <a:extLst>
                  <a:ext uri="{FF2B5EF4-FFF2-40B4-BE49-F238E27FC236}">
                    <a16:creationId xmlns:a16="http://schemas.microsoft.com/office/drawing/2014/main" id="{E0BBA4A4-3644-F63D-3AE4-63F818FE9D19}"/>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476" name="TextBox 475">
                <a:extLst>
                  <a:ext uri="{FF2B5EF4-FFF2-40B4-BE49-F238E27FC236}">
                    <a16:creationId xmlns:a16="http://schemas.microsoft.com/office/drawing/2014/main" id="{D3E1D83A-6AA5-6CAD-F79F-B310024FFA1C}"/>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cxnSp>
          <p:nvCxnSpPr>
            <p:cNvPr id="470" name="직선 화살표 연결선 469">
              <a:extLst>
                <a:ext uri="{FF2B5EF4-FFF2-40B4-BE49-F238E27FC236}">
                  <a16:creationId xmlns:a16="http://schemas.microsoft.com/office/drawing/2014/main" id="{1CD3ABDF-E7FA-8A11-9BBF-AC804D3F49BF}"/>
                </a:ext>
              </a:extLst>
            </p:cNvPr>
            <p:cNvCxnSpPr/>
            <p:nvPr/>
          </p:nvCxnSpPr>
          <p:spPr>
            <a:xfrm>
              <a:off x="2210184" y="2750171"/>
              <a:ext cx="576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1" name="직선 화살표 연결선 470">
              <a:extLst>
                <a:ext uri="{FF2B5EF4-FFF2-40B4-BE49-F238E27FC236}">
                  <a16:creationId xmlns:a16="http://schemas.microsoft.com/office/drawing/2014/main" id="{75F7EBBE-18E4-D557-617F-E668453E3E63}"/>
                </a:ext>
              </a:extLst>
            </p:cNvPr>
            <p:cNvCxnSpPr/>
            <p:nvPr/>
          </p:nvCxnSpPr>
          <p:spPr>
            <a:xfrm>
              <a:off x="3339645" y="2754721"/>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2" name="직선 화살표 연결선 471">
              <a:extLst>
                <a:ext uri="{FF2B5EF4-FFF2-40B4-BE49-F238E27FC236}">
                  <a16:creationId xmlns:a16="http://schemas.microsoft.com/office/drawing/2014/main" id="{66D7DB22-78A3-EDFD-2712-711524C44F5F}"/>
                </a:ext>
              </a:extLst>
            </p:cNvPr>
            <p:cNvCxnSpPr/>
            <p:nvPr/>
          </p:nvCxnSpPr>
          <p:spPr>
            <a:xfrm>
              <a:off x="4211131" y="2754868"/>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3" name="직선 화살표 연결선 472">
              <a:extLst>
                <a:ext uri="{FF2B5EF4-FFF2-40B4-BE49-F238E27FC236}">
                  <a16:creationId xmlns:a16="http://schemas.microsoft.com/office/drawing/2014/main" id="{63146694-2D7B-D483-1A1C-CE69F88592E5}"/>
                </a:ext>
              </a:extLst>
            </p:cNvPr>
            <p:cNvCxnSpPr/>
            <p:nvPr/>
          </p:nvCxnSpPr>
          <p:spPr>
            <a:xfrm>
              <a:off x="4949076" y="2754721"/>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70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13545" y="82269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4" y="1612565"/>
            <a:ext cx="6048614" cy="692497"/>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Global-write command is used to write the register data to the XD-12 only if all XD-12 devices </a:t>
            </a:r>
            <a:r>
              <a:rPr lang="en-US" altLang="ko-KR" sz="900" dirty="0">
                <a:solidFill>
                  <a:srgbClr val="000000"/>
                </a:solidFill>
                <a:latin typeface="Arial" panose="020B0604020202020204" pitchFamily="34" charset="0"/>
                <a:cs typeface="Arial" panose="020B0604020202020204" pitchFamily="34" charset="0"/>
              </a:rPr>
              <a:t>daisied to a channel of the XC-24 have the same register data.  If the register data to be written to the XD-12 are different each other, at that time the Local-write command should be used.  </a:t>
            </a:r>
            <a:r>
              <a:rPr lang="en-US" altLang="ko-KR" sz="900" dirty="0">
                <a:latin typeface="Arial" panose="020B0604020202020204" pitchFamily="34" charset="0"/>
                <a:cs typeface="Arial" panose="020B0604020202020204" pitchFamily="34" charset="0"/>
              </a:rPr>
              <a:t>For executing the Global-write command properly, the GLOBAL-WRITE DATA register should be firstly written with desired value and then the START bit of the GLOBAL-WRITE COMMAND register should be set with desired address in order to begin transacting this command.</a:t>
            </a: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Global-write</a:t>
            </a:r>
          </a:p>
        </p:txBody>
      </p:sp>
      <p:sp>
        <p:nvSpPr>
          <p:cNvPr id="403" name="TextBox 402">
            <a:extLst>
              <a:ext uri="{FF2B5EF4-FFF2-40B4-BE49-F238E27FC236}">
                <a16:creationId xmlns:a16="http://schemas.microsoft.com/office/drawing/2014/main" id="{183C087A-5960-A6C4-9E76-2B0F7AEB11AC}"/>
              </a:ext>
            </a:extLst>
          </p:cNvPr>
          <p:cNvSpPr txBox="1"/>
          <p:nvPr/>
        </p:nvSpPr>
        <p:spPr>
          <a:xfrm>
            <a:off x="404810" y="4705789"/>
            <a:ext cx="6093169" cy="692497"/>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GLOBAL-WRITE COMMAND register consists of 6 bits of </a:t>
            </a:r>
            <a:r>
              <a:rPr lang="en-US" altLang="ko-KR" sz="900" dirty="0">
                <a:solidFill>
                  <a:srgbClr val="000000"/>
                </a:solidFill>
                <a:latin typeface="Arial" panose="020B0604020202020204" pitchFamily="34" charset="0"/>
                <a:cs typeface="Arial" panose="020B0604020202020204" pitchFamily="34" charset="0"/>
              </a:rPr>
              <a:t>ADDRESS</a:t>
            </a:r>
            <a:r>
              <a:rPr lang="en-US" altLang="ko-KR" sz="900" b="0" i="0" dirty="0">
                <a:solidFill>
                  <a:srgbClr val="000000"/>
                </a:solidFill>
                <a:effectLst/>
                <a:latin typeface="Arial" panose="020B0604020202020204" pitchFamily="34" charset="0"/>
                <a:cs typeface="Arial" panose="020B0604020202020204" pitchFamily="34" charset="0"/>
              </a:rPr>
              <a:t> field and 1 bit of </a:t>
            </a:r>
            <a:r>
              <a:rPr lang="en-US" altLang="ko-KR" sz="900" dirty="0">
                <a:solidFill>
                  <a:srgbClr val="000000"/>
                </a:solidFill>
                <a:latin typeface="Arial" panose="020B0604020202020204" pitchFamily="34" charset="0"/>
                <a:cs typeface="Arial" panose="020B0604020202020204" pitchFamily="34" charset="0"/>
              </a:rPr>
              <a:t>START</a:t>
            </a:r>
            <a:r>
              <a:rPr lang="en-US" altLang="ko-KR" sz="900" b="0" i="0" dirty="0">
                <a:solidFill>
                  <a:srgbClr val="000000"/>
                </a:solidFill>
                <a:effectLst/>
                <a:latin typeface="Arial" panose="020B0604020202020204" pitchFamily="34" charset="0"/>
                <a:cs typeface="Arial" panose="020B0604020202020204" pitchFamily="34" charset="0"/>
              </a:rPr>
              <a:t>. </a:t>
            </a:r>
            <a:r>
              <a:rPr lang="en-US" altLang="ko-KR" sz="900" dirty="0">
                <a:solidFill>
                  <a:srgbClr val="000000"/>
                </a:solidFill>
                <a:latin typeface="Arial" panose="020B0604020202020204" pitchFamily="34" charset="0"/>
                <a:cs typeface="Arial" panose="020B0604020202020204" pitchFamily="34" charset="0"/>
              </a:rPr>
              <a:t>The ADDRESS is the register address of the XD-12 to be accessed.   If the START bit is set with the ADDRESS together, the Global writing command begins issuing simultaneously in all activated channels, and the command streams repeat continuously for the number of daisied XD-12.  The number of daisied devices can be determined by the DAISY SIZE register of each channel.  The max number of daisied devices per channel is 31.</a:t>
            </a:r>
            <a:endParaRPr lang="en-US" altLang="ko-KR" sz="900" dirty="0">
              <a:latin typeface="Arial" panose="020B0604020202020204" pitchFamily="34" charset="0"/>
              <a:cs typeface="Arial" panose="020B0604020202020204" pitchFamily="34" charset="0"/>
            </a:endParaRPr>
          </a:p>
        </p:txBody>
      </p:sp>
      <p:grpSp>
        <p:nvGrpSpPr>
          <p:cNvPr id="141" name="그룹 140">
            <a:extLst>
              <a:ext uri="{FF2B5EF4-FFF2-40B4-BE49-F238E27FC236}">
                <a16:creationId xmlns:a16="http://schemas.microsoft.com/office/drawing/2014/main" id="{3FB316B5-5108-D8A8-3FD6-630C0C30B8E1}"/>
              </a:ext>
            </a:extLst>
          </p:cNvPr>
          <p:cNvGrpSpPr/>
          <p:nvPr/>
        </p:nvGrpSpPr>
        <p:grpSpPr>
          <a:xfrm>
            <a:off x="829043" y="2570586"/>
            <a:ext cx="5069468" cy="1449180"/>
            <a:chOff x="829043" y="2570586"/>
            <a:chExt cx="5069468" cy="1449180"/>
          </a:xfrm>
        </p:grpSpPr>
        <p:cxnSp>
          <p:nvCxnSpPr>
            <p:cNvPr id="77" name="직선 연결선 76">
              <a:extLst>
                <a:ext uri="{FF2B5EF4-FFF2-40B4-BE49-F238E27FC236}">
                  <a16:creationId xmlns:a16="http://schemas.microsoft.com/office/drawing/2014/main" id="{A9107EAF-583A-CA86-BBAA-FF72BBB7E48E}"/>
                </a:ext>
              </a:extLst>
            </p:cNvPr>
            <p:cNvCxnSpPr/>
            <p:nvPr/>
          </p:nvCxnSpPr>
          <p:spPr>
            <a:xfrm>
              <a:off x="1215838" y="2624087"/>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BDD9960F-84EA-AF8C-BE41-BDB0C603F2AD}"/>
                </a:ext>
              </a:extLst>
            </p:cNvPr>
            <p:cNvCxnSpPr>
              <a:cxnSpLocks/>
            </p:cNvCxnSpPr>
            <p:nvPr/>
          </p:nvCxnSpPr>
          <p:spPr>
            <a:xfrm>
              <a:off x="1393638" y="262778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37FB28F2-DDDD-6E3D-0EA5-4D0646F47186}"/>
                </a:ext>
              </a:extLst>
            </p:cNvPr>
            <p:cNvCxnSpPr>
              <a:cxnSpLocks/>
            </p:cNvCxnSpPr>
            <p:nvPr/>
          </p:nvCxnSpPr>
          <p:spPr>
            <a:xfrm flipV="1">
              <a:off x="1393638" y="2771556"/>
              <a:ext cx="133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0A94329C-B496-4285-7867-1832370979AA}"/>
                </a:ext>
              </a:extLst>
            </p:cNvPr>
            <p:cNvSpPr/>
            <p:nvPr/>
          </p:nvSpPr>
          <p:spPr>
            <a:xfrm>
              <a:off x="1454515" y="2939608"/>
              <a:ext cx="126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GLOBAL-WRITE DATA</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8" name="직선 연결선 107">
              <a:extLst>
                <a:ext uri="{FF2B5EF4-FFF2-40B4-BE49-F238E27FC236}">
                  <a16:creationId xmlns:a16="http://schemas.microsoft.com/office/drawing/2014/main" id="{4936B1AC-3EC4-0D9A-62B0-07B59A026C13}"/>
                </a:ext>
              </a:extLst>
            </p:cNvPr>
            <p:cNvCxnSpPr>
              <a:cxnSpLocks/>
            </p:cNvCxnSpPr>
            <p:nvPr/>
          </p:nvCxnSpPr>
          <p:spPr>
            <a:xfrm flipV="1">
              <a:off x="1225289" y="3155357"/>
              <a:ext cx="46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직사각형 129">
              <a:extLst>
                <a:ext uri="{FF2B5EF4-FFF2-40B4-BE49-F238E27FC236}">
                  <a16:creationId xmlns:a16="http://schemas.microsoft.com/office/drawing/2014/main" id="{D0D50348-8192-6884-6B83-DA230051ED8F}"/>
                </a:ext>
              </a:extLst>
            </p:cNvPr>
            <p:cNvSpPr/>
            <p:nvPr/>
          </p:nvSpPr>
          <p:spPr>
            <a:xfrm>
              <a:off x="841474" y="267329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4" name="직사각형 133">
              <a:extLst>
                <a:ext uri="{FF2B5EF4-FFF2-40B4-BE49-F238E27FC236}">
                  <a16:creationId xmlns:a16="http://schemas.microsoft.com/office/drawing/2014/main" id="{A282E6B1-46DB-3C82-53D5-CBC73FED8416}"/>
                </a:ext>
              </a:extLst>
            </p:cNvPr>
            <p:cNvSpPr/>
            <p:nvPr/>
          </p:nvSpPr>
          <p:spPr>
            <a:xfrm>
              <a:off x="850925" y="304981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94" name="직사각형 393">
              <a:extLst>
                <a:ext uri="{FF2B5EF4-FFF2-40B4-BE49-F238E27FC236}">
                  <a16:creationId xmlns:a16="http://schemas.microsoft.com/office/drawing/2014/main" id="{38AA6204-DED6-4912-326F-6147992FA8A3}"/>
                </a:ext>
              </a:extLst>
            </p:cNvPr>
            <p:cNvSpPr/>
            <p:nvPr/>
          </p:nvSpPr>
          <p:spPr>
            <a:xfrm>
              <a:off x="2942627" y="2940037"/>
              <a:ext cx="126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GLOBAL-WRITE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396" name="직선 연결선 395">
              <a:extLst>
                <a:ext uri="{FF2B5EF4-FFF2-40B4-BE49-F238E27FC236}">
                  <a16:creationId xmlns:a16="http://schemas.microsoft.com/office/drawing/2014/main" id="{8AEFCC38-F48C-F295-9861-6476CD2D0CF6}"/>
                </a:ext>
              </a:extLst>
            </p:cNvPr>
            <p:cNvCxnSpPr>
              <a:cxnSpLocks/>
            </p:cNvCxnSpPr>
            <p:nvPr/>
          </p:nvCxnSpPr>
          <p:spPr>
            <a:xfrm flipV="1">
              <a:off x="2904546" y="2767007"/>
              <a:ext cx="136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7" name="그룹 396">
              <a:extLst>
                <a:ext uri="{FF2B5EF4-FFF2-40B4-BE49-F238E27FC236}">
                  <a16:creationId xmlns:a16="http://schemas.microsoft.com/office/drawing/2014/main" id="{9ECEE973-BDDE-F93C-3955-EADA13039AC4}"/>
                </a:ext>
              </a:extLst>
            </p:cNvPr>
            <p:cNvGrpSpPr/>
            <p:nvPr/>
          </p:nvGrpSpPr>
          <p:grpSpPr>
            <a:xfrm>
              <a:off x="4269126" y="2622583"/>
              <a:ext cx="1620983" cy="144000"/>
              <a:chOff x="5453592" y="2641965"/>
              <a:chExt cx="1688087" cy="144000"/>
            </a:xfrm>
          </p:grpSpPr>
          <p:cxnSp>
            <p:nvCxnSpPr>
              <p:cNvPr id="398" name="직선 연결선 397">
                <a:extLst>
                  <a:ext uri="{FF2B5EF4-FFF2-40B4-BE49-F238E27FC236}">
                    <a16:creationId xmlns:a16="http://schemas.microsoft.com/office/drawing/2014/main" id="{285B62F7-E669-4F3E-B033-2558FB12B4B5}"/>
                  </a:ext>
                </a:extLst>
              </p:cNvPr>
              <p:cNvCxnSpPr/>
              <p:nvPr/>
            </p:nvCxnSpPr>
            <p:spPr>
              <a:xfrm>
                <a:off x="5454616" y="2641965"/>
                <a:ext cx="168706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직선 연결선 398">
                <a:extLst>
                  <a:ext uri="{FF2B5EF4-FFF2-40B4-BE49-F238E27FC236}">
                    <a16:creationId xmlns:a16="http://schemas.microsoft.com/office/drawing/2014/main" id="{7CEAB621-3B45-8866-F394-B8E79CDF85A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1" name="그룹 400">
              <a:extLst>
                <a:ext uri="{FF2B5EF4-FFF2-40B4-BE49-F238E27FC236}">
                  <a16:creationId xmlns:a16="http://schemas.microsoft.com/office/drawing/2014/main" id="{0A04C436-9409-CA76-1D56-B0F28F42B482}"/>
                </a:ext>
              </a:extLst>
            </p:cNvPr>
            <p:cNvGrpSpPr/>
            <p:nvPr/>
          </p:nvGrpSpPr>
          <p:grpSpPr>
            <a:xfrm>
              <a:off x="2730945" y="2623007"/>
              <a:ext cx="179694" cy="146277"/>
              <a:chOff x="3250176" y="2637183"/>
              <a:chExt cx="179694" cy="146277"/>
            </a:xfrm>
          </p:grpSpPr>
          <p:grpSp>
            <p:nvGrpSpPr>
              <p:cNvPr id="395" name="그룹 394">
                <a:extLst>
                  <a:ext uri="{FF2B5EF4-FFF2-40B4-BE49-F238E27FC236}">
                    <a16:creationId xmlns:a16="http://schemas.microsoft.com/office/drawing/2014/main" id="{4218C486-9B10-1D29-3E96-7D9FD4D0A646}"/>
                  </a:ext>
                </a:extLst>
              </p:cNvPr>
              <p:cNvGrpSpPr/>
              <p:nvPr/>
            </p:nvGrpSpPr>
            <p:grpSpPr>
              <a:xfrm>
                <a:off x="3250176" y="2637183"/>
                <a:ext cx="178824" cy="144000"/>
                <a:chOff x="5453592" y="2641965"/>
                <a:chExt cx="178824" cy="144000"/>
              </a:xfrm>
            </p:grpSpPr>
            <p:cxnSp>
              <p:nvCxnSpPr>
                <p:cNvPr id="105" name="직선 연결선 104">
                  <a:extLst>
                    <a:ext uri="{FF2B5EF4-FFF2-40B4-BE49-F238E27FC236}">
                      <a16:creationId xmlns:a16="http://schemas.microsoft.com/office/drawing/2014/main" id="{40238E3F-12A1-0642-5012-37D7E717393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27171997-FB3A-2F0B-3696-F61D6F4F6ED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0" name="직선 연결선 399">
                <a:extLst>
                  <a:ext uri="{FF2B5EF4-FFF2-40B4-BE49-F238E27FC236}">
                    <a16:creationId xmlns:a16="http://schemas.microsoft.com/office/drawing/2014/main" id="{FF3616E3-9C35-FFF9-DDBE-CE1CD95EE06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직선 연결선 4">
              <a:extLst>
                <a:ext uri="{FF2B5EF4-FFF2-40B4-BE49-F238E27FC236}">
                  <a16:creationId xmlns:a16="http://schemas.microsoft.com/office/drawing/2014/main" id="{A7F366FA-0814-9A04-D41F-D7EEFBDAF484}"/>
                </a:ext>
              </a:extLst>
            </p:cNvPr>
            <p:cNvCxnSpPr>
              <a:cxnSpLocks/>
            </p:cNvCxnSpPr>
            <p:nvPr/>
          </p:nvCxnSpPr>
          <p:spPr>
            <a:xfrm flipV="1">
              <a:off x="1195630" y="3508278"/>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B5881562-0A39-F01A-E986-4499AF3F9B63}"/>
                </a:ext>
              </a:extLst>
            </p:cNvPr>
            <p:cNvSpPr/>
            <p:nvPr/>
          </p:nvSpPr>
          <p:spPr>
            <a:xfrm>
              <a:off x="841474" y="3405260"/>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8" name="그룹 7">
              <a:extLst>
                <a:ext uri="{FF2B5EF4-FFF2-40B4-BE49-F238E27FC236}">
                  <a16:creationId xmlns:a16="http://schemas.microsoft.com/office/drawing/2014/main" id="{E12C7F10-1893-62C1-0A4F-B1B24F378ABD}"/>
                </a:ext>
              </a:extLst>
            </p:cNvPr>
            <p:cNvGrpSpPr/>
            <p:nvPr/>
          </p:nvGrpSpPr>
          <p:grpSpPr>
            <a:xfrm>
              <a:off x="4402570" y="3362991"/>
              <a:ext cx="72000" cy="146277"/>
              <a:chOff x="3250176" y="2637183"/>
              <a:chExt cx="179694" cy="146277"/>
            </a:xfrm>
          </p:grpSpPr>
          <p:grpSp>
            <p:nvGrpSpPr>
              <p:cNvPr id="10" name="그룹 9">
                <a:extLst>
                  <a:ext uri="{FF2B5EF4-FFF2-40B4-BE49-F238E27FC236}">
                    <a16:creationId xmlns:a16="http://schemas.microsoft.com/office/drawing/2014/main" id="{4E525B47-F9E9-4FCD-5CF2-477CEBA461A2}"/>
                  </a:ext>
                </a:extLst>
              </p:cNvPr>
              <p:cNvGrpSpPr/>
              <p:nvPr/>
            </p:nvGrpSpPr>
            <p:grpSpPr>
              <a:xfrm>
                <a:off x="3250176" y="2637183"/>
                <a:ext cx="178824" cy="144000"/>
                <a:chOff x="5453592" y="2641965"/>
                <a:chExt cx="178824" cy="144000"/>
              </a:xfrm>
            </p:grpSpPr>
            <p:cxnSp>
              <p:nvCxnSpPr>
                <p:cNvPr id="12" name="직선 연결선 11">
                  <a:extLst>
                    <a:ext uri="{FF2B5EF4-FFF2-40B4-BE49-F238E27FC236}">
                      <a16:creationId xmlns:a16="http://schemas.microsoft.com/office/drawing/2014/main" id="{A7B12125-9EE1-052D-C98D-F5EF27C016C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58BD7F01-BAD4-A6E8-25B6-DA54AF57D89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직선 연결선 10">
                <a:extLst>
                  <a:ext uri="{FF2B5EF4-FFF2-40B4-BE49-F238E27FC236}">
                    <a16:creationId xmlns:a16="http://schemas.microsoft.com/office/drawing/2014/main" id="{5494EA4F-662A-48C0-66C4-F3C8BF3E82A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직선 연결선 13">
              <a:extLst>
                <a:ext uri="{FF2B5EF4-FFF2-40B4-BE49-F238E27FC236}">
                  <a16:creationId xmlns:a16="http://schemas.microsoft.com/office/drawing/2014/main" id="{62A7FB48-625E-774C-22C9-4280909EDF89}"/>
                </a:ext>
              </a:extLst>
            </p:cNvPr>
            <p:cNvCxnSpPr>
              <a:cxnSpLocks/>
            </p:cNvCxnSpPr>
            <p:nvPr/>
          </p:nvCxnSpPr>
          <p:spPr>
            <a:xfrm>
              <a:off x="4474221" y="350699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7B985088-CB44-B76D-2FC3-EF2E2E846546}"/>
                </a:ext>
              </a:extLst>
            </p:cNvPr>
            <p:cNvGrpSpPr/>
            <p:nvPr/>
          </p:nvGrpSpPr>
          <p:grpSpPr>
            <a:xfrm>
              <a:off x="4512812" y="3362959"/>
              <a:ext cx="72000" cy="146277"/>
              <a:chOff x="3250176" y="2637183"/>
              <a:chExt cx="179694" cy="146277"/>
            </a:xfrm>
          </p:grpSpPr>
          <p:grpSp>
            <p:nvGrpSpPr>
              <p:cNvPr id="19" name="그룹 18">
                <a:extLst>
                  <a:ext uri="{FF2B5EF4-FFF2-40B4-BE49-F238E27FC236}">
                    <a16:creationId xmlns:a16="http://schemas.microsoft.com/office/drawing/2014/main" id="{0227BFBD-054D-0A6D-965F-2C84D406DCC3}"/>
                  </a:ext>
                </a:extLst>
              </p:cNvPr>
              <p:cNvGrpSpPr/>
              <p:nvPr/>
            </p:nvGrpSpPr>
            <p:grpSpPr>
              <a:xfrm>
                <a:off x="3250176" y="2637183"/>
                <a:ext cx="178824" cy="144000"/>
                <a:chOff x="5453592" y="2641965"/>
                <a:chExt cx="178824" cy="144000"/>
              </a:xfrm>
            </p:grpSpPr>
            <p:cxnSp>
              <p:nvCxnSpPr>
                <p:cNvPr id="21" name="직선 연결선 20">
                  <a:extLst>
                    <a:ext uri="{FF2B5EF4-FFF2-40B4-BE49-F238E27FC236}">
                      <a16:creationId xmlns:a16="http://schemas.microsoft.com/office/drawing/2014/main" id="{6ACEEF10-6E7C-AC9F-1756-8BD688B5F91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24C57F90-7B3C-D38D-427D-46BD20626B1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직선 연결선 19">
                <a:extLst>
                  <a:ext uri="{FF2B5EF4-FFF2-40B4-BE49-F238E27FC236}">
                    <a16:creationId xmlns:a16="http://schemas.microsoft.com/office/drawing/2014/main" id="{F94507AA-9642-E6FC-D514-B67AA405138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 name="직선 연결선 22">
              <a:extLst>
                <a:ext uri="{FF2B5EF4-FFF2-40B4-BE49-F238E27FC236}">
                  <a16:creationId xmlns:a16="http://schemas.microsoft.com/office/drawing/2014/main" id="{91C3668D-4198-3193-8830-9A58E1564A06}"/>
                </a:ext>
              </a:extLst>
            </p:cNvPr>
            <p:cNvCxnSpPr>
              <a:cxnSpLocks/>
            </p:cNvCxnSpPr>
            <p:nvPr/>
          </p:nvCxnSpPr>
          <p:spPr>
            <a:xfrm>
              <a:off x="4584463" y="350254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 name="그룹 23">
              <a:extLst>
                <a:ext uri="{FF2B5EF4-FFF2-40B4-BE49-F238E27FC236}">
                  <a16:creationId xmlns:a16="http://schemas.microsoft.com/office/drawing/2014/main" id="{A739775F-D692-E888-B05F-E88C890F8DDD}"/>
                </a:ext>
              </a:extLst>
            </p:cNvPr>
            <p:cNvGrpSpPr/>
            <p:nvPr/>
          </p:nvGrpSpPr>
          <p:grpSpPr>
            <a:xfrm>
              <a:off x="4624602" y="3360510"/>
              <a:ext cx="72000" cy="146277"/>
              <a:chOff x="3250176" y="2637183"/>
              <a:chExt cx="179694" cy="146277"/>
            </a:xfrm>
          </p:grpSpPr>
          <p:grpSp>
            <p:nvGrpSpPr>
              <p:cNvPr id="26" name="그룹 25">
                <a:extLst>
                  <a:ext uri="{FF2B5EF4-FFF2-40B4-BE49-F238E27FC236}">
                    <a16:creationId xmlns:a16="http://schemas.microsoft.com/office/drawing/2014/main" id="{DAEF6EFC-0155-9443-0837-7DA35CF49ED5}"/>
                  </a:ext>
                </a:extLst>
              </p:cNvPr>
              <p:cNvGrpSpPr/>
              <p:nvPr/>
            </p:nvGrpSpPr>
            <p:grpSpPr>
              <a:xfrm>
                <a:off x="3250176" y="2637183"/>
                <a:ext cx="178824" cy="144000"/>
                <a:chOff x="5453592" y="2641965"/>
                <a:chExt cx="178824" cy="144000"/>
              </a:xfrm>
            </p:grpSpPr>
            <p:cxnSp>
              <p:nvCxnSpPr>
                <p:cNvPr id="28" name="직선 연결선 27">
                  <a:extLst>
                    <a:ext uri="{FF2B5EF4-FFF2-40B4-BE49-F238E27FC236}">
                      <a16:creationId xmlns:a16="http://schemas.microsoft.com/office/drawing/2014/main" id="{F6F6A250-9DE3-819C-6231-581B1080B40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a:extLst>
                    <a:ext uri="{FF2B5EF4-FFF2-40B4-BE49-F238E27FC236}">
                      <a16:creationId xmlns:a16="http://schemas.microsoft.com/office/drawing/2014/main" id="{A1194D10-38CC-16E9-69E9-D357B6E8B7F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 name="직선 연결선 26">
                <a:extLst>
                  <a:ext uri="{FF2B5EF4-FFF2-40B4-BE49-F238E27FC236}">
                    <a16:creationId xmlns:a16="http://schemas.microsoft.com/office/drawing/2014/main" id="{48298FDB-66FE-DF10-3233-CC41498098A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 name="직선 연결선 29">
              <a:extLst>
                <a:ext uri="{FF2B5EF4-FFF2-40B4-BE49-F238E27FC236}">
                  <a16:creationId xmlns:a16="http://schemas.microsoft.com/office/drawing/2014/main" id="{56184457-D04D-50D1-1AA1-B4617975774F}"/>
                </a:ext>
              </a:extLst>
            </p:cNvPr>
            <p:cNvCxnSpPr>
              <a:cxnSpLocks/>
            </p:cNvCxnSpPr>
            <p:nvPr/>
          </p:nvCxnSpPr>
          <p:spPr>
            <a:xfrm>
              <a:off x="4698190" y="350311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그룹 30">
              <a:extLst>
                <a:ext uri="{FF2B5EF4-FFF2-40B4-BE49-F238E27FC236}">
                  <a16:creationId xmlns:a16="http://schemas.microsoft.com/office/drawing/2014/main" id="{1430FEEA-317E-1A29-1398-7A2762E1C983}"/>
                </a:ext>
              </a:extLst>
            </p:cNvPr>
            <p:cNvGrpSpPr/>
            <p:nvPr/>
          </p:nvGrpSpPr>
          <p:grpSpPr>
            <a:xfrm>
              <a:off x="4737748" y="3359371"/>
              <a:ext cx="35826" cy="146277"/>
              <a:chOff x="3250176" y="2637183"/>
              <a:chExt cx="178824" cy="146277"/>
            </a:xfrm>
          </p:grpSpPr>
          <p:grpSp>
            <p:nvGrpSpPr>
              <p:cNvPr id="32" name="그룹 31">
                <a:extLst>
                  <a:ext uri="{FF2B5EF4-FFF2-40B4-BE49-F238E27FC236}">
                    <a16:creationId xmlns:a16="http://schemas.microsoft.com/office/drawing/2014/main" id="{9EDA5759-D564-CEE4-8D51-ADD1D4DBFC26}"/>
                  </a:ext>
                </a:extLst>
              </p:cNvPr>
              <p:cNvGrpSpPr/>
              <p:nvPr/>
            </p:nvGrpSpPr>
            <p:grpSpPr>
              <a:xfrm>
                <a:off x="3250176" y="2637183"/>
                <a:ext cx="178824" cy="144000"/>
                <a:chOff x="5453592" y="2641965"/>
                <a:chExt cx="178824" cy="144000"/>
              </a:xfrm>
            </p:grpSpPr>
            <p:cxnSp>
              <p:nvCxnSpPr>
                <p:cNvPr id="34" name="직선 연결선 33">
                  <a:extLst>
                    <a:ext uri="{FF2B5EF4-FFF2-40B4-BE49-F238E27FC236}">
                      <a16:creationId xmlns:a16="http://schemas.microsoft.com/office/drawing/2014/main" id="{1FAF79A8-F2D5-BC59-0721-E8FA1DBEF2A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4F9D5FB4-E09A-F1B6-BC47-7B5EBA31F65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 name="직선 연결선 32">
                <a:extLst>
                  <a:ext uri="{FF2B5EF4-FFF2-40B4-BE49-F238E27FC236}">
                    <a16:creationId xmlns:a16="http://schemas.microsoft.com/office/drawing/2014/main" id="{AD63F160-9384-9406-AD7F-BC1D739D08C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 name="직선 연결선 35">
              <a:extLst>
                <a:ext uri="{FF2B5EF4-FFF2-40B4-BE49-F238E27FC236}">
                  <a16:creationId xmlns:a16="http://schemas.microsoft.com/office/drawing/2014/main" id="{6CF4C80A-5C0D-9157-48AD-4DCE07C41A7E}"/>
                </a:ext>
              </a:extLst>
            </p:cNvPr>
            <p:cNvCxnSpPr>
              <a:cxnSpLocks/>
            </p:cNvCxnSpPr>
            <p:nvPr/>
          </p:nvCxnSpPr>
          <p:spPr>
            <a:xfrm>
              <a:off x="4773564" y="3502541"/>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그룹 36">
              <a:extLst>
                <a:ext uri="{FF2B5EF4-FFF2-40B4-BE49-F238E27FC236}">
                  <a16:creationId xmlns:a16="http://schemas.microsoft.com/office/drawing/2014/main" id="{70EBFF49-4776-5B33-BA75-B019D1E49131}"/>
                </a:ext>
              </a:extLst>
            </p:cNvPr>
            <p:cNvGrpSpPr/>
            <p:nvPr/>
          </p:nvGrpSpPr>
          <p:grpSpPr>
            <a:xfrm>
              <a:off x="4847639" y="3357849"/>
              <a:ext cx="455423" cy="146277"/>
              <a:chOff x="3250176" y="2637183"/>
              <a:chExt cx="179694" cy="146277"/>
            </a:xfrm>
          </p:grpSpPr>
          <p:grpSp>
            <p:nvGrpSpPr>
              <p:cNvPr id="38" name="그룹 37">
                <a:extLst>
                  <a:ext uri="{FF2B5EF4-FFF2-40B4-BE49-F238E27FC236}">
                    <a16:creationId xmlns:a16="http://schemas.microsoft.com/office/drawing/2014/main" id="{930007C6-E63A-B05D-71D3-345ADBE07ADD}"/>
                  </a:ext>
                </a:extLst>
              </p:cNvPr>
              <p:cNvGrpSpPr/>
              <p:nvPr/>
            </p:nvGrpSpPr>
            <p:grpSpPr>
              <a:xfrm>
                <a:off x="3250176" y="2637183"/>
                <a:ext cx="178824" cy="144000"/>
                <a:chOff x="5453592" y="2641965"/>
                <a:chExt cx="178824" cy="144000"/>
              </a:xfrm>
            </p:grpSpPr>
            <p:cxnSp>
              <p:nvCxnSpPr>
                <p:cNvPr id="40" name="직선 연결선 39">
                  <a:extLst>
                    <a:ext uri="{FF2B5EF4-FFF2-40B4-BE49-F238E27FC236}">
                      <a16:creationId xmlns:a16="http://schemas.microsoft.com/office/drawing/2014/main" id="{F54ED144-72F1-4EE1-24E4-1AEDDBF8675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00D0E849-F9F7-76EC-04B8-C8AF3A6584C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 name="직선 연결선 38">
                <a:extLst>
                  <a:ext uri="{FF2B5EF4-FFF2-40B4-BE49-F238E27FC236}">
                    <a16:creationId xmlns:a16="http://schemas.microsoft.com/office/drawing/2014/main" id="{65D91167-A1AA-DD42-B20E-5E7EDE0AEB1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직선 연결선 41">
              <a:extLst>
                <a:ext uri="{FF2B5EF4-FFF2-40B4-BE49-F238E27FC236}">
                  <a16:creationId xmlns:a16="http://schemas.microsoft.com/office/drawing/2014/main" id="{458C19C7-F756-D30D-BD5C-0252B9142251}"/>
                </a:ext>
              </a:extLst>
            </p:cNvPr>
            <p:cNvCxnSpPr>
              <a:cxnSpLocks/>
            </p:cNvCxnSpPr>
            <p:nvPr/>
          </p:nvCxnSpPr>
          <p:spPr>
            <a:xfrm>
              <a:off x="4851915" y="3501849"/>
              <a:ext cx="10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 name="그룹 43">
              <a:extLst>
                <a:ext uri="{FF2B5EF4-FFF2-40B4-BE49-F238E27FC236}">
                  <a16:creationId xmlns:a16="http://schemas.microsoft.com/office/drawing/2014/main" id="{A1E44F9D-F607-A92F-A566-B747292A5CCE}"/>
                </a:ext>
              </a:extLst>
            </p:cNvPr>
            <p:cNvGrpSpPr/>
            <p:nvPr/>
          </p:nvGrpSpPr>
          <p:grpSpPr>
            <a:xfrm>
              <a:off x="5302794" y="3357509"/>
              <a:ext cx="455423" cy="146277"/>
              <a:chOff x="3250176" y="2637183"/>
              <a:chExt cx="179694" cy="146277"/>
            </a:xfrm>
          </p:grpSpPr>
          <p:grpSp>
            <p:nvGrpSpPr>
              <p:cNvPr id="45" name="그룹 44">
                <a:extLst>
                  <a:ext uri="{FF2B5EF4-FFF2-40B4-BE49-F238E27FC236}">
                    <a16:creationId xmlns:a16="http://schemas.microsoft.com/office/drawing/2014/main" id="{1011ABEA-D919-F94E-CFB2-B1C9AE9C3FAF}"/>
                  </a:ext>
                </a:extLst>
              </p:cNvPr>
              <p:cNvGrpSpPr/>
              <p:nvPr/>
            </p:nvGrpSpPr>
            <p:grpSpPr>
              <a:xfrm>
                <a:off x="3250176" y="2637183"/>
                <a:ext cx="178824" cy="144000"/>
                <a:chOff x="5453592" y="2641965"/>
                <a:chExt cx="178824" cy="144000"/>
              </a:xfrm>
            </p:grpSpPr>
            <p:cxnSp>
              <p:nvCxnSpPr>
                <p:cNvPr id="47" name="직선 연결선 46">
                  <a:extLst>
                    <a:ext uri="{FF2B5EF4-FFF2-40B4-BE49-F238E27FC236}">
                      <a16:creationId xmlns:a16="http://schemas.microsoft.com/office/drawing/2014/main" id="{28506CBC-4362-72CA-A9BE-3720E892BA9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76987D9F-49F4-BB71-0569-F38DFDD611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직선 연결선 45">
                <a:extLst>
                  <a:ext uri="{FF2B5EF4-FFF2-40B4-BE49-F238E27FC236}">
                    <a16:creationId xmlns:a16="http://schemas.microsoft.com/office/drawing/2014/main" id="{833CFE43-93D0-7E14-EB58-FAD29FBF83E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직선 연결선 52">
              <a:extLst>
                <a:ext uri="{FF2B5EF4-FFF2-40B4-BE49-F238E27FC236}">
                  <a16:creationId xmlns:a16="http://schemas.microsoft.com/office/drawing/2014/main" id="{05820A77-0860-9A7B-5268-DB1B011DD260}"/>
                </a:ext>
              </a:extLst>
            </p:cNvPr>
            <p:cNvCxnSpPr>
              <a:cxnSpLocks/>
            </p:cNvCxnSpPr>
            <p:nvPr/>
          </p:nvCxnSpPr>
          <p:spPr>
            <a:xfrm flipV="1">
              <a:off x="1195902" y="3728641"/>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직사각형 53">
              <a:extLst>
                <a:ext uri="{FF2B5EF4-FFF2-40B4-BE49-F238E27FC236}">
                  <a16:creationId xmlns:a16="http://schemas.microsoft.com/office/drawing/2014/main" id="{D8971CDD-4662-4AC4-6654-D1542B84823E}"/>
                </a:ext>
              </a:extLst>
            </p:cNvPr>
            <p:cNvSpPr/>
            <p:nvPr/>
          </p:nvSpPr>
          <p:spPr>
            <a:xfrm>
              <a:off x="834168" y="362562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55" name="그룹 54">
              <a:extLst>
                <a:ext uri="{FF2B5EF4-FFF2-40B4-BE49-F238E27FC236}">
                  <a16:creationId xmlns:a16="http://schemas.microsoft.com/office/drawing/2014/main" id="{99B56DAF-67A2-B668-D8BF-942E720EB0AA}"/>
                </a:ext>
              </a:extLst>
            </p:cNvPr>
            <p:cNvGrpSpPr/>
            <p:nvPr/>
          </p:nvGrpSpPr>
          <p:grpSpPr>
            <a:xfrm>
              <a:off x="4402842" y="3583354"/>
              <a:ext cx="72000" cy="146277"/>
              <a:chOff x="3250176" y="2637183"/>
              <a:chExt cx="179694" cy="146277"/>
            </a:xfrm>
          </p:grpSpPr>
          <p:grpSp>
            <p:nvGrpSpPr>
              <p:cNvPr id="56" name="그룹 55">
                <a:extLst>
                  <a:ext uri="{FF2B5EF4-FFF2-40B4-BE49-F238E27FC236}">
                    <a16:creationId xmlns:a16="http://schemas.microsoft.com/office/drawing/2014/main" id="{5494AD7D-9D6F-0D40-86BB-2D80F504039A}"/>
                  </a:ext>
                </a:extLst>
              </p:cNvPr>
              <p:cNvGrpSpPr/>
              <p:nvPr/>
            </p:nvGrpSpPr>
            <p:grpSpPr>
              <a:xfrm>
                <a:off x="3250176" y="2637183"/>
                <a:ext cx="178824" cy="144000"/>
                <a:chOff x="5453592" y="2641965"/>
                <a:chExt cx="178824" cy="144000"/>
              </a:xfrm>
            </p:grpSpPr>
            <p:cxnSp>
              <p:nvCxnSpPr>
                <p:cNvPr id="58" name="직선 연결선 57">
                  <a:extLst>
                    <a:ext uri="{FF2B5EF4-FFF2-40B4-BE49-F238E27FC236}">
                      <a16:creationId xmlns:a16="http://schemas.microsoft.com/office/drawing/2014/main" id="{82C0F152-6C3C-08A7-283D-E81F536D5D7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3F9DD39-A70F-7D78-8324-6C2EE63A0D9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직선 연결선 56">
                <a:extLst>
                  <a:ext uri="{FF2B5EF4-FFF2-40B4-BE49-F238E27FC236}">
                    <a16:creationId xmlns:a16="http://schemas.microsoft.com/office/drawing/2014/main" id="{186BCD55-F65F-BA0A-34F9-F9BF95D1D09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직선 연결선 59">
              <a:extLst>
                <a:ext uri="{FF2B5EF4-FFF2-40B4-BE49-F238E27FC236}">
                  <a16:creationId xmlns:a16="http://schemas.microsoft.com/office/drawing/2014/main" id="{8356D9A0-0C71-4206-B385-387BA903E260}"/>
                </a:ext>
              </a:extLst>
            </p:cNvPr>
            <p:cNvCxnSpPr>
              <a:cxnSpLocks/>
            </p:cNvCxnSpPr>
            <p:nvPr/>
          </p:nvCxnSpPr>
          <p:spPr>
            <a:xfrm>
              <a:off x="4474493" y="372735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id="{289822EF-8313-7CBF-B3CF-81EFDEDD3E4A}"/>
                </a:ext>
              </a:extLst>
            </p:cNvPr>
            <p:cNvGrpSpPr/>
            <p:nvPr/>
          </p:nvGrpSpPr>
          <p:grpSpPr>
            <a:xfrm>
              <a:off x="4513084" y="3583322"/>
              <a:ext cx="72000" cy="146277"/>
              <a:chOff x="3250176" y="2637183"/>
              <a:chExt cx="179694" cy="146277"/>
            </a:xfrm>
          </p:grpSpPr>
          <p:grpSp>
            <p:nvGrpSpPr>
              <p:cNvPr id="62" name="그룹 61">
                <a:extLst>
                  <a:ext uri="{FF2B5EF4-FFF2-40B4-BE49-F238E27FC236}">
                    <a16:creationId xmlns:a16="http://schemas.microsoft.com/office/drawing/2014/main" id="{FBA7BC9C-C49C-3198-AF76-CB41946DD621}"/>
                  </a:ext>
                </a:extLst>
              </p:cNvPr>
              <p:cNvGrpSpPr/>
              <p:nvPr/>
            </p:nvGrpSpPr>
            <p:grpSpPr>
              <a:xfrm>
                <a:off x="3250176" y="2637183"/>
                <a:ext cx="178824" cy="144000"/>
                <a:chOff x="5453592" y="2641965"/>
                <a:chExt cx="178824" cy="144000"/>
              </a:xfrm>
            </p:grpSpPr>
            <p:cxnSp>
              <p:nvCxnSpPr>
                <p:cNvPr id="64" name="직선 연결선 63">
                  <a:extLst>
                    <a:ext uri="{FF2B5EF4-FFF2-40B4-BE49-F238E27FC236}">
                      <a16:creationId xmlns:a16="http://schemas.microsoft.com/office/drawing/2014/main" id="{8C1C1A3B-1ECD-91C6-A248-6026D83F728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8636885B-B317-F9E2-B834-35D90A2174C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 name="직선 연결선 62">
                <a:extLst>
                  <a:ext uri="{FF2B5EF4-FFF2-40B4-BE49-F238E27FC236}">
                    <a16:creationId xmlns:a16="http://schemas.microsoft.com/office/drawing/2014/main" id="{F2CF7CDA-876E-4059-792D-EC35C74ADF4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 name="직선 연결선 65">
              <a:extLst>
                <a:ext uri="{FF2B5EF4-FFF2-40B4-BE49-F238E27FC236}">
                  <a16:creationId xmlns:a16="http://schemas.microsoft.com/office/drawing/2014/main" id="{96C8942C-CA26-607C-3E0A-9CB35323AEAA}"/>
                </a:ext>
              </a:extLst>
            </p:cNvPr>
            <p:cNvCxnSpPr>
              <a:cxnSpLocks/>
            </p:cNvCxnSpPr>
            <p:nvPr/>
          </p:nvCxnSpPr>
          <p:spPr>
            <a:xfrm>
              <a:off x="4584735" y="372290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B267B737-E888-B8A7-17D2-226BF60D9902}"/>
                </a:ext>
              </a:extLst>
            </p:cNvPr>
            <p:cNvGrpSpPr/>
            <p:nvPr/>
          </p:nvGrpSpPr>
          <p:grpSpPr>
            <a:xfrm>
              <a:off x="4624874" y="3580873"/>
              <a:ext cx="72000" cy="146277"/>
              <a:chOff x="3250176" y="2637183"/>
              <a:chExt cx="179694" cy="146277"/>
            </a:xfrm>
          </p:grpSpPr>
          <p:grpSp>
            <p:nvGrpSpPr>
              <p:cNvPr id="68" name="그룹 67">
                <a:extLst>
                  <a:ext uri="{FF2B5EF4-FFF2-40B4-BE49-F238E27FC236}">
                    <a16:creationId xmlns:a16="http://schemas.microsoft.com/office/drawing/2014/main" id="{F6925B72-F86E-FDEB-2E77-CF5D42F94514}"/>
                  </a:ext>
                </a:extLst>
              </p:cNvPr>
              <p:cNvGrpSpPr/>
              <p:nvPr/>
            </p:nvGrpSpPr>
            <p:grpSpPr>
              <a:xfrm>
                <a:off x="3250176" y="2637183"/>
                <a:ext cx="178824" cy="144000"/>
                <a:chOff x="5453592" y="2641965"/>
                <a:chExt cx="178824" cy="144000"/>
              </a:xfrm>
            </p:grpSpPr>
            <p:cxnSp>
              <p:nvCxnSpPr>
                <p:cNvPr id="70" name="직선 연결선 69">
                  <a:extLst>
                    <a:ext uri="{FF2B5EF4-FFF2-40B4-BE49-F238E27FC236}">
                      <a16:creationId xmlns:a16="http://schemas.microsoft.com/office/drawing/2014/main" id="{37CB894A-D6DE-83A5-F8C9-FAD093762F5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6AED7454-20E3-A1CD-D3D6-A34734C635F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9" name="직선 연결선 68">
                <a:extLst>
                  <a:ext uri="{FF2B5EF4-FFF2-40B4-BE49-F238E27FC236}">
                    <a16:creationId xmlns:a16="http://schemas.microsoft.com/office/drawing/2014/main" id="{19B6C840-CE25-BC41-47CC-DBF89CB04F5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2" name="직선 연결선 71">
              <a:extLst>
                <a:ext uri="{FF2B5EF4-FFF2-40B4-BE49-F238E27FC236}">
                  <a16:creationId xmlns:a16="http://schemas.microsoft.com/office/drawing/2014/main" id="{0361B2F1-780E-E2AF-0449-E1F0FDA95305}"/>
                </a:ext>
              </a:extLst>
            </p:cNvPr>
            <p:cNvCxnSpPr>
              <a:cxnSpLocks/>
            </p:cNvCxnSpPr>
            <p:nvPr/>
          </p:nvCxnSpPr>
          <p:spPr>
            <a:xfrm>
              <a:off x="4698462" y="372348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그룹 72">
              <a:extLst>
                <a:ext uri="{FF2B5EF4-FFF2-40B4-BE49-F238E27FC236}">
                  <a16:creationId xmlns:a16="http://schemas.microsoft.com/office/drawing/2014/main" id="{6440D87A-DFBD-E612-3A97-3AAE98B2D815}"/>
                </a:ext>
              </a:extLst>
            </p:cNvPr>
            <p:cNvGrpSpPr/>
            <p:nvPr/>
          </p:nvGrpSpPr>
          <p:grpSpPr>
            <a:xfrm>
              <a:off x="4738020" y="3579734"/>
              <a:ext cx="35826" cy="146277"/>
              <a:chOff x="3250176" y="2637183"/>
              <a:chExt cx="178824" cy="146277"/>
            </a:xfrm>
          </p:grpSpPr>
          <p:grpSp>
            <p:nvGrpSpPr>
              <p:cNvPr id="74" name="그룹 73">
                <a:extLst>
                  <a:ext uri="{FF2B5EF4-FFF2-40B4-BE49-F238E27FC236}">
                    <a16:creationId xmlns:a16="http://schemas.microsoft.com/office/drawing/2014/main" id="{DEF40A64-0321-CD16-E085-5AE15D616204}"/>
                  </a:ext>
                </a:extLst>
              </p:cNvPr>
              <p:cNvGrpSpPr/>
              <p:nvPr/>
            </p:nvGrpSpPr>
            <p:grpSpPr>
              <a:xfrm>
                <a:off x="3250176" y="2637183"/>
                <a:ext cx="178824" cy="144000"/>
                <a:chOff x="5453592" y="2641965"/>
                <a:chExt cx="178824" cy="144000"/>
              </a:xfrm>
            </p:grpSpPr>
            <p:cxnSp>
              <p:nvCxnSpPr>
                <p:cNvPr id="79" name="직선 연결선 78">
                  <a:extLst>
                    <a:ext uri="{FF2B5EF4-FFF2-40B4-BE49-F238E27FC236}">
                      <a16:creationId xmlns:a16="http://schemas.microsoft.com/office/drawing/2014/main" id="{5A4BCA22-50AA-6C9B-9BA6-7A631672D84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D170A299-1C16-0E95-C760-42F051C2B83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6" name="직선 연결선 75">
                <a:extLst>
                  <a:ext uri="{FF2B5EF4-FFF2-40B4-BE49-F238E27FC236}">
                    <a16:creationId xmlns:a16="http://schemas.microsoft.com/office/drawing/2014/main" id="{C1936352-F4AA-B787-9FFB-DE18220927C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1" name="직선 연결선 80">
              <a:extLst>
                <a:ext uri="{FF2B5EF4-FFF2-40B4-BE49-F238E27FC236}">
                  <a16:creationId xmlns:a16="http://schemas.microsoft.com/office/drawing/2014/main" id="{C21C732F-7593-A390-A490-28D3519D0CC6}"/>
                </a:ext>
              </a:extLst>
            </p:cNvPr>
            <p:cNvCxnSpPr>
              <a:cxnSpLocks/>
            </p:cNvCxnSpPr>
            <p:nvPr/>
          </p:nvCxnSpPr>
          <p:spPr>
            <a:xfrm>
              <a:off x="4773836" y="3722904"/>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2" name="그룹 81">
              <a:extLst>
                <a:ext uri="{FF2B5EF4-FFF2-40B4-BE49-F238E27FC236}">
                  <a16:creationId xmlns:a16="http://schemas.microsoft.com/office/drawing/2014/main" id="{0DF8C06D-1780-890C-D4F1-CDEF7304DC91}"/>
                </a:ext>
              </a:extLst>
            </p:cNvPr>
            <p:cNvGrpSpPr/>
            <p:nvPr/>
          </p:nvGrpSpPr>
          <p:grpSpPr>
            <a:xfrm>
              <a:off x="4847911" y="3578212"/>
              <a:ext cx="455423" cy="146277"/>
              <a:chOff x="3250176" y="2637183"/>
              <a:chExt cx="179694" cy="146277"/>
            </a:xfrm>
          </p:grpSpPr>
          <p:grpSp>
            <p:nvGrpSpPr>
              <p:cNvPr id="83" name="그룹 82">
                <a:extLst>
                  <a:ext uri="{FF2B5EF4-FFF2-40B4-BE49-F238E27FC236}">
                    <a16:creationId xmlns:a16="http://schemas.microsoft.com/office/drawing/2014/main" id="{49619532-ABAA-CE9A-7992-ECC197B3E7D6}"/>
                  </a:ext>
                </a:extLst>
              </p:cNvPr>
              <p:cNvGrpSpPr/>
              <p:nvPr/>
            </p:nvGrpSpPr>
            <p:grpSpPr>
              <a:xfrm>
                <a:off x="3250176" y="2637183"/>
                <a:ext cx="178824" cy="144000"/>
                <a:chOff x="5453592" y="2641965"/>
                <a:chExt cx="178824" cy="144000"/>
              </a:xfrm>
            </p:grpSpPr>
            <p:cxnSp>
              <p:nvCxnSpPr>
                <p:cNvPr id="86" name="직선 연결선 85">
                  <a:extLst>
                    <a:ext uri="{FF2B5EF4-FFF2-40B4-BE49-F238E27FC236}">
                      <a16:creationId xmlns:a16="http://schemas.microsoft.com/office/drawing/2014/main" id="{537AA8AA-38D9-4D7B-A812-BCDD59C2799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직선 연결선 86">
                  <a:extLst>
                    <a:ext uri="{FF2B5EF4-FFF2-40B4-BE49-F238E27FC236}">
                      <a16:creationId xmlns:a16="http://schemas.microsoft.com/office/drawing/2014/main" id="{33631EBA-3EC2-E924-9B5F-2467FB288AB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5" name="직선 연결선 84">
                <a:extLst>
                  <a:ext uri="{FF2B5EF4-FFF2-40B4-BE49-F238E27FC236}">
                    <a16:creationId xmlns:a16="http://schemas.microsoft.com/office/drawing/2014/main" id="{CFE3F9E5-98AB-4D47-F86B-945BE3ADA48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 name="직선 연결선 87">
              <a:extLst>
                <a:ext uri="{FF2B5EF4-FFF2-40B4-BE49-F238E27FC236}">
                  <a16:creationId xmlns:a16="http://schemas.microsoft.com/office/drawing/2014/main" id="{4C85AE8B-11C8-19ED-31F3-66B970CC7FF4}"/>
                </a:ext>
              </a:extLst>
            </p:cNvPr>
            <p:cNvCxnSpPr>
              <a:cxnSpLocks/>
            </p:cNvCxnSpPr>
            <p:nvPr/>
          </p:nvCxnSpPr>
          <p:spPr>
            <a:xfrm>
              <a:off x="4858465" y="3722212"/>
              <a:ext cx="10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 name="그룹 88">
              <a:extLst>
                <a:ext uri="{FF2B5EF4-FFF2-40B4-BE49-F238E27FC236}">
                  <a16:creationId xmlns:a16="http://schemas.microsoft.com/office/drawing/2014/main" id="{18A81CF2-1B73-9A5E-F31A-EB61B328CB7C}"/>
                </a:ext>
              </a:extLst>
            </p:cNvPr>
            <p:cNvGrpSpPr/>
            <p:nvPr/>
          </p:nvGrpSpPr>
          <p:grpSpPr>
            <a:xfrm>
              <a:off x="5302706" y="3577872"/>
              <a:ext cx="455423" cy="146277"/>
              <a:chOff x="3250176" y="2637183"/>
              <a:chExt cx="179694" cy="146277"/>
            </a:xfrm>
          </p:grpSpPr>
          <p:grpSp>
            <p:nvGrpSpPr>
              <p:cNvPr id="90" name="그룹 89">
                <a:extLst>
                  <a:ext uri="{FF2B5EF4-FFF2-40B4-BE49-F238E27FC236}">
                    <a16:creationId xmlns:a16="http://schemas.microsoft.com/office/drawing/2014/main" id="{989076A6-721E-9F33-45FA-D627F4AECEE5}"/>
                  </a:ext>
                </a:extLst>
              </p:cNvPr>
              <p:cNvGrpSpPr/>
              <p:nvPr/>
            </p:nvGrpSpPr>
            <p:grpSpPr>
              <a:xfrm>
                <a:off x="3250176" y="2637183"/>
                <a:ext cx="178824" cy="144000"/>
                <a:chOff x="5453592" y="2641965"/>
                <a:chExt cx="178824" cy="144000"/>
              </a:xfrm>
            </p:grpSpPr>
            <p:cxnSp>
              <p:nvCxnSpPr>
                <p:cNvPr id="92" name="직선 연결선 91">
                  <a:extLst>
                    <a:ext uri="{FF2B5EF4-FFF2-40B4-BE49-F238E27FC236}">
                      <a16:creationId xmlns:a16="http://schemas.microsoft.com/office/drawing/2014/main" id="{34DD8BBB-0BB7-9A87-C516-21A93A7F4D9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직선 연결선 92">
                  <a:extLst>
                    <a:ext uri="{FF2B5EF4-FFF2-40B4-BE49-F238E27FC236}">
                      <a16:creationId xmlns:a16="http://schemas.microsoft.com/office/drawing/2014/main" id="{26A0F652-5A3D-F072-30EE-1C3D802234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 name="직선 연결선 90">
                <a:extLst>
                  <a:ext uri="{FF2B5EF4-FFF2-40B4-BE49-F238E27FC236}">
                    <a16:creationId xmlns:a16="http://schemas.microsoft.com/office/drawing/2014/main" id="{0E5CC97B-4B85-7219-ECB6-551D527160A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4" name="직선 연결선 93">
              <a:extLst>
                <a:ext uri="{FF2B5EF4-FFF2-40B4-BE49-F238E27FC236}">
                  <a16:creationId xmlns:a16="http://schemas.microsoft.com/office/drawing/2014/main" id="{EC5B5183-BE97-02BD-8340-4BE9E3CBF8D1}"/>
                </a:ext>
              </a:extLst>
            </p:cNvPr>
            <p:cNvCxnSpPr>
              <a:cxnSpLocks/>
            </p:cNvCxnSpPr>
            <p:nvPr/>
          </p:nvCxnSpPr>
          <p:spPr>
            <a:xfrm flipV="1">
              <a:off x="1195829" y="3969457"/>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직사각형 94">
              <a:extLst>
                <a:ext uri="{FF2B5EF4-FFF2-40B4-BE49-F238E27FC236}">
                  <a16:creationId xmlns:a16="http://schemas.microsoft.com/office/drawing/2014/main" id="{5B70841A-C832-62DC-FE5E-426E1DB7196A}"/>
                </a:ext>
              </a:extLst>
            </p:cNvPr>
            <p:cNvSpPr/>
            <p:nvPr/>
          </p:nvSpPr>
          <p:spPr>
            <a:xfrm>
              <a:off x="829043" y="386643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96" name="그룹 95">
              <a:extLst>
                <a:ext uri="{FF2B5EF4-FFF2-40B4-BE49-F238E27FC236}">
                  <a16:creationId xmlns:a16="http://schemas.microsoft.com/office/drawing/2014/main" id="{E60B6030-3037-C738-E432-E99933DEEF08}"/>
                </a:ext>
              </a:extLst>
            </p:cNvPr>
            <p:cNvGrpSpPr/>
            <p:nvPr/>
          </p:nvGrpSpPr>
          <p:grpSpPr>
            <a:xfrm>
              <a:off x="4402769" y="3824170"/>
              <a:ext cx="72000" cy="146277"/>
              <a:chOff x="3250176" y="2637183"/>
              <a:chExt cx="179694" cy="146277"/>
            </a:xfrm>
          </p:grpSpPr>
          <p:grpSp>
            <p:nvGrpSpPr>
              <p:cNvPr id="97" name="그룹 96">
                <a:extLst>
                  <a:ext uri="{FF2B5EF4-FFF2-40B4-BE49-F238E27FC236}">
                    <a16:creationId xmlns:a16="http://schemas.microsoft.com/office/drawing/2014/main" id="{91D1CCED-1E8E-99DE-2EBE-8A821FFCAAEC}"/>
                  </a:ext>
                </a:extLst>
              </p:cNvPr>
              <p:cNvGrpSpPr/>
              <p:nvPr/>
            </p:nvGrpSpPr>
            <p:grpSpPr>
              <a:xfrm>
                <a:off x="3250176" y="2637183"/>
                <a:ext cx="178824" cy="144000"/>
                <a:chOff x="5453592" y="2641965"/>
                <a:chExt cx="178824" cy="144000"/>
              </a:xfrm>
            </p:grpSpPr>
            <p:cxnSp>
              <p:nvCxnSpPr>
                <p:cNvPr id="99" name="직선 연결선 98">
                  <a:extLst>
                    <a:ext uri="{FF2B5EF4-FFF2-40B4-BE49-F238E27FC236}">
                      <a16:creationId xmlns:a16="http://schemas.microsoft.com/office/drawing/2014/main" id="{0BD54ED7-B704-972C-DB1F-51140A4CA6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A374304B-1931-5DC9-6BFA-9C99DDE887D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직선 연결선 97">
                <a:extLst>
                  <a:ext uri="{FF2B5EF4-FFF2-40B4-BE49-F238E27FC236}">
                    <a16:creationId xmlns:a16="http://schemas.microsoft.com/office/drawing/2014/main" id="{DF6A4001-E240-D25E-0874-0F0B4D40867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직선 연결선 100">
              <a:extLst>
                <a:ext uri="{FF2B5EF4-FFF2-40B4-BE49-F238E27FC236}">
                  <a16:creationId xmlns:a16="http://schemas.microsoft.com/office/drawing/2014/main" id="{0EF72381-9504-ABB0-97FD-5104B7632229}"/>
                </a:ext>
              </a:extLst>
            </p:cNvPr>
            <p:cNvCxnSpPr>
              <a:cxnSpLocks/>
            </p:cNvCxnSpPr>
            <p:nvPr/>
          </p:nvCxnSpPr>
          <p:spPr>
            <a:xfrm>
              <a:off x="4474420" y="396817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 name="그룹 101">
              <a:extLst>
                <a:ext uri="{FF2B5EF4-FFF2-40B4-BE49-F238E27FC236}">
                  <a16:creationId xmlns:a16="http://schemas.microsoft.com/office/drawing/2014/main" id="{E77D638C-37BD-3E87-77C1-AE2398B6137E}"/>
                </a:ext>
              </a:extLst>
            </p:cNvPr>
            <p:cNvGrpSpPr/>
            <p:nvPr/>
          </p:nvGrpSpPr>
          <p:grpSpPr>
            <a:xfrm>
              <a:off x="4513011" y="3824138"/>
              <a:ext cx="72000" cy="146277"/>
              <a:chOff x="3250176" y="2637183"/>
              <a:chExt cx="179694" cy="146277"/>
            </a:xfrm>
          </p:grpSpPr>
          <p:grpSp>
            <p:nvGrpSpPr>
              <p:cNvPr id="103" name="그룹 102">
                <a:extLst>
                  <a:ext uri="{FF2B5EF4-FFF2-40B4-BE49-F238E27FC236}">
                    <a16:creationId xmlns:a16="http://schemas.microsoft.com/office/drawing/2014/main" id="{CD8CE03B-49D1-1015-9510-1511FF96EDC6}"/>
                  </a:ext>
                </a:extLst>
              </p:cNvPr>
              <p:cNvGrpSpPr/>
              <p:nvPr/>
            </p:nvGrpSpPr>
            <p:grpSpPr>
              <a:xfrm>
                <a:off x="3250176" y="2637183"/>
                <a:ext cx="178824" cy="144000"/>
                <a:chOff x="5453592" y="2641965"/>
                <a:chExt cx="178824" cy="144000"/>
              </a:xfrm>
            </p:grpSpPr>
            <p:cxnSp>
              <p:nvCxnSpPr>
                <p:cNvPr id="110" name="직선 연결선 109">
                  <a:extLst>
                    <a:ext uri="{FF2B5EF4-FFF2-40B4-BE49-F238E27FC236}">
                      <a16:creationId xmlns:a16="http://schemas.microsoft.com/office/drawing/2014/main" id="{3EF3E6CC-82D6-1503-510D-026FB14C789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직선 연결선 110">
                  <a:extLst>
                    <a:ext uri="{FF2B5EF4-FFF2-40B4-BE49-F238E27FC236}">
                      <a16:creationId xmlns:a16="http://schemas.microsoft.com/office/drawing/2014/main" id="{41A5B9DB-5656-B688-EFB6-C1602A23A3C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 name="직선 연결선 108">
                <a:extLst>
                  <a:ext uri="{FF2B5EF4-FFF2-40B4-BE49-F238E27FC236}">
                    <a16:creationId xmlns:a16="http://schemas.microsoft.com/office/drawing/2014/main" id="{70578B90-E220-A4AF-AE8A-80FDA63EFD1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 name="직선 연결선 111">
              <a:extLst>
                <a:ext uri="{FF2B5EF4-FFF2-40B4-BE49-F238E27FC236}">
                  <a16:creationId xmlns:a16="http://schemas.microsoft.com/office/drawing/2014/main" id="{7339C193-7741-64DD-A440-15EEEBF21416}"/>
                </a:ext>
              </a:extLst>
            </p:cNvPr>
            <p:cNvCxnSpPr>
              <a:cxnSpLocks/>
            </p:cNvCxnSpPr>
            <p:nvPr/>
          </p:nvCxnSpPr>
          <p:spPr>
            <a:xfrm>
              <a:off x="4584662" y="396372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그룹 112">
              <a:extLst>
                <a:ext uri="{FF2B5EF4-FFF2-40B4-BE49-F238E27FC236}">
                  <a16:creationId xmlns:a16="http://schemas.microsoft.com/office/drawing/2014/main" id="{4F46D713-8DDB-ED47-A8D7-B0FA40B9B4E4}"/>
                </a:ext>
              </a:extLst>
            </p:cNvPr>
            <p:cNvGrpSpPr/>
            <p:nvPr/>
          </p:nvGrpSpPr>
          <p:grpSpPr>
            <a:xfrm>
              <a:off x="4624801" y="3821689"/>
              <a:ext cx="72000" cy="146277"/>
              <a:chOff x="3250176" y="2637183"/>
              <a:chExt cx="179694" cy="146277"/>
            </a:xfrm>
          </p:grpSpPr>
          <p:grpSp>
            <p:nvGrpSpPr>
              <p:cNvPr id="114" name="그룹 113">
                <a:extLst>
                  <a:ext uri="{FF2B5EF4-FFF2-40B4-BE49-F238E27FC236}">
                    <a16:creationId xmlns:a16="http://schemas.microsoft.com/office/drawing/2014/main" id="{331CB2B6-C70E-BB77-75A2-FD1BE7ED34A8}"/>
                  </a:ext>
                </a:extLst>
              </p:cNvPr>
              <p:cNvGrpSpPr/>
              <p:nvPr/>
            </p:nvGrpSpPr>
            <p:grpSpPr>
              <a:xfrm>
                <a:off x="3250176" y="2637183"/>
                <a:ext cx="178824" cy="144000"/>
                <a:chOff x="5453592" y="2641965"/>
                <a:chExt cx="178824" cy="144000"/>
              </a:xfrm>
            </p:grpSpPr>
            <p:cxnSp>
              <p:nvCxnSpPr>
                <p:cNvPr id="116" name="직선 연결선 115">
                  <a:extLst>
                    <a:ext uri="{FF2B5EF4-FFF2-40B4-BE49-F238E27FC236}">
                      <a16:creationId xmlns:a16="http://schemas.microsoft.com/office/drawing/2014/main" id="{C84B0971-C9E0-B18B-A374-523E76DB8EB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a:extLst>
                    <a:ext uri="{FF2B5EF4-FFF2-40B4-BE49-F238E27FC236}">
                      <a16:creationId xmlns:a16="http://schemas.microsoft.com/office/drawing/2014/main" id="{457CD7C5-3828-258B-9B48-3F7C9606548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 name="직선 연결선 114">
                <a:extLst>
                  <a:ext uri="{FF2B5EF4-FFF2-40B4-BE49-F238E27FC236}">
                    <a16:creationId xmlns:a16="http://schemas.microsoft.com/office/drawing/2014/main" id="{04E86A35-2F52-192A-C217-7962C9353BC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 name="직선 연결선 117">
              <a:extLst>
                <a:ext uri="{FF2B5EF4-FFF2-40B4-BE49-F238E27FC236}">
                  <a16:creationId xmlns:a16="http://schemas.microsoft.com/office/drawing/2014/main" id="{5E9BF1BF-64EC-1465-718C-8EACD8F5E9C5}"/>
                </a:ext>
              </a:extLst>
            </p:cNvPr>
            <p:cNvCxnSpPr>
              <a:cxnSpLocks/>
            </p:cNvCxnSpPr>
            <p:nvPr/>
          </p:nvCxnSpPr>
          <p:spPr>
            <a:xfrm>
              <a:off x="4698389" y="396429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그룹 118">
              <a:extLst>
                <a:ext uri="{FF2B5EF4-FFF2-40B4-BE49-F238E27FC236}">
                  <a16:creationId xmlns:a16="http://schemas.microsoft.com/office/drawing/2014/main" id="{BC886D67-9FCF-E7D9-FAEC-E2464912CAE0}"/>
                </a:ext>
              </a:extLst>
            </p:cNvPr>
            <p:cNvGrpSpPr/>
            <p:nvPr/>
          </p:nvGrpSpPr>
          <p:grpSpPr>
            <a:xfrm>
              <a:off x="4737947" y="3820550"/>
              <a:ext cx="35826" cy="146277"/>
              <a:chOff x="3250176" y="2637183"/>
              <a:chExt cx="178824" cy="146277"/>
            </a:xfrm>
          </p:grpSpPr>
          <p:grpSp>
            <p:nvGrpSpPr>
              <p:cNvPr id="120" name="그룹 119">
                <a:extLst>
                  <a:ext uri="{FF2B5EF4-FFF2-40B4-BE49-F238E27FC236}">
                    <a16:creationId xmlns:a16="http://schemas.microsoft.com/office/drawing/2014/main" id="{2ED205CA-88B1-06A0-6064-C8AA04033D09}"/>
                  </a:ext>
                </a:extLst>
              </p:cNvPr>
              <p:cNvGrpSpPr/>
              <p:nvPr/>
            </p:nvGrpSpPr>
            <p:grpSpPr>
              <a:xfrm>
                <a:off x="3250176" y="2637183"/>
                <a:ext cx="178824" cy="144000"/>
                <a:chOff x="5453592" y="2641965"/>
                <a:chExt cx="178824" cy="144000"/>
              </a:xfrm>
            </p:grpSpPr>
            <p:cxnSp>
              <p:nvCxnSpPr>
                <p:cNvPr id="122" name="직선 연결선 121">
                  <a:extLst>
                    <a:ext uri="{FF2B5EF4-FFF2-40B4-BE49-F238E27FC236}">
                      <a16:creationId xmlns:a16="http://schemas.microsoft.com/office/drawing/2014/main" id="{E0CA3E92-1652-A698-32D2-41CD050395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8FD82A6B-8740-DD02-2E82-7E4215242AF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 name="직선 연결선 120">
                <a:extLst>
                  <a:ext uri="{FF2B5EF4-FFF2-40B4-BE49-F238E27FC236}">
                    <a16:creationId xmlns:a16="http://schemas.microsoft.com/office/drawing/2014/main" id="{71789545-C898-E716-DB24-5EF8522CD3A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4" name="직선 연결선 123">
              <a:extLst>
                <a:ext uri="{FF2B5EF4-FFF2-40B4-BE49-F238E27FC236}">
                  <a16:creationId xmlns:a16="http://schemas.microsoft.com/office/drawing/2014/main" id="{3F4FF278-DE97-F17D-66C1-79D7454A1A77}"/>
                </a:ext>
              </a:extLst>
            </p:cNvPr>
            <p:cNvCxnSpPr>
              <a:cxnSpLocks/>
            </p:cNvCxnSpPr>
            <p:nvPr/>
          </p:nvCxnSpPr>
          <p:spPr>
            <a:xfrm>
              <a:off x="4773763" y="3963720"/>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5" name="그룹 124">
              <a:extLst>
                <a:ext uri="{FF2B5EF4-FFF2-40B4-BE49-F238E27FC236}">
                  <a16:creationId xmlns:a16="http://schemas.microsoft.com/office/drawing/2014/main" id="{5641C949-DC9E-510D-2847-C71C744C1406}"/>
                </a:ext>
              </a:extLst>
            </p:cNvPr>
            <p:cNvGrpSpPr/>
            <p:nvPr/>
          </p:nvGrpSpPr>
          <p:grpSpPr>
            <a:xfrm>
              <a:off x="4847838" y="3819028"/>
              <a:ext cx="455423" cy="146277"/>
              <a:chOff x="3250176" y="2637183"/>
              <a:chExt cx="179694" cy="146277"/>
            </a:xfrm>
          </p:grpSpPr>
          <p:grpSp>
            <p:nvGrpSpPr>
              <p:cNvPr id="126" name="그룹 125">
                <a:extLst>
                  <a:ext uri="{FF2B5EF4-FFF2-40B4-BE49-F238E27FC236}">
                    <a16:creationId xmlns:a16="http://schemas.microsoft.com/office/drawing/2014/main" id="{D404274A-BB65-350B-5728-E9F522D4D4D9}"/>
                  </a:ext>
                </a:extLst>
              </p:cNvPr>
              <p:cNvGrpSpPr/>
              <p:nvPr/>
            </p:nvGrpSpPr>
            <p:grpSpPr>
              <a:xfrm>
                <a:off x="3250176" y="2637183"/>
                <a:ext cx="178824" cy="144000"/>
                <a:chOff x="5453592" y="2641965"/>
                <a:chExt cx="178824" cy="144000"/>
              </a:xfrm>
            </p:grpSpPr>
            <p:cxnSp>
              <p:nvCxnSpPr>
                <p:cNvPr id="128" name="직선 연결선 127">
                  <a:extLst>
                    <a:ext uri="{FF2B5EF4-FFF2-40B4-BE49-F238E27FC236}">
                      <a16:creationId xmlns:a16="http://schemas.microsoft.com/office/drawing/2014/main" id="{374B156E-3780-F27A-29A6-90FB1B9B55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a:extLst>
                    <a:ext uri="{FF2B5EF4-FFF2-40B4-BE49-F238E27FC236}">
                      <a16:creationId xmlns:a16="http://schemas.microsoft.com/office/drawing/2014/main" id="{8FB1EB47-EDFD-9045-A9EB-2E788542F8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 name="직선 연결선 126">
                <a:extLst>
                  <a:ext uri="{FF2B5EF4-FFF2-40B4-BE49-F238E27FC236}">
                    <a16:creationId xmlns:a16="http://schemas.microsoft.com/office/drawing/2014/main" id="{F25E1674-529D-5FFA-DADD-D01BACE078E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1" name="직선 연결선 130">
              <a:extLst>
                <a:ext uri="{FF2B5EF4-FFF2-40B4-BE49-F238E27FC236}">
                  <a16:creationId xmlns:a16="http://schemas.microsoft.com/office/drawing/2014/main" id="{75BCB402-AAC2-7BA6-B5EF-52B0575EB003}"/>
                </a:ext>
              </a:extLst>
            </p:cNvPr>
            <p:cNvCxnSpPr>
              <a:cxnSpLocks/>
            </p:cNvCxnSpPr>
            <p:nvPr/>
          </p:nvCxnSpPr>
          <p:spPr>
            <a:xfrm>
              <a:off x="4853340" y="3963028"/>
              <a:ext cx="10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2" name="그룹 131">
              <a:extLst>
                <a:ext uri="{FF2B5EF4-FFF2-40B4-BE49-F238E27FC236}">
                  <a16:creationId xmlns:a16="http://schemas.microsoft.com/office/drawing/2014/main" id="{8102F70C-2E67-9739-ED0E-920C69A9FE96}"/>
                </a:ext>
              </a:extLst>
            </p:cNvPr>
            <p:cNvGrpSpPr/>
            <p:nvPr/>
          </p:nvGrpSpPr>
          <p:grpSpPr>
            <a:xfrm>
              <a:off x="5302993" y="3818688"/>
              <a:ext cx="455423" cy="146277"/>
              <a:chOff x="3250176" y="2637183"/>
              <a:chExt cx="179694" cy="146277"/>
            </a:xfrm>
          </p:grpSpPr>
          <p:grpSp>
            <p:nvGrpSpPr>
              <p:cNvPr id="133" name="그룹 132">
                <a:extLst>
                  <a:ext uri="{FF2B5EF4-FFF2-40B4-BE49-F238E27FC236}">
                    <a16:creationId xmlns:a16="http://schemas.microsoft.com/office/drawing/2014/main" id="{1AB29F47-8124-0633-5356-20F47D89BB06}"/>
                  </a:ext>
                </a:extLst>
              </p:cNvPr>
              <p:cNvGrpSpPr/>
              <p:nvPr/>
            </p:nvGrpSpPr>
            <p:grpSpPr>
              <a:xfrm>
                <a:off x="3250176" y="2637183"/>
                <a:ext cx="178824" cy="144000"/>
                <a:chOff x="5453592" y="2641965"/>
                <a:chExt cx="178824" cy="144000"/>
              </a:xfrm>
            </p:grpSpPr>
            <p:cxnSp>
              <p:nvCxnSpPr>
                <p:cNvPr id="136" name="직선 연결선 135">
                  <a:extLst>
                    <a:ext uri="{FF2B5EF4-FFF2-40B4-BE49-F238E27FC236}">
                      <a16:creationId xmlns:a16="http://schemas.microsoft.com/office/drawing/2014/main" id="{3F9E6FD2-6A1A-2AEF-4CF6-E6729A1A59D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직선 연결선 136">
                  <a:extLst>
                    <a:ext uri="{FF2B5EF4-FFF2-40B4-BE49-F238E27FC236}">
                      <a16:creationId xmlns:a16="http://schemas.microsoft.com/office/drawing/2014/main" id="{13D9A824-244D-E116-4547-B2BB09C009A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5" name="직선 연결선 134">
                <a:extLst>
                  <a:ext uri="{FF2B5EF4-FFF2-40B4-BE49-F238E27FC236}">
                    <a16:creationId xmlns:a16="http://schemas.microsoft.com/office/drawing/2014/main" id="{BE247331-BA03-15BD-C674-0B067008F12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직사각형 49">
              <a:extLst>
                <a:ext uri="{FF2B5EF4-FFF2-40B4-BE49-F238E27FC236}">
                  <a16:creationId xmlns:a16="http://schemas.microsoft.com/office/drawing/2014/main" id="{B9EBE257-873C-7CB5-B46B-106502A40B44}"/>
                </a:ext>
              </a:extLst>
            </p:cNvPr>
            <p:cNvSpPr/>
            <p:nvPr/>
          </p:nvSpPr>
          <p:spPr>
            <a:xfrm>
              <a:off x="5721156" y="2570586"/>
              <a:ext cx="177355" cy="1449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142" name="TextBox 141">
            <a:extLst>
              <a:ext uri="{FF2B5EF4-FFF2-40B4-BE49-F238E27FC236}">
                <a16:creationId xmlns:a16="http://schemas.microsoft.com/office/drawing/2014/main" id="{D9965214-6EE6-C549-C481-DBF141D05C01}"/>
              </a:ext>
            </a:extLst>
          </p:cNvPr>
          <p:cNvSpPr txBox="1"/>
          <p:nvPr/>
        </p:nvSpPr>
        <p:spPr>
          <a:xfrm>
            <a:off x="5319387" y="3331738"/>
            <a:ext cx="356188" cy="200055"/>
          </a:xfrm>
          <a:prstGeom prst="rect">
            <a:avLst/>
          </a:prstGeom>
          <a:noFill/>
        </p:spPr>
        <p:txBody>
          <a:bodyPr wrap="none" rtlCol="0">
            <a:spAutoFit/>
          </a:bodyPr>
          <a:lstStyle/>
          <a:p>
            <a:r>
              <a:rPr lang="en-US" altLang="ko-KR" sz="700" dirty="0"/>
              <a:t>Data</a:t>
            </a:r>
            <a:endParaRPr lang="ko-KR" altLang="en-US" sz="700" dirty="0"/>
          </a:p>
        </p:txBody>
      </p:sp>
      <p:sp>
        <p:nvSpPr>
          <p:cNvPr id="143" name="TextBox 142">
            <a:extLst>
              <a:ext uri="{FF2B5EF4-FFF2-40B4-BE49-F238E27FC236}">
                <a16:creationId xmlns:a16="http://schemas.microsoft.com/office/drawing/2014/main" id="{7FE19BDD-F4EC-F82E-8179-C543C84A8B62}"/>
              </a:ext>
            </a:extLst>
          </p:cNvPr>
          <p:cNvSpPr txBox="1"/>
          <p:nvPr/>
        </p:nvSpPr>
        <p:spPr>
          <a:xfrm>
            <a:off x="4807639" y="3333634"/>
            <a:ext cx="476412" cy="200055"/>
          </a:xfrm>
          <a:prstGeom prst="rect">
            <a:avLst/>
          </a:prstGeom>
          <a:noFill/>
        </p:spPr>
        <p:txBody>
          <a:bodyPr wrap="none" rtlCol="0">
            <a:spAutoFit/>
          </a:bodyPr>
          <a:lstStyle/>
          <a:p>
            <a:r>
              <a:rPr lang="en-US" altLang="ko-KR" sz="700" dirty="0"/>
              <a:t>Address</a:t>
            </a:r>
            <a:endParaRPr lang="ko-KR" altLang="en-US" sz="700" dirty="0"/>
          </a:p>
        </p:txBody>
      </p:sp>
      <p:sp>
        <p:nvSpPr>
          <p:cNvPr id="144" name="TextBox 143">
            <a:extLst>
              <a:ext uri="{FF2B5EF4-FFF2-40B4-BE49-F238E27FC236}">
                <a16:creationId xmlns:a16="http://schemas.microsoft.com/office/drawing/2014/main" id="{DAE3D768-E78C-A263-A2C2-BFD7A2F037D9}"/>
              </a:ext>
            </a:extLst>
          </p:cNvPr>
          <p:cNvSpPr txBox="1"/>
          <p:nvPr/>
        </p:nvSpPr>
        <p:spPr>
          <a:xfrm>
            <a:off x="2393938" y="4251707"/>
            <a:ext cx="2357377"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8. The sequence of Global-write command</a:t>
            </a:r>
          </a:p>
        </p:txBody>
      </p:sp>
    </p:spTree>
    <p:extLst>
      <p:ext uri="{BB962C8B-B14F-4D97-AF65-F5344CB8AC3E}">
        <p14:creationId xmlns:p14="http://schemas.microsoft.com/office/powerpoint/2010/main" val="3351911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13545" y="827008"/>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4" y="1612565"/>
            <a:ext cx="6052494" cy="969496"/>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Local-write command is used to write the register data to the XD-12 in case that all XD-12 devices </a:t>
            </a:r>
            <a:r>
              <a:rPr lang="en-US" altLang="ko-KR" sz="900" dirty="0">
                <a:solidFill>
                  <a:srgbClr val="000000"/>
                </a:solidFill>
                <a:latin typeface="Arial" panose="020B0604020202020204" pitchFamily="34" charset="0"/>
                <a:cs typeface="Arial" panose="020B0604020202020204" pitchFamily="34" charset="0"/>
              </a:rPr>
              <a:t>daisied to a channel of the XC-24 have the different register data each other. If the register data to be written to the XD-12 are same, at that time the Global-write command is more useful for fast transaction time.  </a:t>
            </a:r>
            <a:r>
              <a:rPr lang="en-US" altLang="ko-KR" sz="900" dirty="0">
                <a:latin typeface="Arial" panose="020B0604020202020204" pitchFamily="34" charset="0"/>
                <a:cs typeface="Arial" panose="020B0604020202020204" pitchFamily="34" charset="0"/>
              </a:rPr>
              <a:t>For proper execution of the Local-write command, the LOCAL-RW DATA registers should be firstly written with desired value and then, the START bit of the LOCAL-WRITE COMMAND register should be set with desired address for beginning this command.  It is careful that the LOCAL-RW POINTER RESET register must be set necessarily to 1 for the next transaction after the current Local -write command execution is completed or before the next Local-write command will start again.</a:t>
            </a: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Local-write</a:t>
            </a:r>
          </a:p>
        </p:txBody>
      </p:sp>
      <p:sp>
        <p:nvSpPr>
          <p:cNvPr id="403" name="TextBox 402">
            <a:extLst>
              <a:ext uri="{FF2B5EF4-FFF2-40B4-BE49-F238E27FC236}">
                <a16:creationId xmlns:a16="http://schemas.microsoft.com/office/drawing/2014/main" id="{183C087A-5960-A6C4-9E76-2B0F7AEB11AC}"/>
              </a:ext>
            </a:extLst>
          </p:cNvPr>
          <p:cNvSpPr txBox="1"/>
          <p:nvPr/>
        </p:nvSpPr>
        <p:spPr>
          <a:xfrm>
            <a:off x="404811" y="4857253"/>
            <a:ext cx="6139824" cy="1938992"/>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LOCAL</a:t>
            </a:r>
            <a:r>
              <a:rPr lang="en-US" altLang="ko-KR" sz="900" b="0" i="0" dirty="0">
                <a:solidFill>
                  <a:srgbClr val="000000"/>
                </a:solidFill>
                <a:effectLst/>
                <a:latin typeface="Arial" panose="020B0604020202020204" pitchFamily="34" charset="0"/>
                <a:cs typeface="Arial" panose="020B0604020202020204" pitchFamily="34" charset="0"/>
              </a:rPr>
              <a:t>-WRITE COMMAND register consists of </a:t>
            </a:r>
            <a:r>
              <a:rPr lang="en-US" altLang="ko-KR" sz="900" dirty="0">
                <a:solidFill>
                  <a:srgbClr val="000000"/>
                </a:solidFill>
                <a:latin typeface="Arial" panose="020B0604020202020204" pitchFamily="34" charset="0"/>
                <a:cs typeface="Arial" panose="020B0604020202020204" pitchFamily="34" charset="0"/>
              </a:rPr>
              <a:t>ADDRESS </a:t>
            </a:r>
            <a:r>
              <a:rPr lang="en-US" altLang="ko-KR" sz="900" b="0" i="0" dirty="0">
                <a:solidFill>
                  <a:srgbClr val="000000"/>
                </a:solidFill>
                <a:effectLst/>
                <a:latin typeface="Arial" panose="020B0604020202020204" pitchFamily="34" charset="0"/>
                <a:cs typeface="Arial" panose="020B0604020202020204" pitchFamily="34" charset="0"/>
              </a:rPr>
              <a:t>6 bits, CH_SEG 2 bits and START 1 bit. </a:t>
            </a:r>
            <a:r>
              <a:rPr lang="en-US" altLang="ko-KR" sz="900" dirty="0">
                <a:solidFill>
                  <a:srgbClr val="000000"/>
                </a:solidFill>
                <a:latin typeface="Arial" panose="020B0604020202020204" pitchFamily="34" charset="0"/>
                <a:cs typeface="Arial" panose="020B0604020202020204" pitchFamily="34" charset="0"/>
              </a:rPr>
              <a:t>The ADDRESS is the register address of the XD-12 to be accessed.  If the START bit is set with the ADDRESS together, the Local-write command begins the execution simultaneously in all activated channels, and the command streams repeat continuously for the number of daisied XD-12.  The number of daisied devices can be determined by the DAISY SIZE register of each channel. The max number of daisied devices per channel is 31. The channel segment bits, CH_SEG, are used to decide on which channels are activated for this command, because this command can be performed 8 channels at a time.</a:t>
            </a:r>
          </a:p>
          <a:p>
            <a:pPr algn="just"/>
            <a:r>
              <a:rPr lang="en-US" altLang="ko-KR" sz="900" dirty="0">
                <a:solidFill>
                  <a:srgbClr val="000000"/>
                </a:solidFill>
                <a:latin typeface="Arial" panose="020B0604020202020204" pitchFamily="34" charset="0"/>
                <a:cs typeface="Arial" panose="020B0604020202020204" pitchFamily="34" charset="0"/>
              </a:rPr>
              <a:t>The LOCAL-RW DATA registers are divided into a total of 8 port group and each port has a total of 16 registers. The first data register in the port is mapped to the first located XD-12 in daisied order and the second data register is mapped to the second located XD-12, and so on.  Although the data registers in a port are a total 16, the XC-24 can support over 16 daisied devices in a channel by using the LOCAL-WR TRANSFER POINTER and LOCAL-RW DIFFERENCE POINTER.  The LOCAL-WR TRANSFER DIFF POINTER of the LOCAL-RW DIFFERENCE POINTER shows how many data remain in the LOCAL-RW DATA buffers. </a:t>
            </a:r>
            <a:r>
              <a:rPr lang="en-US" altLang="ko-KR" sz="900" b="0" i="0" dirty="0">
                <a:solidFill>
                  <a:srgbClr val="000000"/>
                </a:solidFill>
                <a:effectLst/>
                <a:latin typeface="Arial" panose="020B0604020202020204" pitchFamily="34" charset="0"/>
                <a:cs typeface="Arial" panose="020B0604020202020204" pitchFamily="34" charset="0"/>
              </a:rPr>
              <a:t>A value of 0 means that the LOCAL-RW DATA buffers are empty, so you must continue to fill up before they are empty. A value greater than 16 means that the buffer has been overwritten, so </a:t>
            </a:r>
            <a:r>
              <a:rPr lang="en-US" altLang="ko-KR" sz="900" dirty="0">
                <a:solidFill>
                  <a:srgbClr val="000000"/>
                </a:solidFill>
                <a:latin typeface="Arial" panose="020B0604020202020204" pitchFamily="34" charset="0"/>
                <a:cs typeface="Arial" panose="020B0604020202020204" pitchFamily="34" charset="0"/>
              </a:rPr>
              <a:t>you </a:t>
            </a:r>
            <a:r>
              <a:rPr lang="en-US" altLang="ko-KR" sz="900" b="0" i="0" dirty="0">
                <a:solidFill>
                  <a:srgbClr val="000000"/>
                </a:solidFill>
                <a:effectLst/>
                <a:latin typeface="Arial" panose="020B0604020202020204" pitchFamily="34" charset="0"/>
                <a:cs typeface="Arial" panose="020B0604020202020204" pitchFamily="34" charset="0"/>
              </a:rPr>
              <a:t>must wait until the pointer value is less than 16.</a:t>
            </a:r>
            <a:endParaRPr lang="en-US" altLang="ko-KR" sz="900" dirty="0">
              <a:solidFill>
                <a:srgbClr val="000000"/>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9BBD359E-2D54-45BD-A693-AF421DA2501F}"/>
              </a:ext>
            </a:extLst>
          </p:cNvPr>
          <p:cNvGraphicFramePr>
            <a:graphicFrameLocks noGrp="1"/>
          </p:cNvGraphicFramePr>
          <p:nvPr>
            <p:extLst>
              <p:ext uri="{D42A27DB-BD31-4B8C-83A1-F6EECF244321}">
                <p14:modId xmlns:p14="http://schemas.microsoft.com/office/powerpoint/2010/main" val="2913429861"/>
              </p:ext>
            </p:extLst>
          </p:nvPr>
        </p:nvGraphicFramePr>
        <p:xfrm>
          <a:off x="687168" y="7101489"/>
          <a:ext cx="5483664" cy="1044406"/>
        </p:xfrm>
        <a:graphic>
          <a:graphicData uri="http://schemas.openxmlformats.org/drawingml/2006/table">
            <a:tbl>
              <a:tblPr firstRow="1" bandRow="1">
                <a:tableStyleId>{5C22544A-7EE6-4342-B048-85BDC9FD1C3A}</a:tableStyleId>
              </a:tblPr>
              <a:tblGrid>
                <a:gridCol w="755711">
                  <a:extLst>
                    <a:ext uri="{9D8B030D-6E8A-4147-A177-3AD203B41FA5}">
                      <a16:colId xmlns:a16="http://schemas.microsoft.com/office/drawing/2014/main" val="914624312"/>
                    </a:ext>
                  </a:extLst>
                </a:gridCol>
                <a:gridCol w="1285773">
                  <a:extLst>
                    <a:ext uri="{9D8B030D-6E8A-4147-A177-3AD203B41FA5}">
                      <a16:colId xmlns:a16="http://schemas.microsoft.com/office/drawing/2014/main" val="1037286305"/>
                    </a:ext>
                  </a:extLst>
                </a:gridCol>
                <a:gridCol w="432110">
                  <a:extLst>
                    <a:ext uri="{9D8B030D-6E8A-4147-A177-3AD203B41FA5}">
                      <a16:colId xmlns:a16="http://schemas.microsoft.com/office/drawing/2014/main" val="2179058520"/>
                    </a:ext>
                  </a:extLst>
                </a:gridCol>
                <a:gridCol w="430010">
                  <a:extLst>
                    <a:ext uri="{9D8B030D-6E8A-4147-A177-3AD203B41FA5}">
                      <a16:colId xmlns:a16="http://schemas.microsoft.com/office/drawing/2014/main" val="3371543399"/>
                    </a:ext>
                  </a:extLst>
                </a:gridCol>
                <a:gridCol w="430010">
                  <a:extLst>
                    <a:ext uri="{9D8B030D-6E8A-4147-A177-3AD203B41FA5}">
                      <a16:colId xmlns:a16="http://schemas.microsoft.com/office/drawing/2014/main" val="3301752327"/>
                    </a:ext>
                  </a:extLst>
                </a:gridCol>
                <a:gridCol w="430010">
                  <a:extLst>
                    <a:ext uri="{9D8B030D-6E8A-4147-A177-3AD203B41FA5}">
                      <a16:colId xmlns:a16="http://schemas.microsoft.com/office/drawing/2014/main" val="4166742096"/>
                    </a:ext>
                  </a:extLst>
                </a:gridCol>
                <a:gridCol w="430010">
                  <a:extLst>
                    <a:ext uri="{9D8B030D-6E8A-4147-A177-3AD203B41FA5}">
                      <a16:colId xmlns:a16="http://schemas.microsoft.com/office/drawing/2014/main" val="569066708"/>
                    </a:ext>
                  </a:extLst>
                </a:gridCol>
                <a:gridCol w="430010">
                  <a:extLst>
                    <a:ext uri="{9D8B030D-6E8A-4147-A177-3AD203B41FA5}">
                      <a16:colId xmlns:a16="http://schemas.microsoft.com/office/drawing/2014/main" val="2753354092"/>
                    </a:ext>
                  </a:extLst>
                </a:gridCol>
                <a:gridCol w="430010">
                  <a:extLst>
                    <a:ext uri="{9D8B030D-6E8A-4147-A177-3AD203B41FA5}">
                      <a16:colId xmlns:a16="http://schemas.microsoft.com/office/drawing/2014/main" val="436417640"/>
                    </a:ext>
                  </a:extLst>
                </a:gridCol>
                <a:gridCol w="430010">
                  <a:extLst>
                    <a:ext uri="{9D8B030D-6E8A-4147-A177-3AD203B41FA5}">
                      <a16:colId xmlns:a16="http://schemas.microsoft.com/office/drawing/2014/main" val="3319740555"/>
                    </a:ext>
                  </a:extLst>
                </a:gridCol>
              </a:tblGrid>
              <a:tr h="247094">
                <a:tc row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CH_SEG[1:0]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row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to be activated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LOCAL-RW DATA 1 ~ 16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247094">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PORT2</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PORT3</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PORT4</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PORT5</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PORT7</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PORT8</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837972585"/>
                  </a:ext>
                </a:extLst>
              </a:tr>
              <a:tr h="183406">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2’b00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 1 ~ Ch 8</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2’b01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 9 ~ Ch 16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 17 ~ Ch 24</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26353"/>
                  </a:ext>
                </a:extLst>
              </a:tr>
            </a:tbl>
          </a:graphicData>
        </a:graphic>
      </p:graphicFrame>
      <p:sp>
        <p:nvSpPr>
          <p:cNvPr id="7" name="TextBox 6">
            <a:extLst>
              <a:ext uri="{FF2B5EF4-FFF2-40B4-BE49-F238E27FC236}">
                <a16:creationId xmlns:a16="http://schemas.microsoft.com/office/drawing/2014/main" id="{F1DFC8A8-E6AE-54D6-3671-F542EB3CD73C}"/>
              </a:ext>
            </a:extLst>
          </p:cNvPr>
          <p:cNvSpPr txBox="1"/>
          <p:nvPr/>
        </p:nvSpPr>
        <p:spPr>
          <a:xfrm>
            <a:off x="1849868" y="8421165"/>
            <a:ext cx="3187732"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Table 3. The LOCAL-RW DATA mapping according to the CH_SEG</a:t>
            </a:r>
          </a:p>
        </p:txBody>
      </p:sp>
      <p:grpSp>
        <p:nvGrpSpPr>
          <p:cNvPr id="35" name="그룹 34">
            <a:extLst>
              <a:ext uri="{FF2B5EF4-FFF2-40B4-BE49-F238E27FC236}">
                <a16:creationId xmlns:a16="http://schemas.microsoft.com/office/drawing/2014/main" id="{FEC0D404-07C9-C099-3AA9-81A8CF54E901}"/>
              </a:ext>
            </a:extLst>
          </p:cNvPr>
          <p:cNvGrpSpPr/>
          <p:nvPr/>
        </p:nvGrpSpPr>
        <p:grpSpPr>
          <a:xfrm>
            <a:off x="629404" y="2731561"/>
            <a:ext cx="5755628" cy="1820448"/>
            <a:chOff x="413545" y="2732879"/>
            <a:chExt cx="5755628" cy="1820448"/>
          </a:xfrm>
        </p:grpSpPr>
        <p:sp>
          <p:nvSpPr>
            <p:cNvPr id="144" name="TextBox 143">
              <a:extLst>
                <a:ext uri="{FF2B5EF4-FFF2-40B4-BE49-F238E27FC236}">
                  <a16:creationId xmlns:a16="http://schemas.microsoft.com/office/drawing/2014/main" id="{DAE3D768-E78C-A263-A2C2-BFD7A2F037D9}"/>
                </a:ext>
              </a:extLst>
            </p:cNvPr>
            <p:cNvSpPr txBox="1"/>
            <p:nvPr/>
          </p:nvSpPr>
          <p:spPr>
            <a:xfrm>
              <a:off x="2387964" y="4337883"/>
              <a:ext cx="2306081"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9. The sequence of Local-write command</a:t>
              </a:r>
            </a:p>
          </p:txBody>
        </p:sp>
        <p:cxnSp>
          <p:nvCxnSpPr>
            <p:cNvPr id="77" name="직선 연결선 76">
              <a:extLst>
                <a:ext uri="{FF2B5EF4-FFF2-40B4-BE49-F238E27FC236}">
                  <a16:creationId xmlns:a16="http://schemas.microsoft.com/office/drawing/2014/main" id="{A9107EAF-583A-CA86-BBAA-FF72BBB7E48E}"/>
                </a:ext>
              </a:extLst>
            </p:cNvPr>
            <p:cNvCxnSpPr/>
            <p:nvPr/>
          </p:nvCxnSpPr>
          <p:spPr>
            <a:xfrm>
              <a:off x="800340" y="2759992"/>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BDD9960F-84EA-AF8C-BE41-BDB0C603F2AD}"/>
                </a:ext>
              </a:extLst>
            </p:cNvPr>
            <p:cNvCxnSpPr>
              <a:cxnSpLocks/>
            </p:cNvCxnSpPr>
            <p:nvPr/>
          </p:nvCxnSpPr>
          <p:spPr>
            <a:xfrm>
              <a:off x="978140" y="27636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37FB28F2-DDDD-6E3D-0EA5-4D0646F47186}"/>
                </a:ext>
              </a:extLst>
            </p:cNvPr>
            <p:cNvCxnSpPr>
              <a:cxnSpLocks/>
            </p:cNvCxnSpPr>
            <p:nvPr/>
          </p:nvCxnSpPr>
          <p:spPr>
            <a:xfrm flipV="1">
              <a:off x="978140" y="2907461"/>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0A94329C-B496-4285-7867-1832370979AA}"/>
                </a:ext>
              </a:extLst>
            </p:cNvPr>
            <p:cNvSpPr/>
            <p:nvPr/>
          </p:nvSpPr>
          <p:spPr>
            <a:xfrm>
              <a:off x="1030023" y="3072214"/>
              <a:ext cx="792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LOCAL-RW DATA</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8" name="직선 연결선 107">
              <a:extLst>
                <a:ext uri="{FF2B5EF4-FFF2-40B4-BE49-F238E27FC236}">
                  <a16:creationId xmlns:a16="http://schemas.microsoft.com/office/drawing/2014/main" id="{4936B1AC-3EC4-0D9A-62B0-07B59A026C13}"/>
                </a:ext>
              </a:extLst>
            </p:cNvPr>
            <p:cNvCxnSpPr>
              <a:cxnSpLocks/>
            </p:cNvCxnSpPr>
            <p:nvPr/>
          </p:nvCxnSpPr>
          <p:spPr>
            <a:xfrm flipV="1">
              <a:off x="809791" y="3289149"/>
              <a:ext cx="5286206" cy="78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직사각형 129">
              <a:extLst>
                <a:ext uri="{FF2B5EF4-FFF2-40B4-BE49-F238E27FC236}">
                  <a16:creationId xmlns:a16="http://schemas.microsoft.com/office/drawing/2014/main" id="{D0D50348-8192-6884-6B83-DA230051ED8F}"/>
                </a:ext>
              </a:extLst>
            </p:cNvPr>
            <p:cNvSpPr/>
            <p:nvPr/>
          </p:nvSpPr>
          <p:spPr>
            <a:xfrm>
              <a:off x="425976" y="2809204"/>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4" name="직사각형 133">
              <a:extLst>
                <a:ext uri="{FF2B5EF4-FFF2-40B4-BE49-F238E27FC236}">
                  <a16:creationId xmlns:a16="http://schemas.microsoft.com/office/drawing/2014/main" id="{A282E6B1-46DB-3C82-53D5-CBC73FED8416}"/>
                </a:ext>
              </a:extLst>
            </p:cNvPr>
            <p:cNvSpPr/>
            <p:nvPr/>
          </p:nvSpPr>
          <p:spPr>
            <a:xfrm>
              <a:off x="435427" y="318571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94" name="직사각형 393">
              <a:extLst>
                <a:ext uri="{FF2B5EF4-FFF2-40B4-BE49-F238E27FC236}">
                  <a16:creationId xmlns:a16="http://schemas.microsoft.com/office/drawing/2014/main" id="{38AA6204-DED6-4912-326F-6147992FA8A3}"/>
                </a:ext>
              </a:extLst>
            </p:cNvPr>
            <p:cNvSpPr/>
            <p:nvPr/>
          </p:nvSpPr>
          <p:spPr>
            <a:xfrm>
              <a:off x="2094402" y="3074877"/>
              <a:ext cx="1116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LOCAL-WRITE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396" name="직선 연결선 395">
              <a:extLst>
                <a:ext uri="{FF2B5EF4-FFF2-40B4-BE49-F238E27FC236}">
                  <a16:creationId xmlns:a16="http://schemas.microsoft.com/office/drawing/2014/main" id="{8AEFCC38-F48C-F295-9861-6476CD2D0CF6}"/>
                </a:ext>
              </a:extLst>
            </p:cNvPr>
            <p:cNvCxnSpPr>
              <a:cxnSpLocks/>
            </p:cNvCxnSpPr>
            <p:nvPr/>
          </p:nvCxnSpPr>
          <p:spPr>
            <a:xfrm>
              <a:off x="2054609" y="2902912"/>
              <a:ext cx="118220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7" name="그룹 396">
              <a:extLst>
                <a:ext uri="{FF2B5EF4-FFF2-40B4-BE49-F238E27FC236}">
                  <a16:creationId xmlns:a16="http://schemas.microsoft.com/office/drawing/2014/main" id="{9ECEE973-BDDE-F93C-3955-EADA13039AC4}"/>
                </a:ext>
              </a:extLst>
            </p:cNvPr>
            <p:cNvGrpSpPr/>
            <p:nvPr/>
          </p:nvGrpSpPr>
          <p:grpSpPr>
            <a:xfrm>
              <a:off x="5867654" y="2758644"/>
              <a:ext cx="177348" cy="144000"/>
              <a:chOff x="5453592" y="2641965"/>
              <a:chExt cx="1688087" cy="144000"/>
            </a:xfrm>
          </p:grpSpPr>
          <p:cxnSp>
            <p:nvCxnSpPr>
              <p:cNvPr id="398" name="직선 연결선 397">
                <a:extLst>
                  <a:ext uri="{FF2B5EF4-FFF2-40B4-BE49-F238E27FC236}">
                    <a16:creationId xmlns:a16="http://schemas.microsoft.com/office/drawing/2014/main" id="{285B62F7-E669-4F3E-B033-2558FB12B4B5}"/>
                  </a:ext>
                </a:extLst>
              </p:cNvPr>
              <p:cNvCxnSpPr/>
              <p:nvPr/>
            </p:nvCxnSpPr>
            <p:spPr>
              <a:xfrm>
                <a:off x="5454616" y="2641965"/>
                <a:ext cx="168706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직선 연결선 398">
                <a:extLst>
                  <a:ext uri="{FF2B5EF4-FFF2-40B4-BE49-F238E27FC236}">
                    <a16:creationId xmlns:a16="http://schemas.microsoft.com/office/drawing/2014/main" id="{7CEAB621-3B45-8866-F394-B8E79CDF85A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1" name="그룹 400">
              <a:extLst>
                <a:ext uri="{FF2B5EF4-FFF2-40B4-BE49-F238E27FC236}">
                  <a16:creationId xmlns:a16="http://schemas.microsoft.com/office/drawing/2014/main" id="{0A04C436-9409-CA76-1D56-B0F28F42B482}"/>
                </a:ext>
              </a:extLst>
            </p:cNvPr>
            <p:cNvGrpSpPr/>
            <p:nvPr/>
          </p:nvGrpSpPr>
          <p:grpSpPr>
            <a:xfrm>
              <a:off x="1875785" y="2765483"/>
              <a:ext cx="179694" cy="146277"/>
              <a:chOff x="3250176" y="2637183"/>
              <a:chExt cx="179694" cy="146277"/>
            </a:xfrm>
          </p:grpSpPr>
          <p:grpSp>
            <p:nvGrpSpPr>
              <p:cNvPr id="395" name="그룹 394">
                <a:extLst>
                  <a:ext uri="{FF2B5EF4-FFF2-40B4-BE49-F238E27FC236}">
                    <a16:creationId xmlns:a16="http://schemas.microsoft.com/office/drawing/2014/main" id="{4218C486-9B10-1D29-3E96-7D9FD4D0A646}"/>
                  </a:ext>
                </a:extLst>
              </p:cNvPr>
              <p:cNvGrpSpPr/>
              <p:nvPr/>
            </p:nvGrpSpPr>
            <p:grpSpPr>
              <a:xfrm>
                <a:off x="3250176" y="2637183"/>
                <a:ext cx="178824" cy="144000"/>
                <a:chOff x="5453592" y="2641965"/>
                <a:chExt cx="178824" cy="144000"/>
              </a:xfrm>
            </p:grpSpPr>
            <p:cxnSp>
              <p:nvCxnSpPr>
                <p:cNvPr id="105" name="직선 연결선 104">
                  <a:extLst>
                    <a:ext uri="{FF2B5EF4-FFF2-40B4-BE49-F238E27FC236}">
                      <a16:creationId xmlns:a16="http://schemas.microsoft.com/office/drawing/2014/main" id="{40238E3F-12A1-0642-5012-37D7E717393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27171997-FB3A-2F0B-3696-F61D6F4F6ED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0" name="직선 연결선 399">
                <a:extLst>
                  <a:ext uri="{FF2B5EF4-FFF2-40B4-BE49-F238E27FC236}">
                    <a16:creationId xmlns:a16="http://schemas.microsoft.com/office/drawing/2014/main" id="{FF3616E3-9C35-FFF9-DDBE-CE1CD95EE06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직선 연결선 4">
              <a:extLst>
                <a:ext uri="{FF2B5EF4-FFF2-40B4-BE49-F238E27FC236}">
                  <a16:creationId xmlns:a16="http://schemas.microsoft.com/office/drawing/2014/main" id="{A7F366FA-0814-9A04-D41F-D7EEFBDAF484}"/>
                </a:ext>
              </a:extLst>
            </p:cNvPr>
            <p:cNvCxnSpPr>
              <a:cxnSpLocks/>
            </p:cNvCxnSpPr>
            <p:nvPr/>
          </p:nvCxnSpPr>
          <p:spPr>
            <a:xfrm flipV="1">
              <a:off x="780132" y="3644183"/>
              <a:ext cx="25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B5881562-0A39-F01A-E986-4499AF3F9B63}"/>
                </a:ext>
              </a:extLst>
            </p:cNvPr>
            <p:cNvSpPr/>
            <p:nvPr/>
          </p:nvSpPr>
          <p:spPr>
            <a:xfrm>
              <a:off x="425976" y="3541165"/>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53" name="직선 연결선 52">
              <a:extLst>
                <a:ext uri="{FF2B5EF4-FFF2-40B4-BE49-F238E27FC236}">
                  <a16:creationId xmlns:a16="http://schemas.microsoft.com/office/drawing/2014/main" id="{05820A77-0860-9A7B-5268-DB1B011DD260}"/>
                </a:ext>
              </a:extLst>
            </p:cNvPr>
            <p:cNvCxnSpPr>
              <a:cxnSpLocks/>
            </p:cNvCxnSpPr>
            <p:nvPr/>
          </p:nvCxnSpPr>
          <p:spPr>
            <a:xfrm flipV="1">
              <a:off x="780404" y="3864546"/>
              <a:ext cx="25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직사각형 53">
              <a:extLst>
                <a:ext uri="{FF2B5EF4-FFF2-40B4-BE49-F238E27FC236}">
                  <a16:creationId xmlns:a16="http://schemas.microsoft.com/office/drawing/2014/main" id="{D8971CDD-4662-4AC4-6654-D1542B84823E}"/>
                </a:ext>
              </a:extLst>
            </p:cNvPr>
            <p:cNvSpPr/>
            <p:nvPr/>
          </p:nvSpPr>
          <p:spPr>
            <a:xfrm>
              <a:off x="418670" y="376152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94" name="직선 연결선 93">
              <a:extLst>
                <a:ext uri="{FF2B5EF4-FFF2-40B4-BE49-F238E27FC236}">
                  <a16:creationId xmlns:a16="http://schemas.microsoft.com/office/drawing/2014/main" id="{EC5B5183-BE97-02BD-8340-4BE9E3CBF8D1}"/>
                </a:ext>
              </a:extLst>
            </p:cNvPr>
            <p:cNvCxnSpPr>
              <a:cxnSpLocks/>
            </p:cNvCxnSpPr>
            <p:nvPr/>
          </p:nvCxnSpPr>
          <p:spPr>
            <a:xfrm flipV="1">
              <a:off x="780331" y="4105362"/>
              <a:ext cx="25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직사각형 94">
              <a:extLst>
                <a:ext uri="{FF2B5EF4-FFF2-40B4-BE49-F238E27FC236}">
                  <a16:creationId xmlns:a16="http://schemas.microsoft.com/office/drawing/2014/main" id="{5B70841A-C832-62DC-FE5E-426E1DB7196A}"/>
                </a:ext>
              </a:extLst>
            </p:cNvPr>
            <p:cNvSpPr/>
            <p:nvPr/>
          </p:nvSpPr>
          <p:spPr>
            <a:xfrm>
              <a:off x="413545" y="4002344"/>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3" name="그룹 42">
              <a:extLst>
                <a:ext uri="{FF2B5EF4-FFF2-40B4-BE49-F238E27FC236}">
                  <a16:creationId xmlns:a16="http://schemas.microsoft.com/office/drawing/2014/main" id="{F9AEF021-D528-EB66-5B4E-7CB887A9FAE2}"/>
                </a:ext>
              </a:extLst>
            </p:cNvPr>
            <p:cNvGrpSpPr/>
            <p:nvPr/>
          </p:nvGrpSpPr>
          <p:grpSpPr>
            <a:xfrm>
              <a:off x="3239312" y="2758815"/>
              <a:ext cx="1261024" cy="144000"/>
              <a:chOff x="5453592" y="2641965"/>
              <a:chExt cx="1261024" cy="144000"/>
            </a:xfrm>
          </p:grpSpPr>
          <p:cxnSp>
            <p:nvCxnSpPr>
              <p:cNvPr id="138" name="직선 연결선 137">
                <a:extLst>
                  <a:ext uri="{FF2B5EF4-FFF2-40B4-BE49-F238E27FC236}">
                    <a16:creationId xmlns:a16="http://schemas.microsoft.com/office/drawing/2014/main" id="{93E9F41B-DBDD-4951-C08B-0A2C354EB1CF}"/>
                  </a:ext>
                </a:extLst>
              </p:cNvPr>
              <p:cNvCxnSpPr/>
              <p:nvPr/>
            </p:nvCxnSpPr>
            <p:spPr>
              <a:xfrm>
                <a:off x="5454616" y="2641965"/>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a:extLst>
                  <a:ext uri="{FF2B5EF4-FFF2-40B4-BE49-F238E27FC236}">
                    <a16:creationId xmlns:a16="http://schemas.microsoft.com/office/drawing/2014/main" id="{CBA65835-C4D0-C033-415C-AEF4A8CF40C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0" name="직선 연결선 139">
              <a:extLst>
                <a:ext uri="{FF2B5EF4-FFF2-40B4-BE49-F238E27FC236}">
                  <a16:creationId xmlns:a16="http://schemas.microsoft.com/office/drawing/2014/main" id="{0E516D99-5E51-21EE-B54F-666B164D1E39}"/>
                </a:ext>
              </a:extLst>
            </p:cNvPr>
            <p:cNvCxnSpPr>
              <a:cxnSpLocks/>
            </p:cNvCxnSpPr>
            <p:nvPr/>
          </p:nvCxnSpPr>
          <p:spPr>
            <a:xfrm>
              <a:off x="4498979" y="2905384"/>
              <a:ext cx="136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직사각형 145">
              <a:extLst>
                <a:ext uri="{FF2B5EF4-FFF2-40B4-BE49-F238E27FC236}">
                  <a16:creationId xmlns:a16="http://schemas.microsoft.com/office/drawing/2014/main" id="{25DCE635-25EE-57C1-BCA1-23F46967C037}"/>
                </a:ext>
              </a:extLst>
            </p:cNvPr>
            <p:cNvSpPr/>
            <p:nvPr/>
          </p:nvSpPr>
          <p:spPr>
            <a:xfrm>
              <a:off x="4534019" y="3073149"/>
              <a:ext cx="126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LOCAL-RW POINTER RESET</a:t>
              </a:r>
            </a:p>
            <a:p>
              <a:pPr algn="ctr"/>
              <a:r>
                <a:rPr lang="en-US" altLang="ko-KR" sz="700" dirty="0">
                  <a:solidFill>
                    <a:schemeClr val="tx1"/>
                  </a:solidFill>
                  <a:latin typeface="Arial" panose="020B0604020202020204" pitchFamily="34" charset="0"/>
                  <a:cs typeface="Arial" panose="020B0604020202020204" pitchFamily="34" charset="0"/>
                </a:rPr>
                <a:t>transmit</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96" name="그룹 95">
              <a:extLst>
                <a:ext uri="{FF2B5EF4-FFF2-40B4-BE49-F238E27FC236}">
                  <a16:creationId xmlns:a16="http://schemas.microsoft.com/office/drawing/2014/main" id="{E60B6030-3037-C738-E432-E99933DEEF08}"/>
                </a:ext>
              </a:extLst>
            </p:cNvPr>
            <p:cNvGrpSpPr/>
            <p:nvPr/>
          </p:nvGrpSpPr>
          <p:grpSpPr>
            <a:xfrm>
              <a:off x="3334520" y="3960075"/>
              <a:ext cx="72000" cy="146277"/>
              <a:chOff x="3250176" y="2637183"/>
              <a:chExt cx="179694" cy="146277"/>
            </a:xfrm>
          </p:grpSpPr>
          <p:grpSp>
            <p:nvGrpSpPr>
              <p:cNvPr id="97" name="그룹 96">
                <a:extLst>
                  <a:ext uri="{FF2B5EF4-FFF2-40B4-BE49-F238E27FC236}">
                    <a16:creationId xmlns:a16="http://schemas.microsoft.com/office/drawing/2014/main" id="{91D1CCED-1E8E-99DE-2EBE-8A821FFCAAEC}"/>
                  </a:ext>
                </a:extLst>
              </p:cNvPr>
              <p:cNvGrpSpPr/>
              <p:nvPr/>
            </p:nvGrpSpPr>
            <p:grpSpPr>
              <a:xfrm>
                <a:off x="3250176" y="2637183"/>
                <a:ext cx="178824" cy="144000"/>
                <a:chOff x="5453592" y="2641965"/>
                <a:chExt cx="178824" cy="144000"/>
              </a:xfrm>
            </p:grpSpPr>
            <p:cxnSp>
              <p:nvCxnSpPr>
                <p:cNvPr id="99" name="직선 연결선 98">
                  <a:extLst>
                    <a:ext uri="{FF2B5EF4-FFF2-40B4-BE49-F238E27FC236}">
                      <a16:creationId xmlns:a16="http://schemas.microsoft.com/office/drawing/2014/main" id="{0BD54ED7-B704-972C-DB1F-51140A4CA6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A374304B-1931-5DC9-6BFA-9C99DDE887D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직선 연결선 97">
                <a:extLst>
                  <a:ext uri="{FF2B5EF4-FFF2-40B4-BE49-F238E27FC236}">
                    <a16:creationId xmlns:a16="http://schemas.microsoft.com/office/drawing/2014/main" id="{DF6A4001-E240-D25E-0874-0F0B4D40867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직선 연결선 100">
              <a:extLst>
                <a:ext uri="{FF2B5EF4-FFF2-40B4-BE49-F238E27FC236}">
                  <a16:creationId xmlns:a16="http://schemas.microsoft.com/office/drawing/2014/main" id="{0EF72381-9504-ABB0-97FD-5104B7632229}"/>
                </a:ext>
              </a:extLst>
            </p:cNvPr>
            <p:cNvCxnSpPr>
              <a:cxnSpLocks/>
            </p:cNvCxnSpPr>
            <p:nvPr/>
          </p:nvCxnSpPr>
          <p:spPr>
            <a:xfrm>
              <a:off x="3406171" y="4104075"/>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 name="그룹 101">
              <a:extLst>
                <a:ext uri="{FF2B5EF4-FFF2-40B4-BE49-F238E27FC236}">
                  <a16:creationId xmlns:a16="http://schemas.microsoft.com/office/drawing/2014/main" id="{E77D638C-37BD-3E87-77C1-AE2398B6137E}"/>
                </a:ext>
              </a:extLst>
            </p:cNvPr>
            <p:cNvGrpSpPr/>
            <p:nvPr/>
          </p:nvGrpSpPr>
          <p:grpSpPr>
            <a:xfrm>
              <a:off x="3444762" y="3960043"/>
              <a:ext cx="72000" cy="146277"/>
              <a:chOff x="3250176" y="2637183"/>
              <a:chExt cx="179694" cy="146277"/>
            </a:xfrm>
          </p:grpSpPr>
          <p:grpSp>
            <p:nvGrpSpPr>
              <p:cNvPr id="103" name="그룹 102">
                <a:extLst>
                  <a:ext uri="{FF2B5EF4-FFF2-40B4-BE49-F238E27FC236}">
                    <a16:creationId xmlns:a16="http://schemas.microsoft.com/office/drawing/2014/main" id="{CD8CE03B-49D1-1015-9510-1511FF96EDC6}"/>
                  </a:ext>
                </a:extLst>
              </p:cNvPr>
              <p:cNvGrpSpPr/>
              <p:nvPr/>
            </p:nvGrpSpPr>
            <p:grpSpPr>
              <a:xfrm>
                <a:off x="3250176" y="2637183"/>
                <a:ext cx="178824" cy="144000"/>
                <a:chOff x="5453592" y="2641965"/>
                <a:chExt cx="178824" cy="144000"/>
              </a:xfrm>
            </p:grpSpPr>
            <p:cxnSp>
              <p:nvCxnSpPr>
                <p:cNvPr id="110" name="직선 연결선 109">
                  <a:extLst>
                    <a:ext uri="{FF2B5EF4-FFF2-40B4-BE49-F238E27FC236}">
                      <a16:creationId xmlns:a16="http://schemas.microsoft.com/office/drawing/2014/main" id="{3EF3E6CC-82D6-1503-510D-026FB14C789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직선 연결선 110">
                  <a:extLst>
                    <a:ext uri="{FF2B5EF4-FFF2-40B4-BE49-F238E27FC236}">
                      <a16:creationId xmlns:a16="http://schemas.microsoft.com/office/drawing/2014/main" id="{41A5B9DB-5656-B688-EFB6-C1602A23A3C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 name="직선 연결선 108">
                <a:extLst>
                  <a:ext uri="{FF2B5EF4-FFF2-40B4-BE49-F238E27FC236}">
                    <a16:creationId xmlns:a16="http://schemas.microsoft.com/office/drawing/2014/main" id="{70578B90-E220-A4AF-AE8A-80FDA63EFD1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 name="직선 연결선 111">
              <a:extLst>
                <a:ext uri="{FF2B5EF4-FFF2-40B4-BE49-F238E27FC236}">
                  <a16:creationId xmlns:a16="http://schemas.microsoft.com/office/drawing/2014/main" id="{7339C193-7741-64DD-A440-15EEEBF21416}"/>
                </a:ext>
              </a:extLst>
            </p:cNvPr>
            <p:cNvCxnSpPr>
              <a:cxnSpLocks/>
            </p:cNvCxnSpPr>
            <p:nvPr/>
          </p:nvCxnSpPr>
          <p:spPr>
            <a:xfrm>
              <a:off x="3516413" y="4099625"/>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그룹 112">
              <a:extLst>
                <a:ext uri="{FF2B5EF4-FFF2-40B4-BE49-F238E27FC236}">
                  <a16:creationId xmlns:a16="http://schemas.microsoft.com/office/drawing/2014/main" id="{4F46D713-8DDB-ED47-A8D7-B0FA40B9B4E4}"/>
                </a:ext>
              </a:extLst>
            </p:cNvPr>
            <p:cNvGrpSpPr/>
            <p:nvPr/>
          </p:nvGrpSpPr>
          <p:grpSpPr>
            <a:xfrm>
              <a:off x="3657161" y="3955731"/>
              <a:ext cx="72000" cy="146277"/>
              <a:chOff x="3250176" y="2637183"/>
              <a:chExt cx="179694" cy="146277"/>
            </a:xfrm>
          </p:grpSpPr>
          <p:grpSp>
            <p:nvGrpSpPr>
              <p:cNvPr id="114" name="그룹 113">
                <a:extLst>
                  <a:ext uri="{FF2B5EF4-FFF2-40B4-BE49-F238E27FC236}">
                    <a16:creationId xmlns:a16="http://schemas.microsoft.com/office/drawing/2014/main" id="{331CB2B6-C70E-BB77-75A2-FD1BE7ED34A8}"/>
                  </a:ext>
                </a:extLst>
              </p:cNvPr>
              <p:cNvGrpSpPr/>
              <p:nvPr/>
            </p:nvGrpSpPr>
            <p:grpSpPr>
              <a:xfrm>
                <a:off x="3250176" y="2637183"/>
                <a:ext cx="178824" cy="144000"/>
                <a:chOff x="5453592" y="2641965"/>
                <a:chExt cx="178824" cy="144000"/>
              </a:xfrm>
            </p:grpSpPr>
            <p:cxnSp>
              <p:nvCxnSpPr>
                <p:cNvPr id="116" name="직선 연결선 115">
                  <a:extLst>
                    <a:ext uri="{FF2B5EF4-FFF2-40B4-BE49-F238E27FC236}">
                      <a16:creationId xmlns:a16="http://schemas.microsoft.com/office/drawing/2014/main" id="{C84B0971-C9E0-B18B-A374-523E76DB8EB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a:extLst>
                    <a:ext uri="{FF2B5EF4-FFF2-40B4-BE49-F238E27FC236}">
                      <a16:creationId xmlns:a16="http://schemas.microsoft.com/office/drawing/2014/main" id="{457CD7C5-3828-258B-9B48-3F7C9606548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 name="직선 연결선 114">
                <a:extLst>
                  <a:ext uri="{FF2B5EF4-FFF2-40B4-BE49-F238E27FC236}">
                    <a16:creationId xmlns:a16="http://schemas.microsoft.com/office/drawing/2014/main" id="{04E86A35-2F52-192A-C217-7962C9353BC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 name="직선 연결선 117">
              <a:extLst>
                <a:ext uri="{FF2B5EF4-FFF2-40B4-BE49-F238E27FC236}">
                  <a16:creationId xmlns:a16="http://schemas.microsoft.com/office/drawing/2014/main" id="{5E9BF1BF-64EC-1465-718C-8EACD8F5E9C5}"/>
                </a:ext>
              </a:extLst>
            </p:cNvPr>
            <p:cNvCxnSpPr>
              <a:cxnSpLocks/>
            </p:cNvCxnSpPr>
            <p:nvPr/>
          </p:nvCxnSpPr>
          <p:spPr>
            <a:xfrm>
              <a:off x="3585320" y="4100201"/>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그룹 118">
              <a:extLst>
                <a:ext uri="{FF2B5EF4-FFF2-40B4-BE49-F238E27FC236}">
                  <a16:creationId xmlns:a16="http://schemas.microsoft.com/office/drawing/2014/main" id="{BC886D67-9FCF-E7D9-FAEC-E2464912CAE0}"/>
                </a:ext>
              </a:extLst>
            </p:cNvPr>
            <p:cNvGrpSpPr/>
            <p:nvPr/>
          </p:nvGrpSpPr>
          <p:grpSpPr>
            <a:xfrm>
              <a:off x="3552237" y="3957655"/>
              <a:ext cx="35826" cy="146277"/>
              <a:chOff x="3250176" y="2637183"/>
              <a:chExt cx="178824" cy="146277"/>
            </a:xfrm>
          </p:grpSpPr>
          <p:grpSp>
            <p:nvGrpSpPr>
              <p:cNvPr id="120" name="그룹 119">
                <a:extLst>
                  <a:ext uri="{FF2B5EF4-FFF2-40B4-BE49-F238E27FC236}">
                    <a16:creationId xmlns:a16="http://schemas.microsoft.com/office/drawing/2014/main" id="{2ED205CA-88B1-06A0-6064-C8AA04033D09}"/>
                  </a:ext>
                </a:extLst>
              </p:cNvPr>
              <p:cNvGrpSpPr/>
              <p:nvPr/>
            </p:nvGrpSpPr>
            <p:grpSpPr>
              <a:xfrm>
                <a:off x="3250176" y="2637183"/>
                <a:ext cx="178824" cy="144000"/>
                <a:chOff x="5453592" y="2641965"/>
                <a:chExt cx="178824" cy="144000"/>
              </a:xfrm>
            </p:grpSpPr>
            <p:cxnSp>
              <p:nvCxnSpPr>
                <p:cNvPr id="122" name="직선 연결선 121">
                  <a:extLst>
                    <a:ext uri="{FF2B5EF4-FFF2-40B4-BE49-F238E27FC236}">
                      <a16:creationId xmlns:a16="http://schemas.microsoft.com/office/drawing/2014/main" id="{E0CA3E92-1652-A698-32D2-41CD050395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8FD82A6B-8740-DD02-2E82-7E4215242AF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 name="직선 연결선 120">
                <a:extLst>
                  <a:ext uri="{FF2B5EF4-FFF2-40B4-BE49-F238E27FC236}">
                    <a16:creationId xmlns:a16="http://schemas.microsoft.com/office/drawing/2014/main" id="{71789545-C898-E716-DB24-5EF8522CD3A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4" name="직선 연결선 123">
              <a:extLst>
                <a:ext uri="{FF2B5EF4-FFF2-40B4-BE49-F238E27FC236}">
                  <a16:creationId xmlns:a16="http://schemas.microsoft.com/office/drawing/2014/main" id="{3F4FF278-DE97-F17D-66C1-79D7454A1A77}"/>
                </a:ext>
              </a:extLst>
            </p:cNvPr>
            <p:cNvCxnSpPr>
              <a:cxnSpLocks/>
            </p:cNvCxnSpPr>
            <p:nvPr/>
          </p:nvCxnSpPr>
          <p:spPr>
            <a:xfrm>
              <a:off x="3730166" y="4099625"/>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5" name="그룹 124">
              <a:extLst>
                <a:ext uri="{FF2B5EF4-FFF2-40B4-BE49-F238E27FC236}">
                  <a16:creationId xmlns:a16="http://schemas.microsoft.com/office/drawing/2014/main" id="{5641C949-DC9E-510D-2847-C71C744C1406}"/>
                </a:ext>
              </a:extLst>
            </p:cNvPr>
            <p:cNvGrpSpPr/>
            <p:nvPr/>
          </p:nvGrpSpPr>
          <p:grpSpPr>
            <a:xfrm>
              <a:off x="3768385" y="3957174"/>
              <a:ext cx="368668" cy="146277"/>
              <a:chOff x="3250176" y="2637183"/>
              <a:chExt cx="179694" cy="146277"/>
            </a:xfrm>
          </p:grpSpPr>
          <p:grpSp>
            <p:nvGrpSpPr>
              <p:cNvPr id="126" name="그룹 125">
                <a:extLst>
                  <a:ext uri="{FF2B5EF4-FFF2-40B4-BE49-F238E27FC236}">
                    <a16:creationId xmlns:a16="http://schemas.microsoft.com/office/drawing/2014/main" id="{D404274A-BB65-350B-5728-E9F522D4D4D9}"/>
                  </a:ext>
                </a:extLst>
              </p:cNvPr>
              <p:cNvGrpSpPr/>
              <p:nvPr/>
            </p:nvGrpSpPr>
            <p:grpSpPr>
              <a:xfrm>
                <a:off x="3250176" y="2637183"/>
                <a:ext cx="178824" cy="144000"/>
                <a:chOff x="5453592" y="2641965"/>
                <a:chExt cx="178824" cy="144000"/>
              </a:xfrm>
            </p:grpSpPr>
            <p:cxnSp>
              <p:nvCxnSpPr>
                <p:cNvPr id="128" name="직선 연결선 127">
                  <a:extLst>
                    <a:ext uri="{FF2B5EF4-FFF2-40B4-BE49-F238E27FC236}">
                      <a16:creationId xmlns:a16="http://schemas.microsoft.com/office/drawing/2014/main" id="{374B156E-3780-F27A-29A6-90FB1B9B55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a:extLst>
                    <a:ext uri="{FF2B5EF4-FFF2-40B4-BE49-F238E27FC236}">
                      <a16:creationId xmlns:a16="http://schemas.microsoft.com/office/drawing/2014/main" id="{8FB1EB47-EDFD-9045-A9EB-2E788542F8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 name="직선 연결선 126">
                <a:extLst>
                  <a:ext uri="{FF2B5EF4-FFF2-40B4-BE49-F238E27FC236}">
                    <a16:creationId xmlns:a16="http://schemas.microsoft.com/office/drawing/2014/main" id="{F25E1674-529D-5FFA-DADD-D01BACE078E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1" name="직선 연결선 130">
              <a:extLst>
                <a:ext uri="{FF2B5EF4-FFF2-40B4-BE49-F238E27FC236}">
                  <a16:creationId xmlns:a16="http://schemas.microsoft.com/office/drawing/2014/main" id="{75BCB402-AAC2-7BA6-B5EF-52B0575EB003}"/>
                </a:ext>
              </a:extLst>
            </p:cNvPr>
            <p:cNvCxnSpPr>
              <a:cxnSpLocks/>
            </p:cNvCxnSpPr>
            <p:nvPr/>
          </p:nvCxnSpPr>
          <p:spPr>
            <a:xfrm>
              <a:off x="3773886" y="4101174"/>
              <a:ext cx="23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3" name="그룹 132">
              <a:extLst>
                <a:ext uri="{FF2B5EF4-FFF2-40B4-BE49-F238E27FC236}">
                  <a16:creationId xmlns:a16="http://schemas.microsoft.com/office/drawing/2014/main" id="{1AB29F47-8124-0633-5356-20F47D89BB06}"/>
                </a:ext>
              </a:extLst>
            </p:cNvPr>
            <p:cNvGrpSpPr/>
            <p:nvPr/>
          </p:nvGrpSpPr>
          <p:grpSpPr>
            <a:xfrm>
              <a:off x="4136596" y="3956834"/>
              <a:ext cx="216000" cy="144000"/>
              <a:chOff x="5453592" y="2641965"/>
              <a:chExt cx="178824" cy="144000"/>
            </a:xfrm>
          </p:grpSpPr>
          <p:cxnSp>
            <p:nvCxnSpPr>
              <p:cNvPr id="136" name="직선 연결선 135">
                <a:extLst>
                  <a:ext uri="{FF2B5EF4-FFF2-40B4-BE49-F238E27FC236}">
                    <a16:creationId xmlns:a16="http://schemas.microsoft.com/office/drawing/2014/main" id="{3F9E6FD2-6A1A-2AEF-4CF6-E6729A1A59D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직선 연결선 136">
                <a:extLst>
                  <a:ext uri="{FF2B5EF4-FFF2-40B4-BE49-F238E27FC236}">
                    <a16:creationId xmlns:a16="http://schemas.microsoft.com/office/drawing/2014/main" id="{13D9A824-244D-E116-4547-B2BB09C009A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2" name="TextBox 141">
              <a:extLst>
                <a:ext uri="{FF2B5EF4-FFF2-40B4-BE49-F238E27FC236}">
                  <a16:creationId xmlns:a16="http://schemas.microsoft.com/office/drawing/2014/main" id="{D9965214-6EE6-C549-C481-DBF141D05C01}"/>
                </a:ext>
              </a:extLst>
            </p:cNvPr>
            <p:cNvSpPr txBox="1"/>
            <p:nvPr/>
          </p:nvSpPr>
          <p:spPr>
            <a:xfrm>
              <a:off x="4093500" y="3473421"/>
              <a:ext cx="356188" cy="200055"/>
            </a:xfrm>
            <a:prstGeom prst="rect">
              <a:avLst/>
            </a:prstGeom>
            <a:noFill/>
          </p:spPr>
          <p:txBody>
            <a:bodyPr wrap="none" rtlCol="0">
              <a:spAutoFit/>
            </a:bodyPr>
            <a:lstStyle/>
            <a:p>
              <a:r>
                <a:rPr lang="en-US" altLang="ko-KR" sz="700" dirty="0"/>
                <a:t>Data</a:t>
              </a:r>
              <a:endParaRPr lang="ko-KR" altLang="en-US" sz="700" dirty="0"/>
            </a:p>
          </p:txBody>
        </p:sp>
        <p:sp>
          <p:nvSpPr>
            <p:cNvPr id="143" name="TextBox 142">
              <a:extLst>
                <a:ext uri="{FF2B5EF4-FFF2-40B4-BE49-F238E27FC236}">
                  <a16:creationId xmlns:a16="http://schemas.microsoft.com/office/drawing/2014/main" id="{7FE19BDD-F4EC-F82E-8179-C543C84A8B62}"/>
                </a:ext>
              </a:extLst>
            </p:cNvPr>
            <p:cNvSpPr txBox="1"/>
            <p:nvPr/>
          </p:nvSpPr>
          <p:spPr>
            <a:xfrm>
              <a:off x="3730377" y="3473422"/>
              <a:ext cx="476412" cy="200055"/>
            </a:xfrm>
            <a:prstGeom prst="rect">
              <a:avLst/>
            </a:prstGeom>
            <a:noFill/>
          </p:spPr>
          <p:txBody>
            <a:bodyPr wrap="none" rtlCol="0">
              <a:spAutoFit/>
            </a:bodyPr>
            <a:lstStyle/>
            <a:p>
              <a:r>
                <a:rPr lang="en-US" altLang="ko-KR" sz="700" dirty="0"/>
                <a:t>Address</a:t>
              </a:r>
              <a:endParaRPr lang="ko-KR" altLang="en-US" sz="700" dirty="0"/>
            </a:p>
          </p:txBody>
        </p:sp>
        <p:grpSp>
          <p:nvGrpSpPr>
            <p:cNvPr id="148" name="그룹 147">
              <a:extLst>
                <a:ext uri="{FF2B5EF4-FFF2-40B4-BE49-F238E27FC236}">
                  <a16:creationId xmlns:a16="http://schemas.microsoft.com/office/drawing/2014/main" id="{43760137-8570-961E-4358-D6CC9EE450F2}"/>
                </a:ext>
              </a:extLst>
            </p:cNvPr>
            <p:cNvGrpSpPr/>
            <p:nvPr/>
          </p:nvGrpSpPr>
          <p:grpSpPr>
            <a:xfrm>
              <a:off x="3331381" y="3502881"/>
              <a:ext cx="72000" cy="146277"/>
              <a:chOff x="3250176" y="2637183"/>
              <a:chExt cx="179694" cy="146277"/>
            </a:xfrm>
          </p:grpSpPr>
          <p:grpSp>
            <p:nvGrpSpPr>
              <p:cNvPr id="179" name="그룹 178">
                <a:extLst>
                  <a:ext uri="{FF2B5EF4-FFF2-40B4-BE49-F238E27FC236}">
                    <a16:creationId xmlns:a16="http://schemas.microsoft.com/office/drawing/2014/main" id="{1CC500BF-24D8-BA77-75F5-0FFB9C6DB19C}"/>
                  </a:ext>
                </a:extLst>
              </p:cNvPr>
              <p:cNvGrpSpPr/>
              <p:nvPr/>
            </p:nvGrpSpPr>
            <p:grpSpPr>
              <a:xfrm>
                <a:off x="3250176" y="2637183"/>
                <a:ext cx="178824" cy="144000"/>
                <a:chOff x="5453592" y="2641965"/>
                <a:chExt cx="178824" cy="144000"/>
              </a:xfrm>
            </p:grpSpPr>
            <p:cxnSp>
              <p:nvCxnSpPr>
                <p:cNvPr id="181" name="직선 연결선 180">
                  <a:extLst>
                    <a:ext uri="{FF2B5EF4-FFF2-40B4-BE49-F238E27FC236}">
                      <a16:creationId xmlns:a16="http://schemas.microsoft.com/office/drawing/2014/main" id="{AB481AE9-BF3F-1BDD-2A96-85C0760D0FE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직선 연결선 181">
                  <a:extLst>
                    <a:ext uri="{FF2B5EF4-FFF2-40B4-BE49-F238E27FC236}">
                      <a16:creationId xmlns:a16="http://schemas.microsoft.com/office/drawing/2014/main" id="{FC414382-AA4F-477F-0D0B-118C7676344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0" name="직선 연결선 179">
                <a:extLst>
                  <a:ext uri="{FF2B5EF4-FFF2-40B4-BE49-F238E27FC236}">
                    <a16:creationId xmlns:a16="http://schemas.microsoft.com/office/drawing/2014/main" id="{E87C311B-56BD-F4E5-12E6-88E18DA2A145}"/>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9" name="직선 연결선 148">
              <a:extLst>
                <a:ext uri="{FF2B5EF4-FFF2-40B4-BE49-F238E27FC236}">
                  <a16:creationId xmlns:a16="http://schemas.microsoft.com/office/drawing/2014/main" id="{B1E7DA36-DB47-2B5D-612E-C52D6A489529}"/>
                </a:ext>
              </a:extLst>
            </p:cNvPr>
            <p:cNvCxnSpPr>
              <a:cxnSpLocks/>
            </p:cNvCxnSpPr>
            <p:nvPr/>
          </p:nvCxnSpPr>
          <p:spPr>
            <a:xfrm>
              <a:off x="3403032" y="364688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0" name="그룹 149">
              <a:extLst>
                <a:ext uri="{FF2B5EF4-FFF2-40B4-BE49-F238E27FC236}">
                  <a16:creationId xmlns:a16="http://schemas.microsoft.com/office/drawing/2014/main" id="{9F8CA9E6-E6DA-AE4E-88EA-D6EFF86BF93D}"/>
                </a:ext>
              </a:extLst>
            </p:cNvPr>
            <p:cNvGrpSpPr/>
            <p:nvPr/>
          </p:nvGrpSpPr>
          <p:grpSpPr>
            <a:xfrm>
              <a:off x="3441623" y="3502849"/>
              <a:ext cx="72000" cy="146277"/>
              <a:chOff x="3250176" y="2637183"/>
              <a:chExt cx="179694" cy="146277"/>
            </a:xfrm>
          </p:grpSpPr>
          <p:grpSp>
            <p:nvGrpSpPr>
              <p:cNvPr id="175" name="그룹 174">
                <a:extLst>
                  <a:ext uri="{FF2B5EF4-FFF2-40B4-BE49-F238E27FC236}">
                    <a16:creationId xmlns:a16="http://schemas.microsoft.com/office/drawing/2014/main" id="{A6BA8864-1BC8-0DC1-A666-E58993035D92}"/>
                  </a:ext>
                </a:extLst>
              </p:cNvPr>
              <p:cNvGrpSpPr/>
              <p:nvPr/>
            </p:nvGrpSpPr>
            <p:grpSpPr>
              <a:xfrm>
                <a:off x="3250176" y="2637183"/>
                <a:ext cx="178824" cy="144000"/>
                <a:chOff x="5453592" y="2641965"/>
                <a:chExt cx="178824" cy="144000"/>
              </a:xfrm>
            </p:grpSpPr>
            <p:cxnSp>
              <p:nvCxnSpPr>
                <p:cNvPr id="177" name="직선 연결선 176">
                  <a:extLst>
                    <a:ext uri="{FF2B5EF4-FFF2-40B4-BE49-F238E27FC236}">
                      <a16:creationId xmlns:a16="http://schemas.microsoft.com/office/drawing/2014/main" id="{D7267A30-DDB7-3CAE-1F72-25D2248505E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직선 연결선 177">
                  <a:extLst>
                    <a:ext uri="{FF2B5EF4-FFF2-40B4-BE49-F238E27FC236}">
                      <a16:creationId xmlns:a16="http://schemas.microsoft.com/office/drawing/2014/main" id="{8AC2ECAF-AD08-2635-4DF6-E1FBA994699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6" name="직선 연결선 175">
                <a:extLst>
                  <a:ext uri="{FF2B5EF4-FFF2-40B4-BE49-F238E27FC236}">
                    <a16:creationId xmlns:a16="http://schemas.microsoft.com/office/drawing/2014/main" id="{20212CC4-9061-056F-73BF-E9A0A4970E3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1" name="직선 연결선 150">
              <a:extLst>
                <a:ext uri="{FF2B5EF4-FFF2-40B4-BE49-F238E27FC236}">
                  <a16:creationId xmlns:a16="http://schemas.microsoft.com/office/drawing/2014/main" id="{5E570235-FFE3-F7D3-C6B8-3CFF1FD5A146}"/>
                </a:ext>
              </a:extLst>
            </p:cNvPr>
            <p:cNvCxnSpPr>
              <a:cxnSpLocks/>
            </p:cNvCxnSpPr>
            <p:nvPr/>
          </p:nvCxnSpPr>
          <p:spPr>
            <a:xfrm>
              <a:off x="3513274" y="364243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2" name="그룹 151">
              <a:extLst>
                <a:ext uri="{FF2B5EF4-FFF2-40B4-BE49-F238E27FC236}">
                  <a16:creationId xmlns:a16="http://schemas.microsoft.com/office/drawing/2014/main" id="{2F8AE605-28AA-513A-ED67-D604A940B598}"/>
                </a:ext>
              </a:extLst>
            </p:cNvPr>
            <p:cNvGrpSpPr/>
            <p:nvPr/>
          </p:nvGrpSpPr>
          <p:grpSpPr>
            <a:xfrm>
              <a:off x="3654022" y="3498537"/>
              <a:ext cx="72000" cy="146277"/>
              <a:chOff x="3250176" y="2637183"/>
              <a:chExt cx="179694" cy="146277"/>
            </a:xfrm>
          </p:grpSpPr>
          <p:grpSp>
            <p:nvGrpSpPr>
              <p:cNvPr id="171" name="그룹 170">
                <a:extLst>
                  <a:ext uri="{FF2B5EF4-FFF2-40B4-BE49-F238E27FC236}">
                    <a16:creationId xmlns:a16="http://schemas.microsoft.com/office/drawing/2014/main" id="{BF398AFE-5890-441A-C3E7-854DA83F81F9}"/>
                  </a:ext>
                </a:extLst>
              </p:cNvPr>
              <p:cNvGrpSpPr/>
              <p:nvPr/>
            </p:nvGrpSpPr>
            <p:grpSpPr>
              <a:xfrm>
                <a:off x="3250176" y="2637183"/>
                <a:ext cx="178824" cy="144000"/>
                <a:chOff x="5453592" y="2641965"/>
                <a:chExt cx="178824" cy="144000"/>
              </a:xfrm>
            </p:grpSpPr>
            <p:cxnSp>
              <p:nvCxnSpPr>
                <p:cNvPr id="173" name="직선 연결선 172">
                  <a:extLst>
                    <a:ext uri="{FF2B5EF4-FFF2-40B4-BE49-F238E27FC236}">
                      <a16:creationId xmlns:a16="http://schemas.microsoft.com/office/drawing/2014/main" id="{00238E81-B215-E925-F6FA-32BC67A40FE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직선 연결선 173">
                  <a:extLst>
                    <a:ext uri="{FF2B5EF4-FFF2-40B4-BE49-F238E27FC236}">
                      <a16:creationId xmlns:a16="http://schemas.microsoft.com/office/drawing/2014/main" id="{1EF8BE39-A10C-6E4B-7979-D14F137166A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2" name="직선 연결선 171">
                <a:extLst>
                  <a:ext uri="{FF2B5EF4-FFF2-40B4-BE49-F238E27FC236}">
                    <a16:creationId xmlns:a16="http://schemas.microsoft.com/office/drawing/2014/main" id="{9FF803A0-90A9-1B99-DED7-DC230AAD55E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3" name="직선 연결선 152">
              <a:extLst>
                <a:ext uri="{FF2B5EF4-FFF2-40B4-BE49-F238E27FC236}">
                  <a16:creationId xmlns:a16="http://schemas.microsoft.com/office/drawing/2014/main" id="{6948BF63-5220-215E-C19C-137D6353E0D2}"/>
                </a:ext>
              </a:extLst>
            </p:cNvPr>
            <p:cNvCxnSpPr>
              <a:cxnSpLocks/>
            </p:cNvCxnSpPr>
            <p:nvPr/>
          </p:nvCxnSpPr>
          <p:spPr>
            <a:xfrm>
              <a:off x="3582181" y="3643007"/>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4" name="그룹 153">
              <a:extLst>
                <a:ext uri="{FF2B5EF4-FFF2-40B4-BE49-F238E27FC236}">
                  <a16:creationId xmlns:a16="http://schemas.microsoft.com/office/drawing/2014/main" id="{D66171BD-BAC3-CDF2-F674-A1F6F2667741}"/>
                </a:ext>
              </a:extLst>
            </p:cNvPr>
            <p:cNvGrpSpPr/>
            <p:nvPr/>
          </p:nvGrpSpPr>
          <p:grpSpPr>
            <a:xfrm>
              <a:off x="3549098" y="3500461"/>
              <a:ext cx="35826" cy="146277"/>
              <a:chOff x="3250176" y="2637183"/>
              <a:chExt cx="178824" cy="146277"/>
            </a:xfrm>
          </p:grpSpPr>
          <p:grpSp>
            <p:nvGrpSpPr>
              <p:cNvPr id="167" name="그룹 166">
                <a:extLst>
                  <a:ext uri="{FF2B5EF4-FFF2-40B4-BE49-F238E27FC236}">
                    <a16:creationId xmlns:a16="http://schemas.microsoft.com/office/drawing/2014/main" id="{1FD269C9-F466-DDE7-4B63-64037AB5A6FE}"/>
                  </a:ext>
                </a:extLst>
              </p:cNvPr>
              <p:cNvGrpSpPr/>
              <p:nvPr/>
            </p:nvGrpSpPr>
            <p:grpSpPr>
              <a:xfrm>
                <a:off x="3250176" y="2637183"/>
                <a:ext cx="178824" cy="144000"/>
                <a:chOff x="5453592" y="2641965"/>
                <a:chExt cx="178824" cy="144000"/>
              </a:xfrm>
            </p:grpSpPr>
            <p:cxnSp>
              <p:nvCxnSpPr>
                <p:cNvPr id="169" name="직선 연결선 168">
                  <a:extLst>
                    <a:ext uri="{FF2B5EF4-FFF2-40B4-BE49-F238E27FC236}">
                      <a16:creationId xmlns:a16="http://schemas.microsoft.com/office/drawing/2014/main" id="{6B03D6AE-20E6-ECFE-AAB0-B843909AB0B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직선 연결선 169">
                  <a:extLst>
                    <a:ext uri="{FF2B5EF4-FFF2-40B4-BE49-F238E27FC236}">
                      <a16:creationId xmlns:a16="http://schemas.microsoft.com/office/drawing/2014/main" id="{6DB0B607-BE04-CAAA-C332-387F7A64F8A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8" name="직선 연결선 167">
                <a:extLst>
                  <a:ext uri="{FF2B5EF4-FFF2-40B4-BE49-F238E27FC236}">
                    <a16:creationId xmlns:a16="http://schemas.microsoft.com/office/drawing/2014/main" id="{29BE24C9-5985-F29A-059E-BB116EDCEC9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5" name="직선 연결선 154">
              <a:extLst>
                <a:ext uri="{FF2B5EF4-FFF2-40B4-BE49-F238E27FC236}">
                  <a16:creationId xmlns:a16="http://schemas.microsoft.com/office/drawing/2014/main" id="{9F0C7F8F-4F84-8C8D-A25A-036EA90C9702}"/>
                </a:ext>
              </a:extLst>
            </p:cNvPr>
            <p:cNvCxnSpPr>
              <a:cxnSpLocks/>
            </p:cNvCxnSpPr>
            <p:nvPr/>
          </p:nvCxnSpPr>
          <p:spPr>
            <a:xfrm>
              <a:off x="3727027" y="364243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6" name="그룹 155">
              <a:extLst>
                <a:ext uri="{FF2B5EF4-FFF2-40B4-BE49-F238E27FC236}">
                  <a16:creationId xmlns:a16="http://schemas.microsoft.com/office/drawing/2014/main" id="{0E2B5210-AB01-5406-74DC-A5FC5BA3E30D}"/>
                </a:ext>
              </a:extLst>
            </p:cNvPr>
            <p:cNvGrpSpPr/>
            <p:nvPr/>
          </p:nvGrpSpPr>
          <p:grpSpPr>
            <a:xfrm>
              <a:off x="3765245" y="3499980"/>
              <a:ext cx="375995" cy="146277"/>
              <a:chOff x="3250176" y="2637183"/>
              <a:chExt cx="179694" cy="146277"/>
            </a:xfrm>
          </p:grpSpPr>
          <p:grpSp>
            <p:nvGrpSpPr>
              <p:cNvPr id="163" name="그룹 162">
                <a:extLst>
                  <a:ext uri="{FF2B5EF4-FFF2-40B4-BE49-F238E27FC236}">
                    <a16:creationId xmlns:a16="http://schemas.microsoft.com/office/drawing/2014/main" id="{72A1BC8B-DAF7-5751-BD1A-5D9DB69719F9}"/>
                  </a:ext>
                </a:extLst>
              </p:cNvPr>
              <p:cNvGrpSpPr/>
              <p:nvPr/>
            </p:nvGrpSpPr>
            <p:grpSpPr>
              <a:xfrm>
                <a:off x="3250176" y="2637183"/>
                <a:ext cx="178824" cy="144000"/>
                <a:chOff x="5453592" y="2641965"/>
                <a:chExt cx="178824" cy="144000"/>
              </a:xfrm>
            </p:grpSpPr>
            <p:cxnSp>
              <p:nvCxnSpPr>
                <p:cNvPr id="165" name="직선 연결선 164">
                  <a:extLst>
                    <a:ext uri="{FF2B5EF4-FFF2-40B4-BE49-F238E27FC236}">
                      <a16:creationId xmlns:a16="http://schemas.microsoft.com/office/drawing/2014/main" id="{3FA17D77-7CB4-576B-6BA7-F6C50A4261A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a:extLst>
                    <a:ext uri="{FF2B5EF4-FFF2-40B4-BE49-F238E27FC236}">
                      <a16:creationId xmlns:a16="http://schemas.microsoft.com/office/drawing/2014/main" id="{2E7FB7A0-2245-4C17-9D9C-1363DFD07B0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4" name="직선 연결선 163">
                <a:extLst>
                  <a:ext uri="{FF2B5EF4-FFF2-40B4-BE49-F238E27FC236}">
                    <a16:creationId xmlns:a16="http://schemas.microsoft.com/office/drawing/2014/main" id="{998BBA05-5196-7D09-D4F7-A3FAAF0647A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7" name="직선 연결선 156">
              <a:extLst>
                <a:ext uri="{FF2B5EF4-FFF2-40B4-BE49-F238E27FC236}">
                  <a16:creationId xmlns:a16="http://schemas.microsoft.com/office/drawing/2014/main" id="{D940A9C4-55F8-BA75-1213-6EF854A09CD9}"/>
                </a:ext>
              </a:extLst>
            </p:cNvPr>
            <p:cNvCxnSpPr>
              <a:cxnSpLocks/>
            </p:cNvCxnSpPr>
            <p:nvPr/>
          </p:nvCxnSpPr>
          <p:spPr>
            <a:xfrm>
              <a:off x="3770747" y="3643980"/>
              <a:ext cx="23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9" name="그룹 158">
              <a:extLst>
                <a:ext uri="{FF2B5EF4-FFF2-40B4-BE49-F238E27FC236}">
                  <a16:creationId xmlns:a16="http://schemas.microsoft.com/office/drawing/2014/main" id="{00D2BBCD-0CB4-2001-960A-A984165D3D21}"/>
                </a:ext>
              </a:extLst>
            </p:cNvPr>
            <p:cNvGrpSpPr/>
            <p:nvPr/>
          </p:nvGrpSpPr>
          <p:grpSpPr>
            <a:xfrm>
              <a:off x="4140686" y="3499640"/>
              <a:ext cx="214763" cy="144000"/>
              <a:chOff x="5454616" y="2641965"/>
              <a:chExt cx="177800" cy="144000"/>
            </a:xfrm>
          </p:grpSpPr>
          <p:cxnSp>
            <p:nvCxnSpPr>
              <p:cNvPr id="161" name="직선 연결선 160">
                <a:extLst>
                  <a:ext uri="{FF2B5EF4-FFF2-40B4-BE49-F238E27FC236}">
                    <a16:creationId xmlns:a16="http://schemas.microsoft.com/office/drawing/2014/main" id="{EDE2A4D6-EDDB-D5F3-C9FD-6AFBD953D60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직선 연결선 161">
                <a:extLst>
                  <a:ext uri="{FF2B5EF4-FFF2-40B4-BE49-F238E27FC236}">
                    <a16:creationId xmlns:a16="http://schemas.microsoft.com/office/drawing/2014/main" id="{6AB2C1B6-29E2-F377-13D6-3009CFD0E1EA}"/>
                  </a:ext>
                </a:extLst>
              </p:cNvPr>
              <p:cNvCxnSpPr>
                <a:cxnSpLocks/>
              </p:cNvCxnSpPr>
              <p:nvPr/>
            </p:nvCxnSpPr>
            <p:spPr>
              <a:xfrm>
                <a:off x="5455749"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4" name="그룹 183">
              <a:extLst>
                <a:ext uri="{FF2B5EF4-FFF2-40B4-BE49-F238E27FC236}">
                  <a16:creationId xmlns:a16="http://schemas.microsoft.com/office/drawing/2014/main" id="{F538BD98-4DE0-8454-70A2-11BD3F34B776}"/>
                </a:ext>
              </a:extLst>
            </p:cNvPr>
            <p:cNvGrpSpPr/>
            <p:nvPr/>
          </p:nvGrpSpPr>
          <p:grpSpPr>
            <a:xfrm>
              <a:off x="3331381" y="3719422"/>
              <a:ext cx="72000" cy="146277"/>
              <a:chOff x="3250176" y="2637183"/>
              <a:chExt cx="179694" cy="146277"/>
            </a:xfrm>
          </p:grpSpPr>
          <p:grpSp>
            <p:nvGrpSpPr>
              <p:cNvPr id="416" name="그룹 415">
                <a:extLst>
                  <a:ext uri="{FF2B5EF4-FFF2-40B4-BE49-F238E27FC236}">
                    <a16:creationId xmlns:a16="http://schemas.microsoft.com/office/drawing/2014/main" id="{BABD6B03-82F5-FEA0-24AE-09A54A44EF3E}"/>
                  </a:ext>
                </a:extLst>
              </p:cNvPr>
              <p:cNvGrpSpPr/>
              <p:nvPr/>
            </p:nvGrpSpPr>
            <p:grpSpPr>
              <a:xfrm>
                <a:off x="3250176" y="2637183"/>
                <a:ext cx="178824" cy="144000"/>
                <a:chOff x="5453592" y="2641965"/>
                <a:chExt cx="178824" cy="144000"/>
              </a:xfrm>
            </p:grpSpPr>
            <p:cxnSp>
              <p:nvCxnSpPr>
                <p:cNvPr id="418" name="직선 연결선 417">
                  <a:extLst>
                    <a:ext uri="{FF2B5EF4-FFF2-40B4-BE49-F238E27FC236}">
                      <a16:creationId xmlns:a16="http://schemas.microsoft.com/office/drawing/2014/main" id="{BFA8573E-BA72-4B94-6B94-D9032702A75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9" name="직선 연결선 418">
                  <a:extLst>
                    <a:ext uri="{FF2B5EF4-FFF2-40B4-BE49-F238E27FC236}">
                      <a16:creationId xmlns:a16="http://schemas.microsoft.com/office/drawing/2014/main" id="{94EA7D27-581D-5C4A-AA46-FBB6FC29A41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7" name="직선 연결선 416">
                <a:extLst>
                  <a:ext uri="{FF2B5EF4-FFF2-40B4-BE49-F238E27FC236}">
                    <a16:creationId xmlns:a16="http://schemas.microsoft.com/office/drawing/2014/main" id="{B1D8DF69-A442-1EC7-DE3D-D2F2D1B9A88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5" name="직선 연결선 184">
              <a:extLst>
                <a:ext uri="{FF2B5EF4-FFF2-40B4-BE49-F238E27FC236}">
                  <a16:creationId xmlns:a16="http://schemas.microsoft.com/office/drawing/2014/main" id="{FF7F40B9-3630-545A-20D9-C50DC8B5654F}"/>
                </a:ext>
              </a:extLst>
            </p:cNvPr>
            <p:cNvCxnSpPr>
              <a:cxnSpLocks/>
            </p:cNvCxnSpPr>
            <p:nvPr/>
          </p:nvCxnSpPr>
          <p:spPr>
            <a:xfrm>
              <a:off x="3403032" y="3863422"/>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6" name="그룹 185">
              <a:extLst>
                <a:ext uri="{FF2B5EF4-FFF2-40B4-BE49-F238E27FC236}">
                  <a16:creationId xmlns:a16="http://schemas.microsoft.com/office/drawing/2014/main" id="{70882C09-E26E-6155-3303-FBC25EDED7C7}"/>
                </a:ext>
              </a:extLst>
            </p:cNvPr>
            <p:cNvGrpSpPr/>
            <p:nvPr/>
          </p:nvGrpSpPr>
          <p:grpSpPr>
            <a:xfrm>
              <a:off x="3441623" y="3719390"/>
              <a:ext cx="72000" cy="146277"/>
              <a:chOff x="3250176" y="2637183"/>
              <a:chExt cx="179694" cy="146277"/>
            </a:xfrm>
          </p:grpSpPr>
          <p:grpSp>
            <p:nvGrpSpPr>
              <p:cNvPr id="412" name="그룹 411">
                <a:extLst>
                  <a:ext uri="{FF2B5EF4-FFF2-40B4-BE49-F238E27FC236}">
                    <a16:creationId xmlns:a16="http://schemas.microsoft.com/office/drawing/2014/main" id="{64DF00A9-C62E-7E52-8D66-6011B423AD54}"/>
                  </a:ext>
                </a:extLst>
              </p:cNvPr>
              <p:cNvGrpSpPr/>
              <p:nvPr/>
            </p:nvGrpSpPr>
            <p:grpSpPr>
              <a:xfrm>
                <a:off x="3250176" y="2637183"/>
                <a:ext cx="178824" cy="144000"/>
                <a:chOff x="5453592" y="2641965"/>
                <a:chExt cx="178824" cy="144000"/>
              </a:xfrm>
            </p:grpSpPr>
            <p:cxnSp>
              <p:nvCxnSpPr>
                <p:cNvPr id="414" name="직선 연결선 413">
                  <a:extLst>
                    <a:ext uri="{FF2B5EF4-FFF2-40B4-BE49-F238E27FC236}">
                      <a16:creationId xmlns:a16="http://schemas.microsoft.com/office/drawing/2014/main" id="{5B4B789E-35F6-55B4-B085-D1DB263B16A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5" name="직선 연결선 414">
                  <a:extLst>
                    <a:ext uri="{FF2B5EF4-FFF2-40B4-BE49-F238E27FC236}">
                      <a16:creationId xmlns:a16="http://schemas.microsoft.com/office/drawing/2014/main" id="{3D74E65B-6251-0048-FB60-E8EF91D3930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3" name="직선 연결선 412">
                <a:extLst>
                  <a:ext uri="{FF2B5EF4-FFF2-40B4-BE49-F238E27FC236}">
                    <a16:creationId xmlns:a16="http://schemas.microsoft.com/office/drawing/2014/main" id="{73945CB0-6F8A-4E69-79EE-BA2908637F9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7" name="직선 연결선 186">
              <a:extLst>
                <a:ext uri="{FF2B5EF4-FFF2-40B4-BE49-F238E27FC236}">
                  <a16:creationId xmlns:a16="http://schemas.microsoft.com/office/drawing/2014/main" id="{35F065BC-24D7-64D2-939E-32735D604648}"/>
                </a:ext>
              </a:extLst>
            </p:cNvPr>
            <p:cNvCxnSpPr>
              <a:cxnSpLocks/>
            </p:cNvCxnSpPr>
            <p:nvPr/>
          </p:nvCxnSpPr>
          <p:spPr>
            <a:xfrm>
              <a:off x="3513274" y="3858972"/>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8" name="그룹 187">
              <a:extLst>
                <a:ext uri="{FF2B5EF4-FFF2-40B4-BE49-F238E27FC236}">
                  <a16:creationId xmlns:a16="http://schemas.microsoft.com/office/drawing/2014/main" id="{3FE5AA38-32E2-34E5-74EA-07C18F4BF53B}"/>
                </a:ext>
              </a:extLst>
            </p:cNvPr>
            <p:cNvGrpSpPr/>
            <p:nvPr/>
          </p:nvGrpSpPr>
          <p:grpSpPr>
            <a:xfrm>
              <a:off x="3654022" y="3715078"/>
              <a:ext cx="72000" cy="146277"/>
              <a:chOff x="3250176" y="2637183"/>
              <a:chExt cx="179694" cy="146277"/>
            </a:xfrm>
          </p:grpSpPr>
          <p:grpSp>
            <p:nvGrpSpPr>
              <p:cNvPr id="408" name="그룹 407">
                <a:extLst>
                  <a:ext uri="{FF2B5EF4-FFF2-40B4-BE49-F238E27FC236}">
                    <a16:creationId xmlns:a16="http://schemas.microsoft.com/office/drawing/2014/main" id="{F3B313B2-66AD-C156-5C5B-6D0D8DDE96C3}"/>
                  </a:ext>
                </a:extLst>
              </p:cNvPr>
              <p:cNvGrpSpPr/>
              <p:nvPr/>
            </p:nvGrpSpPr>
            <p:grpSpPr>
              <a:xfrm>
                <a:off x="3250176" y="2637183"/>
                <a:ext cx="178824" cy="144000"/>
                <a:chOff x="5453592" y="2641965"/>
                <a:chExt cx="178824" cy="144000"/>
              </a:xfrm>
            </p:grpSpPr>
            <p:cxnSp>
              <p:nvCxnSpPr>
                <p:cNvPr id="410" name="직선 연결선 409">
                  <a:extLst>
                    <a:ext uri="{FF2B5EF4-FFF2-40B4-BE49-F238E27FC236}">
                      <a16:creationId xmlns:a16="http://schemas.microsoft.com/office/drawing/2014/main" id="{9268E57D-AE89-6F5D-834F-7EAEA08B5EF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1" name="직선 연결선 410">
                  <a:extLst>
                    <a:ext uri="{FF2B5EF4-FFF2-40B4-BE49-F238E27FC236}">
                      <a16:creationId xmlns:a16="http://schemas.microsoft.com/office/drawing/2014/main" id="{EB923EE7-74DD-3526-4445-31FFEA852D1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9" name="직선 연결선 408">
                <a:extLst>
                  <a:ext uri="{FF2B5EF4-FFF2-40B4-BE49-F238E27FC236}">
                    <a16:creationId xmlns:a16="http://schemas.microsoft.com/office/drawing/2014/main" id="{9BC588ED-7980-073F-8925-B6D2977A988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9" name="직선 연결선 188">
              <a:extLst>
                <a:ext uri="{FF2B5EF4-FFF2-40B4-BE49-F238E27FC236}">
                  <a16:creationId xmlns:a16="http://schemas.microsoft.com/office/drawing/2014/main" id="{7319796C-1552-08DD-CD7A-C01A1955D0FD}"/>
                </a:ext>
              </a:extLst>
            </p:cNvPr>
            <p:cNvCxnSpPr>
              <a:cxnSpLocks/>
            </p:cNvCxnSpPr>
            <p:nvPr/>
          </p:nvCxnSpPr>
          <p:spPr>
            <a:xfrm>
              <a:off x="3582181" y="3859548"/>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0" name="그룹 189">
              <a:extLst>
                <a:ext uri="{FF2B5EF4-FFF2-40B4-BE49-F238E27FC236}">
                  <a16:creationId xmlns:a16="http://schemas.microsoft.com/office/drawing/2014/main" id="{489A1625-2F69-6748-39BB-27FABC2E136E}"/>
                </a:ext>
              </a:extLst>
            </p:cNvPr>
            <p:cNvGrpSpPr/>
            <p:nvPr/>
          </p:nvGrpSpPr>
          <p:grpSpPr>
            <a:xfrm>
              <a:off x="3549098" y="3717002"/>
              <a:ext cx="35826" cy="146277"/>
              <a:chOff x="3250176" y="2637183"/>
              <a:chExt cx="178824" cy="146277"/>
            </a:xfrm>
          </p:grpSpPr>
          <p:grpSp>
            <p:nvGrpSpPr>
              <p:cNvPr id="404" name="그룹 403">
                <a:extLst>
                  <a:ext uri="{FF2B5EF4-FFF2-40B4-BE49-F238E27FC236}">
                    <a16:creationId xmlns:a16="http://schemas.microsoft.com/office/drawing/2014/main" id="{675E3135-A8F5-AA8A-B3A9-7D80D9A0FEB8}"/>
                  </a:ext>
                </a:extLst>
              </p:cNvPr>
              <p:cNvGrpSpPr/>
              <p:nvPr/>
            </p:nvGrpSpPr>
            <p:grpSpPr>
              <a:xfrm>
                <a:off x="3250176" y="2637183"/>
                <a:ext cx="178824" cy="144000"/>
                <a:chOff x="5453592" y="2641965"/>
                <a:chExt cx="178824" cy="144000"/>
              </a:xfrm>
            </p:grpSpPr>
            <p:cxnSp>
              <p:nvCxnSpPr>
                <p:cNvPr id="406" name="직선 연결선 405">
                  <a:extLst>
                    <a:ext uri="{FF2B5EF4-FFF2-40B4-BE49-F238E27FC236}">
                      <a16:creationId xmlns:a16="http://schemas.microsoft.com/office/drawing/2014/main" id="{F4F29432-2103-BCF1-F86E-BA5C88F2226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직선 연결선 406">
                  <a:extLst>
                    <a:ext uri="{FF2B5EF4-FFF2-40B4-BE49-F238E27FC236}">
                      <a16:creationId xmlns:a16="http://schemas.microsoft.com/office/drawing/2014/main" id="{098B9DF2-0158-12C5-E288-2EA8B41BE93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5" name="직선 연결선 404">
                <a:extLst>
                  <a:ext uri="{FF2B5EF4-FFF2-40B4-BE49-F238E27FC236}">
                    <a16:creationId xmlns:a16="http://schemas.microsoft.com/office/drawing/2014/main" id="{91D9E1A1-01D3-2000-083F-3C82EA59A4E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1" name="직선 연결선 190">
              <a:extLst>
                <a:ext uri="{FF2B5EF4-FFF2-40B4-BE49-F238E27FC236}">
                  <a16:creationId xmlns:a16="http://schemas.microsoft.com/office/drawing/2014/main" id="{0B2549EE-1EC8-1323-8462-D86703A88EDA}"/>
                </a:ext>
              </a:extLst>
            </p:cNvPr>
            <p:cNvCxnSpPr>
              <a:cxnSpLocks/>
            </p:cNvCxnSpPr>
            <p:nvPr/>
          </p:nvCxnSpPr>
          <p:spPr>
            <a:xfrm>
              <a:off x="3727027" y="3858972"/>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4" name="그룹 383">
              <a:extLst>
                <a:ext uri="{FF2B5EF4-FFF2-40B4-BE49-F238E27FC236}">
                  <a16:creationId xmlns:a16="http://schemas.microsoft.com/office/drawing/2014/main" id="{B5F93A64-2792-B099-0232-3CFB22A07243}"/>
                </a:ext>
              </a:extLst>
            </p:cNvPr>
            <p:cNvGrpSpPr/>
            <p:nvPr/>
          </p:nvGrpSpPr>
          <p:grpSpPr>
            <a:xfrm>
              <a:off x="3765245" y="3716521"/>
              <a:ext cx="375995" cy="146277"/>
              <a:chOff x="3250176" y="2637183"/>
              <a:chExt cx="179694" cy="146277"/>
            </a:xfrm>
          </p:grpSpPr>
          <p:grpSp>
            <p:nvGrpSpPr>
              <p:cNvPr id="391" name="그룹 390">
                <a:extLst>
                  <a:ext uri="{FF2B5EF4-FFF2-40B4-BE49-F238E27FC236}">
                    <a16:creationId xmlns:a16="http://schemas.microsoft.com/office/drawing/2014/main" id="{B54FDBEA-754E-FB02-E5ED-03EB6BB0FCBA}"/>
                  </a:ext>
                </a:extLst>
              </p:cNvPr>
              <p:cNvGrpSpPr/>
              <p:nvPr/>
            </p:nvGrpSpPr>
            <p:grpSpPr>
              <a:xfrm>
                <a:off x="3250176" y="2637183"/>
                <a:ext cx="178824" cy="144000"/>
                <a:chOff x="5453592" y="2641965"/>
                <a:chExt cx="178824" cy="144000"/>
              </a:xfrm>
            </p:grpSpPr>
            <p:cxnSp>
              <p:nvCxnSpPr>
                <p:cNvPr id="393" name="직선 연결선 392">
                  <a:extLst>
                    <a:ext uri="{FF2B5EF4-FFF2-40B4-BE49-F238E27FC236}">
                      <a16:creationId xmlns:a16="http://schemas.microsoft.com/office/drawing/2014/main" id="{E4F40E06-059A-5A15-D393-95D2F6FA0AF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직선 연결선 401">
                  <a:extLst>
                    <a:ext uri="{FF2B5EF4-FFF2-40B4-BE49-F238E27FC236}">
                      <a16:creationId xmlns:a16="http://schemas.microsoft.com/office/drawing/2014/main" id="{D32332D2-C47E-F93D-2025-D1D643B20B0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2" name="직선 연결선 391">
                <a:extLst>
                  <a:ext uri="{FF2B5EF4-FFF2-40B4-BE49-F238E27FC236}">
                    <a16:creationId xmlns:a16="http://schemas.microsoft.com/office/drawing/2014/main" id="{9C20F809-75DB-4B2F-C372-005964E42DE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5" name="직선 연결선 384">
              <a:extLst>
                <a:ext uri="{FF2B5EF4-FFF2-40B4-BE49-F238E27FC236}">
                  <a16:creationId xmlns:a16="http://schemas.microsoft.com/office/drawing/2014/main" id="{6890B786-3082-7C2E-4FEE-E5D2439D0755}"/>
                </a:ext>
              </a:extLst>
            </p:cNvPr>
            <p:cNvCxnSpPr>
              <a:cxnSpLocks/>
            </p:cNvCxnSpPr>
            <p:nvPr/>
          </p:nvCxnSpPr>
          <p:spPr>
            <a:xfrm>
              <a:off x="3770747" y="3860521"/>
              <a:ext cx="23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7" name="그룹 386">
              <a:extLst>
                <a:ext uri="{FF2B5EF4-FFF2-40B4-BE49-F238E27FC236}">
                  <a16:creationId xmlns:a16="http://schemas.microsoft.com/office/drawing/2014/main" id="{4C598FCA-D45E-2B77-8A5E-D5D340237F42}"/>
                </a:ext>
              </a:extLst>
            </p:cNvPr>
            <p:cNvGrpSpPr/>
            <p:nvPr/>
          </p:nvGrpSpPr>
          <p:grpSpPr>
            <a:xfrm>
              <a:off x="4140686" y="3716181"/>
              <a:ext cx="214763" cy="144000"/>
              <a:chOff x="5454616" y="2641965"/>
              <a:chExt cx="177800" cy="144000"/>
            </a:xfrm>
          </p:grpSpPr>
          <p:cxnSp>
            <p:nvCxnSpPr>
              <p:cNvPr id="389" name="직선 연결선 388">
                <a:extLst>
                  <a:ext uri="{FF2B5EF4-FFF2-40B4-BE49-F238E27FC236}">
                    <a16:creationId xmlns:a16="http://schemas.microsoft.com/office/drawing/2014/main" id="{0DA1D864-E806-FE33-E500-C27FD75B6B7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직선 연결선 389">
                <a:extLst>
                  <a:ext uri="{FF2B5EF4-FFF2-40B4-BE49-F238E27FC236}">
                    <a16:creationId xmlns:a16="http://schemas.microsoft.com/office/drawing/2014/main" id="{82BDA284-1B52-C52C-05D3-0F7A61E4D103}"/>
                  </a:ext>
                </a:extLst>
              </p:cNvPr>
              <p:cNvCxnSpPr>
                <a:cxnSpLocks/>
              </p:cNvCxnSpPr>
              <p:nvPr/>
            </p:nvCxnSpPr>
            <p:spPr>
              <a:xfrm>
                <a:off x="5455749"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자유형: 도형 15">
              <a:extLst>
                <a:ext uri="{FF2B5EF4-FFF2-40B4-BE49-F238E27FC236}">
                  <a16:creationId xmlns:a16="http://schemas.microsoft.com/office/drawing/2014/main" id="{6FF4082E-92E6-1D41-D7B9-FFC097B40C4E}"/>
                </a:ext>
              </a:extLst>
            </p:cNvPr>
            <p:cNvSpPr/>
            <p:nvPr/>
          </p:nvSpPr>
          <p:spPr>
            <a:xfrm>
              <a:off x="4363195" y="3502124"/>
              <a:ext cx="22831" cy="140391"/>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690118AD-D0BC-266B-C0D0-2C28DD849410}"/>
                </a:ext>
              </a:extLst>
            </p:cNvPr>
            <p:cNvSpPr/>
            <p:nvPr/>
          </p:nvSpPr>
          <p:spPr>
            <a:xfrm>
              <a:off x="4376364" y="3498515"/>
              <a:ext cx="22831" cy="140391"/>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 name="자유형: 도형 20">
              <a:extLst>
                <a:ext uri="{FF2B5EF4-FFF2-40B4-BE49-F238E27FC236}">
                  <a16:creationId xmlns:a16="http://schemas.microsoft.com/office/drawing/2014/main" id="{59B59E71-27D7-ADB4-2C44-ABDBDD59B998}"/>
                </a:ext>
              </a:extLst>
            </p:cNvPr>
            <p:cNvSpPr/>
            <p:nvPr/>
          </p:nvSpPr>
          <p:spPr>
            <a:xfrm>
              <a:off x="4353686" y="3729427"/>
              <a:ext cx="22831" cy="140391"/>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8DEA18B3-E157-ED38-FCF1-BC02EAB58539}"/>
                </a:ext>
              </a:extLst>
            </p:cNvPr>
            <p:cNvSpPr/>
            <p:nvPr/>
          </p:nvSpPr>
          <p:spPr>
            <a:xfrm>
              <a:off x="4366855" y="3725818"/>
              <a:ext cx="22831" cy="140391"/>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 name="자유형: 도형 23">
              <a:extLst>
                <a:ext uri="{FF2B5EF4-FFF2-40B4-BE49-F238E27FC236}">
                  <a16:creationId xmlns:a16="http://schemas.microsoft.com/office/drawing/2014/main" id="{442714E1-711E-968E-BEC1-9AC111E63A81}"/>
                </a:ext>
              </a:extLst>
            </p:cNvPr>
            <p:cNvSpPr/>
            <p:nvPr/>
          </p:nvSpPr>
          <p:spPr>
            <a:xfrm>
              <a:off x="4360102" y="3960443"/>
              <a:ext cx="22831" cy="140391"/>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6" name="자유형: 도형 25">
              <a:extLst>
                <a:ext uri="{FF2B5EF4-FFF2-40B4-BE49-F238E27FC236}">
                  <a16:creationId xmlns:a16="http://schemas.microsoft.com/office/drawing/2014/main" id="{4BBCEF39-21DE-9723-A858-CC13B2DC5076}"/>
                </a:ext>
              </a:extLst>
            </p:cNvPr>
            <p:cNvSpPr/>
            <p:nvPr/>
          </p:nvSpPr>
          <p:spPr>
            <a:xfrm>
              <a:off x="4373271" y="3956834"/>
              <a:ext cx="22831" cy="140391"/>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8" name="직선 연결선 27">
              <a:extLst>
                <a:ext uri="{FF2B5EF4-FFF2-40B4-BE49-F238E27FC236}">
                  <a16:creationId xmlns:a16="http://schemas.microsoft.com/office/drawing/2014/main" id="{596333D6-0F93-504C-B0BC-07BC57285F45}"/>
                </a:ext>
              </a:extLst>
            </p:cNvPr>
            <p:cNvCxnSpPr>
              <a:cxnSpLocks/>
            </p:cNvCxnSpPr>
            <p:nvPr/>
          </p:nvCxnSpPr>
          <p:spPr>
            <a:xfrm>
              <a:off x="4495982" y="275864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직사각형 49">
              <a:extLst>
                <a:ext uri="{FF2B5EF4-FFF2-40B4-BE49-F238E27FC236}">
                  <a16:creationId xmlns:a16="http://schemas.microsoft.com/office/drawing/2014/main" id="{B9EBE257-873C-7CB5-B46B-106502A40B44}"/>
                </a:ext>
              </a:extLst>
            </p:cNvPr>
            <p:cNvSpPr/>
            <p:nvPr/>
          </p:nvSpPr>
          <p:spPr>
            <a:xfrm>
              <a:off x="6031449" y="2732879"/>
              <a:ext cx="137724" cy="1449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2" name="직선 연결선 31">
              <a:extLst>
                <a:ext uri="{FF2B5EF4-FFF2-40B4-BE49-F238E27FC236}">
                  <a16:creationId xmlns:a16="http://schemas.microsoft.com/office/drawing/2014/main" id="{D25CEC90-E74B-808F-76FC-2F2E576CC751}"/>
                </a:ext>
              </a:extLst>
            </p:cNvPr>
            <p:cNvCxnSpPr>
              <a:cxnSpLocks/>
            </p:cNvCxnSpPr>
            <p:nvPr/>
          </p:nvCxnSpPr>
          <p:spPr>
            <a:xfrm>
              <a:off x="4495982" y="2932077"/>
              <a:ext cx="0" cy="1249982"/>
            </a:xfrm>
            <a:prstGeom prst="line">
              <a:avLst/>
            </a:prstGeom>
            <a:ln w="3175">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D0E36F0-C808-1362-0F12-4900C8F12D7A}"/>
                </a:ext>
              </a:extLst>
            </p:cNvPr>
            <p:cNvSpPr txBox="1"/>
            <p:nvPr/>
          </p:nvSpPr>
          <p:spPr>
            <a:xfrm>
              <a:off x="4158023" y="4123420"/>
              <a:ext cx="808235" cy="200055"/>
            </a:xfrm>
            <a:prstGeom prst="rect">
              <a:avLst/>
            </a:prstGeom>
            <a:noFill/>
          </p:spPr>
          <p:txBody>
            <a:bodyPr wrap="none" rtlCol="0">
              <a:spAutoFit/>
            </a:bodyPr>
            <a:lstStyle/>
            <a:p>
              <a:r>
                <a:rPr lang="en-US" altLang="ko-KR" sz="700" dirty="0"/>
                <a:t>Local-write Done</a:t>
              </a:r>
              <a:endParaRPr lang="ko-KR" altLang="en-US" sz="700" dirty="0"/>
            </a:p>
          </p:txBody>
        </p:sp>
      </p:grpSp>
    </p:spTree>
    <p:extLst>
      <p:ext uri="{BB962C8B-B14F-4D97-AF65-F5344CB8AC3E}">
        <p14:creationId xmlns:p14="http://schemas.microsoft.com/office/powerpoint/2010/main" val="3624864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6">
            <a:extLst>
              <a:ext uri="{FF2B5EF4-FFF2-40B4-BE49-F238E27FC236}">
                <a16:creationId xmlns:a16="http://schemas.microsoft.com/office/drawing/2014/main" id="{48F2C326-DA29-CFFF-1D77-1CFD3A10E9FC}"/>
              </a:ext>
            </a:extLst>
          </p:cNvPr>
          <p:cNvGraphicFramePr>
            <a:graphicFrameLocks noGrp="1"/>
          </p:cNvGraphicFramePr>
          <p:nvPr>
            <p:extLst>
              <p:ext uri="{D42A27DB-BD31-4B8C-83A1-F6EECF244321}">
                <p14:modId xmlns:p14="http://schemas.microsoft.com/office/powerpoint/2010/main" val="1943363779"/>
              </p:ext>
            </p:extLst>
          </p:nvPr>
        </p:nvGraphicFramePr>
        <p:xfrm>
          <a:off x="1024928" y="4419541"/>
          <a:ext cx="5032543" cy="2235645"/>
        </p:xfrm>
        <a:graphic>
          <a:graphicData uri="http://schemas.openxmlformats.org/drawingml/2006/table">
            <a:tbl>
              <a:tblPr firstRow="1" bandRow="1">
                <a:tableStyleId>{5C22544A-7EE6-4342-B048-85BDC9FD1C3A}</a:tableStyleId>
              </a:tblPr>
              <a:tblGrid>
                <a:gridCol w="485775">
                  <a:extLst>
                    <a:ext uri="{9D8B030D-6E8A-4147-A177-3AD203B41FA5}">
                      <a16:colId xmlns:a16="http://schemas.microsoft.com/office/drawing/2014/main" val="1045059463"/>
                    </a:ext>
                  </a:extLst>
                </a:gridCol>
                <a:gridCol w="62826">
                  <a:extLst>
                    <a:ext uri="{9D8B030D-6E8A-4147-A177-3AD203B41FA5}">
                      <a16:colId xmlns:a16="http://schemas.microsoft.com/office/drawing/2014/main" val="914624312"/>
                    </a:ext>
                  </a:extLst>
                </a:gridCol>
                <a:gridCol w="505520">
                  <a:extLst>
                    <a:ext uri="{9D8B030D-6E8A-4147-A177-3AD203B41FA5}">
                      <a16:colId xmlns:a16="http://schemas.microsoft.com/office/drawing/2014/main" val="1037286305"/>
                    </a:ext>
                  </a:extLst>
                </a:gridCol>
                <a:gridCol w="62826">
                  <a:extLst>
                    <a:ext uri="{9D8B030D-6E8A-4147-A177-3AD203B41FA5}">
                      <a16:colId xmlns:a16="http://schemas.microsoft.com/office/drawing/2014/main" val="2063085555"/>
                    </a:ext>
                  </a:extLst>
                </a:gridCol>
                <a:gridCol w="505520">
                  <a:extLst>
                    <a:ext uri="{9D8B030D-6E8A-4147-A177-3AD203B41FA5}">
                      <a16:colId xmlns:a16="http://schemas.microsoft.com/office/drawing/2014/main" val="3340661124"/>
                    </a:ext>
                  </a:extLst>
                </a:gridCol>
                <a:gridCol w="62826">
                  <a:extLst>
                    <a:ext uri="{9D8B030D-6E8A-4147-A177-3AD203B41FA5}">
                      <a16:colId xmlns:a16="http://schemas.microsoft.com/office/drawing/2014/main" val="2642307584"/>
                    </a:ext>
                  </a:extLst>
                </a:gridCol>
                <a:gridCol w="505520">
                  <a:extLst>
                    <a:ext uri="{9D8B030D-6E8A-4147-A177-3AD203B41FA5}">
                      <a16:colId xmlns:a16="http://schemas.microsoft.com/office/drawing/2014/main" val="2146912518"/>
                    </a:ext>
                  </a:extLst>
                </a:gridCol>
                <a:gridCol w="62826">
                  <a:extLst>
                    <a:ext uri="{9D8B030D-6E8A-4147-A177-3AD203B41FA5}">
                      <a16:colId xmlns:a16="http://schemas.microsoft.com/office/drawing/2014/main" val="3075362027"/>
                    </a:ext>
                  </a:extLst>
                </a:gridCol>
                <a:gridCol w="505520">
                  <a:extLst>
                    <a:ext uri="{9D8B030D-6E8A-4147-A177-3AD203B41FA5}">
                      <a16:colId xmlns:a16="http://schemas.microsoft.com/office/drawing/2014/main" val="2328463978"/>
                    </a:ext>
                  </a:extLst>
                </a:gridCol>
                <a:gridCol w="62826">
                  <a:extLst>
                    <a:ext uri="{9D8B030D-6E8A-4147-A177-3AD203B41FA5}">
                      <a16:colId xmlns:a16="http://schemas.microsoft.com/office/drawing/2014/main" val="672915544"/>
                    </a:ext>
                  </a:extLst>
                </a:gridCol>
                <a:gridCol w="505520">
                  <a:extLst>
                    <a:ext uri="{9D8B030D-6E8A-4147-A177-3AD203B41FA5}">
                      <a16:colId xmlns:a16="http://schemas.microsoft.com/office/drawing/2014/main" val="1720884376"/>
                    </a:ext>
                  </a:extLst>
                </a:gridCol>
                <a:gridCol w="62826">
                  <a:extLst>
                    <a:ext uri="{9D8B030D-6E8A-4147-A177-3AD203B41FA5}">
                      <a16:colId xmlns:a16="http://schemas.microsoft.com/office/drawing/2014/main" val="2607967538"/>
                    </a:ext>
                  </a:extLst>
                </a:gridCol>
                <a:gridCol w="505520">
                  <a:extLst>
                    <a:ext uri="{9D8B030D-6E8A-4147-A177-3AD203B41FA5}">
                      <a16:colId xmlns:a16="http://schemas.microsoft.com/office/drawing/2014/main" val="4286325402"/>
                    </a:ext>
                  </a:extLst>
                </a:gridCol>
                <a:gridCol w="62826">
                  <a:extLst>
                    <a:ext uri="{9D8B030D-6E8A-4147-A177-3AD203B41FA5}">
                      <a16:colId xmlns:a16="http://schemas.microsoft.com/office/drawing/2014/main" val="2523918200"/>
                    </a:ext>
                  </a:extLst>
                </a:gridCol>
                <a:gridCol w="505520">
                  <a:extLst>
                    <a:ext uri="{9D8B030D-6E8A-4147-A177-3AD203B41FA5}">
                      <a16:colId xmlns:a16="http://schemas.microsoft.com/office/drawing/2014/main" val="3325968780"/>
                    </a:ext>
                  </a:extLst>
                </a:gridCol>
                <a:gridCol w="62826">
                  <a:extLst>
                    <a:ext uri="{9D8B030D-6E8A-4147-A177-3AD203B41FA5}">
                      <a16:colId xmlns:a16="http://schemas.microsoft.com/office/drawing/2014/main" val="1599358904"/>
                    </a:ext>
                  </a:extLst>
                </a:gridCol>
                <a:gridCol w="505520">
                  <a:extLst>
                    <a:ext uri="{9D8B030D-6E8A-4147-A177-3AD203B41FA5}">
                      <a16:colId xmlns:a16="http://schemas.microsoft.com/office/drawing/2014/main" val="2777817410"/>
                    </a:ext>
                  </a:extLst>
                </a:gridCol>
              </a:tblGrid>
              <a:tr h="189421">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Address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7349113"/>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0x70~0x77</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1</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53304"/>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0x78~0x7F</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2</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0x80~0x87</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3</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371056">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0xE8~0xEF</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16</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494678"/>
                  </a:ext>
                </a:extLst>
              </a:tr>
              <a:tr h="91866">
                <a:tc>
                  <a:txBody>
                    <a:bodyPr/>
                    <a:lstStyle/>
                    <a:p>
                      <a:pPr algn="r" latinLnBrk="1"/>
                      <a:endParaRPr lang="ko-KR" altLang="en-US" sz="2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2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2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2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0109250"/>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0x70~0x77</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1</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8689997"/>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0x78~0x7F</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2</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9705449"/>
                  </a:ext>
                </a:extLst>
              </a:tr>
              <a:tr h="226186">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756268"/>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45" name="표 6">
            <a:extLst>
              <a:ext uri="{FF2B5EF4-FFF2-40B4-BE49-F238E27FC236}">
                <a16:creationId xmlns:a16="http://schemas.microsoft.com/office/drawing/2014/main" id="{DD686590-D17D-C596-D75C-845952B2EDB8}"/>
              </a:ext>
            </a:extLst>
          </p:cNvPr>
          <p:cNvGraphicFramePr>
            <a:graphicFrameLocks noGrp="1"/>
          </p:cNvGraphicFramePr>
          <p:nvPr>
            <p:extLst>
              <p:ext uri="{D42A27DB-BD31-4B8C-83A1-F6EECF244321}">
                <p14:modId xmlns:p14="http://schemas.microsoft.com/office/powerpoint/2010/main" val="495674623"/>
              </p:ext>
            </p:extLst>
          </p:nvPr>
        </p:nvGraphicFramePr>
        <p:xfrm>
          <a:off x="1127123" y="3417625"/>
          <a:ext cx="4942123" cy="599964"/>
        </p:xfrm>
        <a:graphic>
          <a:graphicData uri="http://schemas.openxmlformats.org/drawingml/2006/table">
            <a:tbl>
              <a:tblPr firstRow="1" bandRow="1">
                <a:tableStyleId>{5C22544A-7EE6-4342-B048-85BDC9FD1C3A}</a:tableStyleId>
              </a:tblPr>
              <a:tblGrid>
                <a:gridCol w="383238">
                  <a:extLst>
                    <a:ext uri="{9D8B030D-6E8A-4147-A177-3AD203B41FA5}">
                      <a16:colId xmlns:a16="http://schemas.microsoft.com/office/drawing/2014/main" val="1045059463"/>
                    </a:ext>
                  </a:extLst>
                </a:gridCol>
                <a:gridCol w="63629">
                  <a:extLst>
                    <a:ext uri="{9D8B030D-6E8A-4147-A177-3AD203B41FA5}">
                      <a16:colId xmlns:a16="http://schemas.microsoft.com/office/drawing/2014/main" val="992176299"/>
                    </a:ext>
                  </a:extLst>
                </a:gridCol>
                <a:gridCol w="508182">
                  <a:extLst>
                    <a:ext uri="{9D8B030D-6E8A-4147-A177-3AD203B41FA5}">
                      <a16:colId xmlns:a16="http://schemas.microsoft.com/office/drawing/2014/main" val="1037286305"/>
                    </a:ext>
                  </a:extLst>
                </a:gridCol>
                <a:gridCol w="61400">
                  <a:extLst>
                    <a:ext uri="{9D8B030D-6E8A-4147-A177-3AD203B41FA5}">
                      <a16:colId xmlns:a16="http://schemas.microsoft.com/office/drawing/2014/main" val="530528814"/>
                    </a:ext>
                  </a:extLst>
                </a:gridCol>
                <a:gridCol w="508182">
                  <a:extLst>
                    <a:ext uri="{9D8B030D-6E8A-4147-A177-3AD203B41FA5}">
                      <a16:colId xmlns:a16="http://schemas.microsoft.com/office/drawing/2014/main" val="3340661124"/>
                    </a:ext>
                  </a:extLst>
                </a:gridCol>
                <a:gridCol w="61400">
                  <a:extLst>
                    <a:ext uri="{9D8B030D-6E8A-4147-A177-3AD203B41FA5}">
                      <a16:colId xmlns:a16="http://schemas.microsoft.com/office/drawing/2014/main" val="1635880923"/>
                    </a:ext>
                  </a:extLst>
                </a:gridCol>
                <a:gridCol w="508182">
                  <a:extLst>
                    <a:ext uri="{9D8B030D-6E8A-4147-A177-3AD203B41FA5}">
                      <a16:colId xmlns:a16="http://schemas.microsoft.com/office/drawing/2014/main" val="2146912518"/>
                    </a:ext>
                  </a:extLst>
                </a:gridCol>
                <a:gridCol w="61400">
                  <a:extLst>
                    <a:ext uri="{9D8B030D-6E8A-4147-A177-3AD203B41FA5}">
                      <a16:colId xmlns:a16="http://schemas.microsoft.com/office/drawing/2014/main" val="1291337477"/>
                    </a:ext>
                  </a:extLst>
                </a:gridCol>
                <a:gridCol w="508182">
                  <a:extLst>
                    <a:ext uri="{9D8B030D-6E8A-4147-A177-3AD203B41FA5}">
                      <a16:colId xmlns:a16="http://schemas.microsoft.com/office/drawing/2014/main" val="2328463978"/>
                    </a:ext>
                  </a:extLst>
                </a:gridCol>
                <a:gridCol w="61400">
                  <a:extLst>
                    <a:ext uri="{9D8B030D-6E8A-4147-A177-3AD203B41FA5}">
                      <a16:colId xmlns:a16="http://schemas.microsoft.com/office/drawing/2014/main" val="4262305252"/>
                    </a:ext>
                  </a:extLst>
                </a:gridCol>
                <a:gridCol w="508182">
                  <a:extLst>
                    <a:ext uri="{9D8B030D-6E8A-4147-A177-3AD203B41FA5}">
                      <a16:colId xmlns:a16="http://schemas.microsoft.com/office/drawing/2014/main" val="1720884376"/>
                    </a:ext>
                  </a:extLst>
                </a:gridCol>
                <a:gridCol w="61400">
                  <a:extLst>
                    <a:ext uri="{9D8B030D-6E8A-4147-A177-3AD203B41FA5}">
                      <a16:colId xmlns:a16="http://schemas.microsoft.com/office/drawing/2014/main" val="2867762300"/>
                    </a:ext>
                  </a:extLst>
                </a:gridCol>
                <a:gridCol w="508182">
                  <a:extLst>
                    <a:ext uri="{9D8B030D-6E8A-4147-A177-3AD203B41FA5}">
                      <a16:colId xmlns:a16="http://schemas.microsoft.com/office/drawing/2014/main" val="4286325402"/>
                    </a:ext>
                  </a:extLst>
                </a:gridCol>
                <a:gridCol w="61400">
                  <a:extLst>
                    <a:ext uri="{9D8B030D-6E8A-4147-A177-3AD203B41FA5}">
                      <a16:colId xmlns:a16="http://schemas.microsoft.com/office/drawing/2014/main" val="2016111023"/>
                    </a:ext>
                  </a:extLst>
                </a:gridCol>
                <a:gridCol w="508182">
                  <a:extLst>
                    <a:ext uri="{9D8B030D-6E8A-4147-A177-3AD203B41FA5}">
                      <a16:colId xmlns:a16="http://schemas.microsoft.com/office/drawing/2014/main" val="3325968780"/>
                    </a:ext>
                  </a:extLst>
                </a:gridCol>
                <a:gridCol w="61400">
                  <a:extLst>
                    <a:ext uri="{9D8B030D-6E8A-4147-A177-3AD203B41FA5}">
                      <a16:colId xmlns:a16="http://schemas.microsoft.com/office/drawing/2014/main" val="1501276752"/>
                    </a:ext>
                  </a:extLst>
                </a:gridCol>
                <a:gridCol w="508182">
                  <a:extLst>
                    <a:ext uri="{9D8B030D-6E8A-4147-A177-3AD203B41FA5}">
                      <a16:colId xmlns:a16="http://schemas.microsoft.com/office/drawing/2014/main" val="2777817410"/>
                    </a:ext>
                  </a:extLst>
                </a:gridCol>
              </a:tblGrid>
              <a:tr h="166008">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CH_SEG</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47349113"/>
                  </a:ext>
                </a:extLst>
              </a:tr>
              <a:tr h="144652">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2’b00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294653304"/>
                  </a:ext>
                </a:extLst>
              </a:tr>
              <a:tr h="144652">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2’b01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1706155007"/>
                  </a:ext>
                </a:extLst>
              </a:tr>
              <a:tr h="144652">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2’b10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17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2634899726"/>
                  </a:ext>
                </a:extLst>
              </a:tr>
            </a:tbl>
          </a:graphicData>
        </a:graphic>
      </p:graphicFrame>
      <p:grpSp>
        <p:nvGrpSpPr>
          <p:cNvPr id="64" name="그룹 63">
            <a:extLst>
              <a:ext uri="{FF2B5EF4-FFF2-40B4-BE49-F238E27FC236}">
                <a16:creationId xmlns:a16="http://schemas.microsoft.com/office/drawing/2014/main" id="{619F7384-A5E8-CA01-7760-73D7B8399AF1}"/>
              </a:ext>
            </a:extLst>
          </p:cNvPr>
          <p:cNvGrpSpPr/>
          <p:nvPr/>
        </p:nvGrpSpPr>
        <p:grpSpPr>
          <a:xfrm>
            <a:off x="1819159" y="4048927"/>
            <a:ext cx="3997694" cy="331408"/>
            <a:chOff x="1382720" y="5204809"/>
            <a:chExt cx="3997694" cy="331408"/>
          </a:xfrm>
        </p:grpSpPr>
        <p:cxnSp>
          <p:nvCxnSpPr>
            <p:cNvPr id="47" name="직선 화살표 연결선 46">
              <a:extLst>
                <a:ext uri="{FF2B5EF4-FFF2-40B4-BE49-F238E27FC236}">
                  <a16:creationId xmlns:a16="http://schemas.microsoft.com/office/drawing/2014/main" id="{EBFE7BEF-4575-141B-B044-E78B07BAC3B0}"/>
                </a:ext>
              </a:extLst>
            </p:cNvPr>
            <p:cNvCxnSpPr/>
            <p:nvPr/>
          </p:nvCxnSpPr>
          <p:spPr>
            <a:xfrm>
              <a:off x="1382720" y="5218378"/>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CA53549-025F-79C3-82B1-C075E6679B47}"/>
                </a:ext>
              </a:extLst>
            </p:cNvPr>
            <p:cNvCxnSpPr/>
            <p:nvPr/>
          </p:nvCxnSpPr>
          <p:spPr>
            <a:xfrm>
              <a:off x="1962111" y="5217013"/>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30FE158A-F771-65E7-5ED6-640CB82494A4}"/>
                </a:ext>
              </a:extLst>
            </p:cNvPr>
            <p:cNvCxnSpPr/>
            <p:nvPr/>
          </p:nvCxnSpPr>
          <p:spPr>
            <a:xfrm>
              <a:off x="2530715" y="5204809"/>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화살표 연결선 51">
              <a:extLst>
                <a:ext uri="{FF2B5EF4-FFF2-40B4-BE49-F238E27FC236}">
                  <a16:creationId xmlns:a16="http://schemas.microsoft.com/office/drawing/2014/main" id="{4361478A-97BD-81FC-0370-9908638E6FF9}"/>
                </a:ext>
              </a:extLst>
            </p:cNvPr>
            <p:cNvCxnSpPr/>
            <p:nvPr/>
          </p:nvCxnSpPr>
          <p:spPr>
            <a:xfrm>
              <a:off x="3104240" y="5217013"/>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86462269-2FAA-A0EA-58A9-9BE51E44DC26}"/>
                </a:ext>
              </a:extLst>
            </p:cNvPr>
            <p:cNvCxnSpPr/>
            <p:nvPr/>
          </p:nvCxnSpPr>
          <p:spPr>
            <a:xfrm>
              <a:off x="3665013"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4" name="직선 화살표 연결선 53">
              <a:extLst>
                <a:ext uri="{FF2B5EF4-FFF2-40B4-BE49-F238E27FC236}">
                  <a16:creationId xmlns:a16="http://schemas.microsoft.com/office/drawing/2014/main" id="{9C9CEF86-D936-17ED-96B3-09E6327551D2}"/>
                </a:ext>
              </a:extLst>
            </p:cNvPr>
            <p:cNvCxnSpPr/>
            <p:nvPr/>
          </p:nvCxnSpPr>
          <p:spPr>
            <a:xfrm>
              <a:off x="4243259"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5" name="직선 화살표 연결선 54">
              <a:extLst>
                <a:ext uri="{FF2B5EF4-FFF2-40B4-BE49-F238E27FC236}">
                  <a16:creationId xmlns:a16="http://schemas.microsoft.com/office/drawing/2014/main" id="{4BE81971-6FBC-CFEA-CC53-FC28F37415CD}"/>
                </a:ext>
              </a:extLst>
            </p:cNvPr>
            <p:cNvCxnSpPr/>
            <p:nvPr/>
          </p:nvCxnSpPr>
          <p:spPr>
            <a:xfrm>
              <a:off x="4811024"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6" name="직선 화살표 연결선 55">
              <a:extLst>
                <a:ext uri="{FF2B5EF4-FFF2-40B4-BE49-F238E27FC236}">
                  <a16:creationId xmlns:a16="http://schemas.microsoft.com/office/drawing/2014/main" id="{311DAA9E-B532-9DEF-1CB8-B1741FFD2D6B}"/>
                </a:ext>
              </a:extLst>
            </p:cNvPr>
            <p:cNvCxnSpPr/>
            <p:nvPr/>
          </p:nvCxnSpPr>
          <p:spPr>
            <a:xfrm>
              <a:off x="5380414" y="5217011"/>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graphicFrame>
        <p:nvGraphicFramePr>
          <p:cNvPr id="69" name="표 6">
            <a:extLst>
              <a:ext uri="{FF2B5EF4-FFF2-40B4-BE49-F238E27FC236}">
                <a16:creationId xmlns:a16="http://schemas.microsoft.com/office/drawing/2014/main" id="{45E1438F-A55C-C378-0491-7E23B2322C99}"/>
              </a:ext>
            </a:extLst>
          </p:cNvPr>
          <p:cNvGraphicFramePr>
            <a:graphicFrameLocks noGrp="1"/>
          </p:cNvGraphicFramePr>
          <p:nvPr>
            <p:extLst>
              <p:ext uri="{D42A27DB-BD31-4B8C-83A1-F6EECF244321}">
                <p14:modId xmlns:p14="http://schemas.microsoft.com/office/powerpoint/2010/main" val="3225143192"/>
              </p:ext>
            </p:extLst>
          </p:nvPr>
        </p:nvGraphicFramePr>
        <p:xfrm>
          <a:off x="1515017" y="1520525"/>
          <a:ext cx="4556936" cy="1630923"/>
        </p:xfrm>
        <a:graphic>
          <a:graphicData uri="http://schemas.openxmlformats.org/drawingml/2006/table">
            <a:tbl>
              <a:tblPr firstRow="1" bandRow="1">
                <a:tableStyleId>{5C22544A-7EE6-4342-B048-85BDC9FD1C3A}</a:tableStyleId>
              </a:tblPr>
              <a:tblGrid>
                <a:gridCol w="61400">
                  <a:extLst>
                    <a:ext uri="{9D8B030D-6E8A-4147-A177-3AD203B41FA5}">
                      <a16:colId xmlns:a16="http://schemas.microsoft.com/office/drawing/2014/main" val="2975034298"/>
                    </a:ext>
                  </a:extLst>
                </a:gridCol>
                <a:gridCol w="508217">
                  <a:extLst>
                    <a:ext uri="{9D8B030D-6E8A-4147-A177-3AD203B41FA5}">
                      <a16:colId xmlns:a16="http://schemas.microsoft.com/office/drawing/2014/main" val="1037286305"/>
                    </a:ext>
                  </a:extLst>
                </a:gridCol>
                <a:gridCol w="61400">
                  <a:extLst>
                    <a:ext uri="{9D8B030D-6E8A-4147-A177-3AD203B41FA5}">
                      <a16:colId xmlns:a16="http://schemas.microsoft.com/office/drawing/2014/main" val="4289061909"/>
                    </a:ext>
                  </a:extLst>
                </a:gridCol>
                <a:gridCol w="508217">
                  <a:extLst>
                    <a:ext uri="{9D8B030D-6E8A-4147-A177-3AD203B41FA5}">
                      <a16:colId xmlns:a16="http://schemas.microsoft.com/office/drawing/2014/main" val="3340661124"/>
                    </a:ext>
                  </a:extLst>
                </a:gridCol>
                <a:gridCol w="61400">
                  <a:extLst>
                    <a:ext uri="{9D8B030D-6E8A-4147-A177-3AD203B41FA5}">
                      <a16:colId xmlns:a16="http://schemas.microsoft.com/office/drawing/2014/main" val="2847837945"/>
                    </a:ext>
                  </a:extLst>
                </a:gridCol>
                <a:gridCol w="508217">
                  <a:extLst>
                    <a:ext uri="{9D8B030D-6E8A-4147-A177-3AD203B41FA5}">
                      <a16:colId xmlns:a16="http://schemas.microsoft.com/office/drawing/2014/main" val="2146912518"/>
                    </a:ext>
                  </a:extLst>
                </a:gridCol>
                <a:gridCol w="61400">
                  <a:extLst>
                    <a:ext uri="{9D8B030D-6E8A-4147-A177-3AD203B41FA5}">
                      <a16:colId xmlns:a16="http://schemas.microsoft.com/office/drawing/2014/main" val="361155108"/>
                    </a:ext>
                  </a:extLst>
                </a:gridCol>
                <a:gridCol w="508217">
                  <a:extLst>
                    <a:ext uri="{9D8B030D-6E8A-4147-A177-3AD203B41FA5}">
                      <a16:colId xmlns:a16="http://schemas.microsoft.com/office/drawing/2014/main" val="2328463978"/>
                    </a:ext>
                  </a:extLst>
                </a:gridCol>
                <a:gridCol w="61400">
                  <a:extLst>
                    <a:ext uri="{9D8B030D-6E8A-4147-A177-3AD203B41FA5}">
                      <a16:colId xmlns:a16="http://schemas.microsoft.com/office/drawing/2014/main" val="3768996708"/>
                    </a:ext>
                  </a:extLst>
                </a:gridCol>
                <a:gridCol w="508217">
                  <a:extLst>
                    <a:ext uri="{9D8B030D-6E8A-4147-A177-3AD203B41FA5}">
                      <a16:colId xmlns:a16="http://schemas.microsoft.com/office/drawing/2014/main" val="1720884376"/>
                    </a:ext>
                  </a:extLst>
                </a:gridCol>
                <a:gridCol w="61400">
                  <a:extLst>
                    <a:ext uri="{9D8B030D-6E8A-4147-A177-3AD203B41FA5}">
                      <a16:colId xmlns:a16="http://schemas.microsoft.com/office/drawing/2014/main" val="321485919"/>
                    </a:ext>
                  </a:extLst>
                </a:gridCol>
                <a:gridCol w="508217">
                  <a:extLst>
                    <a:ext uri="{9D8B030D-6E8A-4147-A177-3AD203B41FA5}">
                      <a16:colId xmlns:a16="http://schemas.microsoft.com/office/drawing/2014/main" val="4286325402"/>
                    </a:ext>
                  </a:extLst>
                </a:gridCol>
                <a:gridCol w="61400">
                  <a:extLst>
                    <a:ext uri="{9D8B030D-6E8A-4147-A177-3AD203B41FA5}">
                      <a16:colId xmlns:a16="http://schemas.microsoft.com/office/drawing/2014/main" val="2969158022"/>
                    </a:ext>
                  </a:extLst>
                </a:gridCol>
                <a:gridCol w="508217">
                  <a:extLst>
                    <a:ext uri="{9D8B030D-6E8A-4147-A177-3AD203B41FA5}">
                      <a16:colId xmlns:a16="http://schemas.microsoft.com/office/drawing/2014/main" val="3325968780"/>
                    </a:ext>
                  </a:extLst>
                </a:gridCol>
                <a:gridCol w="61400">
                  <a:extLst>
                    <a:ext uri="{9D8B030D-6E8A-4147-A177-3AD203B41FA5}">
                      <a16:colId xmlns:a16="http://schemas.microsoft.com/office/drawing/2014/main" val="3214331387"/>
                    </a:ext>
                  </a:extLst>
                </a:gridCol>
                <a:gridCol w="508217">
                  <a:extLst>
                    <a:ext uri="{9D8B030D-6E8A-4147-A177-3AD203B41FA5}">
                      <a16:colId xmlns:a16="http://schemas.microsoft.com/office/drawing/2014/main" val="2777817410"/>
                    </a:ext>
                  </a:extLst>
                </a:gridCol>
              </a:tblGrid>
              <a:tr h="311626">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XD-12 drivers daisied in each channel</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3123333"/>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53304"/>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016957542"/>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916459607"/>
                  </a:ext>
                </a:extLst>
              </a:tr>
              <a:tr h="360665">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n-1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k-1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n-1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n-1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m-1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l-1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k-1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78057892"/>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n</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n</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n</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m</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94494678"/>
                  </a:ext>
                </a:extLst>
              </a:tr>
            </a:tbl>
          </a:graphicData>
        </a:graphic>
      </p:graphicFrame>
      <p:grpSp>
        <p:nvGrpSpPr>
          <p:cNvPr id="16" name="그룹 15">
            <a:extLst>
              <a:ext uri="{FF2B5EF4-FFF2-40B4-BE49-F238E27FC236}">
                <a16:creationId xmlns:a16="http://schemas.microsoft.com/office/drawing/2014/main" id="{BB6CC621-8060-8434-A0F8-D2B3003E8C21}"/>
              </a:ext>
            </a:extLst>
          </p:cNvPr>
          <p:cNvGrpSpPr/>
          <p:nvPr/>
        </p:nvGrpSpPr>
        <p:grpSpPr>
          <a:xfrm>
            <a:off x="1797255" y="5370268"/>
            <a:ext cx="4013995" cy="216798"/>
            <a:chOff x="1382720" y="6487556"/>
            <a:chExt cx="4013995" cy="216798"/>
          </a:xfrm>
        </p:grpSpPr>
        <p:grpSp>
          <p:nvGrpSpPr>
            <p:cNvPr id="15" name="그룹 14">
              <a:extLst>
                <a:ext uri="{FF2B5EF4-FFF2-40B4-BE49-F238E27FC236}">
                  <a16:creationId xmlns:a16="http://schemas.microsoft.com/office/drawing/2014/main" id="{C1AE7A88-7D1F-4B39-379A-794FC6D13713}"/>
                </a:ext>
              </a:extLst>
            </p:cNvPr>
            <p:cNvGrpSpPr/>
            <p:nvPr/>
          </p:nvGrpSpPr>
          <p:grpSpPr>
            <a:xfrm>
              <a:off x="1382720" y="6487556"/>
              <a:ext cx="28800" cy="214330"/>
              <a:chOff x="528825" y="6490024"/>
              <a:chExt cx="28800" cy="214330"/>
            </a:xfrm>
          </p:grpSpPr>
          <p:sp>
            <p:nvSpPr>
              <p:cNvPr id="101" name="타원 100">
                <a:extLst>
                  <a:ext uri="{FF2B5EF4-FFF2-40B4-BE49-F238E27FC236}">
                    <a16:creationId xmlns:a16="http://schemas.microsoft.com/office/drawing/2014/main" id="{89CF602A-0947-DA00-D48B-69C47219A589}"/>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 name="타원 101">
                <a:extLst>
                  <a:ext uri="{FF2B5EF4-FFF2-40B4-BE49-F238E27FC236}">
                    <a16:creationId xmlns:a16="http://schemas.microsoft.com/office/drawing/2014/main" id="{1EC12AFA-BA30-8A99-2F4A-14CB372D0561}"/>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타원 102">
                <a:extLst>
                  <a:ext uri="{FF2B5EF4-FFF2-40B4-BE49-F238E27FC236}">
                    <a16:creationId xmlns:a16="http://schemas.microsoft.com/office/drawing/2014/main" id="{73AD96BA-9F8B-016D-AEFD-D0D9AF9847C8}"/>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4" name="그룹 13">
              <a:extLst>
                <a:ext uri="{FF2B5EF4-FFF2-40B4-BE49-F238E27FC236}">
                  <a16:creationId xmlns:a16="http://schemas.microsoft.com/office/drawing/2014/main" id="{06E96618-DE92-F9B4-1E81-41CBC6E65174}"/>
                </a:ext>
              </a:extLst>
            </p:cNvPr>
            <p:cNvGrpSpPr/>
            <p:nvPr/>
          </p:nvGrpSpPr>
          <p:grpSpPr>
            <a:xfrm>
              <a:off x="1962111" y="6487556"/>
              <a:ext cx="28800" cy="214330"/>
              <a:chOff x="1254494" y="6490024"/>
              <a:chExt cx="28800" cy="214330"/>
            </a:xfrm>
          </p:grpSpPr>
          <p:sp>
            <p:nvSpPr>
              <p:cNvPr id="98" name="타원 97">
                <a:extLst>
                  <a:ext uri="{FF2B5EF4-FFF2-40B4-BE49-F238E27FC236}">
                    <a16:creationId xmlns:a16="http://schemas.microsoft.com/office/drawing/2014/main" id="{EA1EB696-2D6D-D0E3-4B39-A9D861ECB8F3}"/>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9" name="타원 98">
                <a:extLst>
                  <a:ext uri="{FF2B5EF4-FFF2-40B4-BE49-F238E27FC236}">
                    <a16:creationId xmlns:a16="http://schemas.microsoft.com/office/drawing/2014/main" id="{AAF5EA27-5741-B231-FD1F-2A5008E38C0B}"/>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0" name="타원 99">
                <a:extLst>
                  <a:ext uri="{FF2B5EF4-FFF2-40B4-BE49-F238E27FC236}">
                    <a16:creationId xmlns:a16="http://schemas.microsoft.com/office/drawing/2014/main" id="{2C20DF23-E67D-96CC-BA9B-EB4A68FCDBA4}"/>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 name="그룹 12">
              <a:extLst>
                <a:ext uri="{FF2B5EF4-FFF2-40B4-BE49-F238E27FC236}">
                  <a16:creationId xmlns:a16="http://schemas.microsoft.com/office/drawing/2014/main" id="{1C152E4D-0436-21E0-4534-245E7EA888FA}"/>
                </a:ext>
              </a:extLst>
            </p:cNvPr>
            <p:cNvGrpSpPr/>
            <p:nvPr/>
          </p:nvGrpSpPr>
          <p:grpSpPr>
            <a:xfrm>
              <a:off x="2530715" y="6487556"/>
              <a:ext cx="28800" cy="214330"/>
              <a:chOff x="1937985" y="6490024"/>
              <a:chExt cx="28800" cy="214330"/>
            </a:xfrm>
          </p:grpSpPr>
          <p:sp>
            <p:nvSpPr>
              <p:cNvPr id="95" name="타원 94">
                <a:extLst>
                  <a:ext uri="{FF2B5EF4-FFF2-40B4-BE49-F238E27FC236}">
                    <a16:creationId xmlns:a16="http://schemas.microsoft.com/office/drawing/2014/main" id="{25C6F044-6498-C46F-1E0D-1C94195E16D1}"/>
                  </a:ext>
                </a:extLst>
              </p:cNvPr>
              <p:cNvSpPr/>
              <p:nvPr/>
            </p:nvSpPr>
            <p:spPr>
              <a:xfrm>
                <a:off x="193798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6" name="타원 95">
                <a:extLst>
                  <a:ext uri="{FF2B5EF4-FFF2-40B4-BE49-F238E27FC236}">
                    <a16:creationId xmlns:a16="http://schemas.microsoft.com/office/drawing/2014/main" id="{6643F042-DC53-DF5F-332A-120322FC2A02}"/>
                  </a:ext>
                </a:extLst>
              </p:cNvPr>
              <p:cNvSpPr/>
              <p:nvPr/>
            </p:nvSpPr>
            <p:spPr>
              <a:xfrm>
                <a:off x="193798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7" name="타원 96">
                <a:extLst>
                  <a:ext uri="{FF2B5EF4-FFF2-40B4-BE49-F238E27FC236}">
                    <a16:creationId xmlns:a16="http://schemas.microsoft.com/office/drawing/2014/main" id="{B7A0DD62-2241-3D85-AC33-0FFF5E83A594}"/>
                  </a:ext>
                </a:extLst>
              </p:cNvPr>
              <p:cNvSpPr/>
              <p:nvPr/>
            </p:nvSpPr>
            <p:spPr>
              <a:xfrm>
                <a:off x="193798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 name="그룹 11">
              <a:extLst>
                <a:ext uri="{FF2B5EF4-FFF2-40B4-BE49-F238E27FC236}">
                  <a16:creationId xmlns:a16="http://schemas.microsoft.com/office/drawing/2014/main" id="{7F285A0D-69E8-D114-6C53-C5D9D26CA714}"/>
                </a:ext>
              </a:extLst>
            </p:cNvPr>
            <p:cNvGrpSpPr/>
            <p:nvPr/>
          </p:nvGrpSpPr>
          <p:grpSpPr>
            <a:xfrm>
              <a:off x="3097864" y="6487556"/>
              <a:ext cx="28800" cy="214330"/>
              <a:chOff x="2634675" y="6490024"/>
              <a:chExt cx="28800" cy="214330"/>
            </a:xfrm>
          </p:grpSpPr>
          <p:sp>
            <p:nvSpPr>
              <p:cNvPr id="92" name="타원 91">
                <a:extLst>
                  <a:ext uri="{FF2B5EF4-FFF2-40B4-BE49-F238E27FC236}">
                    <a16:creationId xmlns:a16="http://schemas.microsoft.com/office/drawing/2014/main" id="{B4B0EAA1-55DF-48A6-91B1-31D8CE810622}"/>
                  </a:ext>
                </a:extLst>
              </p:cNvPr>
              <p:cNvSpPr/>
              <p:nvPr/>
            </p:nvSpPr>
            <p:spPr>
              <a:xfrm>
                <a:off x="263467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3" name="타원 92">
                <a:extLst>
                  <a:ext uri="{FF2B5EF4-FFF2-40B4-BE49-F238E27FC236}">
                    <a16:creationId xmlns:a16="http://schemas.microsoft.com/office/drawing/2014/main" id="{47B43A85-EFD1-38EE-6169-889624BD7558}"/>
                  </a:ext>
                </a:extLst>
              </p:cNvPr>
              <p:cNvSpPr/>
              <p:nvPr/>
            </p:nvSpPr>
            <p:spPr>
              <a:xfrm>
                <a:off x="263467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4" name="타원 93">
                <a:extLst>
                  <a:ext uri="{FF2B5EF4-FFF2-40B4-BE49-F238E27FC236}">
                    <a16:creationId xmlns:a16="http://schemas.microsoft.com/office/drawing/2014/main" id="{8CA90430-8A99-256A-60D6-E34466A33558}"/>
                  </a:ext>
                </a:extLst>
              </p:cNvPr>
              <p:cNvSpPr/>
              <p:nvPr/>
            </p:nvSpPr>
            <p:spPr>
              <a:xfrm>
                <a:off x="263467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1" name="그룹 10">
              <a:extLst>
                <a:ext uri="{FF2B5EF4-FFF2-40B4-BE49-F238E27FC236}">
                  <a16:creationId xmlns:a16="http://schemas.microsoft.com/office/drawing/2014/main" id="{EFE10A4E-9656-AB61-95D0-204C252EFBBF}"/>
                </a:ext>
              </a:extLst>
            </p:cNvPr>
            <p:cNvGrpSpPr/>
            <p:nvPr/>
          </p:nvGrpSpPr>
          <p:grpSpPr>
            <a:xfrm>
              <a:off x="3665013" y="6487556"/>
              <a:ext cx="28800" cy="214330"/>
              <a:chOff x="3316332" y="6490024"/>
              <a:chExt cx="28800" cy="214330"/>
            </a:xfrm>
          </p:grpSpPr>
          <p:sp>
            <p:nvSpPr>
              <p:cNvPr id="89" name="타원 88">
                <a:extLst>
                  <a:ext uri="{FF2B5EF4-FFF2-40B4-BE49-F238E27FC236}">
                    <a16:creationId xmlns:a16="http://schemas.microsoft.com/office/drawing/2014/main" id="{5263D024-E071-6690-A5BD-7B670B038AD6}"/>
                  </a:ext>
                </a:extLst>
              </p:cNvPr>
              <p:cNvSpPr/>
              <p:nvPr/>
            </p:nvSpPr>
            <p:spPr>
              <a:xfrm>
                <a:off x="331633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타원 89">
                <a:extLst>
                  <a:ext uri="{FF2B5EF4-FFF2-40B4-BE49-F238E27FC236}">
                    <a16:creationId xmlns:a16="http://schemas.microsoft.com/office/drawing/2014/main" id="{3089EEC7-1593-EE1A-86FE-993D2028ECEC}"/>
                  </a:ext>
                </a:extLst>
              </p:cNvPr>
              <p:cNvSpPr/>
              <p:nvPr/>
            </p:nvSpPr>
            <p:spPr>
              <a:xfrm>
                <a:off x="331633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1" name="타원 90">
                <a:extLst>
                  <a:ext uri="{FF2B5EF4-FFF2-40B4-BE49-F238E27FC236}">
                    <a16:creationId xmlns:a16="http://schemas.microsoft.com/office/drawing/2014/main" id="{FBCD0CA4-8B8C-A6F9-9812-2343E9E7E05B}"/>
                  </a:ext>
                </a:extLst>
              </p:cNvPr>
              <p:cNvSpPr/>
              <p:nvPr/>
            </p:nvSpPr>
            <p:spPr>
              <a:xfrm>
                <a:off x="331633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0" name="그룹 9">
              <a:extLst>
                <a:ext uri="{FF2B5EF4-FFF2-40B4-BE49-F238E27FC236}">
                  <a16:creationId xmlns:a16="http://schemas.microsoft.com/office/drawing/2014/main" id="{275DB5A6-C3CB-421E-7034-4418DFED7023}"/>
                </a:ext>
              </a:extLst>
            </p:cNvPr>
            <p:cNvGrpSpPr/>
            <p:nvPr/>
          </p:nvGrpSpPr>
          <p:grpSpPr>
            <a:xfrm>
              <a:off x="4227847" y="6490024"/>
              <a:ext cx="28800" cy="214330"/>
              <a:chOff x="3973763" y="6493614"/>
              <a:chExt cx="28800" cy="214330"/>
            </a:xfrm>
          </p:grpSpPr>
          <p:sp>
            <p:nvSpPr>
              <p:cNvPr id="86" name="타원 85">
                <a:extLst>
                  <a:ext uri="{FF2B5EF4-FFF2-40B4-BE49-F238E27FC236}">
                    <a16:creationId xmlns:a16="http://schemas.microsoft.com/office/drawing/2014/main" id="{C2F6AB46-4CBD-131E-EF3E-57CA2A4651BE}"/>
                  </a:ext>
                </a:extLst>
              </p:cNvPr>
              <p:cNvSpPr/>
              <p:nvPr/>
            </p:nvSpPr>
            <p:spPr>
              <a:xfrm>
                <a:off x="3973763" y="649361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7" name="타원 86">
                <a:extLst>
                  <a:ext uri="{FF2B5EF4-FFF2-40B4-BE49-F238E27FC236}">
                    <a16:creationId xmlns:a16="http://schemas.microsoft.com/office/drawing/2014/main" id="{0CE58A59-2839-D164-16AD-523CFE160DBD}"/>
                  </a:ext>
                </a:extLst>
              </p:cNvPr>
              <p:cNvSpPr/>
              <p:nvPr/>
            </p:nvSpPr>
            <p:spPr>
              <a:xfrm>
                <a:off x="3973763" y="667914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8" name="타원 87">
                <a:extLst>
                  <a:ext uri="{FF2B5EF4-FFF2-40B4-BE49-F238E27FC236}">
                    <a16:creationId xmlns:a16="http://schemas.microsoft.com/office/drawing/2014/main" id="{E8654D72-E548-926A-9461-7ADB21FBCBAD}"/>
                  </a:ext>
                </a:extLst>
              </p:cNvPr>
              <p:cNvSpPr/>
              <p:nvPr/>
            </p:nvSpPr>
            <p:spPr>
              <a:xfrm>
                <a:off x="3973763" y="658637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8" name="그룹 7">
              <a:extLst>
                <a:ext uri="{FF2B5EF4-FFF2-40B4-BE49-F238E27FC236}">
                  <a16:creationId xmlns:a16="http://schemas.microsoft.com/office/drawing/2014/main" id="{EBE5A77F-1511-3367-993E-973C0258FE5E}"/>
                </a:ext>
              </a:extLst>
            </p:cNvPr>
            <p:cNvGrpSpPr/>
            <p:nvPr/>
          </p:nvGrpSpPr>
          <p:grpSpPr>
            <a:xfrm>
              <a:off x="4805081" y="6490024"/>
              <a:ext cx="28800" cy="214330"/>
              <a:chOff x="4691852" y="6490024"/>
              <a:chExt cx="28800" cy="214330"/>
            </a:xfrm>
          </p:grpSpPr>
          <p:sp>
            <p:nvSpPr>
              <p:cNvPr id="82" name="타원 81">
                <a:extLst>
                  <a:ext uri="{FF2B5EF4-FFF2-40B4-BE49-F238E27FC236}">
                    <a16:creationId xmlns:a16="http://schemas.microsoft.com/office/drawing/2014/main" id="{5DC7654A-EDD5-BA4A-65D1-6E769281438E}"/>
                  </a:ext>
                </a:extLst>
              </p:cNvPr>
              <p:cNvSpPr/>
              <p:nvPr/>
            </p:nvSpPr>
            <p:spPr>
              <a:xfrm>
                <a:off x="469185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3" name="타원 82">
                <a:extLst>
                  <a:ext uri="{FF2B5EF4-FFF2-40B4-BE49-F238E27FC236}">
                    <a16:creationId xmlns:a16="http://schemas.microsoft.com/office/drawing/2014/main" id="{069922EC-6760-1358-5956-897A9559DE00}"/>
                  </a:ext>
                </a:extLst>
              </p:cNvPr>
              <p:cNvSpPr/>
              <p:nvPr/>
            </p:nvSpPr>
            <p:spPr>
              <a:xfrm>
                <a:off x="469185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5" name="타원 84">
                <a:extLst>
                  <a:ext uri="{FF2B5EF4-FFF2-40B4-BE49-F238E27FC236}">
                    <a16:creationId xmlns:a16="http://schemas.microsoft.com/office/drawing/2014/main" id="{4734F75A-4F84-9414-089E-4A03A00CF56B}"/>
                  </a:ext>
                </a:extLst>
              </p:cNvPr>
              <p:cNvSpPr/>
              <p:nvPr/>
            </p:nvSpPr>
            <p:spPr>
              <a:xfrm>
                <a:off x="469185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7" name="그룹 6">
              <a:extLst>
                <a:ext uri="{FF2B5EF4-FFF2-40B4-BE49-F238E27FC236}">
                  <a16:creationId xmlns:a16="http://schemas.microsoft.com/office/drawing/2014/main" id="{A95F14B4-F080-6FD3-D079-DA69BE950C75}"/>
                </a:ext>
              </a:extLst>
            </p:cNvPr>
            <p:cNvGrpSpPr/>
            <p:nvPr/>
          </p:nvGrpSpPr>
          <p:grpSpPr>
            <a:xfrm>
              <a:off x="5367915" y="6490024"/>
              <a:ext cx="28800" cy="214330"/>
              <a:chOff x="5368523" y="6490024"/>
              <a:chExt cx="28800" cy="214330"/>
            </a:xfrm>
          </p:grpSpPr>
          <p:sp>
            <p:nvSpPr>
              <p:cNvPr id="79" name="타원 78">
                <a:extLst>
                  <a:ext uri="{FF2B5EF4-FFF2-40B4-BE49-F238E27FC236}">
                    <a16:creationId xmlns:a16="http://schemas.microsoft.com/office/drawing/2014/main" id="{A749B8F2-3B58-7BCD-C153-7EE9F15B75A4}"/>
                  </a:ext>
                </a:extLst>
              </p:cNvPr>
              <p:cNvSpPr/>
              <p:nvPr/>
            </p:nvSpPr>
            <p:spPr>
              <a:xfrm>
                <a:off x="5368523"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0" name="타원 79">
                <a:extLst>
                  <a:ext uri="{FF2B5EF4-FFF2-40B4-BE49-F238E27FC236}">
                    <a16:creationId xmlns:a16="http://schemas.microsoft.com/office/drawing/2014/main" id="{93C8EF1C-4D64-BDCF-91D7-58A5EA4F3479}"/>
                  </a:ext>
                </a:extLst>
              </p:cNvPr>
              <p:cNvSpPr/>
              <p:nvPr/>
            </p:nvSpPr>
            <p:spPr>
              <a:xfrm>
                <a:off x="5368523"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타원 80">
                <a:extLst>
                  <a:ext uri="{FF2B5EF4-FFF2-40B4-BE49-F238E27FC236}">
                    <a16:creationId xmlns:a16="http://schemas.microsoft.com/office/drawing/2014/main" id="{57A6F9C8-132C-9BE1-846B-A5D395BC4CF5}"/>
                  </a:ext>
                </a:extLst>
              </p:cNvPr>
              <p:cNvSpPr/>
              <p:nvPr/>
            </p:nvSpPr>
            <p:spPr>
              <a:xfrm>
                <a:off x="5368523"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19" name="그룹 18">
            <a:extLst>
              <a:ext uri="{FF2B5EF4-FFF2-40B4-BE49-F238E27FC236}">
                <a16:creationId xmlns:a16="http://schemas.microsoft.com/office/drawing/2014/main" id="{169DC000-70EB-E9D8-80FD-AF7482FF1D3D}"/>
              </a:ext>
            </a:extLst>
          </p:cNvPr>
          <p:cNvGrpSpPr/>
          <p:nvPr/>
        </p:nvGrpSpPr>
        <p:grpSpPr>
          <a:xfrm>
            <a:off x="1816898" y="2526851"/>
            <a:ext cx="4013995" cy="216798"/>
            <a:chOff x="1382720" y="6487556"/>
            <a:chExt cx="4013995" cy="216798"/>
          </a:xfrm>
        </p:grpSpPr>
        <p:grpSp>
          <p:nvGrpSpPr>
            <p:cNvPr id="20" name="그룹 19">
              <a:extLst>
                <a:ext uri="{FF2B5EF4-FFF2-40B4-BE49-F238E27FC236}">
                  <a16:creationId xmlns:a16="http://schemas.microsoft.com/office/drawing/2014/main" id="{0B11DB38-0662-9F89-D5B4-5C71F487B7E1}"/>
                </a:ext>
              </a:extLst>
            </p:cNvPr>
            <p:cNvGrpSpPr/>
            <p:nvPr/>
          </p:nvGrpSpPr>
          <p:grpSpPr>
            <a:xfrm>
              <a:off x="1382720" y="6487556"/>
              <a:ext cx="28800" cy="214330"/>
              <a:chOff x="528825" y="6490024"/>
              <a:chExt cx="28800" cy="214330"/>
            </a:xfrm>
          </p:grpSpPr>
          <p:sp>
            <p:nvSpPr>
              <p:cNvPr id="61" name="타원 60">
                <a:extLst>
                  <a:ext uri="{FF2B5EF4-FFF2-40B4-BE49-F238E27FC236}">
                    <a16:creationId xmlns:a16="http://schemas.microsoft.com/office/drawing/2014/main" id="{010DB507-3467-EA1E-6DA9-003FCFA5628E}"/>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2" name="타원 61">
                <a:extLst>
                  <a:ext uri="{FF2B5EF4-FFF2-40B4-BE49-F238E27FC236}">
                    <a16:creationId xmlns:a16="http://schemas.microsoft.com/office/drawing/2014/main" id="{1019A046-CC0D-7C41-F07D-E6E0F39D42F5}"/>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3" name="타원 62">
                <a:extLst>
                  <a:ext uri="{FF2B5EF4-FFF2-40B4-BE49-F238E27FC236}">
                    <a16:creationId xmlns:a16="http://schemas.microsoft.com/office/drawing/2014/main" id="{A4F2BE2E-E289-CBC1-B271-C6AA60F9C7A2}"/>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1" name="그룹 20">
              <a:extLst>
                <a:ext uri="{FF2B5EF4-FFF2-40B4-BE49-F238E27FC236}">
                  <a16:creationId xmlns:a16="http://schemas.microsoft.com/office/drawing/2014/main" id="{0663DDFD-7494-EEF4-75E7-0B3C6D5897D9}"/>
                </a:ext>
              </a:extLst>
            </p:cNvPr>
            <p:cNvGrpSpPr/>
            <p:nvPr/>
          </p:nvGrpSpPr>
          <p:grpSpPr>
            <a:xfrm>
              <a:off x="1962111" y="6487556"/>
              <a:ext cx="28800" cy="214330"/>
              <a:chOff x="1254494" y="6490024"/>
              <a:chExt cx="28800" cy="214330"/>
            </a:xfrm>
          </p:grpSpPr>
          <p:sp>
            <p:nvSpPr>
              <p:cNvPr id="58" name="타원 57">
                <a:extLst>
                  <a:ext uri="{FF2B5EF4-FFF2-40B4-BE49-F238E27FC236}">
                    <a16:creationId xmlns:a16="http://schemas.microsoft.com/office/drawing/2014/main" id="{C70ACF31-B7CC-697F-368A-0481C765E322}"/>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9" name="타원 58">
                <a:extLst>
                  <a:ext uri="{FF2B5EF4-FFF2-40B4-BE49-F238E27FC236}">
                    <a16:creationId xmlns:a16="http://schemas.microsoft.com/office/drawing/2014/main" id="{FAA64462-628D-3A9E-A52F-46F314758559}"/>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0" name="타원 59">
                <a:extLst>
                  <a:ext uri="{FF2B5EF4-FFF2-40B4-BE49-F238E27FC236}">
                    <a16:creationId xmlns:a16="http://schemas.microsoft.com/office/drawing/2014/main" id="{2C9DC8D2-0CC0-7936-4F27-18812EE9ECEB}"/>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2" name="그룹 21">
              <a:extLst>
                <a:ext uri="{FF2B5EF4-FFF2-40B4-BE49-F238E27FC236}">
                  <a16:creationId xmlns:a16="http://schemas.microsoft.com/office/drawing/2014/main" id="{873E77CB-E4CA-1CC1-6E37-A232CE6C3CE2}"/>
                </a:ext>
              </a:extLst>
            </p:cNvPr>
            <p:cNvGrpSpPr/>
            <p:nvPr/>
          </p:nvGrpSpPr>
          <p:grpSpPr>
            <a:xfrm>
              <a:off x="2530715" y="6487556"/>
              <a:ext cx="28800" cy="214330"/>
              <a:chOff x="1937985" y="6490024"/>
              <a:chExt cx="28800" cy="214330"/>
            </a:xfrm>
          </p:grpSpPr>
          <p:sp>
            <p:nvSpPr>
              <p:cNvPr id="44" name="타원 43">
                <a:extLst>
                  <a:ext uri="{FF2B5EF4-FFF2-40B4-BE49-F238E27FC236}">
                    <a16:creationId xmlns:a16="http://schemas.microsoft.com/office/drawing/2014/main" id="{C61886EB-E671-634F-3C82-26901F44571B}"/>
                  </a:ext>
                </a:extLst>
              </p:cNvPr>
              <p:cNvSpPr/>
              <p:nvPr/>
            </p:nvSpPr>
            <p:spPr>
              <a:xfrm>
                <a:off x="193798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6" name="타원 45">
                <a:extLst>
                  <a:ext uri="{FF2B5EF4-FFF2-40B4-BE49-F238E27FC236}">
                    <a16:creationId xmlns:a16="http://schemas.microsoft.com/office/drawing/2014/main" id="{68302B77-3233-2187-1FF6-EDDB15683A12}"/>
                  </a:ext>
                </a:extLst>
              </p:cNvPr>
              <p:cNvSpPr/>
              <p:nvPr/>
            </p:nvSpPr>
            <p:spPr>
              <a:xfrm>
                <a:off x="193798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7" name="타원 56">
                <a:extLst>
                  <a:ext uri="{FF2B5EF4-FFF2-40B4-BE49-F238E27FC236}">
                    <a16:creationId xmlns:a16="http://schemas.microsoft.com/office/drawing/2014/main" id="{8F50EE74-E751-CB80-F195-B2B04C10878B}"/>
                  </a:ext>
                </a:extLst>
              </p:cNvPr>
              <p:cNvSpPr/>
              <p:nvPr/>
            </p:nvSpPr>
            <p:spPr>
              <a:xfrm>
                <a:off x="193798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3" name="그룹 22">
              <a:extLst>
                <a:ext uri="{FF2B5EF4-FFF2-40B4-BE49-F238E27FC236}">
                  <a16:creationId xmlns:a16="http://schemas.microsoft.com/office/drawing/2014/main" id="{9EA577FD-ADD2-E201-3276-BA22E09D14F5}"/>
                </a:ext>
              </a:extLst>
            </p:cNvPr>
            <p:cNvGrpSpPr/>
            <p:nvPr/>
          </p:nvGrpSpPr>
          <p:grpSpPr>
            <a:xfrm>
              <a:off x="3097864" y="6487556"/>
              <a:ext cx="28800" cy="214330"/>
              <a:chOff x="2634675" y="6490024"/>
              <a:chExt cx="28800" cy="214330"/>
            </a:xfrm>
          </p:grpSpPr>
          <p:sp>
            <p:nvSpPr>
              <p:cNvPr id="41" name="타원 40">
                <a:extLst>
                  <a:ext uri="{FF2B5EF4-FFF2-40B4-BE49-F238E27FC236}">
                    <a16:creationId xmlns:a16="http://schemas.microsoft.com/office/drawing/2014/main" id="{19066A76-4555-126F-FB54-0DF747FF4E29}"/>
                  </a:ext>
                </a:extLst>
              </p:cNvPr>
              <p:cNvSpPr/>
              <p:nvPr/>
            </p:nvSpPr>
            <p:spPr>
              <a:xfrm>
                <a:off x="263467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2" name="타원 41">
                <a:extLst>
                  <a:ext uri="{FF2B5EF4-FFF2-40B4-BE49-F238E27FC236}">
                    <a16:creationId xmlns:a16="http://schemas.microsoft.com/office/drawing/2014/main" id="{1B694DC6-0034-E094-A902-EA50BEB3832E}"/>
                  </a:ext>
                </a:extLst>
              </p:cNvPr>
              <p:cNvSpPr/>
              <p:nvPr/>
            </p:nvSpPr>
            <p:spPr>
              <a:xfrm>
                <a:off x="263467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3" name="타원 42">
                <a:extLst>
                  <a:ext uri="{FF2B5EF4-FFF2-40B4-BE49-F238E27FC236}">
                    <a16:creationId xmlns:a16="http://schemas.microsoft.com/office/drawing/2014/main" id="{3D14B2B1-9685-6659-B64D-360B3B9CF4F4}"/>
                  </a:ext>
                </a:extLst>
              </p:cNvPr>
              <p:cNvSpPr/>
              <p:nvPr/>
            </p:nvSpPr>
            <p:spPr>
              <a:xfrm>
                <a:off x="263467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4" name="그룹 23">
              <a:extLst>
                <a:ext uri="{FF2B5EF4-FFF2-40B4-BE49-F238E27FC236}">
                  <a16:creationId xmlns:a16="http://schemas.microsoft.com/office/drawing/2014/main" id="{FC34BBF5-C151-9C15-6958-8E87C114230F}"/>
                </a:ext>
              </a:extLst>
            </p:cNvPr>
            <p:cNvGrpSpPr/>
            <p:nvPr/>
          </p:nvGrpSpPr>
          <p:grpSpPr>
            <a:xfrm>
              <a:off x="3665013" y="6487556"/>
              <a:ext cx="28800" cy="214330"/>
              <a:chOff x="3316332" y="6490024"/>
              <a:chExt cx="28800" cy="214330"/>
            </a:xfrm>
          </p:grpSpPr>
          <p:sp>
            <p:nvSpPr>
              <p:cNvPr id="38" name="타원 37">
                <a:extLst>
                  <a:ext uri="{FF2B5EF4-FFF2-40B4-BE49-F238E27FC236}">
                    <a16:creationId xmlns:a16="http://schemas.microsoft.com/office/drawing/2014/main" id="{AE30C5D0-0EC5-02E6-471C-C36428D3E870}"/>
                  </a:ext>
                </a:extLst>
              </p:cNvPr>
              <p:cNvSpPr/>
              <p:nvPr/>
            </p:nvSpPr>
            <p:spPr>
              <a:xfrm>
                <a:off x="331633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9" name="타원 38">
                <a:extLst>
                  <a:ext uri="{FF2B5EF4-FFF2-40B4-BE49-F238E27FC236}">
                    <a16:creationId xmlns:a16="http://schemas.microsoft.com/office/drawing/2014/main" id="{402753EB-019C-5EA0-0250-730DE0DE6252}"/>
                  </a:ext>
                </a:extLst>
              </p:cNvPr>
              <p:cNvSpPr/>
              <p:nvPr/>
            </p:nvSpPr>
            <p:spPr>
              <a:xfrm>
                <a:off x="331633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0" name="타원 39">
                <a:extLst>
                  <a:ext uri="{FF2B5EF4-FFF2-40B4-BE49-F238E27FC236}">
                    <a16:creationId xmlns:a16="http://schemas.microsoft.com/office/drawing/2014/main" id="{D032E9C3-22D0-3E2B-9640-C51CBF6DF960}"/>
                  </a:ext>
                </a:extLst>
              </p:cNvPr>
              <p:cNvSpPr/>
              <p:nvPr/>
            </p:nvSpPr>
            <p:spPr>
              <a:xfrm>
                <a:off x="331633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6" name="그룹 25">
              <a:extLst>
                <a:ext uri="{FF2B5EF4-FFF2-40B4-BE49-F238E27FC236}">
                  <a16:creationId xmlns:a16="http://schemas.microsoft.com/office/drawing/2014/main" id="{27102D0D-9544-0A34-AB60-290BABDB8674}"/>
                </a:ext>
              </a:extLst>
            </p:cNvPr>
            <p:cNvGrpSpPr/>
            <p:nvPr/>
          </p:nvGrpSpPr>
          <p:grpSpPr>
            <a:xfrm>
              <a:off x="4227847" y="6490024"/>
              <a:ext cx="28800" cy="214330"/>
              <a:chOff x="3973763" y="6493614"/>
              <a:chExt cx="28800" cy="214330"/>
            </a:xfrm>
          </p:grpSpPr>
          <p:sp>
            <p:nvSpPr>
              <p:cNvPr id="35" name="타원 34">
                <a:extLst>
                  <a:ext uri="{FF2B5EF4-FFF2-40B4-BE49-F238E27FC236}">
                    <a16:creationId xmlns:a16="http://schemas.microsoft.com/office/drawing/2014/main" id="{C9495A02-007A-FE89-79B6-93C229B70308}"/>
                  </a:ext>
                </a:extLst>
              </p:cNvPr>
              <p:cNvSpPr/>
              <p:nvPr/>
            </p:nvSpPr>
            <p:spPr>
              <a:xfrm>
                <a:off x="3973763" y="649361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6" name="타원 35">
                <a:extLst>
                  <a:ext uri="{FF2B5EF4-FFF2-40B4-BE49-F238E27FC236}">
                    <a16:creationId xmlns:a16="http://schemas.microsoft.com/office/drawing/2014/main" id="{D5F6397A-A2E3-E500-5E6C-66BF53D37754}"/>
                  </a:ext>
                </a:extLst>
              </p:cNvPr>
              <p:cNvSpPr/>
              <p:nvPr/>
            </p:nvSpPr>
            <p:spPr>
              <a:xfrm>
                <a:off x="3973763" y="667914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타원 36">
                <a:extLst>
                  <a:ext uri="{FF2B5EF4-FFF2-40B4-BE49-F238E27FC236}">
                    <a16:creationId xmlns:a16="http://schemas.microsoft.com/office/drawing/2014/main" id="{C8B02F10-B877-EF1D-DA3A-71E97A5797AC}"/>
                  </a:ext>
                </a:extLst>
              </p:cNvPr>
              <p:cNvSpPr/>
              <p:nvPr/>
            </p:nvSpPr>
            <p:spPr>
              <a:xfrm>
                <a:off x="3973763" y="658637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7" name="그룹 26">
              <a:extLst>
                <a:ext uri="{FF2B5EF4-FFF2-40B4-BE49-F238E27FC236}">
                  <a16:creationId xmlns:a16="http://schemas.microsoft.com/office/drawing/2014/main" id="{4822B4DF-C792-8843-C9A2-EBA59A76810B}"/>
                </a:ext>
              </a:extLst>
            </p:cNvPr>
            <p:cNvGrpSpPr/>
            <p:nvPr/>
          </p:nvGrpSpPr>
          <p:grpSpPr>
            <a:xfrm>
              <a:off x="4805081" y="6490024"/>
              <a:ext cx="28800" cy="214330"/>
              <a:chOff x="4691852" y="6490024"/>
              <a:chExt cx="28800" cy="214330"/>
            </a:xfrm>
          </p:grpSpPr>
          <p:sp>
            <p:nvSpPr>
              <p:cNvPr id="32" name="타원 31">
                <a:extLst>
                  <a:ext uri="{FF2B5EF4-FFF2-40B4-BE49-F238E27FC236}">
                    <a16:creationId xmlns:a16="http://schemas.microsoft.com/office/drawing/2014/main" id="{9D39977E-F841-4185-C8CB-1112156D2DA1}"/>
                  </a:ext>
                </a:extLst>
              </p:cNvPr>
              <p:cNvSpPr/>
              <p:nvPr/>
            </p:nvSpPr>
            <p:spPr>
              <a:xfrm>
                <a:off x="469185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3" name="타원 32">
                <a:extLst>
                  <a:ext uri="{FF2B5EF4-FFF2-40B4-BE49-F238E27FC236}">
                    <a16:creationId xmlns:a16="http://schemas.microsoft.com/office/drawing/2014/main" id="{57CB23D5-DAB2-B05D-2220-0C0D04C9BAD7}"/>
                  </a:ext>
                </a:extLst>
              </p:cNvPr>
              <p:cNvSpPr/>
              <p:nvPr/>
            </p:nvSpPr>
            <p:spPr>
              <a:xfrm>
                <a:off x="469185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4" name="타원 33">
                <a:extLst>
                  <a:ext uri="{FF2B5EF4-FFF2-40B4-BE49-F238E27FC236}">
                    <a16:creationId xmlns:a16="http://schemas.microsoft.com/office/drawing/2014/main" id="{BAB0B0BF-5CF7-29E8-4601-2333EFC1B286}"/>
                  </a:ext>
                </a:extLst>
              </p:cNvPr>
              <p:cNvSpPr/>
              <p:nvPr/>
            </p:nvSpPr>
            <p:spPr>
              <a:xfrm>
                <a:off x="469185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8" name="그룹 27">
              <a:extLst>
                <a:ext uri="{FF2B5EF4-FFF2-40B4-BE49-F238E27FC236}">
                  <a16:creationId xmlns:a16="http://schemas.microsoft.com/office/drawing/2014/main" id="{F81D42F0-1E49-C0BE-3E1C-69F574006BBC}"/>
                </a:ext>
              </a:extLst>
            </p:cNvPr>
            <p:cNvGrpSpPr/>
            <p:nvPr/>
          </p:nvGrpSpPr>
          <p:grpSpPr>
            <a:xfrm>
              <a:off x="5367915" y="6490024"/>
              <a:ext cx="28800" cy="214330"/>
              <a:chOff x="5368523" y="6490024"/>
              <a:chExt cx="28800" cy="214330"/>
            </a:xfrm>
          </p:grpSpPr>
          <p:sp>
            <p:nvSpPr>
              <p:cNvPr id="29" name="타원 28">
                <a:extLst>
                  <a:ext uri="{FF2B5EF4-FFF2-40B4-BE49-F238E27FC236}">
                    <a16:creationId xmlns:a16="http://schemas.microsoft.com/office/drawing/2014/main" id="{9180E94D-5838-8B5D-BBDE-F9F825B05E4A}"/>
                  </a:ext>
                </a:extLst>
              </p:cNvPr>
              <p:cNvSpPr/>
              <p:nvPr/>
            </p:nvSpPr>
            <p:spPr>
              <a:xfrm>
                <a:off x="5368523"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0" name="타원 29">
                <a:extLst>
                  <a:ext uri="{FF2B5EF4-FFF2-40B4-BE49-F238E27FC236}">
                    <a16:creationId xmlns:a16="http://schemas.microsoft.com/office/drawing/2014/main" id="{E6873EBC-A400-15E0-9399-26AA138ECF56}"/>
                  </a:ext>
                </a:extLst>
              </p:cNvPr>
              <p:cNvSpPr/>
              <p:nvPr/>
            </p:nvSpPr>
            <p:spPr>
              <a:xfrm>
                <a:off x="5368523"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1" name="타원 30">
                <a:extLst>
                  <a:ext uri="{FF2B5EF4-FFF2-40B4-BE49-F238E27FC236}">
                    <a16:creationId xmlns:a16="http://schemas.microsoft.com/office/drawing/2014/main" id="{97E26F5A-1E58-0DA8-A7A6-6031AB18DDA8}"/>
                  </a:ext>
                </a:extLst>
              </p:cNvPr>
              <p:cNvSpPr/>
              <p:nvPr/>
            </p:nvSpPr>
            <p:spPr>
              <a:xfrm>
                <a:off x="5368523"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65" name="그룹 64">
            <a:extLst>
              <a:ext uri="{FF2B5EF4-FFF2-40B4-BE49-F238E27FC236}">
                <a16:creationId xmlns:a16="http://schemas.microsoft.com/office/drawing/2014/main" id="{CEC866B5-D8B4-238E-AD6C-D7575CCA9B60}"/>
              </a:ext>
            </a:extLst>
          </p:cNvPr>
          <p:cNvGrpSpPr/>
          <p:nvPr/>
        </p:nvGrpSpPr>
        <p:grpSpPr>
          <a:xfrm>
            <a:off x="1826055" y="3187956"/>
            <a:ext cx="3997694" cy="331408"/>
            <a:chOff x="1382720" y="5204809"/>
            <a:chExt cx="3997694" cy="331408"/>
          </a:xfrm>
        </p:grpSpPr>
        <p:cxnSp>
          <p:nvCxnSpPr>
            <p:cNvPr id="66" name="직선 화살표 연결선 65">
              <a:extLst>
                <a:ext uri="{FF2B5EF4-FFF2-40B4-BE49-F238E27FC236}">
                  <a16:creationId xmlns:a16="http://schemas.microsoft.com/office/drawing/2014/main" id="{FD97EC33-B38D-C9D4-28A5-4B0DD63541EE}"/>
                </a:ext>
              </a:extLst>
            </p:cNvPr>
            <p:cNvCxnSpPr/>
            <p:nvPr/>
          </p:nvCxnSpPr>
          <p:spPr>
            <a:xfrm>
              <a:off x="1382720" y="5218378"/>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7" name="직선 화살표 연결선 66">
              <a:extLst>
                <a:ext uri="{FF2B5EF4-FFF2-40B4-BE49-F238E27FC236}">
                  <a16:creationId xmlns:a16="http://schemas.microsoft.com/office/drawing/2014/main" id="{D0D9DEB2-4279-5043-3043-348B86F9F2AF}"/>
                </a:ext>
              </a:extLst>
            </p:cNvPr>
            <p:cNvCxnSpPr/>
            <p:nvPr/>
          </p:nvCxnSpPr>
          <p:spPr>
            <a:xfrm>
              <a:off x="1962111" y="5217013"/>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직선 화살표 연결선 67">
              <a:extLst>
                <a:ext uri="{FF2B5EF4-FFF2-40B4-BE49-F238E27FC236}">
                  <a16:creationId xmlns:a16="http://schemas.microsoft.com/office/drawing/2014/main" id="{48D2EACF-671D-5184-19AC-3FB1A5C72544}"/>
                </a:ext>
              </a:extLst>
            </p:cNvPr>
            <p:cNvCxnSpPr/>
            <p:nvPr/>
          </p:nvCxnSpPr>
          <p:spPr>
            <a:xfrm>
              <a:off x="2530715" y="5204809"/>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0" name="직선 화살표 연결선 69">
              <a:extLst>
                <a:ext uri="{FF2B5EF4-FFF2-40B4-BE49-F238E27FC236}">
                  <a16:creationId xmlns:a16="http://schemas.microsoft.com/office/drawing/2014/main" id="{61E53D22-BFCD-191F-D907-4DDB799D3D9B}"/>
                </a:ext>
              </a:extLst>
            </p:cNvPr>
            <p:cNvCxnSpPr/>
            <p:nvPr/>
          </p:nvCxnSpPr>
          <p:spPr>
            <a:xfrm>
              <a:off x="3104240" y="5217013"/>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D1948B22-1CA4-0DF4-D2C4-98089D3AD5E0}"/>
                </a:ext>
              </a:extLst>
            </p:cNvPr>
            <p:cNvCxnSpPr/>
            <p:nvPr/>
          </p:nvCxnSpPr>
          <p:spPr>
            <a:xfrm>
              <a:off x="3665013"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2" name="직선 화살표 연결선 71">
              <a:extLst>
                <a:ext uri="{FF2B5EF4-FFF2-40B4-BE49-F238E27FC236}">
                  <a16:creationId xmlns:a16="http://schemas.microsoft.com/office/drawing/2014/main" id="{18DB9059-336E-6C51-B4CE-8369658DD87A}"/>
                </a:ext>
              </a:extLst>
            </p:cNvPr>
            <p:cNvCxnSpPr/>
            <p:nvPr/>
          </p:nvCxnSpPr>
          <p:spPr>
            <a:xfrm>
              <a:off x="4243259"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3" name="직선 화살표 연결선 72">
              <a:extLst>
                <a:ext uri="{FF2B5EF4-FFF2-40B4-BE49-F238E27FC236}">
                  <a16:creationId xmlns:a16="http://schemas.microsoft.com/office/drawing/2014/main" id="{A701CEC2-78DD-42C7-BA32-8BB45E17D0ED}"/>
                </a:ext>
              </a:extLst>
            </p:cNvPr>
            <p:cNvCxnSpPr/>
            <p:nvPr/>
          </p:nvCxnSpPr>
          <p:spPr>
            <a:xfrm>
              <a:off x="4811024"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4" name="직선 화살표 연결선 73">
              <a:extLst>
                <a:ext uri="{FF2B5EF4-FFF2-40B4-BE49-F238E27FC236}">
                  <a16:creationId xmlns:a16="http://schemas.microsoft.com/office/drawing/2014/main" id="{9D343D04-D7B2-F0A7-B501-AC93182192A3}"/>
                </a:ext>
              </a:extLst>
            </p:cNvPr>
            <p:cNvCxnSpPr/>
            <p:nvPr/>
          </p:nvCxnSpPr>
          <p:spPr>
            <a:xfrm>
              <a:off x="5380414" y="5217011"/>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grpSp>
        <p:nvGrpSpPr>
          <p:cNvPr id="169" name="그룹 168">
            <a:extLst>
              <a:ext uri="{FF2B5EF4-FFF2-40B4-BE49-F238E27FC236}">
                <a16:creationId xmlns:a16="http://schemas.microsoft.com/office/drawing/2014/main" id="{22F03099-C73E-E1E5-9771-022554F9CBDD}"/>
              </a:ext>
            </a:extLst>
          </p:cNvPr>
          <p:cNvGrpSpPr/>
          <p:nvPr/>
        </p:nvGrpSpPr>
        <p:grpSpPr>
          <a:xfrm>
            <a:off x="1797255" y="6485633"/>
            <a:ext cx="4013995" cy="216798"/>
            <a:chOff x="1382720" y="6487556"/>
            <a:chExt cx="4013995" cy="216798"/>
          </a:xfrm>
        </p:grpSpPr>
        <p:grpSp>
          <p:nvGrpSpPr>
            <p:cNvPr id="170" name="그룹 169">
              <a:extLst>
                <a:ext uri="{FF2B5EF4-FFF2-40B4-BE49-F238E27FC236}">
                  <a16:creationId xmlns:a16="http://schemas.microsoft.com/office/drawing/2014/main" id="{C97E6451-AF7D-6156-9B63-180DBB44BDA9}"/>
                </a:ext>
              </a:extLst>
            </p:cNvPr>
            <p:cNvGrpSpPr/>
            <p:nvPr/>
          </p:nvGrpSpPr>
          <p:grpSpPr>
            <a:xfrm>
              <a:off x="1382720" y="6487556"/>
              <a:ext cx="28800" cy="214330"/>
              <a:chOff x="528825" y="6490024"/>
              <a:chExt cx="28800" cy="214330"/>
            </a:xfrm>
          </p:grpSpPr>
          <p:sp>
            <p:nvSpPr>
              <p:cNvPr id="199" name="타원 198">
                <a:extLst>
                  <a:ext uri="{FF2B5EF4-FFF2-40B4-BE49-F238E27FC236}">
                    <a16:creationId xmlns:a16="http://schemas.microsoft.com/office/drawing/2014/main" id="{E9364B3A-BDC1-40C3-B956-22516316E205}"/>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0" name="타원 199">
                <a:extLst>
                  <a:ext uri="{FF2B5EF4-FFF2-40B4-BE49-F238E27FC236}">
                    <a16:creationId xmlns:a16="http://schemas.microsoft.com/office/drawing/2014/main" id="{F22830B2-D729-8876-BC08-0A31A8054509}"/>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1" name="타원 200">
                <a:extLst>
                  <a:ext uri="{FF2B5EF4-FFF2-40B4-BE49-F238E27FC236}">
                    <a16:creationId xmlns:a16="http://schemas.microsoft.com/office/drawing/2014/main" id="{14DBFCED-B358-155F-7888-6611960E521A}"/>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1" name="그룹 170">
              <a:extLst>
                <a:ext uri="{FF2B5EF4-FFF2-40B4-BE49-F238E27FC236}">
                  <a16:creationId xmlns:a16="http://schemas.microsoft.com/office/drawing/2014/main" id="{8BAF63EC-8010-6C55-9BB8-D50D714F2BD2}"/>
                </a:ext>
              </a:extLst>
            </p:cNvPr>
            <p:cNvGrpSpPr/>
            <p:nvPr/>
          </p:nvGrpSpPr>
          <p:grpSpPr>
            <a:xfrm>
              <a:off x="1962111" y="6487556"/>
              <a:ext cx="28800" cy="214330"/>
              <a:chOff x="1254494" y="6490024"/>
              <a:chExt cx="28800" cy="214330"/>
            </a:xfrm>
          </p:grpSpPr>
          <p:sp>
            <p:nvSpPr>
              <p:cNvPr id="196" name="타원 195">
                <a:extLst>
                  <a:ext uri="{FF2B5EF4-FFF2-40B4-BE49-F238E27FC236}">
                    <a16:creationId xmlns:a16="http://schemas.microsoft.com/office/drawing/2014/main" id="{55695F44-D45F-ACD3-4E6D-40E854C35526}"/>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7" name="타원 196">
                <a:extLst>
                  <a:ext uri="{FF2B5EF4-FFF2-40B4-BE49-F238E27FC236}">
                    <a16:creationId xmlns:a16="http://schemas.microsoft.com/office/drawing/2014/main" id="{02D402CB-A545-A76E-19A2-3326E3934343}"/>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8" name="타원 197">
                <a:extLst>
                  <a:ext uri="{FF2B5EF4-FFF2-40B4-BE49-F238E27FC236}">
                    <a16:creationId xmlns:a16="http://schemas.microsoft.com/office/drawing/2014/main" id="{6684C37E-C29C-00C2-6294-48B65DF94676}"/>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2" name="그룹 171">
              <a:extLst>
                <a:ext uri="{FF2B5EF4-FFF2-40B4-BE49-F238E27FC236}">
                  <a16:creationId xmlns:a16="http://schemas.microsoft.com/office/drawing/2014/main" id="{D0E9A0E0-9E2C-42D1-44A6-F67F8B590BFC}"/>
                </a:ext>
              </a:extLst>
            </p:cNvPr>
            <p:cNvGrpSpPr/>
            <p:nvPr/>
          </p:nvGrpSpPr>
          <p:grpSpPr>
            <a:xfrm>
              <a:off x="2530715" y="6487556"/>
              <a:ext cx="28800" cy="214330"/>
              <a:chOff x="1937985" y="6490024"/>
              <a:chExt cx="28800" cy="214330"/>
            </a:xfrm>
          </p:grpSpPr>
          <p:sp>
            <p:nvSpPr>
              <p:cNvPr id="193" name="타원 192">
                <a:extLst>
                  <a:ext uri="{FF2B5EF4-FFF2-40B4-BE49-F238E27FC236}">
                    <a16:creationId xmlns:a16="http://schemas.microsoft.com/office/drawing/2014/main" id="{CBEA726B-71A1-FD61-3B7C-6670C206CB20}"/>
                  </a:ext>
                </a:extLst>
              </p:cNvPr>
              <p:cNvSpPr/>
              <p:nvPr/>
            </p:nvSpPr>
            <p:spPr>
              <a:xfrm>
                <a:off x="193798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4" name="타원 193">
                <a:extLst>
                  <a:ext uri="{FF2B5EF4-FFF2-40B4-BE49-F238E27FC236}">
                    <a16:creationId xmlns:a16="http://schemas.microsoft.com/office/drawing/2014/main" id="{24868916-09DB-4E8F-46C7-B0A5B36D3C0A}"/>
                  </a:ext>
                </a:extLst>
              </p:cNvPr>
              <p:cNvSpPr/>
              <p:nvPr/>
            </p:nvSpPr>
            <p:spPr>
              <a:xfrm>
                <a:off x="193798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5" name="타원 194">
                <a:extLst>
                  <a:ext uri="{FF2B5EF4-FFF2-40B4-BE49-F238E27FC236}">
                    <a16:creationId xmlns:a16="http://schemas.microsoft.com/office/drawing/2014/main" id="{3B99A517-339F-34C2-EEEC-616123005D41}"/>
                  </a:ext>
                </a:extLst>
              </p:cNvPr>
              <p:cNvSpPr/>
              <p:nvPr/>
            </p:nvSpPr>
            <p:spPr>
              <a:xfrm>
                <a:off x="193798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3" name="그룹 172">
              <a:extLst>
                <a:ext uri="{FF2B5EF4-FFF2-40B4-BE49-F238E27FC236}">
                  <a16:creationId xmlns:a16="http://schemas.microsoft.com/office/drawing/2014/main" id="{E6E0150E-5130-5621-2221-828EA172FD9E}"/>
                </a:ext>
              </a:extLst>
            </p:cNvPr>
            <p:cNvGrpSpPr/>
            <p:nvPr/>
          </p:nvGrpSpPr>
          <p:grpSpPr>
            <a:xfrm>
              <a:off x="3097864" y="6487556"/>
              <a:ext cx="28800" cy="214330"/>
              <a:chOff x="2634675" y="6490024"/>
              <a:chExt cx="28800" cy="214330"/>
            </a:xfrm>
          </p:grpSpPr>
          <p:sp>
            <p:nvSpPr>
              <p:cNvPr id="190" name="타원 189">
                <a:extLst>
                  <a:ext uri="{FF2B5EF4-FFF2-40B4-BE49-F238E27FC236}">
                    <a16:creationId xmlns:a16="http://schemas.microsoft.com/office/drawing/2014/main" id="{1CE7374C-139D-48FF-AABC-CA8ACBFED433}"/>
                  </a:ext>
                </a:extLst>
              </p:cNvPr>
              <p:cNvSpPr/>
              <p:nvPr/>
            </p:nvSpPr>
            <p:spPr>
              <a:xfrm>
                <a:off x="263467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1" name="타원 190">
                <a:extLst>
                  <a:ext uri="{FF2B5EF4-FFF2-40B4-BE49-F238E27FC236}">
                    <a16:creationId xmlns:a16="http://schemas.microsoft.com/office/drawing/2014/main" id="{36B9FF70-EFCF-C52A-45F7-5C3347D0640A}"/>
                  </a:ext>
                </a:extLst>
              </p:cNvPr>
              <p:cNvSpPr/>
              <p:nvPr/>
            </p:nvSpPr>
            <p:spPr>
              <a:xfrm>
                <a:off x="263467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2" name="타원 191">
                <a:extLst>
                  <a:ext uri="{FF2B5EF4-FFF2-40B4-BE49-F238E27FC236}">
                    <a16:creationId xmlns:a16="http://schemas.microsoft.com/office/drawing/2014/main" id="{507442C4-2C0E-FEEA-37D4-772003FD3807}"/>
                  </a:ext>
                </a:extLst>
              </p:cNvPr>
              <p:cNvSpPr/>
              <p:nvPr/>
            </p:nvSpPr>
            <p:spPr>
              <a:xfrm>
                <a:off x="263467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4" name="그룹 173">
              <a:extLst>
                <a:ext uri="{FF2B5EF4-FFF2-40B4-BE49-F238E27FC236}">
                  <a16:creationId xmlns:a16="http://schemas.microsoft.com/office/drawing/2014/main" id="{EA1FA65C-A833-AB14-0ABB-4E8B2809E10E}"/>
                </a:ext>
              </a:extLst>
            </p:cNvPr>
            <p:cNvGrpSpPr/>
            <p:nvPr/>
          </p:nvGrpSpPr>
          <p:grpSpPr>
            <a:xfrm>
              <a:off x="3665013" y="6487556"/>
              <a:ext cx="28800" cy="214330"/>
              <a:chOff x="3316332" y="6490024"/>
              <a:chExt cx="28800" cy="214330"/>
            </a:xfrm>
          </p:grpSpPr>
          <p:sp>
            <p:nvSpPr>
              <p:cNvPr id="187" name="타원 186">
                <a:extLst>
                  <a:ext uri="{FF2B5EF4-FFF2-40B4-BE49-F238E27FC236}">
                    <a16:creationId xmlns:a16="http://schemas.microsoft.com/office/drawing/2014/main" id="{7A2FCE32-FED2-84BA-C34E-55AF33314967}"/>
                  </a:ext>
                </a:extLst>
              </p:cNvPr>
              <p:cNvSpPr/>
              <p:nvPr/>
            </p:nvSpPr>
            <p:spPr>
              <a:xfrm>
                <a:off x="331633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8" name="타원 187">
                <a:extLst>
                  <a:ext uri="{FF2B5EF4-FFF2-40B4-BE49-F238E27FC236}">
                    <a16:creationId xmlns:a16="http://schemas.microsoft.com/office/drawing/2014/main" id="{983E7809-9A19-71D7-3030-CD6A10427F22}"/>
                  </a:ext>
                </a:extLst>
              </p:cNvPr>
              <p:cNvSpPr/>
              <p:nvPr/>
            </p:nvSpPr>
            <p:spPr>
              <a:xfrm>
                <a:off x="331633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9" name="타원 188">
                <a:extLst>
                  <a:ext uri="{FF2B5EF4-FFF2-40B4-BE49-F238E27FC236}">
                    <a16:creationId xmlns:a16="http://schemas.microsoft.com/office/drawing/2014/main" id="{9A2E3779-BE39-49F1-A7D1-421862215DAF}"/>
                  </a:ext>
                </a:extLst>
              </p:cNvPr>
              <p:cNvSpPr/>
              <p:nvPr/>
            </p:nvSpPr>
            <p:spPr>
              <a:xfrm>
                <a:off x="331633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5" name="그룹 174">
              <a:extLst>
                <a:ext uri="{FF2B5EF4-FFF2-40B4-BE49-F238E27FC236}">
                  <a16:creationId xmlns:a16="http://schemas.microsoft.com/office/drawing/2014/main" id="{69ECD74D-7C4C-D329-6E2E-7FD4971376AB}"/>
                </a:ext>
              </a:extLst>
            </p:cNvPr>
            <p:cNvGrpSpPr/>
            <p:nvPr/>
          </p:nvGrpSpPr>
          <p:grpSpPr>
            <a:xfrm>
              <a:off x="4227847" y="6490024"/>
              <a:ext cx="28800" cy="214330"/>
              <a:chOff x="3973763" y="6493614"/>
              <a:chExt cx="28800" cy="214330"/>
            </a:xfrm>
          </p:grpSpPr>
          <p:sp>
            <p:nvSpPr>
              <p:cNvPr id="184" name="타원 183">
                <a:extLst>
                  <a:ext uri="{FF2B5EF4-FFF2-40B4-BE49-F238E27FC236}">
                    <a16:creationId xmlns:a16="http://schemas.microsoft.com/office/drawing/2014/main" id="{01BA29DB-972B-D9EF-FC7B-62ADE9EFA922}"/>
                  </a:ext>
                </a:extLst>
              </p:cNvPr>
              <p:cNvSpPr/>
              <p:nvPr/>
            </p:nvSpPr>
            <p:spPr>
              <a:xfrm>
                <a:off x="3973763" y="649361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5" name="타원 184">
                <a:extLst>
                  <a:ext uri="{FF2B5EF4-FFF2-40B4-BE49-F238E27FC236}">
                    <a16:creationId xmlns:a16="http://schemas.microsoft.com/office/drawing/2014/main" id="{B585F360-EC7D-E090-B307-0845E28B150A}"/>
                  </a:ext>
                </a:extLst>
              </p:cNvPr>
              <p:cNvSpPr/>
              <p:nvPr/>
            </p:nvSpPr>
            <p:spPr>
              <a:xfrm>
                <a:off x="3973763" y="667914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6" name="타원 185">
                <a:extLst>
                  <a:ext uri="{FF2B5EF4-FFF2-40B4-BE49-F238E27FC236}">
                    <a16:creationId xmlns:a16="http://schemas.microsoft.com/office/drawing/2014/main" id="{10041085-6343-1DD8-EFCA-D59EC5DC4F7B}"/>
                  </a:ext>
                </a:extLst>
              </p:cNvPr>
              <p:cNvSpPr/>
              <p:nvPr/>
            </p:nvSpPr>
            <p:spPr>
              <a:xfrm>
                <a:off x="3973763" y="658637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6" name="그룹 175">
              <a:extLst>
                <a:ext uri="{FF2B5EF4-FFF2-40B4-BE49-F238E27FC236}">
                  <a16:creationId xmlns:a16="http://schemas.microsoft.com/office/drawing/2014/main" id="{3D52AF08-432C-BC48-8FFB-73544CC6455F}"/>
                </a:ext>
              </a:extLst>
            </p:cNvPr>
            <p:cNvGrpSpPr/>
            <p:nvPr/>
          </p:nvGrpSpPr>
          <p:grpSpPr>
            <a:xfrm>
              <a:off x="4805081" y="6490024"/>
              <a:ext cx="28800" cy="214330"/>
              <a:chOff x="4691852" y="6490024"/>
              <a:chExt cx="28800" cy="214330"/>
            </a:xfrm>
          </p:grpSpPr>
          <p:sp>
            <p:nvSpPr>
              <p:cNvPr id="181" name="타원 180">
                <a:extLst>
                  <a:ext uri="{FF2B5EF4-FFF2-40B4-BE49-F238E27FC236}">
                    <a16:creationId xmlns:a16="http://schemas.microsoft.com/office/drawing/2014/main" id="{712BFE50-D012-2FB2-D9AC-2CAE67F3049F}"/>
                  </a:ext>
                </a:extLst>
              </p:cNvPr>
              <p:cNvSpPr/>
              <p:nvPr/>
            </p:nvSpPr>
            <p:spPr>
              <a:xfrm>
                <a:off x="469185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2" name="타원 181">
                <a:extLst>
                  <a:ext uri="{FF2B5EF4-FFF2-40B4-BE49-F238E27FC236}">
                    <a16:creationId xmlns:a16="http://schemas.microsoft.com/office/drawing/2014/main" id="{A22F10F9-4CF2-76A4-E7DD-597FD430DE11}"/>
                  </a:ext>
                </a:extLst>
              </p:cNvPr>
              <p:cNvSpPr/>
              <p:nvPr/>
            </p:nvSpPr>
            <p:spPr>
              <a:xfrm>
                <a:off x="469185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3" name="타원 182">
                <a:extLst>
                  <a:ext uri="{FF2B5EF4-FFF2-40B4-BE49-F238E27FC236}">
                    <a16:creationId xmlns:a16="http://schemas.microsoft.com/office/drawing/2014/main" id="{88560A8F-64D4-DA5E-7C3A-E656AFC1A298}"/>
                  </a:ext>
                </a:extLst>
              </p:cNvPr>
              <p:cNvSpPr/>
              <p:nvPr/>
            </p:nvSpPr>
            <p:spPr>
              <a:xfrm>
                <a:off x="469185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7" name="그룹 176">
              <a:extLst>
                <a:ext uri="{FF2B5EF4-FFF2-40B4-BE49-F238E27FC236}">
                  <a16:creationId xmlns:a16="http://schemas.microsoft.com/office/drawing/2014/main" id="{FF5E3DCC-5411-4C4B-6C79-0E43593DB0C7}"/>
                </a:ext>
              </a:extLst>
            </p:cNvPr>
            <p:cNvGrpSpPr/>
            <p:nvPr/>
          </p:nvGrpSpPr>
          <p:grpSpPr>
            <a:xfrm>
              <a:off x="5367915" y="6490024"/>
              <a:ext cx="28800" cy="214330"/>
              <a:chOff x="5368523" y="6490024"/>
              <a:chExt cx="28800" cy="214330"/>
            </a:xfrm>
          </p:grpSpPr>
          <p:sp>
            <p:nvSpPr>
              <p:cNvPr id="178" name="타원 177">
                <a:extLst>
                  <a:ext uri="{FF2B5EF4-FFF2-40B4-BE49-F238E27FC236}">
                    <a16:creationId xmlns:a16="http://schemas.microsoft.com/office/drawing/2014/main" id="{965C5E50-1545-E531-4AAA-96A910898956}"/>
                  </a:ext>
                </a:extLst>
              </p:cNvPr>
              <p:cNvSpPr/>
              <p:nvPr/>
            </p:nvSpPr>
            <p:spPr>
              <a:xfrm>
                <a:off x="5368523"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9" name="타원 178">
                <a:extLst>
                  <a:ext uri="{FF2B5EF4-FFF2-40B4-BE49-F238E27FC236}">
                    <a16:creationId xmlns:a16="http://schemas.microsoft.com/office/drawing/2014/main" id="{B0FB66AE-17A3-73E0-EBE3-DF2904884D55}"/>
                  </a:ext>
                </a:extLst>
              </p:cNvPr>
              <p:cNvSpPr/>
              <p:nvPr/>
            </p:nvSpPr>
            <p:spPr>
              <a:xfrm>
                <a:off x="5368523"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0" name="타원 179">
                <a:extLst>
                  <a:ext uri="{FF2B5EF4-FFF2-40B4-BE49-F238E27FC236}">
                    <a16:creationId xmlns:a16="http://schemas.microsoft.com/office/drawing/2014/main" id="{F07221C5-CFE3-B057-505C-9526921EA09F}"/>
                  </a:ext>
                </a:extLst>
              </p:cNvPr>
              <p:cNvSpPr/>
              <p:nvPr/>
            </p:nvSpPr>
            <p:spPr>
              <a:xfrm>
                <a:off x="5368523"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cxnSp>
        <p:nvCxnSpPr>
          <p:cNvPr id="202" name="직선 화살표 연결선 201">
            <a:extLst>
              <a:ext uri="{FF2B5EF4-FFF2-40B4-BE49-F238E27FC236}">
                <a16:creationId xmlns:a16="http://schemas.microsoft.com/office/drawing/2014/main" id="{E1C9312F-E96E-15F3-2850-DF0F7BE9350A}"/>
              </a:ext>
            </a:extLst>
          </p:cNvPr>
          <p:cNvCxnSpPr>
            <a:cxnSpLocks/>
          </p:cNvCxnSpPr>
          <p:nvPr/>
        </p:nvCxnSpPr>
        <p:spPr>
          <a:xfrm flipH="1">
            <a:off x="681760" y="4615622"/>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3" name="직선 화살표 연결선 202">
            <a:extLst>
              <a:ext uri="{FF2B5EF4-FFF2-40B4-BE49-F238E27FC236}">
                <a16:creationId xmlns:a16="http://schemas.microsoft.com/office/drawing/2014/main" id="{5D358EC2-B75C-8919-6E46-6A1CF46EFD75}"/>
              </a:ext>
            </a:extLst>
          </p:cNvPr>
          <p:cNvCxnSpPr>
            <a:cxnSpLocks/>
          </p:cNvCxnSpPr>
          <p:nvPr/>
        </p:nvCxnSpPr>
        <p:spPr>
          <a:xfrm flipV="1">
            <a:off x="771269" y="4614268"/>
            <a:ext cx="0" cy="127800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4" name="직선 화살표 연결선 203">
            <a:extLst>
              <a:ext uri="{FF2B5EF4-FFF2-40B4-BE49-F238E27FC236}">
                <a16:creationId xmlns:a16="http://schemas.microsoft.com/office/drawing/2014/main" id="{20A95D9A-E53D-1B86-C3D7-F5C2558EBD64}"/>
              </a:ext>
            </a:extLst>
          </p:cNvPr>
          <p:cNvCxnSpPr>
            <a:cxnSpLocks/>
          </p:cNvCxnSpPr>
          <p:nvPr/>
        </p:nvCxnSpPr>
        <p:spPr>
          <a:xfrm flipH="1">
            <a:off x="681760" y="5889181"/>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05" name="TextBox 204">
            <a:extLst>
              <a:ext uri="{FF2B5EF4-FFF2-40B4-BE49-F238E27FC236}">
                <a16:creationId xmlns:a16="http://schemas.microsoft.com/office/drawing/2014/main" id="{26765648-133E-4ACE-DC15-F2DDFE062DE8}"/>
              </a:ext>
            </a:extLst>
          </p:cNvPr>
          <p:cNvSpPr txBox="1"/>
          <p:nvPr/>
        </p:nvSpPr>
        <p:spPr>
          <a:xfrm rot="16200000">
            <a:off x="589473" y="5241077"/>
            <a:ext cx="383117" cy="180434"/>
          </a:xfrm>
          <a:prstGeom prst="rect">
            <a:avLst/>
          </a:prstGeom>
          <a:solidFill>
            <a:schemeClr val="bg1"/>
          </a:solidFill>
        </p:spPr>
        <p:txBody>
          <a:bodyPr wrap="none" lIns="0" tIns="0" rIns="0" bIns="0" rtlCol="0" anchor="ctr" anchorCtr="0">
            <a:spAutoFit/>
          </a:bodyPr>
          <a:lstStyle/>
          <a:p>
            <a:pPr algn="ctr">
              <a:lnSpc>
                <a:spcPts val="700"/>
              </a:lnSpc>
            </a:pPr>
            <a:r>
              <a:rPr lang="en-US" altLang="ko-KR" sz="800" dirty="0">
                <a:latin typeface="Arial" panose="020B0604020202020204" pitchFamily="34" charset="0"/>
                <a:cs typeface="Arial" panose="020B0604020202020204" pitchFamily="34" charset="0"/>
              </a:rPr>
              <a:t>Physical</a:t>
            </a:r>
          </a:p>
          <a:p>
            <a:pPr algn="ctr">
              <a:lnSpc>
                <a:spcPts val="700"/>
              </a:lnSpc>
            </a:pPr>
            <a:r>
              <a:rPr lang="en-US" altLang="ko-KR" sz="800" dirty="0">
                <a:latin typeface="Arial" panose="020B0604020202020204" pitchFamily="34" charset="0"/>
                <a:cs typeface="Arial" panose="020B0604020202020204" pitchFamily="34" charset="0"/>
              </a:rPr>
              <a:t>size</a:t>
            </a:r>
            <a:endParaRPr lang="ko-KR" altLang="en-US" sz="8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25119" y="82762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Local-RW DATA structure for access</a:t>
            </a:r>
          </a:p>
        </p:txBody>
      </p:sp>
      <p:sp>
        <p:nvSpPr>
          <p:cNvPr id="3" name="TextBox 2">
            <a:extLst>
              <a:ext uri="{FF2B5EF4-FFF2-40B4-BE49-F238E27FC236}">
                <a16:creationId xmlns:a16="http://schemas.microsoft.com/office/drawing/2014/main" id="{929BE9C9-58B9-08AF-BA2A-D188C0F6AB15}"/>
              </a:ext>
            </a:extLst>
          </p:cNvPr>
          <p:cNvSpPr txBox="1"/>
          <p:nvPr/>
        </p:nvSpPr>
        <p:spPr>
          <a:xfrm>
            <a:off x="2120143" y="8732363"/>
            <a:ext cx="2929648"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10. LOCAL-RW DATA mapping structure and data flow</a:t>
            </a:r>
          </a:p>
        </p:txBody>
      </p:sp>
      <p:sp>
        <p:nvSpPr>
          <p:cNvPr id="76" name="자유형: 도형 75">
            <a:extLst>
              <a:ext uri="{FF2B5EF4-FFF2-40B4-BE49-F238E27FC236}">
                <a16:creationId xmlns:a16="http://schemas.microsoft.com/office/drawing/2014/main" id="{E9604734-BD6B-3F70-DA7F-ACC65561239D}"/>
              </a:ext>
            </a:extLst>
          </p:cNvPr>
          <p:cNvSpPr/>
          <p:nvPr/>
        </p:nvSpPr>
        <p:spPr>
          <a:xfrm>
            <a:off x="1963995" y="3088415"/>
            <a:ext cx="188270" cy="1685676"/>
          </a:xfrm>
          <a:custGeom>
            <a:avLst/>
            <a:gdLst>
              <a:gd name="connsiteX0" fmla="*/ 47708 w 211224"/>
              <a:gd name="connsiteY0" fmla="*/ 1685676 h 1685676"/>
              <a:gd name="connsiteX1" fmla="*/ 210710 w 211224"/>
              <a:gd name="connsiteY1" fmla="*/ 1085353 h 1685676"/>
              <a:gd name="connsiteX2" fmla="*/ 0 w 211224"/>
              <a:gd name="connsiteY2" fmla="*/ 0 h 1685676"/>
            </a:gdLst>
            <a:ahLst/>
            <a:cxnLst>
              <a:cxn ang="0">
                <a:pos x="connsiteX0" y="connsiteY0"/>
              </a:cxn>
              <a:cxn ang="0">
                <a:pos x="connsiteX1" y="connsiteY1"/>
              </a:cxn>
              <a:cxn ang="0">
                <a:pos x="connsiteX2" y="connsiteY2"/>
              </a:cxn>
            </a:cxnLst>
            <a:rect l="l" t="t" r="r" b="b"/>
            <a:pathLst>
              <a:path w="211224" h="1685676">
                <a:moveTo>
                  <a:pt x="47708" y="1685676"/>
                </a:moveTo>
                <a:cubicBezTo>
                  <a:pt x="133184" y="1525987"/>
                  <a:pt x="218661" y="1366299"/>
                  <a:pt x="210710" y="1085353"/>
                </a:cubicBezTo>
                <a:cubicBezTo>
                  <a:pt x="202759" y="804407"/>
                  <a:pt x="101379" y="402203"/>
                  <a:pt x="0" y="0"/>
                </a:cubicBezTo>
              </a:path>
            </a:pathLst>
          </a:custGeom>
          <a:noFill/>
          <a:ln w="3175">
            <a:solidFill>
              <a:srgbClr val="FF0000"/>
            </a:solidFill>
            <a:prstDash val="dash"/>
            <a:headEnd type="oval"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7" name="자유형: 도형 76">
            <a:extLst>
              <a:ext uri="{FF2B5EF4-FFF2-40B4-BE49-F238E27FC236}">
                <a16:creationId xmlns:a16="http://schemas.microsoft.com/office/drawing/2014/main" id="{F1425E01-A882-724E-5836-2400D86EF4F6}"/>
              </a:ext>
            </a:extLst>
          </p:cNvPr>
          <p:cNvSpPr/>
          <p:nvPr/>
        </p:nvSpPr>
        <p:spPr>
          <a:xfrm>
            <a:off x="1975759" y="2877704"/>
            <a:ext cx="243096" cy="2111071"/>
          </a:xfrm>
          <a:custGeom>
            <a:avLst/>
            <a:gdLst>
              <a:gd name="connsiteX0" fmla="*/ 47708 w 211224"/>
              <a:gd name="connsiteY0" fmla="*/ 1685676 h 1685676"/>
              <a:gd name="connsiteX1" fmla="*/ 210710 w 211224"/>
              <a:gd name="connsiteY1" fmla="*/ 1085353 h 1685676"/>
              <a:gd name="connsiteX2" fmla="*/ 0 w 211224"/>
              <a:gd name="connsiteY2" fmla="*/ 0 h 1685676"/>
            </a:gdLst>
            <a:ahLst/>
            <a:cxnLst>
              <a:cxn ang="0">
                <a:pos x="connsiteX0" y="connsiteY0"/>
              </a:cxn>
              <a:cxn ang="0">
                <a:pos x="connsiteX1" y="connsiteY1"/>
              </a:cxn>
              <a:cxn ang="0">
                <a:pos x="connsiteX2" y="connsiteY2"/>
              </a:cxn>
            </a:cxnLst>
            <a:rect l="l" t="t" r="r" b="b"/>
            <a:pathLst>
              <a:path w="211224" h="1685676">
                <a:moveTo>
                  <a:pt x="47708" y="1685676"/>
                </a:moveTo>
                <a:cubicBezTo>
                  <a:pt x="133184" y="1525987"/>
                  <a:pt x="218661" y="1366299"/>
                  <a:pt x="210710" y="1085353"/>
                </a:cubicBezTo>
                <a:cubicBezTo>
                  <a:pt x="202759" y="804407"/>
                  <a:pt x="101379" y="402203"/>
                  <a:pt x="0" y="0"/>
                </a:cubicBezTo>
              </a:path>
            </a:pathLst>
          </a:custGeom>
          <a:noFill/>
          <a:ln w="3175">
            <a:solidFill>
              <a:srgbClr val="FF0000"/>
            </a:solidFill>
            <a:prstDash val="dash"/>
            <a:headEnd type="oval"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자유형: 도형 77">
            <a:extLst>
              <a:ext uri="{FF2B5EF4-FFF2-40B4-BE49-F238E27FC236}">
                <a16:creationId xmlns:a16="http://schemas.microsoft.com/office/drawing/2014/main" id="{CD2C93C2-4952-71CD-786E-3EFEBDB725BB}"/>
              </a:ext>
            </a:extLst>
          </p:cNvPr>
          <p:cNvSpPr/>
          <p:nvPr/>
        </p:nvSpPr>
        <p:spPr>
          <a:xfrm rot="154314">
            <a:off x="2544630" y="2233496"/>
            <a:ext cx="278851" cy="2769897"/>
          </a:xfrm>
          <a:custGeom>
            <a:avLst/>
            <a:gdLst>
              <a:gd name="connsiteX0" fmla="*/ 47708 w 211224"/>
              <a:gd name="connsiteY0" fmla="*/ 1685676 h 1685676"/>
              <a:gd name="connsiteX1" fmla="*/ 210710 w 211224"/>
              <a:gd name="connsiteY1" fmla="*/ 1085353 h 1685676"/>
              <a:gd name="connsiteX2" fmla="*/ 0 w 211224"/>
              <a:gd name="connsiteY2" fmla="*/ 0 h 1685676"/>
            </a:gdLst>
            <a:ahLst/>
            <a:cxnLst>
              <a:cxn ang="0">
                <a:pos x="connsiteX0" y="connsiteY0"/>
              </a:cxn>
              <a:cxn ang="0">
                <a:pos x="connsiteX1" y="connsiteY1"/>
              </a:cxn>
              <a:cxn ang="0">
                <a:pos x="connsiteX2" y="connsiteY2"/>
              </a:cxn>
            </a:cxnLst>
            <a:rect l="l" t="t" r="r" b="b"/>
            <a:pathLst>
              <a:path w="211224" h="1685676">
                <a:moveTo>
                  <a:pt x="47708" y="1685676"/>
                </a:moveTo>
                <a:cubicBezTo>
                  <a:pt x="133184" y="1525987"/>
                  <a:pt x="218661" y="1366299"/>
                  <a:pt x="210710" y="1085353"/>
                </a:cubicBezTo>
                <a:cubicBezTo>
                  <a:pt x="202759" y="804407"/>
                  <a:pt x="101379" y="402203"/>
                  <a:pt x="0" y="0"/>
                </a:cubicBezTo>
              </a:path>
            </a:pathLst>
          </a:custGeom>
          <a:noFill/>
          <a:ln w="3175">
            <a:solidFill>
              <a:srgbClr val="0033CC"/>
            </a:solidFill>
            <a:prstDash val="dash"/>
            <a:headEnd type="triangle" w="sm" len="sm"/>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4" name="자유형: 도형 103">
            <a:extLst>
              <a:ext uri="{FF2B5EF4-FFF2-40B4-BE49-F238E27FC236}">
                <a16:creationId xmlns:a16="http://schemas.microsoft.com/office/drawing/2014/main" id="{93EFD009-CEF7-453D-92A9-29D22072F0FD}"/>
              </a:ext>
            </a:extLst>
          </p:cNvPr>
          <p:cNvSpPr/>
          <p:nvPr/>
        </p:nvSpPr>
        <p:spPr>
          <a:xfrm>
            <a:off x="2500751" y="2081267"/>
            <a:ext cx="188270" cy="2692823"/>
          </a:xfrm>
          <a:custGeom>
            <a:avLst/>
            <a:gdLst>
              <a:gd name="connsiteX0" fmla="*/ 47708 w 211224"/>
              <a:gd name="connsiteY0" fmla="*/ 1685676 h 1685676"/>
              <a:gd name="connsiteX1" fmla="*/ 210710 w 211224"/>
              <a:gd name="connsiteY1" fmla="*/ 1085353 h 1685676"/>
              <a:gd name="connsiteX2" fmla="*/ 0 w 211224"/>
              <a:gd name="connsiteY2" fmla="*/ 0 h 1685676"/>
            </a:gdLst>
            <a:ahLst/>
            <a:cxnLst>
              <a:cxn ang="0">
                <a:pos x="connsiteX0" y="connsiteY0"/>
              </a:cxn>
              <a:cxn ang="0">
                <a:pos x="connsiteX1" y="connsiteY1"/>
              </a:cxn>
              <a:cxn ang="0">
                <a:pos x="connsiteX2" y="connsiteY2"/>
              </a:cxn>
            </a:cxnLst>
            <a:rect l="l" t="t" r="r" b="b"/>
            <a:pathLst>
              <a:path w="211224" h="1685676">
                <a:moveTo>
                  <a:pt x="47708" y="1685676"/>
                </a:moveTo>
                <a:cubicBezTo>
                  <a:pt x="133184" y="1525987"/>
                  <a:pt x="218661" y="1366299"/>
                  <a:pt x="210710" y="1085353"/>
                </a:cubicBezTo>
                <a:cubicBezTo>
                  <a:pt x="202759" y="804407"/>
                  <a:pt x="101379" y="402203"/>
                  <a:pt x="0" y="0"/>
                </a:cubicBezTo>
              </a:path>
            </a:pathLst>
          </a:custGeom>
          <a:noFill/>
          <a:ln w="3175">
            <a:solidFill>
              <a:srgbClr val="0033CC"/>
            </a:solidFill>
            <a:prstDash val="dash"/>
            <a:headEnd type="triangle" w="sm" len="sm"/>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105" name="표 104">
            <a:extLst>
              <a:ext uri="{FF2B5EF4-FFF2-40B4-BE49-F238E27FC236}">
                <a16:creationId xmlns:a16="http://schemas.microsoft.com/office/drawing/2014/main" id="{10F2F425-3FF9-D252-3F54-B3405E7E43A0}"/>
              </a:ext>
            </a:extLst>
          </p:cNvPr>
          <p:cNvGraphicFramePr>
            <a:graphicFrameLocks noGrp="1"/>
          </p:cNvGraphicFramePr>
          <p:nvPr>
            <p:extLst>
              <p:ext uri="{D42A27DB-BD31-4B8C-83A1-F6EECF244321}">
                <p14:modId xmlns:p14="http://schemas.microsoft.com/office/powerpoint/2010/main" val="1057510915"/>
              </p:ext>
            </p:extLst>
          </p:nvPr>
        </p:nvGraphicFramePr>
        <p:xfrm>
          <a:off x="1348580" y="7800779"/>
          <a:ext cx="4353038" cy="584696"/>
        </p:xfrm>
        <a:graphic>
          <a:graphicData uri="http://schemas.openxmlformats.org/drawingml/2006/table">
            <a:tbl>
              <a:tblPr firstRow="1" bandRow="1">
                <a:tableStyleId>{5C22544A-7EE6-4342-B048-85BDC9FD1C3A}</a:tableStyleId>
              </a:tblPr>
              <a:tblGrid>
                <a:gridCol w="392675">
                  <a:extLst>
                    <a:ext uri="{9D8B030D-6E8A-4147-A177-3AD203B41FA5}">
                      <a16:colId xmlns:a16="http://schemas.microsoft.com/office/drawing/2014/main" val="1045059463"/>
                    </a:ext>
                  </a:extLst>
                </a:gridCol>
                <a:gridCol w="849313">
                  <a:extLst>
                    <a:ext uri="{9D8B030D-6E8A-4147-A177-3AD203B41FA5}">
                      <a16:colId xmlns:a16="http://schemas.microsoft.com/office/drawing/2014/main" val="914624312"/>
                    </a:ext>
                  </a:extLst>
                </a:gridCol>
                <a:gridCol w="849313">
                  <a:extLst>
                    <a:ext uri="{9D8B030D-6E8A-4147-A177-3AD203B41FA5}">
                      <a16:colId xmlns:a16="http://schemas.microsoft.com/office/drawing/2014/main" val="1037286305"/>
                    </a:ext>
                  </a:extLst>
                </a:gridCol>
                <a:gridCol w="276019">
                  <a:extLst>
                    <a:ext uri="{9D8B030D-6E8A-4147-A177-3AD203B41FA5}">
                      <a16:colId xmlns:a16="http://schemas.microsoft.com/office/drawing/2014/main" val="2063085555"/>
                    </a:ext>
                  </a:extLst>
                </a:gridCol>
                <a:gridCol w="873125">
                  <a:extLst>
                    <a:ext uri="{9D8B030D-6E8A-4147-A177-3AD203B41FA5}">
                      <a16:colId xmlns:a16="http://schemas.microsoft.com/office/drawing/2014/main" val="3340661124"/>
                    </a:ext>
                  </a:extLst>
                </a:gridCol>
                <a:gridCol w="263280">
                  <a:extLst>
                    <a:ext uri="{9D8B030D-6E8A-4147-A177-3AD203B41FA5}">
                      <a16:colId xmlns:a16="http://schemas.microsoft.com/office/drawing/2014/main" val="277525460"/>
                    </a:ext>
                  </a:extLst>
                </a:gridCol>
                <a:gridCol w="849313">
                  <a:extLst>
                    <a:ext uri="{9D8B030D-6E8A-4147-A177-3AD203B41FA5}">
                      <a16:colId xmlns:a16="http://schemas.microsoft.com/office/drawing/2014/main" val="2937243807"/>
                    </a:ext>
                  </a:extLst>
                </a:gridCol>
              </a:tblGrid>
              <a:tr h="98321">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20</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19</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5</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1</a:t>
                      </a:r>
                      <a:r>
                        <a:rPr lang="en-US" altLang="ko-KR" sz="700" b="0" baseline="30000" dirty="0">
                          <a:solidFill>
                            <a:schemeClr val="tx1"/>
                          </a:solidFill>
                          <a:latin typeface="Arial" panose="020B0604020202020204" pitchFamily="34" charset="0"/>
                          <a:cs typeface="Arial" panose="020B0604020202020204" pitchFamily="34" charset="0"/>
                        </a:rPr>
                        <a:t>st</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878189"/>
                  </a:ext>
                </a:extLst>
              </a:tr>
              <a:tr h="152228">
                <a:tc rowSpan="2">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XD-12</a:t>
                      </a:r>
                    </a:p>
                    <a:p>
                      <a:pPr algn="r" latinLnBrk="1"/>
                      <a:r>
                        <a:rPr lang="en-US" altLang="ko-KR" sz="700" b="0" dirty="0">
                          <a:solidFill>
                            <a:schemeClr val="tx1"/>
                          </a:solidFill>
                          <a:latin typeface="Arial" panose="020B0604020202020204" pitchFamily="34" charset="0"/>
                          <a:cs typeface="Arial" panose="020B0604020202020204" pitchFamily="34" charset="0"/>
                        </a:rPr>
                        <a:t>daisied</a:t>
                      </a:r>
                      <a:endParaRPr lang="ko-KR" altLang="en-US" sz="700" b="0" dirty="0">
                        <a:solidFill>
                          <a:schemeClr val="tx1"/>
                        </a:solidFill>
                        <a:latin typeface="Arial" panose="020B0604020202020204" pitchFamily="34" charset="0"/>
                        <a:cs typeface="Arial" panose="020B0604020202020204" pitchFamily="34" charset="0"/>
                      </a:endParaRPr>
                    </a:p>
                  </a:txBody>
                  <a:tcPr marL="0" marR="72000" marT="0" marB="0">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#2</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#16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#20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94653304"/>
                  </a:ext>
                </a:extLst>
              </a:tr>
              <a:tr h="154562">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17122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PORT1</a:t>
                      </a:r>
                      <a:endParaRPr lang="ko-KR" altLang="en-US" sz="700" b="0" dirty="0">
                        <a:solidFill>
                          <a:schemeClr val="tx1"/>
                        </a:solidFill>
                        <a:latin typeface="Arial" panose="020B0604020202020204" pitchFamily="34" charset="0"/>
                        <a:cs typeface="Arial" panose="020B0604020202020204" pitchFamily="34" charset="0"/>
                      </a:endParaRPr>
                    </a:p>
                  </a:txBody>
                  <a:tcPr marL="0" marR="72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2</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DATA 16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4</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bl>
          </a:graphicData>
        </a:graphic>
      </p:graphicFrame>
      <p:graphicFrame>
        <p:nvGraphicFramePr>
          <p:cNvPr id="106" name="표 105">
            <a:extLst>
              <a:ext uri="{FF2B5EF4-FFF2-40B4-BE49-F238E27FC236}">
                <a16:creationId xmlns:a16="http://schemas.microsoft.com/office/drawing/2014/main" id="{CDE02A3F-918D-0C6D-8048-06A9BD757184}"/>
              </a:ext>
            </a:extLst>
          </p:cNvPr>
          <p:cNvGraphicFramePr>
            <a:graphicFrameLocks noGrp="1"/>
          </p:cNvGraphicFramePr>
          <p:nvPr>
            <p:extLst>
              <p:ext uri="{D42A27DB-BD31-4B8C-83A1-F6EECF244321}">
                <p14:modId xmlns:p14="http://schemas.microsoft.com/office/powerpoint/2010/main" val="2304222841"/>
              </p:ext>
            </p:extLst>
          </p:nvPr>
        </p:nvGraphicFramePr>
        <p:xfrm>
          <a:off x="1348580" y="6973125"/>
          <a:ext cx="4327638" cy="594722"/>
        </p:xfrm>
        <a:graphic>
          <a:graphicData uri="http://schemas.openxmlformats.org/drawingml/2006/table">
            <a:tbl>
              <a:tblPr firstRow="1" bandRow="1">
                <a:tableStyleId>{5C22544A-7EE6-4342-B048-85BDC9FD1C3A}</a:tableStyleId>
              </a:tblPr>
              <a:tblGrid>
                <a:gridCol w="392675">
                  <a:extLst>
                    <a:ext uri="{9D8B030D-6E8A-4147-A177-3AD203B41FA5}">
                      <a16:colId xmlns:a16="http://schemas.microsoft.com/office/drawing/2014/main" val="1045059463"/>
                    </a:ext>
                  </a:extLst>
                </a:gridCol>
                <a:gridCol w="823913">
                  <a:extLst>
                    <a:ext uri="{9D8B030D-6E8A-4147-A177-3AD203B41FA5}">
                      <a16:colId xmlns:a16="http://schemas.microsoft.com/office/drawing/2014/main" val="914624312"/>
                    </a:ext>
                  </a:extLst>
                </a:gridCol>
                <a:gridCol w="849313">
                  <a:extLst>
                    <a:ext uri="{9D8B030D-6E8A-4147-A177-3AD203B41FA5}">
                      <a16:colId xmlns:a16="http://schemas.microsoft.com/office/drawing/2014/main" val="1037286305"/>
                    </a:ext>
                  </a:extLst>
                </a:gridCol>
                <a:gridCol w="276019">
                  <a:extLst>
                    <a:ext uri="{9D8B030D-6E8A-4147-A177-3AD203B41FA5}">
                      <a16:colId xmlns:a16="http://schemas.microsoft.com/office/drawing/2014/main" val="2063085555"/>
                    </a:ext>
                  </a:extLst>
                </a:gridCol>
                <a:gridCol w="873125">
                  <a:extLst>
                    <a:ext uri="{9D8B030D-6E8A-4147-A177-3AD203B41FA5}">
                      <a16:colId xmlns:a16="http://schemas.microsoft.com/office/drawing/2014/main" val="3340661124"/>
                    </a:ext>
                  </a:extLst>
                </a:gridCol>
                <a:gridCol w="263280">
                  <a:extLst>
                    <a:ext uri="{9D8B030D-6E8A-4147-A177-3AD203B41FA5}">
                      <a16:colId xmlns:a16="http://schemas.microsoft.com/office/drawing/2014/main" val="277525460"/>
                    </a:ext>
                  </a:extLst>
                </a:gridCol>
                <a:gridCol w="849313">
                  <a:extLst>
                    <a:ext uri="{9D8B030D-6E8A-4147-A177-3AD203B41FA5}">
                      <a16:colId xmlns:a16="http://schemas.microsoft.com/office/drawing/2014/main" val="2937243807"/>
                    </a:ext>
                  </a:extLst>
                </a:gridCol>
              </a:tblGrid>
              <a:tr h="96743">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a:t>
                      </a:r>
                      <a:r>
                        <a:rPr lang="en-US" altLang="ko-KR" sz="700" b="0" baseline="30000" dirty="0">
                          <a:solidFill>
                            <a:schemeClr val="tx1"/>
                          </a:solidFill>
                          <a:latin typeface="Arial" panose="020B0604020202020204" pitchFamily="34" charset="0"/>
                          <a:cs typeface="Arial" panose="020B0604020202020204" pitchFamily="34" charset="0"/>
                        </a:rPr>
                        <a:t>st</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a:t>
                      </a:r>
                      <a:r>
                        <a:rPr lang="en-US" altLang="ko-KR" sz="700" b="0" baseline="30000" dirty="0">
                          <a:solidFill>
                            <a:schemeClr val="tx1"/>
                          </a:solidFill>
                          <a:latin typeface="Arial" panose="020B0604020202020204" pitchFamily="34" charset="0"/>
                          <a:cs typeface="Arial" panose="020B0604020202020204" pitchFamily="34" charset="0"/>
                        </a:rPr>
                        <a:t>nd</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16</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20</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7537435"/>
                  </a:ext>
                </a:extLst>
              </a:tr>
              <a:tr h="155044">
                <a:tc rowSpan="2">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XD-12</a:t>
                      </a:r>
                    </a:p>
                    <a:p>
                      <a:pPr algn="r" latinLnBrk="1"/>
                      <a:r>
                        <a:rPr lang="en-US" altLang="ko-KR" sz="700" b="0" dirty="0">
                          <a:solidFill>
                            <a:schemeClr val="tx1"/>
                          </a:solidFill>
                          <a:latin typeface="Arial" panose="020B0604020202020204" pitchFamily="34" charset="0"/>
                          <a:cs typeface="Arial" panose="020B0604020202020204" pitchFamily="34" charset="0"/>
                        </a:rPr>
                        <a:t>daisied</a:t>
                      </a:r>
                      <a:endParaRPr lang="ko-KR" altLang="en-US" sz="700" b="0" dirty="0">
                        <a:solidFill>
                          <a:schemeClr val="tx1"/>
                        </a:solidFill>
                        <a:latin typeface="Arial" panose="020B0604020202020204" pitchFamily="34" charset="0"/>
                        <a:cs typeface="Arial" panose="020B0604020202020204" pitchFamily="34" charset="0"/>
                      </a:endParaRPr>
                    </a:p>
                  </a:txBody>
                  <a:tcPr marL="0" marR="72000" marT="0" marB="0">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#20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#19</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#5</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94653304"/>
                  </a:ext>
                </a:extLst>
              </a:tr>
              <a:tr h="158605">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174393">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PORT1</a:t>
                      </a:r>
                      <a:endParaRPr lang="ko-KR" altLang="en-US" sz="700" b="0" dirty="0">
                        <a:solidFill>
                          <a:schemeClr val="tx1"/>
                        </a:solidFill>
                        <a:latin typeface="Arial" panose="020B0604020202020204" pitchFamily="34" charset="0"/>
                        <a:cs typeface="Arial" panose="020B0604020202020204" pitchFamily="34" charset="0"/>
                      </a:endParaRPr>
                    </a:p>
                  </a:txBody>
                  <a:tcPr marL="0" marR="72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2</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DATA 16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4</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bl>
          </a:graphicData>
        </a:graphic>
      </p:graphicFrame>
      <p:grpSp>
        <p:nvGrpSpPr>
          <p:cNvPr id="107" name="그룹 106">
            <a:extLst>
              <a:ext uri="{FF2B5EF4-FFF2-40B4-BE49-F238E27FC236}">
                <a16:creationId xmlns:a16="http://schemas.microsoft.com/office/drawing/2014/main" id="{440C0822-078C-9D82-37E7-62409902150A}"/>
              </a:ext>
            </a:extLst>
          </p:cNvPr>
          <p:cNvGrpSpPr/>
          <p:nvPr/>
        </p:nvGrpSpPr>
        <p:grpSpPr>
          <a:xfrm>
            <a:off x="2169896" y="8059864"/>
            <a:ext cx="3116499" cy="140492"/>
            <a:chOff x="2204752" y="4598019"/>
            <a:chExt cx="3116499" cy="317839"/>
          </a:xfrm>
        </p:grpSpPr>
        <p:cxnSp>
          <p:nvCxnSpPr>
            <p:cNvPr id="108" name="직선 화살표 연결선 107">
              <a:extLst>
                <a:ext uri="{FF2B5EF4-FFF2-40B4-BE49-F238E27FC236}">
                  <a16:creationId xmlns:a16="http://schemas.microsoft.com/office/drawing/2014/main" id="{CA85D03A-42F6-FC7C-1987-F194EADFACAE}"/>
                </a:ext>
              </a:extLst>
            </p:cNvPr>
            <p:cNvCxnSpPr/>
            <p:nvPr/>
          </p:nvCxnSpPr>
          <p:spPr>
            <a:xfrm>
              <a:off x="2204752" y="4598019"/>
              <a:ext cx="0" cy="317839"/>
            </a:xfrm>
            <a:prstGeom prst="straightConnector1">
              <a:avLst/>
            </a:prstGeom>
            <a:ln w="3175">
              <a:solidFill>
                <a:srgbClr val="0033CC"/>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9" name="직선 화살표 연결선 108">
              <a:extLst>
                <a:ext uri="{FF2B5EF4-FFF2-40B4-BE49-F238E27FC236}">
                  <a16:creationId xmlns:a16="http://schemas.microsoft.com/office/drawing/2014/main" id="{F4BD558B-0B22-C1C8-EE62-B1F6091B7384}"/>
                </a:ext>
              </a:extLst>
            </p:cNvPr>
            <p:cNvCxnSpPr/>
            <p:nvPr/>
          </p:nvCxnSpPr>
          <p:spPr>
            <a:xfrm>
              <a:off x="3061758" y="4598019"/>
              <a:ext cx="0" cy="317839"/>
            </a:xfrm>
            <a:prstGeom prst="straightConnector1">
              <a:avLst/>
            </a:prstGeom>
            <a:ln w="3175">
              <a:solidFill>
                <a:srgbClr val="0033CC"/>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직선 화살표 연결선 109">
              <a:extLst>
                <a:ext uri="{FF2B5EF4-FFF2-40B4-BE49-F238E27FC236}">
                  <a16:creationId xmlns:a16="http://schemas.microsoft.com/office/drawing/2014/main" id="{B377CB34-AA1D-22A0-4F6B-9A2847BC3A04}"/>
                </a:ext>
              </a:extLst>
            </p:cNvPr>
            <p:cNvCxnSpPr/>
            <p:nvPr/>
          </p:nvCxnSpPr>
          <p:spPr>
            <a:xfrm>
              <a:off x="4194363" y="4598019"/>
              <a:ext cx="0" cy="317839"/>
            </a:xfrm>
            <a:prstGeom prst="straightConnector1">
              <a:avLst/>
            </a:prstGeom>
            <a:ln w="3175">
              <a:solidFill>
                <a:srgbClr val="0033CC"/>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직선 화살표 연결선 110">
              <a:extLst>
                <a:ext uri="{FF2B5EF4-FFF2-40B4-BE49-F238E27FC236}">
                  <a16:creationId xmlns:a16="http://schemas.microsoft.com/office/drawing/2014/main" id="{DD9C10EC-A0E3-FE0D-1384-193BD7261B3E}"/>
                </a:ext>
              </a:extLst>
            </p:cNvPr>
            <p:cNvCxnSpPr/>
            <p:nvPr/>
          </p:nvCxnSpPr>
          <p:spPr>
            <a:xfrm>
              <a:off x="5321251" y="4598019"/>
              <a:ext cx="0" cy="317839"/>
            </a:xfrm>
            <a:prstGeom prst="straightConnector1">
              <a:avLst/>
            </a:prstGeom>
            <a:ln w="3175">
              <a:solidFill>
                <a:srgbClr val="0033CC"/>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grpSp>
      <p:grpSp>
        <p:nvGrpSpPr>
          <p:cNvPr id="112" name="그룹 111">
            <a:extLst>
              <a:ext uri="{FF2B5EF4-FFF2-40B4-BE49-F238E27FC236}">
                <a16:creationId xmlns:a16="http://schemas.microsoft.com/office/drawing/2014/main" id="{82F4CCA4-AFEB-304C-8BCB-43C94F20354D}"/>
              </a:ext>
            </a:extLst>
          </p:cNvPr>
          <p:cNvGrpSpPr/>
          <p:nvPr/>
        </p:nvGrpSpPr>
        <p:grpSpPr>
          <a:xfrm>
            <a:off x="2151107" y="7237574"/>
            <a:ext cx="3112797" cy="152518"/>
            <a:chOff x="2193646" y="4603466"/>
            <a:chExt cx="3112797" cy="317839"/>
          </a:xfrm>
        </p:grpSpPr>
        <p:cxnSp>
          <p:nvCxnSpPr>
            <p:cNvPr id="113" name="직선 화살표 연결선 112">
              <a:extLst>
                <a:ext uri="{FF2B5EF4-FFF2-40B4-BE49-F238E27FC236}">
                  <a16:creationId xmlns:a16="http://schemas.microsoft.com/office/drawing/2014/main" id="{6952BD90-2527-BE5A-2396-7311577E0644}"/>
                </a:ext>
              </a:extLst>
            </p:cNvPr>
            <p:cNvCxnSpPr/>
            <p:nvPr/>
          </p:nvCxnSpPr>
          <p:spPr>
            <a:xfrm>
              <a:off x="2193646" y="4603466"/>
              <a:ext cx="0" cy="317839"/>
            </a:xfrm>
            <a:prstGeom prst="straightConnector1">
              <a:avLst/>
            </a:prstGeom>
            <a:ln w="3175">
              <a:solidFill>
                <a:srgbClr val="FF0000"/>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70DE2D69-19EA-4D94-48B2-FA77EE204EEF}"/>
                </a:ext>
              </a:extLst>
            </p:cNvPr>
            <p:cNvCxnSpPr/>
            <p:nvPr/>
          </p:nvCxnSpPr>
          <p:spPr>
            <a:xfrm>
              <a:off x="3039546" y="4603466"/>
              <a:ext cx="0" cy="317839"/>
            </a:xfrm>
            <a:prstGeom prst="straightConnector1">
              <a:avLst/>
            </a:prstGeom>
            <a:ln w="3175">
              <a:solidFill>
                <a:srgbClr val="FF0000"/>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56DCD722-6095-EDBA-20CE-F10770DF4BC2}"/>
                </a:ext>
              </a:extLst>
            </p:cNvPr>
            <p:cNvCxnSpPr/>
            <p:nvPr/>
          </p:nvCxnSpPr>
          <p:spPr>
            <a:xfrm>
              <a:off x="4183257" y="4603466"/>
              <a:ext cx="0" cy="317839"/>
            </a:xfrm>
            <a:prstGeom prst="straightConnector1">
              <a:avLst/>
            </a:prstGeom>
            <a:ln w="3175">
              <a:solidFill>
                <a:srgbClr val="FF0000"/>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16" name="직선 화살표 연결선 115">
              <a:extLst>
                <a:ext uri="{FF2B5EF4-FFF2-40B4-BE49-F238E27FC236}">
                  <a16:creationId xmlns:a16="http://schemas.microsoft.com/office/drawing/2014/main" id="{42D1BBDC-727F-48EF-26D9-BC28FF7EC39B}"/>
                </a:ext>
              </a:extLst>
            </p:cNvPr>
            <p:cNvCxnSpPr/>
            <p:nvPr/>
          </p:nvCxnSpPr>
          <p:spPr>
            <a:xfrm>
              <a:off x="5306443" y="4603466"/>
              <a:ext cx="0" cy="317839"/>
            </a:xfrm>
            <a:prstGeom prst="straightConnector1">
              <a:avLst/>
            </a:prstGeom>
            <a:ln w="3175">
              <a:solidFill>
                <a:srgbClr val="FF0000"/>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grpSp>
        <p:nvGrpSpPr>
          <p:cNvPr id="117" name="그룹 116">
            <a:extLst>
              <a:ext uri="{FF2B5EF4-FFF2-40B4-BE49-F238E27FC236}">
                <a16:creationId xmlns:a16="http://schemas.microsoft.com/office/drawing/2014/main" id="{F54A7C6D-0E48-FE06-DBC8-7AA7413845F6}"/>
              </a:ext>
            </a:extLst>
          </p:cNvPr>
          <p:cNvGrpSpPr/>
          <p:nvPr/>
        </p:nvGrpSpPr>
        <p:grpSpPr>
          <a:xfrm>
            <a:off x="3507558" y="7984446"/>
            <a:ext cx="1303409" cy="390331"/>
            <a:chOff x="3340075" y="3029623"/>
            <a:chExt cx="1303409" cy="390331"/>
          </a:xfrm>
        </p:grpSpPr>
        <p:grpSp>
          <p:nvGrpSpPr>
            <p:cNvPr id="118" name="그룹 117">
              <a:extLst>
                <a:ext uri="{FF2B5EF4-FFF2-40B4-BE49-F238E27FC236}">
                  <a16:creationId xmlns:a16="http://schemas.microsoft.com/office/drawing/2014/main" id="{5654C002-8B97-0958-B5ED-BD369BD7C6AA}"/>
                </a:ext>
              </a:extLst>
            </p:cNvPr>
            <p:cNvGrpSpPr/>
            <p:nvPr/>
          </p:nvGrpSpPr>
          <p:grpSpPr>
            <a:xfrm rot="16200000">
              <a:off x="3412960" y="3325226"/>
              <a:ext cx="21600" cy="167370"/>
              <a:chOff x="5746415" y="7457361"/>
              <a:chExt cx="21600" cy="167370"/>
            </a:xfrm>
          </p:grpSpPr>
          <p:sp>
            <p:nvSpPr>
              <p:cNvPr id="131" name="타원 130">
                <a:extLst>
                  <a:ext uri="{FF2B5EF4-FFF2-40B4-BE49-F238E27FC236}">
                    <a16:creationId xmlns:a16="http://schemas.microsoft.com/office/drawing/2014/main" id="{AC9F7802-1566-25FE-885E-666FC1462860}"/>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2" name="타원 131">
                <a:extLst>
                  <a:ext uri="{FF2B5EF4-FFF2-40B4-BE49-F238E27FC236}">
                    <a16:creationId xmlns:a16="http://schemas.microsoft.com/office/drawing/2014/main" id="{63701C3C-BAC4-1DAC-7146-D61B90C06BB9}"/>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3" name="타원 132">
                <a:extLst>
                  <a:ext uri="{FF2B5EF4-FFF2-40B4-BE49-F238E27FC236}">
                    <a16:creationId xmlns:a16="http://schemas.microsoft.com/office/drawing/2014/main" id="{1E2CA7DF-0475-ACCD-83C1-B14F90667A2A}"/>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19" name="그룹 118">
              <a:extLst>
                <a:ext uri="{FF2B5EF4-FFF2-40B4-BE49-F238E27FC236}">
                  <a16:creationId xmlns:a16="http://schemas.microsoft.com/office/drawing/2014/main" id="{03A9E342-28F1-358D-8A9B-CF690D8770BE}"/>
                </a:ext>
              </a:extLst>
            </p:cNvPr>
            <p:cNvGrpSpPr/>
            <p:nvPr/>
          </p:nvGrpSpPr>
          <p:grpSpPr>
            <a:xfrm rot="16200000">
              <a:off x="4541663" y="3325469"/>
              <a:ext cx="21600" cy="167370"/>
              <a:chOff x="5746415" y="7457361"/>
              <a:chExt cx="21600" cy="167370"/>
            </a:xfrm>
          </p:grpSpPr>
          <p:sp>
            <p:nvSpPr>
              <p:cNvPr id="128" name="타원 127">
                <a:extLst>
                  <a:ext uri="{FF2B5EF4-FFF2-40B4-BE49-F238E27FC236}">
                    <a16:creationId xmlns:a16="http://schemas.microsoft.com/office/drawing/2014/main" id="{1076C0DD-465B-5E1D-7E7F-4EAF65CE49CD}"/>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9" name="타원 128">
                <a:extLst>
                  <a:ext uri="{FF2B5EF4-FFF2-40B4-BE49-F238E27FC236}">
                    <a16:creationId xmlns:a16="http://schemas.microsoft.com/office/drawing/2014/main" id="{709B1B60-DB9E-7B77-1B81-79CE87E8B4ED}"/>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0" name="타원 129">
                <a:extLst>
                  <a:ext uri="{FF2B5EF4-FFF2-40B4-BE49-F238E27FC236}">
                    <a16:creationId xmlns:a16="http://schemas.microsoft.com/office/drawing/2014/main" id="{E5EF88E2-DAEA-1B53-145B-745468AD8D5B}"/>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0" name="그룹 119">
              <a:extLst>
                <a:ext uri="{FF2B5EF4-FFF2-40B4-BE49-F238E27FC236}">
                  <a16:creationId xmlns:a16="http://schemas.microsoft.com/office/drawing/2014/main" id="{EC0C5024-0006-0684-03BD-CFBBC25F0F0D}"/>
                </a:ext>
              </a:extLst>
            </p:cNvPr>
            <p:cNvGrpSpPr/>
            <p:nvPr/>
          </p:nvGrpSpPr>
          <p:grpSpPr>
            <a:xfrm rot="16200000">
              <a:off x="3420296" y="2956738"/>
              <a:ext cx="21600" cy="167370"/>
              <a:chOff x="5746415" y="7457361"/>
              <a:chExt cx="21600" cy="167370"/>
            </a:xfrm>
          </p:grpSpPr>
          <p:sp>
            <p:nvSpPr>
              <p:cNvPr id="125" name="타원 124">
                <a:extLst>
                  <a:ext uri="{FF2B5EF4-FFF2-40B4-BE49-F238E27FC236}">
                    <a16:creationId xmlns:a16="http://schemas.microsoft.com/office/drawing/2014/main" id="{AA9FA3FC-0116-FEAC-5429-24A4984C9C4A}"/>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6" name="타원 125">
                <a:extLst>
                  <a:ext uri="{FF2B5EF4-FFF2-40B4-BE49-F238E27FC236}">
                    <a16:creationId xmlns:a16="http://schemas.microsoft.com/office/drawing/2014/main" id="{FC229005-5E35-2389-CF32-D66529CF78E1}"/>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7" name="타원 126">
                <a:extLst>
                  <a:ext uri="{FF2B5EF4-FFF2-40B4-BE49-F238E27FC236}">
                    <a16:creationId xmlns:a16="http://schemas.microsoft.com/office/drawing/2014/main" id="{A8D315DB-9220-A436-1923-9E05AE94D3AB}"/>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1" name="그룹 120">
              <a:extLst>
                <a:ext uri="{FF2B5EF4-FFF2-40B4-BE49-F238E27FC236}">
                  <a16:creationId xmlns:a16="http://schemas.microsoft.com/office/drawing/2014/main" id="{DCD00071-48E6-3FE3-8934-DF714F40DA6B}"/>
                </a:ext>
              </a:extLst>
            </p:cNvPr>
            <p:cNvGrpSpPr/>
            <p:nvPr/>
          </p:nvGrpSpPr>
          <p:grpSpPr>
            <a:xfrm rot="16200000">
              <a:off x="4548999" y="2956981"/>
              <a:ext cx="21600" cy="167370"/>
              <a:chOff x="5746415" y="7457361"/>
              <a:chExt cx="21600" cy="167370"/>
            </a:xfrm>
          </p:grpSpPr>
          <p:sp>
            <p:nvSpPr>
              <p:cNvPr id="122" name="타원 121">
                <a:extLst>
                  <a:ext uri="{FF2B5EF4-FFF2-40B4-BE49-F238E27FC236}">
                    <a16:creationId xmlns:a16="http://schemas.microsoft.com/office/drawing/2014/main" id="{61B2995C-A3B1-EAC0-1424-06F66F0169DB}"/>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 name="타원 122">
                <a:extLst>
                  <a:ext uri="{FF2B5EF4-FFF2-40B4-BE49-F238E27FC236}">
                    <a16:creationId xmlns:a16="http://schemas.microsoft.com/office/drawing/2014/main" id="{A0BA1F0B-2B44-9C4E-B9FB-F2D85C837AB8}"/>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4" name="타원 123">
                <a:extLst>
                  <a:ext uri="{FF2B5EF4-FFF2-40B4-BE49-F238E27FC236}">
                    <a16:creationId xmlns:a16="http://schemas.microsoft.com/office/drawing/2014/main" id="{C7B1E7B7-E839-71F1-0BDB-BF05E25B5E57}"/>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134" name="그룹 133">
            <a:extLst>
              <a:ext uri="{FF2B5EF4-FFF2-40B4-BE49-F238E27FC236}">
                <a16:creationId xmlns:a16="http://schemas.microsoft.com/office/drawing/2014/main" id="{524C7808-F982-8130-4900-F0A7256927A8}"/>
              </a:ext>
            </a:extLst>
          </p:cNvPr>
          <p:cNvGrpSpPr/>
          <p:nvPr/>
        </p:nvGrpSpPr>
        <p:grpSpPr>
          <a:xfrm>
            <a:off x="3475892" y="7157812"/>
            <a:ext cx="1303409" cy="390331"/>
            <a:chOff x="3340075" y="3029623"/>
            <a:chExt cx="1303409" cy="390331"/>
          </a:xfrm>
        </p:grpSpPr>
        <p:grpSp>
          <p:nvGrpSpPr>
            <p:cNvPr id="135" name="그룹 134">
              <a:extLst>
                <a:ext uri="{FF2B5EF4-FFF2-40B4-BE49-F238E27FC236}">
                  <a16:creationId xmlns:a16="http://schemas.microsoft.com/office/drawing/2014/main" id="{3E6D107F-6141-63F1-AAD5-874FC7B3344F}"/>
                </a:ext>
              </a:extLst>
            </p:cNvPr>
            <p:cNvGrpSpPr/>
            <p:nvPr/>
          </p:nvGrpSpPr>
          <p:grpSpPr>
            <a:xfrm rot="16200000">
              <a:off x="3412960" y="3325226"/>
              <a:ext cx="21600" cy="167370"/>
              <a:chOff x="5746415" y="7457361"/>
              <a:chExt cx="21600" cy="167370"/>
            </a:xfrm>
          </p:grpSpPr>
          <p:sp>
            <p:nvSpPr>
              <p:cNvPr id="148" name="타원 147">
                <a:extLst>
                  <a:ext uri="{FF2B5EF4-FFF2-40B4-BE49-F238E27FC236}">
                    <a16:creationId xmlns:a16="http://schemas.microsoft.com/office/drawing/2014/main" id="{B9A01B31-17AD-44E3-CF03-6F80E864043C}"/>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9" name="타원 148">
                <a:extLst>
                  <a:ext uri="{FF2B5EF4-FFF2-40B4-BE49-F238E27FC236}">
                    <a16:creationId xmlns:a16="http://schemas.microsoft.com/office/drawing/2014/main" id="{B81E2AEC-32C9-E79D-D9F8-6FB52D3B9CFC}"/>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0" name="타원 149">
                <a:extLst>
                  <a:ext uri="{FF2B5EF4-FFF2-40B4-BE49-F238E27FC236}">
                    <a16:creationId xmlns:a16="http://schemas.microsoft.com/office/drawing/2014/main" id="{EF5D758D-657F-28D7-20FB-102ABF3DCEEA}"/>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6" name="그룹 135">
              <a:extLst>
                <a:ext uri="{FF2B5EF4-FFF2-40B4-BE49-F238E27FC236}">
                  <a16:creationId xmlns:a16="http://schemas.microsoft.com/office/drawing/2014/main" id="{88FD35A4-C477-2E2B-203D-9C4115CE2E3C}"/>
                </a:ext>
              </a:extLst>
            </p:cNvPr>
            <p:cNvGrpSpPr/>
            <p:nvPr/>
          </p:nvGrpSpPr>
          <p:grpSpPr>
            <a:xfrm rot="16200000">
              <a:off x="4541663" y="3325469"/>
              <a:ext cx="21600" cy="167370"/>
              <a:chOff x="5746415" y="7457361"/>
              <a:chExt cx="21600" cy="167370"/>
            </a:xfrm>
          </p:grpSpPr>
          <p:sp>
            <p:nvSpPr>
              <p:cNvPr id="145" name="타원 144">
                <a:extLst>
                  <a:ext uri="{FF2B5EF4-FFF2-40B4-BE49-F238E27FC236}">
                    <a16:creationId xmlns:a16="http://schemas.microsoft.com/office/drawing/2014/main" id="{CB49F4F5-A506-0505-6D9A-67A1A714E510}"/>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6" name="타원 145">
                <a:extLst>
                  <a:ext uri="{FF2B5EF4-FFF2-40B4-BE49-F238E27FC236}">
                    <a16:creationId xmlns:a16="http://schemas.microsoft.com/office/drawing/2014/main" id="{8315B953-5FBE-B602-03DE-C1F61547E2C3}"/>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7" name="타원 146">
                <a:extLst>
                  <a:ext uri="{FF2B5EF4-FFF2-40B4-BE49-F238E27FC236}">
                    <a16:creationId xmlns:a16="http://schemas.microsoft.com/office/drawing/2014/main" id="{A96E3C2A-2D0C-A1D7-EBE7-E5F2ADC20EDA}"/>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7" name="그룹 136">
              <a:extLst>
                <a:ext uri="{FF2B5EF4-FFF2-40B4-BE49-F238E27FC236}">
                  <a16:creationId xmlns:a16="http://schemas.microsoft.com/office/drawing/2014/main" id="{23909916-320F-9F8F-F70B-6FCF6FFBBE9F}"/>
                </a:ext>
              </a:extLst>
            </p:cNvPr>
            <p:cNvGrpSpPr/>
            <p:nvPr/>
          </p:nvGrpSpPr>
          <p:grpSpPr>
            <a:xfrm rot="16200000">
              <a:off x="3420296" y="2956738"/>
              <a:ext cx="21600" cy="167370"/>
              <a:chOff x="5746415" y="7457361"/>
              <a:chExt cx="21600" cy="167370"/>
            </a:xfrm>
          </p:grpSpPr>
          <p:sp>
            <p:nvSpPr>
              <p:cNvPr id="142" name="타원 141">
                <a:extLst>
                  <a:ext uri="{FF2B5EF4-FFF2-40B4-BE49-F238E27FC236}">
                    <a16:creationId xmlns:a16="http://schemas.microsoft.com/office/drawing/2014/main" id="{D94118AB-8E98-9668-89B1-2B5F27544942}"/>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3" name="타원 142">
                <a:extLst>
                  <a:ext uri="{FF2B5EF4-FFF2-40B4-BE49-F238E27FC236}">
                    <a16:creationId xmlns:a16="http://schemas.microsoft.com/office/drawing/2014/main" id="{C857390C-6C5A-DF5C-D51B-E2D6D2DCB7BC}"/>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4" name="타원 143">
                <a:extLst>
                  <a:ext uri="{FF2B5EF4-FFF2-40B4-BE49-F238E27FC236}">
                    <a16:creationId xmlns:a16="http://schemas.microsoft.com/office/drawing/2014/main" id="{C2327FEC-088F-FC4A-C27E-5F3ADD801B43}"/>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8" name="그룹 137">
              <a:extLst>
                <a:ext uri="{FF2B5EF4-FFF2-40B4-BE49-F238E27FC236}">
                  <a16:creationId xmlns:a16="http://schemas.microsoft.com/office/drawing/2014/main" id="{7E1103D1-3886-6018-8A90-ACE526EE721F}"/>
                </a:ext>
              </a:extLst>
            </p:cNvPr>
            <p:cNvGrpSpPr/>
            <p:nvPr/>
          </p:nvGrpSpPr>
          <p:grpSpPr>
            <a:xfrm rot="16200000">
              <a:off x="4548999" y="2956981"/>
              <a:ext cx="21600" cy="167370"/>
              <a:chOff x="5746415" y="7457361"/>
              <a:chExt cx="21600" cy="167370"/>
            </a:xfrm>
          </p:grpSpPr>
          <p:sp>
            <p:nvSpPr>
              <p:cNvPr id="139" name="타원 138">
                <a:extLst>
                  <a:ext uri="{FF2B5EF4-FFF2-40B4-BE49-F238E27FC236}">
                    <a16:creationId xmlns:a16="http://schemas.microsoft.com/office/drawing/2014/main" id="{BA223AEE-B1C4-8B7C-C102-5E72085CDB19}"/>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0" name="타원 139">
                <a:extLst>
                  <a:ext uri="{FF2B5EF4-FFF2-40B4-BE49-F238E27FC236}">
                    <a16:creationId xmlns:a16="http://schemas.microsoft.com/office/drawing/2014/main" id="{36D9F3C7-7C81-9188-F522-F3D269E9D43C}"/>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1" name="타원 140">
                <a:extLst>
                  <a:ext uri="{FF2B5EF4-FFF2-40B4-BE49-F238E27FC236}">
                    <a16:creationId xmlns:a16="http://schemas.microsoft.com/office/drawing/2014/main" id="{BC7841ED-0020-81CF-AC4E-CB466A4F6FC2}"/>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151" name="TextBox 150">
            <a:extLst>
              <a:ext uri="{FF2B5EF4-FFF2-40B4-BE49-F238E27FC236}">
                <a16:creationId xmlns:a16="http://schemas.microsoft.com/office/drawing/2014/main" id="{4F33FCBE-BF2B-1FC3-7172-7745D050EFBB}"/>
              </a:ext>
            </a:extLst>
          </p:cNvPr>
          <p:cNvSpPr txBox="1"/>
          <p:nvPr/>
        </p:nvSpPr>
        <p:spPr>
          <a:xfrm>
            <a:off x="2116391" y="7223282"/>
            <a:ext cx="377026" cy="200055"/>
          </a:xfrm>
          <a:prstGeom prst="rect">
            <a:avLst/>
          </a:prstGeom>
          <a:noFill/>
        </p:spPr>
        <p:txBody>
          <a:bodyPr wrap="none" rtlCol="0">
            <a:spAutoFit/>
          </a:bodyPr>
          <a:lstStyle/>
          <a:p>
            <a:r>
              <a:rPr lang="en-US" altLang="ko-KR" sz="700" dirty="0">
                <a:solidFill>
                  <a:srgbClr val="FF0000"/>
                </a:solidFill>
              </a:rPr>
              <a:t>write</a:t>
            </a:r>
            <a:endParaRPr lang="ko-KR" altLang="en-US" sz="700" dirty="0">
              <a:solidFill>
                <a:srgbClr val="FF0000"/>
              </a:solidFill>
            </a:endParaRPr>
          </a:p>
        </p:txBody>
      </p:sp>
      <p:sp>
        <p:nvSpPr>
          <p:cNvPr id="152" name="TextBox 151">
            <a:extLst>
              <a:ext uri="{FF2B5EF4-FFF2-40B4-BE49-F238E27FC236}">
                <a16:creationId xmlns:a16="http://schemas.microsoft.com/office/drawing/2014/main" id="{B62D4A18-1E9E-63E7-6907-6A76969A9344}"/>
              </a:ext>
            </a:extLst>
          </p:cNvPr>
          <p:cNvSpPr txBox="1"/>
          <p:nvPr/>
        </p:nvSpPr>
        <p:spPr>
          <a:xfrm>
            <a:off x="2136251" y="8030082"/>
            <a:ext cx="546945" cy="200055"/>
          </a:xfrm>
          <a:prstGeom prst="rect">
            <a:avLst/>
          </a:prstGeom>
          <a:noFill/>
        </p:spPr>
        <p:txBody>
          <a:bodyPr wrap="none" rtlCol="0">
            <a:spAutoFit/>
          </a:bodyPr>
          <a:lstStyle/>
          <a:p>
            <a:r>
              <a:rPr lang="en-US" altLang="ko-KR" sz="700" dirty="0">
                <a:solidFill>
                  <a:srgbClr val="0033CC"/>
                </a:solidFill>
              </a:rPr>
              <a:t>read-back</a:t>
            </a:r>
            <a:endParaRPr lang="ko-KR" altLang="en-US" sz="700" dirty="0">
              <a:solidFill>
                <a:srgbClr val="0033CC"/>
              </a:solidFill>
            </a:endParaRPr>
          </a:p>
        </p:txBody>
      </p:sp>
    </p:spTree>
    <p:extLst>
      <p:ext uri="{BB962C8B-B14F-4D97-AF65-F5344CB8AC3E}">
        <p14:creationId xmlns:p14="http://schemas.microsoft.com/office/powerpoint/2010/main" val="1238353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13545" y="82269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3" y="1612565"/>
            <a:ext cx="6093171" cy="1144347"/>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Sync-generation</a:t>
            </a:r>
            <a:r>
              <a:rPr lang="en-US" altLang="ko-KR" sz="900" b="0" i="0" dirty="0">
                <a:solidFill>
                  <a:srgbClr val="000000"/>
                </a:solidFill>
                <a:effectLst/>
                <a:latin typeface="Arial" panose="020B0604020202020204" pitchFamily="34" charset="0"/>
                <a:cs typeface="Arial" panose="020B0604020202020204" pitchFamily="34" charset="0"/>
              </a:rPr>
              <a:t> command is used to synchronize the frame sync time for all daisied devices simultaneously. </a:t>
            </a:r>
            <a:r>
              <a:rPr lang="en-US" altLang="ko-KR" sz="900" dirty="0">
                <a:solidFill>
                  <a:srgbClr val="000000"/>
                </a:solidFill>
                <a:latin typeface="Arial" panose="020B0604020202020204" pitchFamily="34" charset="0"/>
                <a:cs typeface="Arial" panose="020B0604020202020204" pitchFamily="34" charset="0"/>
              </a:rPr>
              <a:t>This command execution can be done by two methods, the one is by setting the START bit of the SYNC-GEN COMMAND register and the other is by setting the SYNC_AUTO_EN bit of the COMMAND AUTO ENABLE register.</a:t>
            </a:r>
          </a:p>
          <a:p>
            <a:pPr algn="just"/>
            <a:r>
              <a:rPr lang="en-US" altLang="ko-KR" sz="900" dirty="0">
                <a:solidFill>
                  <a:srgbClr val="000000"/>
                </a:solidFill>
                <a:latin typeface="Arial" panose="020B0604020202020204" pitchFamily="34" charset="0"/>
                <a:cs typeface="Arial" panose="020B0604020202020204" pitchFamily="34" charset="0"/>
              </a:rPr>
              <a:t>If the SYNC_AUTO_EN bit is set, the Sync-generation command is automatically executed at the moment of receiving the VSYNC input. It is recommended to use this function, but it should be careful that </a:t>
            </a:r>
            <a:r>
              <a:rPr lang="en-US" altLang="ko-KR" sz="900" b="0" i="0" dirty="0">
                <a:solidFill>
                  <a:srgbClr val="000000"/>
                </a:solidFill>
                <a:effectLst/>
                <a:latin typeface="Arial" panose="020B0604020202020204" pitchFamily="34" charset="0"/>
                <a:cs typeface="Arial" panose="020B0604020202020204" pitchFamily="34" charset="0"/>
              </a:rPr>
              <a:t>The synchronization time of the XD-12 devices may be as late as the number of XD-12 devices than the time the VSYNC was received, so the VSYNC </a:t>
            </a:r>
            <a:r>
              <a:rPr lang="en-US" altLang="ko-KR" sz="900" dirty="0">
                <a:solidFill>
                  <a:srgbClr val="000000"/>
                </a:solidFill>
                <a:latin typeface="Arial" panose="020B0604020202020204" pitchFamily="34" charset="0"/>
                <a:cs typeface="Arial" panose="020B0604020202020204" pitchFamily="34" charset="0"/>
              </a:rPr>
              <a:t>should arrive as soon as it is late. This command streams repeat continuously for the number of daisied devices in each channel.</a:t>
            </a: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Sync-generation</a:t>
            </a:r>
          </a:p>
        </p:txBody>
      </p:sp>
      <p:sp>
        <p:nvSpPr>
          <p:cNvPr id="1243" name="TextBox 1242">
            <a:extLst>
              <a:ext uri="{FF2B5EF4-FFF2-40B4-BE49-F238E27FC236}">
                <a16:creationId xmlns:a16="http://schemas.microsoft.com/office/drawing/2014/main" id="{A8A5C12F-0A23-00F8-1F21-E8309AABD801}"/>
              </a:ext>
            </a:extLst>
          </p:cNvPr>
          <p:cNvSpPr txBox="1"/>
          <p:nvPr/>
        </p:nvSpPr>
        <p:spPr>
          <a:xfrm>
            <a:off x="408251" y="5583919"/>
            <a:ext cx="6093171" cy="830997"/>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Fault-read</a:t>
            </a:r>
            <a:r>
              <a:rPr lang="en-US" altLang="ko-KR" sz="900" b="0" i="0" dirty="0">
                <a:solidFill>
                  <a:srgbClr val="000000"/>
                </a:solidFill>
                <a:effectLst/>
                <a:latin typeface="Arial" panose="020B0604020202020204" pitchFamily="34" charset="0"/>
                <a:cs typeface="Arial" panose="020B0604020202020204" pitchFamily="34" charset="0"/>
              </a:rPr>
              <a:t> command is used to read-out the fault information of all daisied devices simultaneously. </a:t>
            </a:r>
            <a:r>
              <a:rPr lang="en-US" altLang="ko-KR" sz="900" dirty="0">
                <a:solidFill>
                  <a:srgbClr val="000000"/>
                </a:solidFill>
                <a:latin typeface="Arial" panose="020B0604020202020204" pitchFamily="34" charset="0"/>
                <a:cs typeface="Arial" panose="020B0604020202020204" pitchFamily="34" charset="0"/>
              </a:rPr>
              <a:t>This command execution can be done by two methods, the one is by setting the START bit of the FAULT-GEN COMMAND register and the other is by setting the FAULT_AUTO_EN bit of the COMMAND AUTO ENABLE register.</a:t>
            </a:r>
          </a:p>
          <a:p>
            <a:pPr algn="just"/>
            <a:r>
              <a:rPr lang="en-US" altLang="ko-KR" sz="900" dirty="0">
                <a:solidFill>
                  <a:srgbClr val="000000"/>
                </a:solidFill>
                <a:latin typeface="Arial" panose="020B0604020202020204" pitchFamily="34" charset="0"/>
                <a:cs typeface="Arial" panose="020B0604020202020204" pitchFamily="34" charset="0"/>
              </a:rPr>
              <a:t>If the FAULT_AUTO_EN bit is set, the Fault-read command is automatically executed after the completion of the Sync auto-gen command at the moment of receiving the VSYNC input.  The fault data to be read-back from all XD-12 devices in each channel is stored into the corresponding channel’s GLOBAL FAULT-READ DATA register, respectively.</a:t>
            </a:r>
          </a:p>
        </p:txBody>
      </p:sp>
      <p:sp>
        <p:nvSpPr>
          <p:cNvPr id="1244" name="TextBox 1243">
            <a:extLst>
              <a:ext uri="{FF2B5EF4-FFF2-40B4-BE49-F238E27FC236}">
                <a16:creationId xmlns:a16="http://schemas.microsoft.com/office/drawing/2014/main" id="{88A41812-0962-F9A9-220D-823C40EBDABD}"/>
              </a:ext>
            </a:extLst>
          </p:cNvPr>
          <p:cNvSpPr txBox="1"/>
          <p:nvPr/>
        </p:nvSpPr>
        <p:spPr>
          <a:xfrm>
            <a:off x="408249" y="5238161"/>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Fault-read</a:t>
            </a:r>
          </a:p>
        </p:txBody>
      </p:sp>
      <p:grpSp>
        <p:nvGrpSpPr>
          <p:cNvPr id="2456" name="그룹 2455">
            <a:extLst>
              <a:ext uri="{FF2B5EF4-FFF2-40B4-BE49-F238E27FC236}">
                <a16:creationId xmlns:a16="http://schemas.microsoft.com/office/drawing/2014/main" id="{A02632E6-D304-E39E-4432-4F2EBDCAAE58}"/>
              </a:ext>
            </a:extLst>
          </p:cNvPr>
          <p:cNvGrpSpPr/>
          <p:nvPr/>
        </p:nvGrpSpPr>
        <p:grpSpPr>
          <a:xfrm>
            <a:off x="863219" y="6580538"/>
            <a:ext cx="5206831" cy="2360069"/>
            <a:chOff x="902340" y="6983835"/>
            <a:chExt cx="5206831" cy="2360069"/>
          </a:xfrm>
        </p:grpSpPr>
        <p:sp>
          <p:nvSpPr>
            <p:cNvPr id="1246" name="TextBox 1245">
              <a:extLst>
                <a:ext uri="{FF2B5EF4-FFF2-40B4-BE49-F238E27FC236}">
                  <a16:creationId xmlns:a16="http://schemas.microsoft.com/office/drawing/2014/main" id="{BF19D6B6-B5AE-ECA4-319A-804B07AD3EF0}"/>
                </a:ext>
              </a:extLst>
            </p:cNvPr>
            <p:cNvSpPr txBox="1"/>
            <p:nvPr/>
          </p:nvSpPr>
          <p:spPr>
            <a:xfrm>
              <a:off x="2301938" y="9128460"/>
              <a:ext cx="2511265"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12. The sequence of FAULT-READ command</a:t>
              </a:r>
            </a:p>
          </p:txBody>
        </p:sp>
        <p:cxnSp>
          <p:nvCxnSpPr>
            <p:cNvPr id="1250" name="직선 연결선 1249">
              <a:extLst>
                <a:ext uri="{FF2B5EF4-FFF2-40B4-BE49-F238E27FC236}">
                  <a16:creationId xmlns:a16="http://schemas.microsoft.com/office/drawing/2014/main" id="{C839662B-CFE4-6873-F842-95B780A011DC}"/>
                </a:ext>
              </a:extLst>
            </p:cNvPr>
            <p:cNvCxnSpPr>
              <a:cxnSpLocks/>
            </p:cNvCxnSpPr>
            <p:nvPr/>
          </p:nvCxnSpPr>
          <p:spPr>
            <a:xfrm>
              <a:off x="1298586" y="7855691"/>
              <a:ext cx="48051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51" name="직사각형 1250">
              <a:extLst>
                <a:ext uri="{FF2B5EF4-FFF2-40B4-BE49-F238E27FC236}">
                  <a16:creationId xmlns:a16="http://schemas.microsoft.com/office/drawing/2014/main" id="{E9BD8CDC-3E8E-FEF5-A9CF-403DB3F55EF1}"/>
                </a:ext>
              </a:extLst>
            </p:cNvPr>
            <p:cNvSpPr/>
            <p:nvPr/>
          </p:nvSpPr>
          <p:spPr>
            <a:xfrm>
              <a:off x="914771" y="737760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52" name="직사각형 1251">
              <a:extLst>
                <a:ext uri="{FF2B5EF4-FFF2-40B4-BE49-F238E27FC236}">
                  <a16:creationId xmlns:a16="http://schemas.microsoft.com/office/drawing/2014/main" id="{B0D9D331-8DE7-A7F0-870F-8BEFDCC9CB99}"/>
                </a:ext>
              </a:extLst>
            </p:cNvPr>
            <p:cNvSpPr/>
            <p:nvPr/>
          </p:nvSpPr>
          <p:spPr>
            <a:xfrm>
              <a:off x="924222" y="775412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53" name="직사각형 1252">
              <a:extLst>
                <a:ext uri="{FF2B5EF4-FFF2-40B4-BE49-F238E27FC236}">
                  <a16:creationId xmlns:a16="http://schemas.microsoft.com/office/drawing/2014/main" id="{6EB33E7D-7B7D-ABFF-61EA-C87A01A0FF4B}"/>
                </a:ext>
              </a:extLst>
            </p:cNvPr>
            <p:cNvSpPr/>
            <p:nvPr/>
          </p:nvSpPr>
          <p:spPr>
            <a:xfrm>
              <a:off x="1590536" y="7639588"/>
              <a:ext cx="1116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FAULT-READ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254" name="직선 연결선 1253">
              <a:extLst>
                <a:ext uri="{FF2B5EF4-FFF2-40B4-BE49-F238E27FC236}">
                  <a16:creationId xmlns:a16="http://schemas.microsoft.com/office/drawing/2014/main" id="{1D8DDB7F-F191-A1CC-6D0A-4D0CBF7EC29F}"/>
                </a:ext>
              </a:extLst>
            </p:cNvPr>
            <p:cNvCxnSpPr>
              <a:cxnSpLocks/>
            </p:cNvCxnSpPr>
            <p:nvPr/>
          </p:nvCxnSpPr>
          <p:spPr>
            <a:xfrm flipV="1">
              <a:off x="1490976" y="7469627"/>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55" name="그룹 1254">
              <a:extLst>
                <a:ext uri="{FF2B5EF4-FFF2-40B4-BE49-F238E27FC236}">
                  <a16:creationId xmlns:a16="http://schemas.microsoft.com/office/drawing/2014/main" id="{7389233A-28C9-E14B-3FD0-D17598764B09}"/>
                </a:ext>
              </a:extLst>
            </p:cNvPr>
            <p:cNvGrpSpPr/>
            <p:nvPr/>
          </p:nvGrpSpPr>
          <p:grpSpPr>
            <a:xfrm>
              <a:off x="1315657" y="7329501"/>
              <a:ext cx="168544" cy="146277"/>
              <a:chOff x="1843806" y="2637183"/>
              <a:chExt cx="1586064" cy="146277"/>
            </a:xfrm>
          </p:grpSpPr>
          <p:cxnSp>
            <p:nvCxnSpPr>
              <p:cNvPr id="1697" name="직선 연결선 1696">
                <a:extLst>
                  <a:ext uri="{FF2B5EF4-FFF2-40B4-BE49-F238E27FC236}">
                    <a16:creationId xmlns:a16="http://schemas.microsoft.com/office/drawing/2014/main" id="{02524357-CA48-577B-23D7-2318616A33CE}"/>
                  </a:ext>
                </a:extLst>
              </p:cNvPr>
              <p:cNvCxnSpPr/>
              <p:nvPr/>
            </p:nvCxnSpPr>
            <p:spPr>
              <a:xfrm>
                <a:off x="1843806" y="2637183"/>
                <a:ext cx="158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8" name="직선 연결선 1697">
                <a:extLst>
                  <a:ext uri="{FF2B5EF4-FFF2-40B4-BE49-F238E27FC236}">
                    <a16:creationId xmlns:a16="http://schemas.microsoft.com/office/drawing/2014/main" id="{73B744B1-9EFB-C4E4-2738-098E5A6C664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56" name="직선 연결선 1255">
              <a:extLst>
                <a:ext uri="{FF2B5EF4-FFF2-40B4-BE49-F238E27FC236}">
                  <a16:creationId xmlns:a16="http://schemas.microsoft.com/office/drawing/2014/main" id="{989255DE-A614-9C9B-3DA1-67FF8E8789D2}"/>
                </a:ext>
              </a:extLst>
            </p:cNvPr>
            <p:cNvCxnSpPr>
              <a:cxnSpLocks/>
            </p:cNvCxnSpPr>
            <p:nvPr/>
          </p:nvCxnSpPr>
          <p:spPr>
            <a:xfrm flipV="1">
              <a:off x="1268927" y="8209019"/>
              <a:ext cx="15537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57" name="직사각형 1256">
              <a:extLst>
                <a:ext uri="{FF2B5EF4-FFF2-40B4-BE49-F238E27FC236}">
                  <a16:creationId xmlns:a16="http://schemas.microsoft.com/office/drawing/2014/main" id="{E8BFC239-E293-D1AB-E550-F2EF2F704B19}"/>
                </a:ext>
              </a:extLst>
            </p:cNvPr>
            <p:cNvSpPr/>
            <p:nvPr/>
          </p:nvSpPr>
          <p:spPr>
            <a:xfrm>
              <a:off x="914771" y="8109570"/>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258" name="직선 연결선 1257">
              <a:extLst>
                <a:ext uri="{FF2B5EF4-FFF2-40B4-BE49-F238E27FC236}">
                  <a16:creationId xmlns:a16="http://schemas.microsoft.com/office/drawing/2014/main" id="{A063EFC5-A372-8D92-E601-E5E84A265C4B}"/>
                </a:ext>
              </a:extLst>
            </p:cNvPr>
            <p:cNvCxnSpPr>
              <a:cxnSpLocks/>
            </p:cNvCxnSpPr>
            <p:nvPr/>
          </p:nvCxnSpPr>
          <p:spPr>
            <a:xfrm flipV="1">
              <a:off x="1269199" y="8431780"/>
              <a:ext cx="1553441" cy="117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59" name="직사각형 1258">
              <a:extLst>
                <a:ext uri="{FF2B5EF4-FFF2-40B4-BE49-F238E27FC236}">
                  <a16:creationId xmlns:a16="http://schemas.microsoft.com/office/drawing/2014/main" id="{6C81AFD9-D0A8-5A4E-90D1-484F3DC20F5E}"/>
                </a:ext>
              </a:extLst>
            </p:cNvPr>
            <p:cNvSpPr/>
            <p:nvPr/>
          </p:nvSpPr>
          <p:spPr>
            <a:xfrm>
              <a:off x="907465" y="832993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260" name="직선 연결선 1259">
              <a:extLst>
                <a:ext uri="{FF2B5EF4-FFF2-40B4-BE49-F238E27FC236}">
                  <a16:creationId xmlns:a16="http://schemas.microsoft.com/office/drawing/2014/main" id="{21E7CFCE-2889-381B-15B0-8A595450E5D6}"/>
                </a:ext>
              </a:extLst>
            </p:cNvPr>
            <p:cNvCxnSpPr>
              <a:cxnSpLocks/>
            </p:cNvCxnSpPr>
            <p:nvPr/>
          </p:nvCxnSpPr>
          <p:spPr>
            <a:xfrm flipV="1">
              <a:off x="1269126" y="8671986"/>
              <a:ext cx="155351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61" name="직사각형 1260">
              <a:extLst>
                <a:ext uri="{FF2B5EF4-FFF2-40B4-BE49-F238E27FC236}">
                  <a16:creationId xmlns:a16="http://schemas.microsoft.com/office/drawing/2014/main" id="{946B188B-42E9-88F8-11BC-B83D7D498A35}"/>
                </a:ext>
              </a:extLst>
            </p:cNvPr>
            <p:cNvSpPr/>
            <p:nvPr/>
          </p:nvSpPr>
          <p:spPr>
            <a:xfrm>
              <a:off x="902340" y="857074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262" name="그룹 1261">
              <a:extLst>
                <a:ext uri="{FF2B5EF4-FFF2-40B4-BE49-F238E27FC236}">
                  <a16:creationId xmlns:a16="http://schemas.microsoft.com/office/drawing/2014/main" id="{15DC754D-F1BD-B2D5-61CF-E8D1CE14F674}"/>
                </a:ext>
              </a:extLst>
            </p:cNvPr>
            <p:cNvGrpSpPr/>
            <p:nvPr/>
          </p:nvGrpSpPr>
          <p:grpSpPr>
            <a:xfrm>
              <a:off x="2746794" y="7329837"/>
              <a:ext cx="3356948" cy="144000"/>
              <a:chOff x="5453592" y="2641965"/>
              <a:chExt cx="1693024" cy="144000"/>
            </a:xfrm>
          </p:grpSpPr>
          <p:cxnSp>
            <p:nvCxnSpPr>
              <p:cNvPr id="1695" name="직선 연결선 1694">
                <a:extLst>
                  <a:ext uri="{FF2B5EF4-FFF2-40B4-BE49-F238E27FC236}">
                    <a16:creationId xmlns:a16="http://schemas.microsoft.com/office/drawing/2014/main" id="{A26B4B6C-261C-F2E6-3F8D-F2CDA093AEFB}"/>
                  </a:ext>
                </a:extLst>
              </p:cNvPr>
              <p:cNvCxnSpPr/>
              <p:nvPr/>
            </p:nvCxnSpPr>
            <p:spPr>
              <a:xfrm>
                <a:off x="5454616" y="2641965"/>
                <a:ext cx="169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6" name="직선 연결선 1695">
                <a:extLst>
                  <a:ext uri="{FF2B5EF4-FFF2-40B4-BE49-F238E27FC236}">
                    <a16:creationId xmlns:a16="http://schemas.microsoft.com/office/drawing/2014/main" id="{5BFE9045-5CC5-BE21-F81E-E11ABB8EC96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63" name="직사각형 1262">
              <a:extLst>
                <a:ext uri="{FF2B5EF4-FFF2-40B4-BE49-F238E27FC236}">
                  <a16:creationId xmlns:a16="http://schemas.microsoft.com/office/drawing/2014/main" id="{3C2F7DFE-BF1A-072F-A449-6EAB7E734AD1}"/>
                </a:ext>
              </a:extLst>
            </p:cNvPr>
            <p:cNvSpPr/>
            <p:nvPr/>
          </p:nvSpPr>
          <p:spPr>
            <a:xfrm>
              <a:off x="912707" y="709523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VSYNC</a:t>
              </a:r>
              <a:endParaRPr lang="ko-KR" altLang="en-US" sz="700" baseline="-25000" dirty="0">
                <a:solidFill>
                  <a:schemeClr val="tx1"/>
                </a:solidFill>
                <a:latin typeface="Arial" panose="020B0604020202020204" pitchFamily="34" charset="0"/>
                <a:cs typeface="Arial" panose="020B0604020202020204" pitchFamily="34" charset="0"/>
              </a:endParaRPr>
            </a:p>
          </p:txBody>
        </p:sp>
        <p:cxnSp>
          <p:nvCxnSpPr>
            <p:cNvPr id="1264" name="직선 연결선 1263">
              <a:extLst>
                <a:ext uri="{FF2B5EF4-FFF2-40B4-BE49-F238E27FC236}">
                  <a16:creationId xmlns:a16="http://schemas.microsoft.com/office/drawing/2014/main" id="{C5544C32-8C42-5CCF-864A-C4CE67101497}"/>
                </a:ext>
              </a:extLst>
            </p:cNvPr>
            <p:cNvCxnSpPr>
              <a:cxnSpLocks/>
            </p:cNvCxnSpPr>
            <p:nvPr/>
          </p:nvCxnSpPr>
          <p:spPr>
            <a:xfrm>
              <a:off x="4115221" y="7185317"/>
              <a:ext cx="198852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5" name="직선 연결선 1264">
              <a:extLst>
                <a:ext uri="{FF2B5EF4-FFF2-40B4-BE49-F238E27FC236}">
                  <a16:creationId xmlns:a16="http://schemas.microsoft.com/office/drawing/2014/main" id="{D8D58AC2-B961-F99B-D217-44B8B60FC393}"/>
                </a:ext>
              </a:extLst>
            </p:cNvPr>
            <p:cNvCxnSpPr>
              <a:cxnSpLocks/>
            </p:cNvCxnSpPr>
            <p:nvPr/>
          </p:nvCxnSpPr>
          <p:spPr>
            <a:xfrm>
              <a:off x="1322979" y="7185317"/>
              <a:ext cx="268671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66" name="그룹 1265">
              <a:extLst>
                <a:ext uri="{FF2B5EF4-FFF2-40B4-BE49-F238E27FC236}">
                  <a16:creationId xmlns:a16="http://schemas.microsoft.com/office/drawing/2014/main" id="{19D0B8F4-766C-88F3-82F7-57E068F8EBC1}"/>
                </a:ext>
              </a:extLst>
            </p:cNvPr>
            <p:cNvGrpSpPr/>
            <p:nvPr/>
          </p:nvGrpSpPr>
          <p:grpSpPr>
            <a:xfrm>
              <a:off x="4009696" y="7040888"/>
              <a:ext cx="108000" cy="146641"/>
              <a:chOff x="1787555" y="2904640"/>
              <a:chExt cx="108000" cy="146641"/>
            </a:xfrm>
          </p:grpSpPr>
          <p:cxnSp>
            <p:nvCxnSpPr>
              <p:cNvPr id="1692" name="직선 연결선 1691">
                <a:extLst>
                  <a:ext uri="{FF2B5EF4-FFF2-40B4-BE49-F238E27FC236}">
                    <a16:creationId xmlns:a16="http://schemas.microsoft.com/office/drawing/2014/main" id="{F3573C92-53B5-CA2A-0EDB-62270795343B}"/>
                  </a:ext>
                </a:extLst>
              </p:cNvPr>
              <p:cNvCxnSpPr>
                <a:cxnSpLocks/>
              </p:cNvCxnSpPr>
              <p:nvPr/>
            </p:nvCxnSpPr>
            <p:spPr>
              <a:xfrm flipV="1">
                <a:off x="1789930" y="2907698"/>
                <a:ext cx="0" cy="14358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3" name="직선 연결선 1692">
                <a:extLst>
                  <a:ext uri="{FF2B5EF4-FFF2-40B4-BE49-F238E27FC236}">
                    <a16:creationId xmlns:a16="http://schemas.microsoft.com/office/drawing/2014/main" id="{0942045D-E0ED-FCFC-CB27-D03BD20ACD15}"/>
                  </a:ext>
                </a:extLst>
              </p:cNvPr>
              <p:cNvCxnSpPr>
                <a:cxnSpLocks/>
              </p:cNvCxnSpPr>
              <p:nvPr/>
            </p:nvCxnSpPr>
            <p:spPr>
              <a:xfrm flipV="1">
                <a:off x="1893080" y="2907402"/>
                <a:ext cx="0" cy="14358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4" name="직선 연결선 1693">
                <a:extLst>
                  <a:ext uri="{FF2B5EF4-FFF2-40B4-BE49-F238E27FC236}">
                    <a16:creationId xmlns:a16="http://schemas.microsoft.com/office/drawing/2014/main" id="{DE4524A5-ABBB-3233-2325-8E3223CF6B7B}"/>
                  </a:ext>
                </a:extLst>
              </p:cNvPr>
              <p:cNvCxnSpPr>
                <a:cxnSpLocks/>
              </p:cNvCxnSpPr>
              <p:nvPr/>
            </p:nvCxnSpPr>
            <p:spPr>
              <a:xfrm flipH="1">
                <a:off x="1787555" y="2904640"/>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1" name="직선 연결선 1270">
              <a:extLst>
                <a:ext uri="{FF2B5EF4-FFF2-40B4-BE49-F238E27FC236}">
                  <a16:creationId xmlns:a16="http://schemas.microsoft.com/office/drawing/2014/main" id="{2AB8F935-30C7-4AA9-9D9C-7585E6CC3BD1}"/>
                </a:ext>
              </a:extLst>
            </p:cNvPr>
            <p:cNvCxnSpPr>
              <a:cxnSpLocks/>
            </p:cNvCxnSpPr>
            <p:nvPr/>
          </p:nvCxnSpPr>
          <p:spPr>
            <a:xfrm flipV="1">
              <a:off x="3794701" y="8666610"/>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4" name="직선 연결선 1273">
              <a:extLst>
                <a:ext uri="{FF2B5EF4-FFF2-40B4-BE49-F238E27FC236}">
                  <a16:creationId xmlns:a16="http://schemas.microsoft.com/office/drawing/2014/main" id="{00DAC364-A2A9-DAF9-9351-D80D3492FF00}"/>
                </a:ext>
              </a:extLst>
            </p:cNvPr>
            <p:cNvCxnSpPr>
              <a:cxnSpLocks/>
            </p:cNvCxnSpPr>
            <p:nvPr/>
          </p:nvCxnSpPr>
          <p:spPr>
            <a:xfrm flipV="1">
              <a:off x="3795573" y="8437412"/>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5" name="직선 연결선 1274">
              <a:extLst>
                <a:ext uri="{FF2B5EF4-FFF2-40B4-BE49-F238E27FC236}">
                  <a16:creationId xmlns:a16="http://schemas.microsoft.com/office/drawing/2014/main" id="{B18E032C-5635-ED3B-7D30-549E524BCF2C}"/>
                </a:ext>
              </a:extLst>
            </p:cNvPr>
            <p:cNvCxnSpPr>
              <a:cxnSpLocks/>
            </p:cNvCxnSpPr>
            <p:nvPr/>
          </p:nvCxnSpPr>
          <p:spPr>
            <a:xfrm flipV="1">
              <a:off x="3793585" y="8216558"/>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6" name="그룹 1275">
              <a:extLst>
                <a:ext uri="{FF2B5EF4-FFF2-40B4-BE49-F238E27FC236}">
                  <a16:creationId xmlns:a16="http://schemas.microsoft.com/office/drawing/2014/main" id="{32F22E5F-3E1A-88C2-C6A0-2FC163EA5C30}"/>
                </a:ext>
              </a:extLst>
            </p:cNvPr>
            <p:cNvGrpSpPr/>
            <p:nvPr/>
          </p:nvGrpSpPr>
          <p:grpSpPr>
            <a:xfrm>
              <a:off x="3711949" y="8613320"/>
              <a:ext cx="36000" cy="108000"/>
              <a:chOff x="2385358" y="4750780"/>
              <a:chExt cx="72460" cy="161138"/>
            </a:xfrm>
          </p:grpSpPr>
          <p:sp>
            <p:nvSpPr>
              <p:cNvPr id="1285" name="자유형: 도형 1284">
                <a:extLst>
                  <a:ext uri="{FF2B5EF4-FFF2-40B4-BE49-F238E27FC236}">
                    <a16:creationId xmlns:a16="http://schemas.microsoft.com/office/drawing/2014/main" id="{0CEA2AE8-F37B-932D-4032-26CE53F37376}"/>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86" name="자유형: 도형 1285">
                <a:extLst>
                  <a:ext uri="{FF2B5EF4-FFF2-40B4-BE49-F238E27FC236}">
                    <a16:creationId xmlns:a16="http://schemas.microsoft.com/office/drawing/2014/main" id="{978B7240-63C8-8E1C-7B4E-1E177BA2423C}"/>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77" name="그룹 1276">
              <a:extLst>
                <a:ext uri="{FF2B5EF4-FFF2-40B4-BE49-F238E27FC236}">
                  <a16:creationId xmlns:a16="http://schemas.microsoft.com/office/drawing/2014/main" id="{7F9165AA-B369-451D-974E-E12765E04F93}"/>
                </a:ext>
              </a:extLst>
            </p:cNvPr>
            <p:cNvGrpSpPr/>
            <p:nvPr/>
          </p:nvGrpSpPr>
          <p:grpSpPr>
            <a:xfrm>
              <a:off x="3709513" y="8362615"/>
              <a:ext cx="36000" cy="108000"/>
              <a:chOff x="2385358" y="4750780"/>
              <a:chExt cx="72460" cy="161138"/>
            </a:xfrm>
          </p:grpSpPr>
          <p:sp>
            <p:nvSpPr>
              <p:cNvPr id="1283" name="자유형: 도형 1282">
                <a:extLst>
                  <a:ext uri="{FF2B5EF4-FFF2-40B4-BE49-F238E27FC236}">
                    <a16:creationId xmlns:a16="http://schemas.microsoft.com/office/drawing/2014/main" id="{2F215967-85E2-7D28-C5FD-7FE634681683}"/>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84" name="자유형: 도형 1283">
                <a:extLst>
                  <a:ext uri="{FF2B5EF4-FFF2-40B4-BE49-F238E27FC236}">
                    <a16:creationId xmlns:a16="http://schemas.microsoft.com/office/drawing/2014/main" id="{4D89EFA6-6B4C-D52D-80B0-D203BD2CC06F}"/>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78" name="그룹 1277">
              <a:extLst>
                <a:ext uri="{FF2B5EF4-FFF2-40B4-BE49-F238E27FC236}">
                  <a16:creationId xmlns:a16="http://schemas.microsoft.com/office/drawing/2014/main" id="{E081E468-194A-C210-7494-EB216150BE7A}"/>
                </a:ext>
              </a:extLst>
            </p:cNvPr>
            <p:cNvGrpSpPr/>
            <p:nvPr/>
          </p:nvGrpSpPr>
          <p:grpSpPr>
            <a:xfrm>
              <a:off x="3706521" y="8144558"/>
              <a:ext cx="36000" cy="108000"/>
              <a:chOff x="2385358" y="4750780"/>
              <a:chExt cx="72460" cy="161138"/>
            </a:xfrm>
          </p:grpSpPr>
          <p:sp>
            <p:nvSpPr>
              <p:cNvPr id="1281" name="자유형: 도형 1280">
                <a:extLst>
                  <a:ext uri="{FF2B5EF4-FFF2-40B4-BE49-F238E27FC236}">
                    <a16:creationId xmlns:a16="http://schemas.microsoft.com/office/drawing/2014/main" id="{0F43B429-C371-4A46-62E4-89E0DBD96FC3}"/>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82" name="자유형: 도형 1281">
                <a:extLst>
                  <a:ext uri="{FF2B5EF4-FFF2-40B4-BE49-F238E27FC236}">
                    <a16:creationId xmlns:a16="http://schemas.microsoft.com/office/drawing/2014/main" id="{0693D6A4-F4E9-416D-ED12-22685364C839}"/>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1279" name="직선 연결선 1278">
              <a:extLst>
                <a:ext uri="{FF2B5EF4-FFF2-40B4-BE49-F238E27FC236}">
                  <a16:creationId xmlns:a16="http://schemas.microsoft.com/office/drawing/2014/main" id="{28277068-823E-9533-7FAE-E741A8B712D2}"/>
                </a:ext>
              </a:extLst>
            </p:cNvPr>
            <p:cNvCxnSpPr/>
            <p:nvPr/>
          </p:nvCxnSpPr>
          <p:spPr>
            <a:xfrm>
              <a:off x="4012035" y="6983835"/>
              <a:ext cx="0" cy="1836000"/>
            </a:xfrm>
            <a:prstGeom prst="line">
              <a:avLst/>
            </a:prstGeom>
            <a:ln w="3175">
              <a:solidFill>
                <a:srgbClr val="0033CC"/>
              </a:solidFill>
              <a:prstDash val="dash"/>
            </a:ln>
          </p:spPr>
          <p:style>
            <a:lnRef idx="1">
              <a:schemeClr val="accent1"/>
            </a:lnRef>
            <a:fillRef idx="0">
              <a:schemeClr val="accent1"/>
            </a:fillRef>
            <a:effectRef idx="0">
              <a:schemeClr val="accent1"/>
            </a:effectRef>
            <a:fontRef idx="minor">
              <a:schemeClr val="tx1"/>
            </a:fontRef>
          </p:style>
        </p:cxnSp>
        <p:sp>
          <p:nvSpPr>
            <p:cNvPr id="1248" name="자유형: 도형 1247">
              <a:extLst>
                <a:ext uri="{FF2B5EF4-FFF2-40B4-BE49-F238E27FC236}">
                  <a16:creationId xmlns:a16="http://schemas.microsoft.com/office/drawing/2014/main" id="{0B8163AF-A310-507C-984D-4D24C4322F21}"/>
                </a:ext>
              </a:extLst>
            </p:cNvPr>
            <p:cNvSpPr/>
            <p:nvPr/>
          </p:nvSpPr>
          <p:spPr>
            <a:xfrm>
              <a:off x="2649214" y="7776475"/>
              <a:ext cx="214685" cy="246490"/>
            </a:xfrm>
            <a:custGeom>
              <a:avLst/>
              <a:gdLst>
                <a:gd name="connsiteX0" fmla="*/ 0 w 214685"/>
                <a:gd name="connsiteY0" fmla="*/ 0 h 246490"/>
                <a:gd name="connsiteX1" fmla="*/ 155050 w 214685"/>
                <a:gd name="connsiteY1" fmla="*/ 123245 h 246490"/>
                <a:gd name="connsiteX2" fmla="*/ 214685 w 214685"/>
                <a:gd name="connsiteY2" fmla="*/ 246490 h 246490"/>
              </a:gdLst>
              <a:ahLst/>
              <a:cxnLst>
                <a:cxn ang="0">
                  <a:pos x="connsiteX0" y="connsiteY0"/>
                </a:cxn>
                <a:cxn ang="0">
                  <a:pos x="connsiteX1" y="connsiteY1"/>
                </a:cxn>
                <a:cxn ang="0">
                  <a:pos x="connsiteX2" y="connsiteY2"/>
                </a:cxn>
              </a:cxnLst>
              <a:rect l="l" t="t" r="r" b="b"/>
              <a:pathLst>
                <a:path w="214685" h="246490">
                  <a:moveTo>
                    <a:pt x="0" y="0"/>
                  </a:moveTo>
                  <a:cubicBezTo>
                    <a:pt x="59634" y="41081"/>
                    <a:pt x="119269" y="82163"/>
                    <a:pt x="155050" y="123245"/>
                  </a:cubicBezTo>
                  <a:cubicBezTo>
                    <a:pt x="190831" y="164327"/>
                    <a:pt x="202758" y="205408"/>
                    <a:pt x="214685" y="246490"/>
                  </a:cubicBezTo>
                </a:path>
              </a:pathLst>
            </a:custGeom>
            <a:noFill/>
            <a:ln w="3175">
              <a:solidFill>
                <a:schemeClr val="tx1"/>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992" name="그룹 1991">
              <a:extLst>
                <a:ext uri="{FF2B5EF4-FFF2-40B4-BE49-F238E27FC236}">
                  <a16:creationId xmlns:a16="http://schemas.microsoft.com/office/drawing/2014/main" id="{49C11544-AE49-5FFD-52DA-0467E611AF6C}"/>
                </a:ext>
              </a:extLst>
            </p:cNvPr>
            <p:cNvGrpSpPr/>
            <p:nvPr/>
          </p:nvGrpSpPr>
          <p:grpSpPr>
            <a:xfrm>
              <a:off x="2826317" y="8523037"/>
              <a:ext cx="846363" cy="149365"/>
              <a:chOff x="4673900" y="8890453"/>
              <a:chExt cx="846363" cy="149365"/>
            </a:xfrm>
          </p:grpSpPr>
          <p:grpSp>
            <p:nvGrpSpPr>
              <p:cNvPr id="1914" name="그룹 1913">
                <a:extLst>
                  <a:ext uri="{FF2B5EF4-FFF2-40B4-BE49-F238E27FC236}">
                    <a16:creationId xmlns:a16="http://schemas.microsoft.com/office/drawing/2014/main" id="{01774C5D-4F68-6CBD-2A31-9DEAFAA17EC5}"/>
                  </a:ext>
                </a:extLst>
              </p:cNvPr>
              <p:cNvGrpSpPr/>
              <p:nvPr/>
            </p:nvGrpSpPr>
            <p:grpSpPr>
              <a:xfrm>
                <a:off x="4673900" y="8891937"/>
                <a:ext cx="72000" cy="146277"/>
                <a:chOff x="3250176" y="2637183"/>
                <a:chExt cx="179694" cy="146277"/>
              </a:xfrm>
            </p:grpSpPr>
            <p:grpSp>
              <p:nvGrpSpPr>
                <p:cNvPr id="1988" name="그룹 1987">
                  <a:extLst>
                    <a:ext uri="{FF2B5EF4-FFF2-40B4-BE49-F238E27FC236}">
                      <a16:creationId xmlns:a16="http://schemas.microsoft.com/office/drawing/2014/main" id="{B04E5A60-F7BD-E255-A887-A7075B0A227F}"/>
                    </a:ext>
                  </a:extLst>
                </p:cNvPr>
                <p:cNvGrpSpPr/>
                <p:nvPr/>
              </p:nvGrpSpPr>
              <p:grpSpPr>
                <a:xfrm>
                  <a:off x="3250176" y="2637183"/>
                  <a:ext cx="178824" cy="144000"/>
                  <a:chOff x="5453592" y="2641965"/>
                  <a:chExt cx="178824" cy="144000"/>
                </a:xfrm>
              </p:grpSpPr>
              <p:cxnSp>
                <p:nvCxnSpPr>
                  <p:cNvPr id="1990" name="직선 연결선 1989">
                    <a:extLst>
                      <a:ext uri="{FF2B5EF4-FFF2-40B4-BE49-F238E27FC236}">
                        <a16:creationId xmlns:a16="http://schemas.microsoft.com/office/drawing/2014/main" id="{E6D272F7-D23A-65AE-D41D-0DE809D36C3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1" name="직선 연결선 1990">
                    <a:extLst>
                      <a:ext uri="{FF2B5EF4-FFF2-40B4-BE49-F238E27FC236}">
                        <a16:creationId xmlns:a16="http://schemas.microsoft.com/office/drawing/2014/main" id="{21F53613-DC7C-A6B1-DC95-60DBA63074B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89" name="직선 연결선 1988">
                  <a:extLst>
                    <a:ext uri="{FF2B5EF4-FFF2-40B4-BE49-F238E27FC236}">
                      <a16:creationId xmlns:a16="http://schemas.microsoft.com/office/drawing/2014/main" id="{2331E822-6978-5654-4980-315C615A0B3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15" name="직선 연결선 1914">
                <a:extLst>
                  <a:ext uri="{FF2B5EF4-FFF2-40B4-BE49-F238E27FC236}">
                    <a16:creationId xmlns:a16="http://schemas.microsoft.com/office/drawing/2014/main" id="{F51EA0AB-AA40-0C91-5631-F97285A3CEB6}"/>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16" name="그룹 1915">
                <a:extLst>
                  <a:ext uri="{FF2B5EF4-FFF2-40B4-BE49-F238E27FC236}">
                    <a16:creationId xmlns:a16="http://schemas.microsoft.com/office/drawing/2014/main" id="{B0F168F7-5718-44D5-B372-368CB412B84D}"/>
                  </a:ext>
                </a:extLst>
              </p:cNvPr>
              <p:cNvGrpSpPr/>
              <p:nvPr/>
            </p:nvGrpSpPr>
            <p:grpSpPr>
              <a:xfrm>
                <a:off x="4780809" y="8891329"/>
                <a:ext cx="101416" cy="146277"/>
                <a:chOff x="4545844" y="3971199"/>
                <a:chExt cx="101416" cy="146277"/>
              </a:xfrm>
            </p:grpSpPr>
            <p:grpSp>
              <p:nvGrpSpPr>
                <p:cNvPr id="1982" name="그룹 1981">
                  <a:extLst>
                    <a:ext uri="{FF2B5EF4-FFF2-40B4-BE49-F238E27FC236}">
                      <a16:creationId xmlns:a16="http://schemas.microsoft.com/office/drawing/2014/main" id="{51A9DEA7-3D63-DB01-CB0C-70D41702C163}"/>
                    </a:ext>
                  </a:extLst>
                </p:cNvPr>
                <p:cNvGrpSpPr/>
                <p:nvPr/>
              </p:nvGrpSpPr>
              <p:grpSpPr>
                <a:xfrm>
                  <a:off x="4545844" y="3971199"/>
                  <a:ext cx="35826" cy="146277"/>
                  <a:chOff x="3250176" y="2637183"/>
                  <a:chExt cx="178824" cy="146277"/>
                </a:xfrm>
              </p:grpSpPr>
              <p:grpSp>
                <p:nvGrpSpPr>
                  <p:cNvPr id="1984" name="그룹 1983">
                    <a:extLst>
                      <a:ext uri="{FF2B5EF4-FFF2-40B4-BE49-F238E27FC236}">
                        <a16:creationId xmlns:a16="http://schemas.microsoft.com/office/drawing/2014/main" id="{F9FB3051-04CB-A932-C30F-68DFA4F18255}"/>
                      </a:ext>
                    </a:extLst>
                  </p:cNvPr>
                  <p:cNvGrpSpPr/>
                  <p:nvPr/>
                </p:nvGrpSpPr>
                <p:grpSpPr>
                  <a:xfrm>
                    <a:off x="3250176" y="2637183"/>
                    <a:ext cx="178824" cy="144000"/>
                    <a:chOff x="5453592" y="2641965"/>
                    <a:chExt cx="178824" cy="144000"/>
                  </a:xfrm>
                </p:grpSpPr>
                <p:cxnSp>
                  <p:nvCxnSpPr>
                    <p:cNvPr id="1986" name="직선 연결선 1985">
                      <a:extLst>
                        <a:ext uri="{FF2B5EF4-FFF2-40B4-BE49-F238E27FC236}">
                          <a16:creationId xmlns:a16="http://schemas.microsoft.com/office/drawing/2014/main" id="{3CC68C7B-88B6-FAE0-876B-476E112BCD9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7" name="직선 연결선 1986">
                      <a:extLst>
                        <a:ext uri="{FF2B5EF4-FFF2-40B4-BE49-F238E27FC236}">
                          <a16:creationId xmlns:a16="http://schemas.microsoft.com/office/drawing/2014/main" id="{30D58359-1867-2958-D9C8-3D7E34BCBE2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85" name="직선 연결선 1984">
                    <a:extLst>
                      <a:ext uri="{FF2B5EF4-FFF2-40B4-BE49-F238E27FC236}">
                        <a16:creationId xmlns:a16="http://schemas.microsoft.com/office/drawing/2014/main" id="{445CAAA3-8FC3-9041-2A4C-DFC908AD9C1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83" name="직선 연결선 1982">
                  <a:extLst>
                    <a:ext uri="{FF2B5EF4-FFF2-40B4-BE49-F238E27FC236}">
                      <a16:creationId xmlns:a16="http://schemas.microsoft.com/office/drawing/2014/main" id="{37F399CF-0F43-DF39-4BC7-B3817954BDD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17" name="그룹 1916">
                <a:extLst>
                  <a:ext uri="{FF2B5EF4-FFF2-40B4-BE49-F238E27FC236}">
                    <a16:creationId xmlns:a16="http://schemas.microsoft.com/office/drawing/2014/main" id="{B358495A-CEAA-EA5A-8144-3A6EA3DCA55D}"/>
                  </a:ext>
                </a:extLst>
              </p:cNvPr>
              <p:cNvGrpSpPr/>
              <p:nvPr/>
            </p:nvGrpSpPr>
            <p:grpSpPr>
              <a:xfrm>
                <a:off x="4995993" y="8891419"/>
                <a:ext cx="101416" cy="146277"/>
                <a:chOff x="4545844" y="3971199"/>
                <a:chExt cx="101416" cy="146277"/>
              </a:xfrm>
            </p:grpSpPr>
            <p:grpSp>
              <p:nvGrpSpPr>
                <p:cNvPr id="1976" name="그룹 1975">
                  <a:extLst>
                    <a:ext uri="{FF2B5EF4-FFF2-40B4-BE49-F238E27FC236}">
                      <a16:creationId xmlns:a16="http://schemas.microsoft.com/office/drawing/2014/main" id="{838D9A37-C073-AD48-3774-C220AB39D5A0}"/>
                    </a:ext>
                  </a:extLst>
                </p:cNvPr>
                <p:cNvGrpSpPr/>
                <p:nvPr/>
              </p:nvGrpSpPr>
              <p:grpSpPr>
                <a:xfrm>
                  <a:off x="4545844" y="3971199"/>
                  <a:ext cx="35826" cy="146277"/>
                  <a:chOff x="3250176" y="2637183"/>
                  <a:chExt cx="178824" cy="146277"/>
                </a:xfrm>
              </p:grpSpPr>
              <p:grpSp>
                <p:nvGrpSpPr>
                  <p:cNvPr id="1978" name="그룹 1977">
                    <a:extLst>
                      <a:ext uri="{FF2B5EF4-FFF2-40B4-BE49-F238E27FC236}">
                        <a16:creationId xmlns:a16="http://schemas.microsoft.com/office/drawing/2014/main" id="{EE52A16A-A190-4767-4B0B-E0EC8118A0E1}"/>
                      </a:ext>
                    </a:extLst>
                  </p:cNvPr>
                  <p:cNvGrpSpPr/>
                  <p:nvPr/>
                </p:nvGrpSpPr>
                <p:grpSpPr>
                  <a:xfrm>
                    <a:off x="3250176" y="2637183"/>
                    <a:ext cx="178824" cy="144000"/>
                    <a:chOff x="5453592" y="2641965"/>
                    <a:chExt cx="178824" cy="144000"/>
                  </a:xfrm>
                </p:grpSpPr>
                <p:cxnSp>
                  <p:nvCxnSpPr>
                    <p:cNvPr id="1980" name="직선 연결선 1979">
                      <a:extLst>
                        <a:ext uri="{FF2B5EF4-FFF2-40B4-BE49-F238E27FC236}">
                          <a16:creationId xmlns:a16="http://schemas.microsoft.com/office/drawing/2014/main" id="{81F5A6C4-39A6-7CD2-EB87-43BE767AFDF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1" name="직선 연결선 1980">
                      <a:extLst>
                        <a:ext uri="{FF2B5EF4-FFF2-40B4-BE49-F238E27FC236}">
                          <a16:creationId xmlns:a16="http://schemas.microsoft.com/office/drawing/2014/main" id="{AB7B8746-119A-7B40-49A0-1736297901F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79" name="직선 연결선 1978">
                    <a:extLst>
                      <a:ext uri="{FF2B5EF4-FFF2-40B4-BE49-F238E27FC236}">
                        <a16:creationId xmlns:a16="http://schemas.microsoft.com/office/drawing/2014/main" id="{279CB16D-ACBE-A23E-D6BA-5CD9E2AB716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77" name="직선 연결선 1976">
                  <a:extLst>
                    <a:ext uri="{FF2B5EF4-FFF2-40B4-BE49-F238E27FC236}">
                      <a16:creationId xmlns:a16="http://schemas.microsoft.com/office/drawing/2014/main" id="{0699FC78-49C5-BC62-C01D-AD21CB1D5A9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18" name="그룹 1917">
                <a:extLst>
                  <a:ext uri="{FF2B5EF4-FFF2-40B4-BE49-F238E27FC236}">
                    <a16:creationId xmlns:a16="http://schemas.microsoft.com/office/drawing/2014/main" id="{17093663-053F-6A82-4873-4BD6F7AA2B91}"/>
                  </a:ext>
                </a:extLst>
              </p:cNvPr>
              <p:cNvGrpSpPr/>
              <p:nvPr/>
            </p:nvGrpSpPr>
            <p:grpSpPr>
              <a:xfrm>
                <a:off x="4886987" y="8893541"/>
                <a:ext cx="72000" cy="146277"/>
                <a:chOff x="3250176" y="2637183"/>
                <a:chExt cx="179694" cy="146277"/>
              </a:xfrm>
            </p:grpSpPr>
            <p:grpSp>
              <p:nvGrpSpPr>
                <p:cNvPr id="1972" name="그룹 1971">
                  <a:extLst>
                    <a:ext uri="{FF2B5EF4-FFF2-40B4-BE49-F238E27FC236}">
                      <a16:creationId xmlns:a16="http://schemas.microsoft.com/office/drawing/2014/main" id="{020964B3-7976-3C69-2CE2-946D00C939DB}"/>
                    </a:ext>
                  </a:extLst>
                </p:cNvPr>
                <p:cNvGrpSpPr/>
                <p:nvPr/>
              </p:nvGrpSpPr>
              <p:grpSpPr>
                <a:xfrm>
                  <a:off x="3250176" y="2637183"/>
                  <a:ext cx="178824" cy="144000"/>
                  <a:chOff x="5453592" y="2641965"/>
                  <a:chExt cx="178824" cy="144000"/>
                </a:xfrm>
              </p:grpSpPr>
              <p:cxnSp>
                <p:nvCxnSpPr>
                  <p:cNvPr id="1974" name="직선 연결선 1973">
                    <a:extLst>
                      <a:ext uri="{FF2B5EF4-FFF2-40B4-BE49-F238E27FC236}">
                        <a16:creationId xmlns:a16="http://schemas.microsoft.com/office/drawing/2014/main" id="{B09B698E-0BBE-DBCE-1F3B-4A722F7E8DE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5" name="직선 연결선 1974">
                    <a:extLst>
                      <a:ext uri="{FF2B5EF4-FFF2-40B4-BE49-F238E27FC236}">
                        <a16:creationId xmlns:a16="http://schemas.microsoft.com/office/drawing/2014/main" id="{5DB3BDA5-3A6D-FC05-44D7-3E09100961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73" name="직선 연결선 1972">
                  <a:extLst>
                    <a:ext uri="{FF2B5EF4-FFF2-40B4-BE49-F238E27FC236}">
                      <a16:creationId xmlns:a16="http://schemas.microsoft.com/office/drawing/2014/main" id="{F27CCF46-F5F6-C0CC-ED60-078B076D11BA}"/>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19" name="직선 연결선 1918">
                <a:extLst>
                  <a:ext uri="{FF2B5EF4-FFF2-40B4-BE49-F238E27FC236}">
                    <a16:creationId xmlns:a16="http://schemas.microsoft.com/office/drawing/2014/main" id="{F8EFEAB2-4887-3860-A01F-B8A4D95019F8}"/>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20" name="그룹 1919">
                <a:extLst>
                  <a:ext uri="{FF2B5EF4-FFF2-40B4-BE49-F238E27FC236}">
                    <a16:creationId xmlns:a16="http://schemas.microsoft.com/office/drawing/2014/main" id="{948D0CAE-6C45-B130-A0FF-D583640CBF0F}"/>
                  </a:ext>
                </a:extLst>
              </p:cNvPr>
              <p:cNvGrpSpPr/>
              <p:nvPr/>
            </p:nvGrpSpPr>
            <p:grpSpPr>
              <a:xfrm>
                <a:off x="5096754" y="8890453"/>
                <a:ext cx="72000" cy="146277"/>
                <a:chOff x="3250176" y="2637183"/>
                <a:chExt cx="179694" cy="146277"/>
              </a:xfrm>
            </p:grpSpPr>
            <p:grpSp>
              <p:nvGrpSpPr>
                <p:cNvPr id="1968" name="그룹 1967">
                  <a:extLst>
                    <a:ext uri="{FF2B5EF4-FFF2-40B4-BE49-F238E27FC236}">
                      <a16:creationId xmlns:a16="http://schemas.microsoft.com/office/drawing/2014/main" id="{8DD931CB-1E30-2058-08A6-96B5B11A665D}"/>
                    </a:ext>
                  </a:extLst>
                </p:cNvPr>
                <p:cNvGrpSpPr/>
                <p:nvPr/>
              </p:nvGrpSpPr>
              <p:grpSpPr>
                <a:xfrm>
                  <a:off x="3250176" y="2637183"/>
                  <a:ext cx="178824" cy="144000"/>
                  <a:chOff x="5453592" y="2641965"/>
                  <a:chExt cx="178824" cy="144000"/>
                </a:xfrm>
              </p:grpSpPr>
              <p:cxnSp>
                <p:nvCxnSpPr>
                  <p:cNvPr id="1970" name="직선 연결선 1969">
                    <a:extLst>
                      <a:ext uri="{FF2B5EF4-FFF2-40B4-BE49-F238E27FC236}">
                        <a16:creationId xmlns:a16="http://schemas.microsoft.com/office/drawing/2014/main" id="{FB5B713C-90A1-D76F-5341-5226C9588C1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1" name="직선 연결선 1970">
                    <a:extLst>
                      <a:ext uri="{FF2B5EF4-FFF2-40B4-BE49-F238E27FC236}">
                        <a16:creationId xmlns:a16="http://schemas.microsoft.com/office/drawing/2014/main" id="{C3B9DC1F-E50E-3EAE-9ABD-8E543101578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69" name="직선 연결선 1968">
                  <a:extLst>
                    <a:ext uri="{FF2B5EF4-FFF2-40B4-BE49-F238E27FC236}">
                      <a16:creationId xmlns:a16="http://schemas.microsoft.com/office/drawing/2014/main" id="{8B6139B4-257F-3540-0B69-AF7F09250C7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21" name="직선 연결선 1920">
                <a:extLst>
                  <a:ext uri="{FF2B5EF4-FFF2-40B4-BE49-F238E27FC236}">
                    <a16:creationId xmlns:a16="http://schemas.microsoft.com/office/drawing/2014/main" id="{17F52B26-5D0A-C018-D33B-A7CFC1F4CCA9}"/>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22" name="그룹 1921">
                <a:extLst>
                  <a:ext uri="{FF2B5EF4-FFF2-40B4-BE49-F238E27FC236}">
                    <a16:creationId xmlns:a16="http://schemas.microsoft.com/office/drawing/2014/main" id="{97CD24CE-4C27-9346-C1FB-08C9335EC6A7}"/>
                  </a:ext>
                </a:extLst>
              </p:cNvPr>
              <p:cNvGrpSpPr/>
              <p:nvPr/>
            </p:nvGrpSpPr>
            <p:grpSpPr>
              <a:xfrm>
                <a:off x="5203663" y="8892184"/>
                <a:ext cx="101416" cy="146277"/>
                <a:chOff x="4545844" y="3971199"/>
                <a:chExt cx="101416" cy="146277"/>
              </a:xfrm>
            </p:grpSpPr>
            <p:grpSp>
              <p:nvGrpSpPr>
                <p:cNvPr id="1962" name="그룹 1961">
                  <a:extLst>
                    <a:ext uri="{FF2B5EF4-FFF2-40B4-BE49-F238E27FC236}">
                      <a16:creationId xmlns:a16="http://schemas.microsoft.com/office/drawing/2014/main" id="{DDB68FEE-B253-2A9F-14D6-4CBCE4E27C50}"/>
                    </a:ext>
                  </a:extLst>
                </p:cNvPr>
                <p:cNvGrpSpPr/>
                <p:nvPr/>
              </p:nvGrpSpPr>
              <p:grpSpPr>
                <a:xfrm>
                  <a:off x="4545844" y="3971199"/>
                  <a:ext cx="35826" cy="146277"/>
                  <a:chOff x="3250176" y="2637183"/>
                  <a:chExt cx="178824" cy="146277"/>
                </a:xfrm>
              </p:grpSpPr>
              <p:grpSp>
                <p:nvGrpSpPr>
                  <p:cNvPr id="1964" name="그룹 1963">
                    <a:extLst>
                      <a:ext uri="{FF2B5EF4-FFF2-40B4-BE49-F238E27FC236}">
                        <a16:creationId xmlns:a16="http://schemas.microsoft.com/office/drawing/2014/main" id="{21FE8B08-67AA-74FC-7932-C3F083933D97}"/>
                      </a:ext>
                    </a:extLst>
                  </p:cNvPr>
                  <p:cNvGrpSpPr/>
                  <p:nvPr/>
                </p:nvGrpSpPr>
                <p:grpSpPr>
                  <a:xfrm>
                    <a:off x="3250176" y="2637183"/>
                    <a:ext cx="178824" cy="144000"/>
                    <a:chOff x="5453592" y="2641965"/>
                    <a:chExt cx="178824" cy="144000"/>
                  </a:xfrm>
                </p:grpSpPr>
                <p:cxnSp>
                  <p:nvCxnSpPr>
                    <p:cNvPr id="1966" name="직선 연결선 1965">
                      <a:extLst>
                        <a:ext uri="{FF2B5EF4-FFF2-40B4-BE49-F238E27FC236}">
                          <a16:creationId xmlns:a16="http://schemas.microsoft.com/office/drawing/2014/main" id="{150D0780-E91B-30CD-FA52-C556FB6FFEE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7" name="직선 연결선 1966">
                      <a:extLst>
                        <a:ext uri="{FF2B5EF4-FFF2-40B4-BE49-F238E27FC236}">
                          <a16:creationId xmlns:a16="http://schemas.microsoft.com/office/drawing/2014/main" id="{D99BBFEA-5F6F-2AC7-EF49-01D681738E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65" name="직선 연결선 1964">
                    <a:extLst>
                      <a:ext uri="{FF2B5EF4-FFF2-40B4-BE49-F238E27FC236}">
                        <a16:creationId xmlns:a16="http://schemas.microsoft.com/office/drawing/2014/main" id="{5F342D15-1491-21E5-72F7-680DF2FF690C}"/>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63" name="직선 연결선 1962">
                  <a:extLst>
                    <a:ext uri="{FF2B5EF4-FFF2-40B4-BE49-F238E27FC236}">
                      <a16:creationId xmlns:a16="http://schemas.microsoft.com/office/drawing/2014/main" id="{F8251043-A2BB-39A8-5ACD-716832735AD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23" name="그룹 1922">
                <a:extLst>
                  <a:ext uri="{FF2B5EF4-FFF2-40B4-BE49-F238E27FC236}">
                    <a16:creationId xmlns:a16="http://schemas.microsoft.com/office/drawing/2014/main" id="{640986D4-3092-CF1A-2CBF-3BAD55933231}"/>
                  </a:ext>
                </a:extLst>
              </p:cNvPr>
              <p:cNvGrpSpPr/>
              <p:nvPr/>
            </p:nvGrpSpPr>
            <p:grpSpPr>
              <a:xfrm>
                <a:off x="5418847" y="8892274"/>
                <a:ext cx="101416" cy="146277"/>
                <a:chOff x="4545844" y="3971199"/>
                <a:chExt cx="101416" cy="146277"/>
              </a:xfrm>
            </p:grpSpPr>
            <p:grpSp>
              <p:nvGrpSpPr>
                <p:cNvPr id="1956" name="그룹 1955">
                  <a:extLst>
                    <a:ext uri="{FF2B5EF4-FFF2-40B4-BE49-F238E27FC236}">
                      <a16:creationId xmlns:a16="http://schemas.microsoft.com/office/drawing/2014/main" id="{899D9D57-D198-4835-8DA1-D4C2256D6096}"/>
                    </a:ext>
                  </a:extLst>
                </p:cNvPr>
                <p:cNvGrpSpPr/>
                <p:nvPr/>
              </p:nvGrpSpPr>
              <p:grpSpPr>
                <a:xfrm>
                  <a:off x="4545844" y="3971199"/>
                  <a:ext cx="35826" cy="146277"/>
                  <a:chOff x="3250176" y="2637183"/>
                  <a:chExt cx="178824" cy="146277"/>
                </a:xfrm>
              </p:grpSpPr>
              <p:grpSp>
                <p:nvGrpSpPr>
                  <p:cNvPr id="1958" name="그룹 1957">
                    <a:extLst>
                      <a:ext uri="{FF2B5EF4-FFF2-40B4-BE49-F238E27FC236}">
                        <a16:creationId xmlns:a16="http://schemas.microsoft.com/office/drawing/2014/main" id="{68BFC9FA-81BE-D40E-0495-C3FE8081989F}"/>
                      </a:ext>
                    </a:extLst>
                  </p:cNvPr>
                  <p:cNvGrpSpPr/>
                  <p:nvPr/>
                </p:nvGrpSpPr>
                <p:grpSpPr>
                  <a:xfrm>
                    <a:off x="3250176" y="2637183"/>
                    <a:ext cx="178824" cy="144000"/>
                    <a:chOff x="5453592" y="2641965"/>
                    <a:chExt cx="178824" cy="144000"/>
                  </a:xfrm>
                </p:grpSpPr>
                <p:cxnSp>
                  <p:nvCxnSpPr>
                    <p:cNvPr id="1960" name="직선 연결선 1959">
                      <a:extLst>
                        <a:ext uri="{FF2B5EF4-FFF2-40B4-BE49-F238E27FC236}">
                          <a16:creationId xmlns:a16="http://schemas.microsoft.com/office/drawing/2014/main" id="{A3549872-EC39-D17D-F727-CB43B8707FC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1" name="직선 연결선 1960">
                      <a:extLst>
                        <a:ext uri="{FF2B5EF4-FFF2-40B4-BE49-F238E27FC236}">
                          <a16:creationId xmlns:a16="http://schemas.microsoft.com/office/drawing/2014/main" id="{E9F018D1-4789-C175-C5A9-BCE720BFD92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59" name="직선 연결선 1958">
                    <a:extLst>
                      <a:ext uri="{FF2B5EF4-FFF2-40B4-BE49-F238E27FC236}">
                        <a16:creationId xmlns:a16="http://schemas.microsoft.com/office/drawing/2014/main" id="{F0459D61-E3AD-C875-7BA7-D9218A36E42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57" name="직선 연결선 1956">
                  <a:extLst>
                    <a:ext uri="{FF2B5EF4-FFF2-40B4-BE49-F238E27FC236}">
                      <a16:creationId xmlns:a16="http://schemas.microsoft.com/office/drawing/2014/main" id="{8E1E8099-941A-F78F-386D-027A1DFA1A3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24" name="그룹 1923">
                <a:extLst>
                  <a:ext uri="{FF2B5EF4-FFF2-40B4-BE49-F238E27FC236}">
                    <a16:creationId xmlns:a16="http://schemas.microsoft.com/office/drawing/2014/main" id="{0B35CB6D-9617-E30D-CD6B-073189E48E52}"/>
                  </a:ext>
                </a:extLst>
              </p:cNvPr>
              <p:cNvGrpSpPr/>
              <p:nvPr/>
            </p:nvGrpSpPr>
            <p:grpSpPr>
              <a:xfrm>
                <a:off x="5309841" y="8892057"/>
                <a:ext cx="72000" cy="146277"/>
                <a:chOff x="3250176" y="2637183"/>
                <a:chExt cx="179694" cy="146277"/>
              </a:xfrm>
            </p:grpSpPr>
            <p:grpSp>
              <p:nvGrpSpPr>
                <p:cNvPr id="1952" name="그룹 1951">
                  <a:extLst>
                    <a:ext uri="{FF2B5EF4-FFF2-40B4-BE49-F238E27FC236}">
                      <a16:creationId xmlns:a16="http://schemas.microsoft.com/office/drawing/2014/main" id="{FD45BB95-B869-F4CC-AC3E-591843EDA3FA}"/>
                    </a:ext>
                  </a:extLst>
                </p:cNvPr>
                <p:cNvGrpSpPr/>
                <p:nvPr/>
              </p:nvGrpSpPr>
              <p:grpSpPr>
                <a:xfrm>
                  <a:off x="3250176" y="2637183"/>
                  <a:ext cx="178824" cy="144000"/>
                  <a:chOff x="5453592" y="2641965"/>
                  <a:chExt cx="178824" cy="144000"/>
                </a:xfrm>
              </p:grpSpPr>
              <p:cxnSp>
                <p:nvCxnSpPr>
                  <p:cNvPr id="1954" name="직선 연결선 1953">
                    <a:extLst>
                      <a:ext uri="{FF2B5EF4-FFF2-40B4-BE49-F238E27FC236}">
                        <a16:creationId xmlns:a16="http://schemas.microsoft.com/office/drawing/2014/main" id="{8E07AEB8-E7F7-57AD-1901-ABBE27E2FB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5" name="직선 연결선 1954">
                    <a:extLst>
                      <a:ext uri="{FF2B5EF4-FFF2-40B4-BE49-F238E27FC236}">
                        <a16:creationId xmlns:a16="http://schemas.microsoft.com/office/drawing/2014/main" id="{631D43A9-E98D-D0C3-A9E0-1AA972C0EF6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53" name="직선 연결선 1952">
                  <a:extLst>
                    <a:ext uri="{FF2B5EF4-FFF2-40B4-BE49-F238E27FC236}">
                      <a16:creationId xmlns:a16="http://schemas.microsoft.com/office/drawing/2014/main" id="{4DEEB3CF-FFC1-B1CD-17E1-A5B4A44E24E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25" name="직선 연결선 1924">
                <a:extLst>
                  <a:ext uri="{FF2B5EF4-FFF2-40B4-BE49-F238E27FC236}">
                    <a16:creationId xmlns:a16="http://schemas.microsoft.com/office/drawing/2014/main" id="{0201F496-DEA3-4D58-8AAE-DB18BD72B1EA}"/>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93" name="그룹 1992">
              <a:extLst>
                <a:ext uri="{FF2B5EF4-FFF2-40B4-BE49-F238E27FC236}">
                  <a16:creationId xmlns:a16="http://schemas.microsoft.com/office/drawing/2014/main" id="{374D34FC-03CF-0554-105C-90E1F73835B6}"/>
                </a:ext>
              </a:extLst>
            </p:cNvPr>
            <p:cNvGrpSpPr/>
            <p:nvPr/>
          </p:nvGrpSpPr>
          <p:grpSpPr>
            <a:xfrm>
              <a:off x="2825355" y="8286639"/>
              <a:ext cx="846363" cy="149365"/>
              <a:chOff x="4673900" y="8890453"/>
              <a:chExt cx="846363" cy="149365"/>
            </a:xfrm>
          </p:grpSpPr>
          <p:grpSp>
            <p:nvGrpSpPr>
              <p:cNvPr id="1994" name="그룹 1993">
                <a:extLst>
                  <a:ext uri="{FF2B5EF4-FFF2-40B4-BE49-F238E27FC236}">
                    <a16:creationId xmlns:a16="http://schemas.microsoft.com/office/drawing/2014/main" id="{E31E3C16-E5CC-95AA-5548-FAAF2F5926A4}"/>
                  </a:ext>
                </a:extLst>
              </p:cNvPr>
              <p:cNvGrpSpPr/>
              <p:nvPr/>
            </p:nvGrpSpPr>
            <p:grpSpPr>
              <a:xfrm>
                <a:off x="4673900" y="8891937"/>
                <a:ext cx="72000" cy="146277"/>
                <a:chOff x="3250176" y="2637183"/>
                <a:chExt cx="179694" cy="146277"/>
              </a:xfrm>
            </p:grpSpPr>
            <p:grpSp>
              <p:nvGrpSpPr>
                <p:cNvPr id="2042" name="그룹 2041">
                  <a:extLst>
                    <a:ext uri="{FF2B5EF4-FFF2-40B4-BE49-F238E27FC236}">
                      <a16:creationId xmlns:a16="http://schemas.microsoft.com/office/drawing/2014/main" id="{6E474CA5-11CA-60B2-B6FD-6816CEAEAC4C}"/>
                    </a:ext>
                  </a:extLst>
                </p:cNvPr>
                <p:cNvGrpSpPr/>
                <p:nvPr/>
              </p:nvGrpSpPr>
              <p:grpSpPr>
                <a:xfrm>
                  <a:off x="3250176" y="2637183"/>
                  <a:ext cx="178824" cy="144000"/>
                  <a:chOff x="5453592" y="2641965"/>
                  <a:chExt cx="178824" cy="144000"/>
                </a:xfrm>
              </p:grpSpPr>
              <p:cxnSp>
                <p:nvCxnSpPr>
                  <p:cNvPr id="2044" name="직선 연결선 2043">
                    <a:extLst>
                      <a:ext uri="{FF2B5EF4-FFF2-40B4-BE49-F238E27FC236}">
                        <a16:creationId xmlns:a16="http://schemas.microsoft.com/office/drawing/2014/main" id="{130D83D5-3CF0-8968-E99A-B39990E934C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5" name="직선 연결선 2044">
                    <a:extLst>
                      <a:ext uri="{FF2B5EF4-FFF2-40B4-BE49-F238E27FC236}">
                        <a16:creationId xmlns:a16="http://schemas.microsoft.com/office/drawing/2014/main" id="{ECB13326-D6D1-56EF-9A9D-C9F615CFCAA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43" name="직선 연결선 2042">
                  <a:extLst>
                    <a:ext uri="{FF2B5EF4-FFF2-40B4-BE49-F238E27FC236}">
                      <a16:creationId xmlns:a16="http://schemas.microsoft.com/office/drawing/2014/main" id="{D3274B20-833E-9EE9-9C14-87D6B328F33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95" name="직선 연결선 1994">
                <a:extLst>
                  <a:ext uri="{FF2B5EF4-FFF2-40B4-BE49-F238E27FC236}">
                    <a16:creationId xmlns:a16="http://schemas.microsoft.com/office/drawing/2014/main" id="{2E950C08-F5DE-0627-3581-01AF88C813C2}"/>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96" name="그룹 1995">
                <a:extLst>
                  <a:ext uri="{FF2B5EF4-FFF2-40B4-BE49-F238E27FC236}">
                    <a16:creationId xmlns:a16="http://schemas.microsoft.com/office/drawing/2014/main" id="{982EAA45-1198-F4DC-B34A-0E3C67752DDE}"/>
                  </a:ext>
                </a:extLst>
              </p:cNvPr>
              <p:cNvGrpSpPr/>
              <p:nvPr/>
            </p:nvGrpSpPr>
            <p:grpSpPr>
              <a:xfrm>
                <a:off x="4780809" y="8891329"/>
                <a:ext cx="101416" cy="146277"/>
                <a:chOff x="4545844" y="3971199"/>
                <a:chExt cx="101416" cy="146277"/>
              </a:xfrm>
            </p:grpSpPr>
            <p:grpSp>
              <p:nvGrpSpPr>
                <p:cNvPr id="2036" name="그룹 2035">
                  <a:extLst>
                    <a:ext uri="{FF2B5EF4-FFF2-40B4-BE49-F238E27FC236}">
                      <a16:creationId xmlns:a16="http://schemas.microsoft.com/office/drawing/2014/main" id="{79E227FD-E3B3-1E4B-DADC-04E5840904DD}"/>
                    </a:ext>
                  </a:extLst>
                </p:cNvPr>
                <p:cNvGrpSpPr/>
                <p:nvPr/>
              </p:nvGrpSpPr>
              <p:grpSpPr>
                <a:xfrm>
                  <a:off x="4545844" y="3971199"/>
                  <a:ext cx="35826" cy="146277"/>
                  <a:chOff x="3250176" y="2637183"/>
                  <a:chExt cx="178824" cy="146277"/>
                </a:xfrm>
              </p:grpSpPr>
              <p:grpSp>
                <p:nvGrpSpPr>
                  <p:cNvPr id="2038" name="그룹 2037">
                    <a:extLst>
                      <a:ext uri="{FF2B5EF4-FFF2-40B4-BE49-F238E27FC236}">
                        <a16:creationId xmlns:a16="http://schemas.microsoft.com/office/drawing/2014/main" id="{53E04017-BA6A-CB13-824A-5F8294591503}"/>
                      </a:ext>
                    </a:extLst>
                  </p:cNvPr>
                  <p:cNvGrpSpPr/>
                  <p:nvPr/>
                </p:nvGrpSpPr>
                <p:grpSpPr>
                  <a:xfrm>
                    <a:off x="3250176" y="2637183"/>
                    <a:ext cx="178824" cy="144000"/>
                    <a:chOff x="5453592" y="2641965"/>
                    <a:chExt cx="178824" cy="144000"/>
                  </a:xfrm>
                </p:grpSpPr>
                <p:cxnSp>
                  <p:nvCxnSpPr>
                    <p:cNvPr id="2040" name="직선 연결선 2039">
                      <a:extLst>
                        <a:ext uri="{FF2B5EF4-FFF2-40B4-BE49-F238E27FC236}">
                          <a16:creationId xmlns:a16="http://schemas.microsoft.com/office/drawing/2014/main" id="{CC0F39B4-F514-C224-2BC5-323AF9BFE0F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1" name="직선 연결선 2040">
                      <a:extLst>
                        <a:ext uri="{FF2B5EF4-FFF2-40B4-BE49-F238E27FC236}">
                          <a16:creationId xmlns:a16="http://schemas.microsoft.com/office/drawing/2014/main" id="{28FD1EC4-495C-4645-CB6D-BC45A486E31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39" name="직선 연결선 2038">
                    <a:extLst>
                      <a:ext uri="{FF2B5EF4-FFF2-40B4-BE49-F238E27FC236}">
                        <a16:creationId xmlns:a16="http://schemas.microsoft.com/office/drawing/2014/main" id="{8692C735-E0FE-0217-DA24-4B95F8632C0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37" name="직선 연결선 2036">
                  <a:extLst>
                    <a:ext uri="{FF2B5EF4-FFF2-40B4-BE49-F238E27FC236}">
                      <a16:creationId xmlns:a16="http://schemas.microsoft.com/office/drawing/2014/main" id="{57FA54CC-09E9-B4A1-17E0-1044766DBFD0}"/>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97" name="그룹 1996">
                <a:extLst>
                  <a:ext uri="{FF2B5EF4-FFF2-40B4-BE49-F238E27FC236}">
                    <a16:creationId xmlns:a16="http://schemas.microsoft.com/office/drawing/2014/main" id="{BBDC91E3-6927-5DF9-52D8-3A457DD36295}"/>
                  </a:ext>
                </a:extLst>
              </p:cNvPr>
              <p:cNvGrpSpPr/>
              <p:nvPr/>
            </p:nvGrpSpPr>
            <p:grpSpPr>
              <a:xfrm>
                <a:off x="4995993" y="8891419"/>
                <a:ext cx="101416" cy="146277"/>
                <a:chOff x="4545844" y="3971199"/>
                <a:chExt cx="101416" cy="146277"/>
              </a:xfrm>
            </p:grpSpPr>
            <p:grpSp>
              <p:nvGrpSpPr>
                <p:cNvPr id="2030" name="그룹 2029">
                  <a:extLst>
                    <a:ext uri="{FF2B5EF4-FFF2-40B4-BE49-F238E27FC236}">
                      <a16:creationId xmlns:a16="http://schemas.microsoft.com/office/drawing/2014/main" id="{12257027-7916-3526-9D7B-F8564A900A9E}"/>
                    </a:ext>
                  </a:extLst>
                </p:cNvPr>
                <p:cNvGrpSpPr/>
                <p:nvPr/>
              </p:nvGrpSpPr>
              <p:grpSpPr>
                <a:xfrm>
                  <a:off x="4545844" y="3971199"/>
                  <a:ext cx="35826" cy="146277"/>
                  <a:chOff x="3250176" y="2637183"/>
                  <a:chExt cx="178824" cy="146277"/>
                </a:xfrm>
              </p:grpSpPr>
              <p:grpSp>
                <p:nvGrpSpPr>
                  <p:cNvPr id="2032" name="그룹 2031">
                    <a:extLst>
                      <a:ext uri="{FF2B5EF4-FFF2-40B4-BE49-F238E27FC236}">
                        <a16:creationId xmlns:a16="http://schemas.microsoft.com/office/drawing/2014/main" id="{9161F5D6-D5B8-A3A9-07B3-56EF6A4E9AD1}"/>
                      </a:ext>
                    </a:extLst>
                  </p:cNvPr>
                  <p:cNvGrpSpPr/>
                  <p:nvPr/>
                </p:nvGrpSpPr>
                <p:grpSpPr>
                  <a:xfrm>
                    <a:off x="3250176" y="2637183"/>
                    <a:ext cx="178824" cy="144000"/>
                    <a:chOff x="5453592" y="2641965"/>
                    <a:chExt cx="178824" cy="144000"/>
                  </a:xfrm>
                </p:grpSpPr>
                <p:cxnSp>
                  <p:nvCxnSpPr>
                    <p:cNvPr id="2034" name="직선 연결선 2033">
                      <a:extLst>
                        <a:ext uri="{FF2B5EF4-FFF2-40B4-BE49-F238E27FC236}">
                          <a16:creationId xmlns:a16="http://schemas.microsoft.com/office/drawing/2014/main" id="{8163502C-555D-FB10-A6A3-6E1E32B54BD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5" name="직선 연결선 2034">
                      <a:extLst>
                        <a:ext uri="{FF2B5EF4-FFF2-40B4-BE49-F238E27FC236}">
                          <a16:creationId xmlns:a16="http://schemas.microsoft.com/office/drawing/2014/main" id="{B682B298-805D-ED76-8086-92E0F1940F5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33" name="직선 연결선 2032">
                    <a:extLst>
                      <a:ext uri="{FF2B5EF4-FFF2-40B4-BE49-F238E27FC236}">
                        <a16:creationId xmlns:a16="http://schemas.microsoft.com/office/drawing/2014/main" id="{C8304649-D9B0-F5C3-9E8E-02A7F8B6E0E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31" name="직선 연결선 2030">
                  <a:extLst>
                    <a:ext uri="{FF2B5EF4-FFF2-40B4-BE49-F238E27FC236}">
                      <a16:creationId xmlns:a16="http://schemas.microsoft.com/office/drawing/2014/main" id="{892447F9-A5B5-50BF-43DD-7B1C73874DD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98" name="그룹 1997">
                <a:extLst>
                  <a:ext uri="{FF2B5EF4-FFF2-40B4-BE49-F238E27FC236}">
                    <a16:creationId xmlns:a16="http://schemas.microsoft.com/office/drawing/2014/main" id="{1DEA9BE3-9A0E-1074-EF71-8EAF0507E2D7}"/>
                  </a:ext>
                </a:extLst>
              </p:cNvPr>
              <p:cNvGrpSpPr/>
              <p:nvPr/>
            </p:nvGrpSpPr>
            <p:grpSpPr>
              <a:xfrm>
                <a:off x="4886987" y="8893541"/>
                <a:ext cx="72000" cy="146277"/>
                <a:chOff x="3250176" y="2637183"/>
                <a:chExt cx="179694" cy="146277"/>
              </a:xfrm>
            </p:grpSpPr>
            <p:grpSp>
              <p:nvGrpSpPr>
                <p:cNvPr id="2026" name="그룹 2025">
                  <a:extLst>
                    <a:ext uri="{FF2B5EF4-FFF2-40B4-BE49-F238E27FC236}">
                      <a16:creationId xmlns:a16="http://schemas.microsoft.com/office/drawing/2014/main" id="{5E689142-324D-6405-28DE-DB86A2D7796F}"/>
                    </a:ext>
                  </a:extLst>
                </p:cNvPr>
                <p:cNvGrpSpPr/>
                <p:nvPr/>
              </p:nvGrpSpPr>
              <p:grpSpPr>
                <a:xfrm>
                  <a:off x="3250176" y="2637183"/>
                  <a:ext cx="178824" cy="144000"/>
                  <a:chOff x="5453592" y="2641965"/>
                  <a:chExt cx="178824" cy="144000"/>
                </a:xfrm>
              </p:grpSpPr>
              <p:cxnSp>
                <p:nvCxnSpPr>
                  <p:cNvPr id="2028" name="직선 연결선 2027">
                    <a:extLst>
                      <a:ext uri="{FF2B5EF4-FFF2-40B4-BE49-F238E27FC236}">
                        <a16:creationId xmlns:a16="http://schemas.microsoft.com/office/drawing/2014/main" id="{4A1CC06E-598F-82F1-B356-538A105FEDC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9" name="직선 연결선 2028">
                    <a:extLst>
                      <a:ext uri="{FF2B5EF4-FFF2-40B4-BE49-F238E27FC236}">
                        <a16:creationId xmlns:a16="http://schemas.microsoft.com/office/drawing/2014/main" id="{ACB47FF4-D40A-262E-3ED3-AF1B4C573A6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27" name="직선 연결선 2026">
                  <a:extLst>
                    <a:ext uri="{FF2B5EF4-FFF2-40B4-BE49-F238E27FC236}">
                      <a16:creationId xmlns:a16="http://schemas.microsoft.com/office/drawing/2014/main" id="{A85E1442-8F43-6D46-0754-F5713F30352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99" name="직선 연결선 1998">
                <a:extLst>
                  <a:ext uri="{FF2B5EF4-FFF2-40B4-BE49-F238E27FC236}">
                    <a16:creationId xmlns:a16="http://schemas.microsoft.com/office/drawing/2014/main" id="{2A56E1A5-380B-B222-9E15-5BDF07BA10B3}"/>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00" name="그룹 1999">
                <a:extLst>
                  <a:ext uri="{FF2B5EF4-FFF2-40B4-BE49-F238E27FC236}">
                    <a16:creationId xmlns:a16="http://schemas.microsoft.com/office/drawing/2014/main" id="{68A57EB3-B8B2-2F19-B9B0-08DE17C8D072}"/>
                  </a:ext>
                </a:extLst>
              </p:cNvPr>
              <p:cNvGrpSpPr/>
              <p:nvPr/>
            </p:nvGrpSpPr>
            <p:grpSpPr>
              <a:xfrm>
                <a:off x="5096754" y="8890453"/>
                <a:ext cx="72000" cy="146277"/>
                <a:chOff x="3250176" y="2637183"/>
                <a:chExt cx="179694" cy="146277"/>
              </a:xfrm>
            </p:grpSpPr>
            <p:grpSp>
              <p:nvGrpSpPr>
                <p:cNvPr id="2022" name="그룹 2021">
                  <a:extLst>
                    <a:ext uri="{FF2B5EF4-FFF2-40B4-BE49-F238E27FC236}">
                      <a16:creationId xmlns:a16="http://schemas.microsoft.com/office/drawing/2014/main" id="{69A9F749-782C-199A-68E9-5943B3974490}"/>
                    </a:ext>
                  </a:extLst>
                </p:cNvPr>
                <p:cNvGrpSpPr/>
                <p:nvPr/>
              </p:nvGrpSpPr>
              <p:grpSpPr>
                <a:xfrm>
                  <a:off x="3250176" y="2637183"/>
                  <a:ext cx="178824" cy="144000"/>
                  <a:chOff x="5453592" y="2641965"/>
                  <a:chExt cx="178824" cy="144000"/>
                </a:xfrm>
              </p:grpSpPr>
              <p:cxnSp>
                <p:nvCxnSpPr>
                  <p:cNvPr id="2024" name="직선 연결선 2023">
                    <a:extLst>
                      <a:ext uri="{FF2B5EF4-FFF2-40B4-BE49-F238E27FC236}">
                        <a16:creationId xmlns:a16="http://schemas.microsoft.com/office/drawing/2014/main" id="{CB715422-F2E4-3783-D1CA-8D60C53BED9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5" name="직선 연결선 2024">
                    <a:extLst>
                      <a:ext uri="{FF2B5EF4-FFF2-40B4-BE49-F238E27FC236}">
                        <a16:creationId xmlns:a16="http://schemas.microsoft.com/office/drawing/2014/main" id="{70EAF19F-BE7F-829D-382E-D9F8AE9A2A1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23" name="직선 연결선 2022">
                  <a:extLst>
                    <a:ext uri="{FF2B5EF4-FFF2-40B4-BE49-F238E27FC236}">
                      <a16:creationId xmlns:a16="http://schemas.microsoft.com/office/drawing/2014/main" id="{9F691C29-C91A-8D80-B40B-76D04D28228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01" name="직선 연결선 2000">
                <a:extLst>
                  <a:ext uri="{FF2B5EF4-FFF2-40B4-BE49-F238E27FC236}">
                    <a16:creationId xmlns:a16="http://schemas.microsoft.com/office/drawing/2014/main" id="{046D991A-FD00-5A00-BDE1-C3EFC2C3186F}"/>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02" name="그룹 2001">
                <a:extLst>
                  <a:ext uri="{FF2B5EF4-FFF2-40B4-BE49-F238E27FC236}">
                    <a16:creationId xmlns:a16="http://schemas.microsoft.com/office/drawing/2014/main" id="{60959095-91A2-30DF-ECE0-AC6142232BF3}"/>
                  </a:ext>
                </a:extLst>
              </p:cNvPr>
              <p:cNvGrpSpPr/>
              <p:nvPr/>
            </p:nvGrpSpPr>
            <p:grpSpPr>
              <a:xfrm>
                <a:off x="5203663" y="8892184"/>
                <a:ext cx="101416" cy="146277"/>
                <a:chOff x="4545844" y="3971199"/>
                <a:chExt cx="101416" cy="146277"/>
              </a:xfrm>
            </p:grpSpPr>
            <p:grpSp>
              <p:nvGrpSpPr>
                <p:cNvPr id="2016" name="그룹 2015">
                  <a:extLst>
                    <a:ext uri="{FF2B5EF4-FFF2-40B4-BE49-F238E27FC236}">
                      <a16:creationId xmlns:a16="http://schemas.microsoft.com/office/drawing/2014/main" id="{CDAC7843-C495-D7B1-C5CA-0FF00D946992}"/>
                    </a:ext>
                  </a:extLst>
                </p:cNvPr>
                <p:cNvGrpSpPr/>
                <p:nvPr/>
              </p:nvGrpSpPr>
              <p:grpSpPr>
                <a:xfrm>
                  <a:off x="4545844" y="3971199"/>
                  <a:ext cx="35826" cy="146277"/>
                  <a:chOff x="3250176" y="2637183"/>
                  <a:chExt cx="178824" cy="146277"/>
                </a:xfrm>
              </p:grpSpPr>
              <p:grpSp>
                <p:nvGrpSpPr>
                  <p:cNvPr id="2018" name="그룹 2017">
                    <a:extLst>
                      <a:ext uri="{FF2B5EF4-FFF2-40B4-BE49-F238E27FC236}">
                        <a16:creationId xmlns:a16="http://schemas.microsoft.com/office/drawing/2014/main" id="{BD7B865A-B755-EDCD-6305-E85FA4C51AB6}"/>
                      </a:ext>
                    </a:extLst>
                  </p:cNvPr>
                  <p:cNvGrpSpPr/>
                  <p:nvPr/>
                </p:nvGrpSpPr>
                <p:grpSpPr>
                  <a:xfrm>
                    <a:off x="3250176" y="2637183"/>
                    <a:ext cx="178824" cy="144000"/>
                    <a:chOff x="5453592" y="2641965"/>
                    <a:chExt cx="178824" cy="144000"/>
                  </a:xfrm>
                </p:grpSpPr>
                <p:cxnSp>
                  <p:nvCxnSpPr>
                    <p:cNvPr id="2020" name="직선 연결선 2019">
                      <a:extLst>
                        <a:ext uri="{FF2B5EF4-FFF2-40B4-BE49-F238E27FC236}">
                          <a16:creationId xmlns:a16="http://schemas.microsoft.com/office/drawing/2014/main" id="{54675C21-8E47-238E-71FF-CBA85CD4F9D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1" name="직선 연결선 2020">
                      <a:extLst>
                        <a:ext uri="{FF2B5EF4-FFF2-40B4-BE49-F238E27FC236}">
                          <a16:creationId xmlns:a16="http://schemas.microsoft.com/office/drawing/2014/main" id="{BFDE9ACB-418C-0C22-5F9B-08BD91CF934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19" name="직선 연결선 2018">
                    <a:extLst>
                      <a:ext uri="{FF2B5EF4-FFF2-40B4-BE49-F238E27FC236}">
                        <a16:creationId xmlns:a16="http://schemas.microsoft.com/office/drawing/2014/main" id="{CE67300B-BCD6-02B7-73E5-9D1DC2B5DF1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17" name="직선 연결선 2016">
                  <a:extLst>
                    <a:ext uri="{FF2B5EF4-FFF2-40B4-BE49-F238E27FC236}">
                      <a16:creationId xmlns:a16="http://schemas.microsoft.com/office/drawing/2014/main" id="{59F8873F-279C-CF1B-A98F-64E64633771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03" name="그룹 2002">
                <a:extLst>
                  <a:ext uri="{FF2B5EF4-FFF2-40B4-BE49-F238E27FC236}">
                    <a16:creationId xmlns:a16="http://schemas.microsoft.com/office/drawing/2014/main" id="{6690FBA8-C566-2E5B-B496-19C09597E7F1}"/>
                  </a:ext>
                </a:extLst>
              </p:cNvPr>
              <p:cNvGrpSpPr/>
              <p:nvPr/>
            </p:nvGrpSpPr>
            <p:grpSpPr>
              <a:xfrm>
                <a:off x="5418847" y="8892274"/>
                <a:ext cx="101416" cy="146277"/>
                <a:chOff x="4545844" y="3971199"/>
                <a:chExt cx="101416" cy="146277"/>
              </a:xfrm>
            </p:grpSpPr>
            <p:grpSp>
              <p:nvGrpSpPr>
                <p:cNvPr id="2010" name="그룹 2009">
                  <a:extLst>
                    <a:ext uri="{FF2B5EF4-FFF2-40B4-BE49-F238E27FC236}">
                      <a16:creationId xmlns:a16="http://schemas.microsoft.com/office/drawing/2014/main" id="{1A98B6C8-B1EF-BDB3-4CA5-DDDDEA405AFE}"/>
                    </a:ext>
                  </a:extLst>
                </p:cNvPr>
                <p:cNvGrpSpPr/>
                <p:nvPr/>
              </p:nvGrpSpPr>
              <p:grpSpPr>
                <a:xfrm>
                  <a:off x="4545844" y="3971199"/>
                  <a:ext cx="35826" cy="146277"/>
                  <a:chOff x="3250176" y="2637183"/>
                  <a:chExt cx="178824" cy="146277"/>
                </a:xfrm>
              </p:grpSpPr>
              <p:grpSp>
                <p:nvGrpSpPr>
                  <p:cNvPr id="2012" name="그룹 2011">
                    <a:extLst>
                      <a:ext uri="{FF2B5EF4-FFF2-40B4-BE49-F238E27FC236}">
                        <a16:creationId xmlns:a16="http://schemas.microsoft.com/office/drawing/2014/main" id="{E51D681E-28E2-5ADB-55C7-793B9BCB16F0}"/>
                      </a:ext>
                    </a:extLst>
                  </p:cNvPr>
                  <p:cNvGrpSpPr/>
                  <p:nvPr/>
                </p:nvGrpSpPr>
                <p:grpSpPr>
                  <a:xfrm>
                    <a:off x="3250176" y="2637183"/>
                    <a:ext cx="178824" cy="144000"/>
                    <a:chOff x="5453592" y="2641965"/>
                    <a:chExt cx="178824" cy="144000"/>
                  </a:xfrm>
                </p:grpSpPr>
                <p:cxnSp>
                  <p:nvCxnSpPr>
                    <p:cNvPr id="2014" name="직선 연결선 2013">
                      <a:extLst>
                        <a:ext uri="{FF2B5EF4-FFF2-40B4-BE49-F238E27FC236}">
                          <a16:creationId xmlns:a16="http://schemas.microsoft.com/office/drawing/2014/main" id="{C1F205BA-0EAD-4C40-5F64-13D53001B2C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5" name="직선 연결선 2014">
                      <a:extLst>
                        <a:ext uri="{FF2B5EF4-FFF2-40B4-BE49-F238E27FC236}">
                          <a16:creationId xmlns:a16="http://schemas.microsoft.com/office/drawing/2014/main" id="{13F433F6-0E6F-AC07-8E33-BCAA69E8DD6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13" name="직선 연결선 2012">
                    <a:extLst>
                      <a:ext uri="{FF2B5EF4-FFF2-40B4-BE49-F238E27FC236}">
                        <a16:creationId xmlns:a16="http://schemas.microsoft.com/office/drawing/2014/main" id="{0D5F8368-AB3D-5F8E-F91B-D657B239AD4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11" name="직선 연결선 2010">
                  <a:extLst>
                    <a:ext uri="{FF2B5EF4-FFF2-40B4-BE49-F238E27FC236}">
                      <a16:creationId xmlns:a16="http://schemas.microsoft.com/office/drawing/2014/main" id="{C0A92582-689F-5522-BB45-D82C04EB5CB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04" name="그룹 2003">
                <a:extLst>
                  <a:ext uri="{FF2B5EF4-FFF2-40B4-BE49-F238E27FC236}">
                    <a16:creationId xmlns:a16="http://schemas.microsoft.com/office/drawing/2014/main" id="{4F18D572-DC32-3E4F-BAE1-8BA2A822B7C8}"/>
                  </a:ext>
                </a:extLst>
              </p:cNvPr>
              <p:cNvGrpSpPr/>
              <p:nvPr/>
            </p:nvGrpSpPr>
            <p:grpSpPr>
              <a:xfrm>
                <a:off x="5309841" y="8892057"/>
                <a:ext cx="72000" cy="146277"/>
                <a:chOff x="3250176" y="2637183"/>
                <a:chExt cx="179694" cy="146277"/>
              </a:xfrm>
            </p:grpSpPr>
            <p:grpSp>
              <p:nvGrpSpPr>
                <p:cNvPr id="2006" name="그룹 2005">
                  <a:extLst>
                    <a:ext uri="{FF2B5EF4-FFF2-40B4-BE49-F238E27FC236}">
                      <a16:creationId xmlns:a16="http://schemas.microsoft.com/office/drawing/2014/main" id="{DB306CBB-E6EA-BE8A-B668-3A1290ACF66A}"/>
                    </a:ext>
                  </a:extLst>
                </p:cNvPr>
                <p:cNvGrpSpPr/>
                <p:nvPr/>
              </p:nvGrpSpPr>
              <p:grpSpPr>
                <a:xfrm>
                  <a:off x="3250176" y="2637183"/>
                  <a:ext cx="178824" cy="144000"/>
                  <a:chOff x="5453592" y="2641965"/>
                  <a:chExt cx="178824" cy="144000"/>
                </a:xfrm>
              </p:grpSpPr>
              <p:cxnSp>
                <p:nvCxnSpPr>
                  <p:cNvPr id="2008" name="직선 연결선 2007">
                    <a:extLst>
                      <a:ext uri="{FF2B5EF4-FFF2-40B4-BE49-F238E27FC236}">
                        <a16:creationId xmlns:a16="http://schemas.microsoft.com/office/drawing/2014/main" id="{9169702C-00E6-1E34-AA96-82EED0E2DFB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9" name="직선 연결선 2008">
                    <a:extLst>
                      <a:ext uri="{FF2B5EF4-FFF2-40B4-BE49-F238E27FC236}">
                        <a16:creationId xmlns:a16="http://schemas.microsoft.com/office/drawing/2014/main" id="{3135D5CA-BC78-CF8E-0E59-75AAC76F304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07" name="직선 연결선 2006">
                  <a:extLst>
                    <a:ext uri="{FF2B5EF4-FFF2-40B4-BE49-F238E27FC236}">
                      <a16:creationId xmlns:a16="http://schemas.microsoft.com/office/drawing/2014/main" id="{A2A4B1A5-AAB2-384A-1CE0-64B448FA90A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05" name="직선 연결선 2004">
                <a:extLst>
                  <a:ext uri="{FF2B5EF4-FFF2-40B4-BE49-F238E27FC236}">
                    <a16:creationId xmlns:a16="http://schemas.microsoft.com/office/drawing/2014/main" id="{40BC28E6-B4CF-F546-49DF-D1B835EEC7FF}"/>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46" name="그룹 2045">
              <a:extLst>
                <a:ext uri="{FF2B5EF4-FFF2-40B4-BE49-F238E27FC236}">
                  <a16:creationId xmlns:a16="http://schemas.microsoft.com/office/drawing/2014/main" id="{7991A562-F439-536D-9442-E0019A996637}"/>
                </a:ext>
              </a:extLst>
            </p:cNvPr>
            <p:cNvGrpSpPr/>
            <p:nvPr/>
          </p:nvGrpSpPr>
          <p:grpSpPr>
            <a:xfrm>
              <a:off x="2825416" y="8060501"/>
              <a:ext cx="846363" cy="149365"/>
              <a:chOff x="4673900" y="8890453"/>
              <a:chExt cx="846363" cy="149365"/>
            </a:xfrm>
          </p:grpSpPr>
          <p:grpSp>
            <p:nvGrpSpPr>
              <p:cNvPr id="2047" name="그룹 2046">
                <a:extLst>
                  <a:ext uri="{FF2B5EF4-FFF2-40B4-BE49-F238E27FC236}">
                    <a16:creationId xmlns:a16="http://schemas.microsoft.com/office/drawing/2014/main" id="{386BE09D-A0E4-52CE-894C-03430FF0E3E7}"/>
                  </a:ext>
                </a:extLst>
              </p:cNvPr>
              <p:cNvGrpSpPr/>
              <p:nvPr/>
            </p:nvGrpSpPr>
            <p:grpSpPr>
              <a:xfrm>
                <a:off x="4673900" y="8891937"/>
                <a:ext cx="72000" cy="146277"/>
                <a:chOff x="3250176" y="2637183"/>
                <a:chExt cx="179694" cy="146277"/>
              </a:xfrm>
            </p:grpSpPr>
            <p:grpSp>
              <p:nvGrpSpPr>
                <p:cNvPr id="2095" name="그룹 2094">
                  <a:extLst>
                    <a:ext uri="{FF2B5EF4-FFF2-40B4-BE49-F238E27FC236}">
                      <a16:creationId xmlns:a16="http://schemas.microsoft.com/office/drawing/2014/main" id="{C6E123CE-6246-D57C-3941-C684E0239ACF}"/>
                    </a:ext>
                  </a:extLst>
                </p:cNvPr>
                <p:cNvGrpSpPr/>
                <p:nvPr/>
              </p:nvGrpSpPr>
              <p:grpSpPr>
                <a:xfrm>
                  <a:off x="3250176" y="2637183"/>
                  <a:ext cx="178824" cy="144000"/>
                  <a:chOff x="5453592" y="2641965"/>
                  <a:chExt cx="178824" cy="144000"/>
                </a:xfrm>
              </p:grpSpPr>
              <p:cxnSp>
                <p:nvCxnSpPr>
                  <p:cNvPr id="2097" name="직선 연결선 2096">
                    <a:extLst>
                      <a:ext uri="{FF2B5EF4-FFF2-40B4-BE49-F238E27FC236}">
                        <a16:creationId xmlns:a16="http://schemas.microsoft.com/office/drawing/2014/main" id="{5D514CA4-D78A-2B06-DDD8-185FAD74A1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8" name="직선 연결선 2097">
                    <a:extLst>
                      <a:ext uri="{FF2B5EF4-FFF2-40B4-BE49-F238E27FC236}">
                        <a16:creationId xmlns:a16="http://schemas.microsoft.com/office/drawing/2014/main" id="{BDD03790-481A-3177-5C95-0963B231B38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6" name="직선 연결선 2095">
                  <a:extLst>
                    <a:ext uri="{FF2B5EF4-FFF2-40B4-BE49-F238E27FC236}">
                      <a16:creationId xmlns:a16="http://schemas.microsoft.com/office/drawing/2014/main" id="{CAE050CA-063F-7C6F-3CBF-EC70F9CC3B3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48" name="직선 연결선 2047">
                <a:extLst>
                  <a:ext uri="{FF2B5EF4-FFF2-40B4-BE49-F238E27FC236}">
                    <a16:creationId xmlns:a16="http://schemas.microsoft.com/office/drawing/2014/main" id="{E4FD51A8-9EDD-9B1F-0A04-4027D671CBE1}"/>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49" name="그룹 2048">
                <a:extLst>
                  <a:ext uri="{FF2B5EF4-FFF2-40B4-BE49-F238E27FC236}">
                    <a16:creationId xmlns:a16="http://schemas.microsoft.com/office/drawing/2014/main" id="{18902453-3381-940A-754D-D294DBFB2A5F}"/>
                  </a:ext>
                </a:extLst>
              </p:cNvPr>
              <p:cNvGrpSpPr/>
              <p:nvPr/>
            </p:nvGrpSpPr>
            <p:grpSpPr>
              <a:xfrm>
                <a:off x="4780809" y="8891329"/>
                <a:ext cx="101416" cy="146277"/>
                <a:chOff x="4545844" y="3971199"/>
                <a:chExt cx="101416" cy="146277"/>
              </a:xfrm>
            </p:grpSpPr>
            <p:grpSp>
              <p:nvGrpSpPr>
                <p:cNvPr id="2089" name="그룹 2088">
                  <a:extLst>
                    <a:ext uri="{FF2B5EF4-FFF2-40B4-BE49-F238E27FC236}">
                      <a16:creationId xmlns:a16="http://schemas.microsoft.com/office/drawing/2014/main" id="{33B519A7-4E58-66D4-46E7-56985E7231FF}"/>
                    </a:ext>
                  </a:extLst>
                </p:cNvPr>
                <p:cNvGrpSpPr/>
                <p:nvPr/>
              </p:nvGrpSpPr>
              <p:grpSpPr>
                <a:xfrm>
                  <a:off x="4545844" y="3971199"/>
                  <a:ext cx="35826" cy="146277"/>
                  <a:chOff x="3250176" y="2637183"/>
                  <a:chExt cx="178824" cy="146277"/>
                </a:xfrm>
              </p:grpSpPr>
              <p:grpSp>
                <p:nvGrpSpPr>
                  <p:cNvPr id="2091" name="그룹 2090">
                    <a:extLst>
                      <a:ext uri="{FF2B5EF4-FFF2-40B4-BE49-F238E27FC236}">
                        <a16:creationId xmlns:a16="http://schemas.microsoft.com/office/drawing/2014/main" id="{D756FD59-54DF-91E5-B04C-3BBCAB56C848}"/>
                      </a:ext>
                    </a:extLst>
                  </p:cNvPr>
                  <p:cNvGrpSpPr/>
                  <p:nvPr/>
                </p:nvGrpSpPr>
                <p:grpSpPr>
                  <a:xfrm>
                    <a:off x="3250176" y="2637183"/>
                    <a:ext cx="178824" cy="144000"/>
                    <a:chOff x="5453592" y="2641965"/>
                    <a:chExt cx="178824" cy="144000"/>
                  </a:xfrm>
                </p:grpSpPr>
                <p:cxnSp>
                  <p:nvCxnSpPr>
                    <p:cNvPr id="2093" name="직선 연결선 2092">
                      <a:extLst>
                        <a:ext uri="{FF2B5EF4-FFF2-40B4-BE49-F238E27FC236}">
                          <a16:creationId xmlns:a16="http://schemas.microsoft.com/office/drawing/2014/main" id="{8CF519E2-AA72-1ABB-EC50-33C6CA0CA6E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4" name="직선 연결선 2093">
                      <a:extLst>
                        <a:ext uri="{FF2B5EF4-FFF2-40B4-BE49-F238E27FC236}">
                          <a16:creationId xmlns:a16="http://schemas.microsoft.com/office/drawing/2014/main" id="{D8A0E920-8326-83D9-D1B7-B13337B18EF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2" name="직선 연결선 2091">
                    <a:extLst>
                      <a:ext uri="{FF2B5EF4-FFF2-40B4-BE49-F238E27FC236}">
                        <a16:creationId xmlns:a16="http://schemas.microsoft.com/office/drawing/2014/main" id="{EDD1D734-9C63-A028-352F-AD4D59CDACC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0" name="직선 연결선 2089">
                  <a:extLst>
                    <a:ext uri="{FF2B5EF4-FFF2-40B4-BE49-F238E27FC236}">
                      <a16:creationId xmlns:a16="http://schemas.microsoft.com/office/drawing/2014/main" id="{E246DC21-A4FF-399B-E552-F5A7A32C188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0" name="그룹 2049">
                <a:extLst>
                  <a:ext uri="{FF2B5EF4-FFF2-40B4-BE49-F238E27FC236}">
                    <a16:creationId xmlns:a16="http://schemas.microsoft.com/office/drawing/2014/main" id="{769BE7D0-DA33-7655-A839-96AB54D8DB50}"/>
                  </a:ext>
                </a:extLst>
              </p:cNvPr>
              <p:cNvGrpSpPr/>
              <p:nvPr/>
            </p:nvGrpSpPr>
            <p:grpSpPr>
              <a:xfrm>
                <a:off x="4995993" y="8891419"/>
                <a:ext cx="101416" cy="146277"/>
                <a:chOff x="4545844" y="3971199"/>
                <a:chExt cx="101416" cy="146277"/>
              </a:xfrm>
            </p:grpSpPr>
            <p:grpSp>
              <p:nvGrpSpPr>
                <p:cNvPr id="2083" name="그룹 2082">
                  <a:extLst>
                    <a:ext uri="{FF2B5EF4-FFF2-40B4-BE49-F238E27FC236}">
                      <a16:creationId xmlns:a16="http://schemas.microsoft.com/office/drawing/2014/main" id="{2929C24C-3C28-F4B5-2154-3895B11E1EE4}"/>
                    </a:ext>
                  </a:extLst>
                </p:cNvPr>
                <p:cNvGrpSpPr/>
                <p:nvPr/>
              </p:nvGrpSpPr>
              <p:grpSpPr>
                <a:xfrm>
                  <a:off x="4545844" y="3971199"/>
                  <a:ext cx="35826" cy="146277"/>
                  <a:chOff x="3250176" y="2637183"/>
                  <a:chExt cx="178824" cy="146277"/>
                </a:xfrm>
              </p:grpSpPr>
              <p:grpSp>
                <p:nvGrpSpPr>
                  <p:cNvPr id="2085" name="그룹 2084">
                    <a:extLst>
                      <a:ext uri="{FF2B5EF4-FFF2-40B4-BE49-F238E27FC236}">
                        <a16:creationId xmlns:a16="http://schemas.microsoft.com/office/drawing/2014/main" id="{D5B73E9E-3E70-364B-6AD0-6D47E8A6BFE0}"/>
                      </a:ext>
                    </a:extLst>
                  </p:cNvPr>
                  <p:cNvGrpSpPr/>
                  <p:nvPr/>
                </p:nvGrpSpPr>
                <p:grpSpPr>
                  <a:xfrm>
                    <a:off x="3250176" y="2637183"/>
                    <a:ext cx="178824" cy="144000"/>
                    <a:chOff x="5453592" y="2641965"/>
                    <a:chExt cx="178824" cy="144000"/>
                  </a:xfrm>
                </p:grpSpPr>
                <p:cxnSp>
                  <p:nvCxnSpPr>
                    <p:cNvPr id="2087" name="직선 연결선 2086">
                      <a:extLst>
                        <a:ext uri="{FF2B5EF4-FFF2-40B4-BE49-F238E27FC236}">
                          <a16:creationId xmlns:a16="http://schemas.microsoft.com/office/drawing/2014/main" id="{02B7FB1E-1804-D629-4817-927BEDAD6B1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8" name="직선 연결선 2087">
                      <a:extLst>
                        <a:ext uri="{FF2B5EF4-FFF2-40B4-BE49-F238E27FC236}">
                          <a16:creationId xmlns:a16="http://schemas.microsoft.com/office/drawing/2014/main" id="{A6CEE1A2-F1E5-966C-B05A-05C0EF9F279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86" name="직선 연결선 2085">
                    <a:extLst>
                      <a:ext uri="{FF2B5EF4-FFF2-40B4-BE49-F238E27FC236}">
                        <a16:creationId xmlns:a16="http://schemas.microsoft.com/office/drawing/2014/main" id="{8E118FE1-B5D3-921F-2CDF-100A0D26E2A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84" name="직선 연결선 2083">
                  <a:extLst>
                    <a:ext uri="{FF2B5EF4-FFF2-40B4-BE49-F238E27FC236}">
                      <a16:creationId xmlns:a16="http://schemas.microsoft.com/office/drawing/2014/main" id="{8F17722C-9E6F-5FB7-B657-71BC1893AA07}"/>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1" name="그룹 2050">
                <a:extLst>
                  <a:ext uri="{FF2B5EF4-FFF2-40B4-BE49-F238E27FC236}">
                    <a16:creationId xmlns:a16="http://schemas.microsoft.com/office/drawing/2014/main" id="{48EC6A79-9444-4264-4065-290C21A11589}"/>
                  </a:ext>
                </a:extLst>
              </p:cNvPr>
              <p:cNvGrpSpPr/>
              <p:nvPr/>
            </p:nvGrpSpPr>
            <p:grpSpPr>
              <a:xfrm>
                <a:off x="4886987" y="8893541"/>
                <a:ext cx="72000" cy="146277"/>
                <a:chOff x="3250176" y="2637183"/>
                <a:chExt cx="179694" cy="146277"/>
              </a:xfrm>
            </p:grpSpPr>
            <p:grpSp>
              <p:nvGrpSpPr>
                <p:cNvPr id="2079" name="그룹 2078">
                  <a:extLst>
                    <a:ext uri="{FF2B5EF4-FFF2-40B4-BE49-F238E27FC236}">
                      <a16:creationId xmlns:a16="http://schemas.microsoft.com/office/drawing/2014/main" id="{7EA85D8B-50EC-5D61-E191-087D1DC5F885}"/>
                    </a:ext>
                  </a:extLst>
                </p:cNvPr>
                <p:cNvGrpSpPr/>
                <p:nvPr/>
              </p:nvGrpSpPr>
              <p:grpSpPr>
                <a:xfrm>
                  <a:off x="3250176" y="2637183"/>
                  <a:ext cx="178824" cy="144000"/>
                  <a:chOff x="5453592" y="2641965"/>
                  <a:chExt cx="178824" cy="144000"/>
                </a:xfrm>
              </p:grpSpPr>
              <p:cxnSp>
                <p:nvCxnSpPr>
                  <p:cNvPr id="2081" name="직선 연결선 2080">
                    <a:extLst>
                      <a:ext uri="{FF2B5EF4-FFF2-40B4-BE49-F238E27FC236}">
                        <a16:creationId xmlns:a16="http://schemas.microsoft.com/office/drawing/2014/main" id="{B5AB9403-2816-E4FE-A59E-EAC6742C558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2" name="직선 연결선 2081">
                    <a:extLst>
                      <a:ext uri="{FF2B5EF4-FFF2-40B4-BE49-F238E27FC236}">
                        <a16:creationId xmlns:a16="http://schemas.microsoft.com/office/drawing/2014/main" id="{2ACC3C74-022B-7454-1E3C-5B564EEDDB9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80" name="직선 연결선 2079">
                  <a:extLst>
                    <a:ext uri="{FF2B5EF4-FFF2-40B4-BE49-F238E27FC236}">
                      <a16:creationId xmlns:a16="http://schemas.microsoft.com/office/drawing/2014/main" id="{40D0348E-CDF1-BF38-46FC-110AC367AB7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52" name="직선 연결선 2051">
                <a:extLst>
                  <a:ext uri="{FF2B5EF4-FFF2-40B4-BE49-F238E27FC236}">
                    <a16:creationId xmlns:a16="http://schemas.microsoft.com/office/drawing/2014/main" id="{DF2CE432-2B59-1081-E400-0FD44390085D}"/>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53" name="그룹 2052">
                <a:extLst>
                  <a:ext uri="{FF2B5EF4-FFF2-40B4-BE49-F238E27FC236}">
                    <a16:creationId xmlns:a16="http://schemas.microsoft.com/office/drawing/2014/main" id="{FDF5CDFD-5996-1BD2-F631-C7331EEFDA51}"/>
                  </a:ext>
                </a:extLst>
              </p:cNvPr>
              <p:cNvGrpSpPr/>
              <p:nvPr/>
            </p:nvGrpSpPr>
            <p:grpSpPr>
              <a:xfrm>
                <a:off x="5096754" y="8890453"/>
                <a:ext cx="72000" cy="146277"/>
                <a:chOff x="3250176" y="2637183"/>
                <a:chExt cx="179694" cy="146277"/>
              </a:xfrm>
            </p:grpSpPr>
            <p:grpSp>
              <p:nvGrpSpPr>
                <p:cNvPr id="2075" name="그룹 2074">
                  <a:extLst>
                    <a:ext uri="{FF2B5EF4-FFF2-40B4-BE49-F238E27FC236}">
                      <a16:creationId xmlns:a16="http://schemas.microsoft.com/office/drawing/2014/main" id="{D3A4718B-27A0-71D0-4D88-60F3D8895FED}"/>
                    </a:ext>
                  </a:extLst>
                </p:cNvPr>
                <p:cNvGrpSpPr/>
                <p:nvPr/>
              </p:nvGrpSpPr>
              <p:grpSpPr>
                <a:xfrm>
                  <a:off x="3250176" y="2637183"/>
                  <a:ext cx="178824" cy="144000"/>
                  <a:chOff x="5453592" y="2641965"/>
                  <a:chExt cx="178824" cy="144000"/>
                </a:xfrm>
              </p:grpSpPr>
              <p:cxnSp>
                <p:nvCxnSpPr>
                  <p:cNvPr id="2077" name="직선 연결선 2076">
                    <a:extLst>
                      <a:ext uri="{FF2B5EF4-FFF2-40B4-BE49-F238E27FC236}">
                        <a16:creationId xmlns:a16="http://schemas.microsoft.com/office/drawing/2014/main" id="{E273FCE2-F814-5E24-A1CC-DD9D4573994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8" name="직선 연결선 2077">
                    <a:extLst>
                      <a:ext uri="{FF2B5EF4-FFF2-40B4-BE49-F238E27FC236}">
                        <a16:creationId xmlns:a16="http://schemas.microsoft.com/office/drawing/2014/main" id="{FB418269-3F7D-F6BE-B973-1FBFE9805EF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6" name="직선 연결선 2075">
                  <a:extLst>
                    <a:ext uri="{FF2B5EF4-FFF2-40B4-BE49-F238E27FC236}">
                      <a16:creationId xmlns:a16="http://schemas.microsoft.com/office/drawing/2014/main" id="{AC5BFA2A-D541-C05D-B8F3-A824A7CAA42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54" name="직선 연결선 2053">
                <a:extLst>
                  <a:ext uri="{FF2B5EF4-FFF2-40B4-BE49-F238E27FC236}">
                    <a16:creationId xmlns:a16="http://schemas.microsoft.com/office/drawing/2014/main" id="{E4E2601C-A228-6A0B-BA06-5549FB235400}"/>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55" name="그룹 2054">
                <a:extLst>
                  <a:ext uri="{FF2B5EF4-FFF2-40B4-BE49-F238E27FC236}">
                    <a16:creationId xmlns:a16="http://schemas.microsoft.com/office/drawing/2014/main" id="{380FF28F-4409-1CDA-5820-66933D3A635E}"/>
                  </a:ext>
                </a:extLst>
              </p:cNvPr>
              <p:cNvGrpSpPr/>
              <p:nvPr/>
            </p:nvGrpSpPr>
            <p:grpSpPr>
              <a:xfrm>
                <a:off x="5203663" y="8892184"/>
                <a:ext cx="101416" cy="146277"/>
                <a:chOff x="4545844" y="3971199"/>
                <a:chExt cx="101416" cy="146277"/>
              </a:xfrm>
            </p:grpSpPr>
            <p:grpSp>
              <p:nvGrpSpPr>
                <p:cNvPr id="2069" name="그룹 2068">
                  <a:extLst>
                    <a:ext uri="{FF2B5EF4-FFF2-40B4-BE49-F238E27FC236}">
                      <a16:creationId xmlns:a16="http://schemas.microsoft.com/office/drawing/2014/main" id="{1B3875EC-1DC5-C8C9-0642-DF02729C0685}"/>
                    </a:ext>
                  </a:extLst>
                </p:cNvPr>
                <p:cNvGrpSpPr/>
                <p:nvPr/>
              </p:nvGrpSpPr>
              <p:grpSpPr>
                <a:xfrm>
                  <a:off x="4545844" y="3971199"/>
                  <a:ext cx="35826" cy="146277"/>
                  <a:chOff x="3250176" y="2637183"/>
                  <a:chExt cx="178824" cy="146277"/>
                </a:xfrm>
              </p:grpSpPr>
              <p:grpSp>
                <p:nvGrpSpPr>
                  <p:cNvPr id="2071" name="그룹 2070">
                    <a:extLst>
                      <a:ext uri="{FF2B5EF4-FFF2-40B4-BE49-F238E27FC236}">
                        <a16:creationId xmlns:a16="http://schemas.microsoft.com/office/drawing/2014/main" id="{865B6872-1A61-BA4C-B9DD-3337A967BD61}"/>
                      </a:ext>
                    </a:extLst>
                  </p:cNvPr>
                  <p:cNvGrpSpPr/>
                  <p:nvPr/>
                </p:nvGrpSpPr>
                <p:grpSpPr>
                  <a:xfrm>
                    <a:off x="3250176" y="2637183"/>
                    <a:ext cx="178824" cy="144000"/>
                    <a:chOff x="5453592" y="2641965"/>
                    <a:chExt cx="178824" cy="144000"/>
                  </a:xfrm>
                </p:grpSpPr>
                <p:cxnSp>
                  <p:nvCxnSpPr>
                    <p:cNvPr id="2073" name="직선 연결선 2072">
                      <a:extLst>
                        <a:ext uri="{FF2B5EF4-FFF2-40B4-BE49-F238E27FC236}">
                          <a16:creationId xmlns:a16="http://schemas.microsoft.com/office/drawing/2014/main" id="{ABBD82C0-2E32-381F-6821-04FF0EE4256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4" name="직선 연결선 2073">
                      <a:extLst>
                        <a:ext uri="{FF2B5EF4-FFF2-40B4-BE49-F238E27FC236}">
                          <a16:creationId xmlns:a16="http://schemas.microsoft.com/office/drawing/2014/main" id="{894D60D0-CBE0-9E2F-8027-0CDED01B50C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2" name="직선 연결선 2071">
                    <a:extLst>
                      <a:ext uri="{FF2B5EF4-FFF2-40B4-BE49-F238E27FC236}">
                        <a16:creationId xmlns:a16="http://schemas.microsoft.com/office/drawing/2014/main" id="{A5A1E0A5-C23E-AAE6-6094-4B035EBC80A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0" name="직선 연결선 2069">
                  <a:extLst>
                    <a:ext uri="{FF2B5EF4-FFF2-40B4-BE49-F238E27FC236}">
                      <a16:creationId xmlns:a16="http://schemas.microsoft.com/office/drawing/2014/main" id="{8F1C2C00-58EB-188C-EAF2-2BCD7FC57A9A}"/>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6" name="그룹 2055">
                <a:extLst>
                  <a:ext uri="{FF2B5EF4-FFF2-40B4-BE49-F238E27FC236}">
                    <a16:creationId xmlns:a16="http://schemas.microsoft.com/office/drawing/2014/main" id="{9FDDB01D-0E60-F09F-9BD1-0283C871F24F}"/>
                  </a:ext>
                </a:extLst>
              </p:cNvPr>
              <p:cNvGrpSpPr/>
              <p:nvPr/>
            </p:nvGrpSpPr>
            <p:grpSpPr>
              <a:xfrm>
                <a:off x="5418847" y="8892274"/>
                <a:ext cx="101416" cy="146277"/>
                <a:chOff x="4545844" y="3971199"/>
                <a:chExt cx="101416" cy="146277"/>
              </a:xfrm>
            </p:grpSpPr>
            <p:grpSp>
              <p:nvGrpSpPr>
                <p:cNvPr id="2063" name="그룹 2062">
                  <a:extLst>
                    <a:ext uri="{FF2B5EF4-FFF2-40B4-BE49-F238E27FC236}">
                      <a16:creationId xmlns:a16="http://schemas.microsoft.com/office/drawing/2014/main" id="{05E37435-049C-13EF-1ECC-50210D10747D}"/>
                    </a:ext>
                  </a:extLst>
                </p:cNvPr>
                <p:cNvGrpSpPr/>
                <p:nvPr/>
              </p:nvGrpSpPr>
              <p:grpSpPr>
                <a:xfrm>
                  <a:off x="4545844" y="3971199"/>
                  <a:ext cx="35826" cy="146277"/>
                  <a:chOff x="3250176" y="2637183"/>
                  <a:chExt cx="178824" cy="146277"/>
                </a:xfrm>
              </p:grpSpPr>
              <p:grpSp>
                <p:nvGrpSpPr>
                  <p:cNvPr id="2065" name="그룹 2064">
                    <a:extLst>
                      <a:ext uri="{FF2B5EF4-FFF2-40B4-BE49-F238E27FC236}">
                        <a16:creationId xmlns:a16="http://schemas.microsoft.com/office/drawing/2014/main" id="{AC59F45F-128C-A7D4-A2E0-83D999C88B2F}"/>
                      </a:ext>
                    </a:extLst>
                  </p:cNvPr>
                  <p:cNvGrpSpPr/>
                  <p:nvPr/>
                </p:nvGrpSpPr>
                <p:grpSpPr>
                  <a:xfrm>
                    <a:off x="3250176" y="2637183"/>
                    <a:ext cx="178824" cy="144000"/>
                    <a:chOff x="5453592" y="2641965"/>
                    <a:chExt cx="178824" cy="144000"/>
                  </a:xfrm>
                </p:grpSpPr>
                <p:cxnSp>
                  <p:nvCxnSpPr>
                    <p:cNvPr id="2067" name="직선 연결선 2066">
                      <a:extLst>
                        <a:ext uri="{FF2B5EF4-FFF2-40B4-BE49-F238E27FC236}">
                          <a16:creationId xmlns:a16="http://schemas.microsoft.com/office/drawing/2014/main" id="{2D7FD7EA-B971-1FB1-0B52-7FB88B4E6AA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8" name="직선 연결선 2067">
                      <a:extLst>
                        <a:ext uri="{FF2B5EF4-FFF2-40B4-BE49-F238E27FC236}">
                          <a16:creationId xmlns:a16="http://schemas.microsoft.com/office/drawing/2014/main" id="{B8AA1A89-3774-0682-D155-CC7BFD23DA6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66" name="직선 연결선 2065">
                    <a:extLst>
                      <a:ext uri="{FF2B5EF4-FFF2-40B4-BE49-F238E27FC236}">
                        <a16:creationId xmlns:a16="http://schemas.microsoft.com/office/drawing/2014/main" id="{DCD0E622-18FF-C91F-A35C-82A82B0B4B7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64" name="직선 연결선 2063">
                  <a:extLst>
                    <a:ext uri="{FF2B5EF4-FFF2-40B4-BE49-F238E27FC236}">
                      <a16:creationId xmlns:a16="http://schemas.microsoft.com/office/drawing/2014/main" id="{28A7AB1C-52F9-C7B7-726B-879101804F0F}"/>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7" name="그룹 2056">
                <a:extLst>
                  <a:ext uri="{FF2B5EF4-FFF2-40B4-BE49-F238E27FC236}">
                    <a16:creationId xmlns:a16="http://schemas.microsoft.com/office/drawing/2014/main" id="{E59B849B-2BD7-FD9D-3623-1AF79E2D347A}"/>
                  </a:ext>
                </a:extLst>
              </p:cNvPr>
              <p:cNvGrpSpPr/>
              <p:nvPr/>
            </p:nvGrpSpPr>
            <p:grpSpPr>
              <a:xfrm>
                <a:off x="5309841" y="8892057"/>
                <a:ext cx="72000" cy="146277"/>
                <a:chOff x="3250176" y="2637183"/>
                <a:chExt cx="179694" cy="146277"/>
              </a:xfrm>
            </p:grpSpPr>
            <p:grpSp>
              <p:nvGrpSpPr>
                <p:cNvPr id="2059" name="그룹 2058">
                  <a:extLst>
                    <a:ext uri="{FF2B5EF4-FFF2-40B4-BE49-F238E27FC236}">
                      <a16:creationId xmlns:a16="http://schemas.microsoft.com/office/drawing/2014/main" id="{371088D8-CCA4-DAAE-36F0-EB4F20E43398}"/>
                    </a:ext>
                  </a:extLst>
                </p:cNvPr>
                <p:cNvGrpSpPr/>
                <p:nvPr/>
              </p:nvGrpSpPr>
              <p:grpSpPr>
                <a:xfrm>
                  <a:off x="3250176" y="2637183"/>
                  <a:ext cx="178824" cy="144000"/>
                  <a:chOff x="5453592" y="2641965"/>
                  <a:chExt cx="178824" cy="144000"/>
                </a:xfrm>
              </p:grpSpPr>
              <p:cxnSp>
                <p:nvCxnSpPr>
                  <p:cNvPr id="2061" name="직선 연결선 2060">
                    <a:extLst>
                      <a:ext uri="{FF2B5EF4-FFF2-40B4-BE49-F238E27FC236}">
                        <a16:creationId xmlns:a16="http://schemas.microsoft.com/office/drawing/2014/main" id="{82F046C7-7531-F3ED-B7D9-47936815535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2" name="직선 연결선 2061">
                    <a:extLst>
                      <a:ext uri="{FF2B5EF4-FFF2-40B4-BE49-F238E27FC236}">
                        <a16:creationId xmlns:a16="http://schemas.microsoft.com/office/drawing/2014/main" id="{2520EAE0-4F37-94D0-0CD9-A7305BC4C1B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60" name="직선 연결선 2059">
                  <a:extLst>
                    <a:ext uri="{FF2B5EF4-FFF2-40B4-BE49-F238E27FC236}">
                      <a16:creationId xmlns:a16="http://schemas.microsoft.com/office/drawing/2014/main" id="{1EF77DAF-07B6-8C03-41E0-79100A546B7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58" name="직선 연결선 2057">
                <a:extLst>
                  <a:ext uri="{FF2B5EF4-FFF2-40B4-BE49-F238E27FC236}">
                    <a16:creationId xmlns:a16="http://schemas.microsoft.com/office/drawing/2014/main" id="{A6450697-6C13-61BD-2084-C072C09A6360}"/>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9" name="직선 연결선 2098">
              <a:extLst>
                <a:ext uri="{FF2B5EF4-FFF2-40B4-BE49-F238E27FC236}">
                  <a16:creationId xmlns:a16="http://schemas.microsoft.com/office/drawing/2014/main" id="{5E797AD0-EEA5-9F79-93DF-AB519FEEAEED}"/>
                </a:ext>
              </a:extLst>
            </p:cNvPr>
            <p:cNvCxnSpPr/>
            <p:nvPr/>
          </p:nvCxnSpPr>
          <p:spPr>
            <a:xfrm>
              <a:off x="2825424" y="6997427"/>
              <a:ext cx="0" cy="1836000"/>
            </a:xfrm>
            <a:prstGeom prst="line">
              <a:avLst/>
            </a:prstGeom>
            <a:ln w="3175">
              <a:solidFill>
                <a:srgbClr val="0033CC"/>
              </a:solidFill>
              <a:prstDash val="dash"/>
            </a:ln>
          </p:spPr>
          <p:style>
            <a:lnRef idx="1">
              <a:schemeClr val="accent1"/>
            </a:lnRef>
            <a:fillRef idx="0">
              <a:schemeClr val="accent1"/>
            </a:fillRef>
            <a:effectRef idx="0">
              <a:schemeClr val="accent1"/>
            </a:effectRef>
            <a:fontRef idx="minor">
              <a:schemeClr val="tx1"/>
            </a:fontRef>
          </p:style>
        </p:cxnSp>
        <p:grpSp>
          <p:nvGrpSpPr>
            <p:cNvPr id="2102" name="그룹 2101">
              <a:extLst>
                <a:ext uri="{FF2B5EF4-FFF2-40B4-BE49-F238E27FC236}">
                  <a16:creationId xmlns:a16="http://schemas.microsoft.com/office/drawing/2014/main" id="{5B1882C2-D813-3888-B127-A2D75334EFEC}"/>
                </a:ext>
              </a:extLst>
            </p:cNvPr>
            <p:cNvGrpSpPr/>
            <p:nvPr/>
          </p:nvGrpSpPr>
          <p:grpSpPr>
            <a:xfrm>
              <a:off x="6073171" y="8616348"/>
              <a:ext cx="36000" cy="108000"/>
              <a:chOff x="2385358" y="4750780"/>
              <a:chExt cx="72460" cy="161138"/>
            </a:xfrm>
          </p:grpSpPr>
          <p:sp>
            <p:nvSpPr>
              <p:cNvPr id="2103" name="자유형: 도형 2102">
                <a:extLst>
                  <a:ext uri="{FF2B5EF4-FFF2-40B4-BE49-F238E27FC236}">
                    <a16:creationId xmlns:a16="http://schemas.microsoft.com/office/drawing/2014/main" id="{1DCC9C46-A668-ECD6-6A9A-E4B543AA0B2F}"/>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04" name="자유형: 도형 2103">
                <a:extLst>
                  <a:ext uri="{FF2B5EF4-FFF2-40B4-BE49-F238E27FC236}">
                    <a16:creationId xmlns:a16="http://schemas.microsoft.com/office/drawing/2014/main" id="{D8D5C2DA-2FF6-8426-7621-D6F8CBE0CAF3}"/>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105" name="그룹 2104">
              <a:extLst>
                <a:ext uri="{FF2B5EF4-FFF2-40B4-BE49-F238E27FC236}">
                  <a16:creationId xmlns:a16="http://schemas.microsoft.com/office/drawing/2014/main" id="{3B13110A-9438-95BB-D427-85BCBAA8A5BC}"/>
                </a:ext>
              </a:extLst>
            </p:cNvPr>
            <p:cNvGrpSpPr/>
            <p:nvPr/>
          </p:nvGrpSpPr>
          <p:grpSpPr>
            <a:xfrm>
              <a:off x="6070735" y="8365643"/>
              <a:ext cx="36000" cy="108000"/>
              <a:chOff x="2385358" y="4750780"/>
              <a:chExt cx="72460" cy="161138"/>
            </a:xfrm>
          </p:grpSpPr>
          <p:sp>
            <p:nvSpPr>
              <p:cNvPr id="2106" name="자유형: 도형 2105">
                <a:extLst>
                  <a:ext uri="{FF2B5EF4-FFF2-40B4-BE49-F238E27FC236}">
                    <a16:creationId xmlns:a16="http://schemas.microsoft.com/office/drawing/2014/main" id="{B9CBC85E-2529-B80E-47BA-8C515EDBA8DF}"/>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07" name="자유형: 도형 2106">
                <a:extLst>
                  <a:ext uri="{FF2B5EF4-FFF2-40B4-BE49-F238E27FC236}">
                    <a16:creationId xmlns:a16="http://schemas.microsoft.com/office/drawing/2014/main" id="{78422290-079A-ED29-AAA3-966DF51358DD}"/>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108" name="그룹 2107">
              <a:extLst>
                <a:ext uri="{FF2B5EF4-FFF2-40B4-BE49-F238E27FC236}">
                  <a16:creationId xmlns:a16="http://schemas.microsoft.com/office/drawing/2014/main" id="{44B6FDDA-0B73-D218-E2FA-53E9900A8546}"/>
                </a:ext>
              </a:extLst>
            </p:cNvPr>
            <p:cNvGrpSpPr/>
            <p:nvPr/>
          </p:nvGrpSpPr>
          <p:grpSpPr>
            <a:xfrm>
              <a:off x="6067743" y="8147586"/>
              <a:ext cx="36000" cy="108000"/>
              <a:chOff x="2385358" y="4750780"/>
              <a:chExt cx="72460" cy="161138"/>
            </a:xfrm>
          </p:grpSpPr>
          <p:sp>
            <p:nvSpPr>
              <p:cNvPr id="2109" name="자유형: 도형 2108">
                <a:extLst>
                  <a:ext uri="{FF2B5EF4-FFF2-40B4-BE49-F238E27FC236}">
                    <a16:creationId xmlns:a16="http://schemas.microsoft.com/office/drawing/2014/main" id="{48F11FB5-9EA3-2595-4C76-50BED5D6840B}"/>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0" name="자유형: 도형 2109">
                <a:extLst>
                  <a:ext uri="{FF2B5EF4-FFF2-40B4-BE49-F238E27FC236}">
                    <a16:creationId xmlns:a16="http://schemas.microsoft.com/office/drawing/2014/main" id="{07FEE108-6902-AC12-847D-4F3451A3F1B4}"/>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111" name="그룹 2110">
              <a:extLst>
                <a:ext uri="{FF2B5EF4-FFF2-40B4-BE49-F238E27FC236}">
                  <a16:creationId xmlns:a16="http://schemas.microsoft.com/office/drawing/2014/main" id="{BBECBA25-58AB-5E67-56E6-1B522986C26D}"/>
                </a:ext>
              </a:extLst>
            </p:cNvPr>
            <p:cNvGrpSpPr/>
            <p:nvPr/>
          </p:nvGrpSpPr>
          <p:grpSpPr>
            <a:xfrm>
              <a:off x="5187539" y="8526065"/>
              <a:ext cx="846363" cy="149365"/>
              <a:chOff x="4673900" y="8890453"/>
              <a:chExt cx="846363" cy="149365"/>
            </a:xfrm>
          </p:grpSpPr>
          <p:grpSp>
            <p:nvGrpSpPr>
              <p:cNvPr id="2112" name="그룹 2111">
                <a:extLst>
                  <a:ext uri="{FF2B5EF4-FFF2-40B4-BE49-F238E27FC236}">
                    <a16:creationId xmlns:a16="http://schemas.microsoft.com/office/drawing/2014/main" id="{0A704E4E-85A0-F517-E160-3EB33F3869D0}"/>
                  </a:ext>
                </a:extLst>
              </p:cNvPr>
              <p:cNvGrpSpPr/>
              <p:nvPr/>
            </p:nvGrpSpPr>
            <p:grpSpPr>
              <a:xfrm>
                <a:off x="4673900" y="8891937"/>
                <a:ext cx="72000" cy="146277"/>
                <a:chOff x="3250176" y="2637183"/>
                <a:chExt cx="179694" cy="146277"/>
              </a:xfrm>
            </p:grpSpPr>
            <p:grpSp>
              <p:nvGrpSpPr>
                <p:cNvPr id="2160" name="그룹 2159">
                  <a:extLst>
                    <a:ext uri="{FF2B5EF4-FFF2-40B4-BE49-F238E27FC236}">
                      <a16:creationId xmlns:a16="http://schemas.microsoft.com/office/drawing/2014/main" id="{FD471E3A-BAA9-B50F-0E20-F14295A7955C}"/>
                    </a:ext>
                  </a:extLst>
                </p:cNvPr>
                <p:cNvGrpSpPr/>
                <p:nvPr/>
              </p:nvGrpSpPr>
              <p:grpSpPr>
                <a:xfrm>
                  <a:off x="3250176" y="2637183"/>
                  <a:ext cx="178824" cy="144000"/>
                  <a:chOff x="5453592" y="2641965"/>
                  <a:chExt cx="178824" cy="144000"/>
                </a:xfrm>
              </p:grpSpPr>
              <p:cxnSp>
                <p:nvCxnSpPr>
                  <p:cNvPr id="2162" name="직선 연결선 2161">
                    <a:extLst>
                      <a:ext uri="{FF2B5EF4-FFF2-40B4-BE49-F238E27FC236}">
                        <a16:creationId xmlns:a16="http://schemas.microsoft.com/office/drawing/2014/main" id="{9FC200E5-2521-D253-3394-11E351BAED4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3" name="직선 연결선 2162">
                    <a:extLst>
                      <a:ext uri="{FF2B5EF4-FFF2-40B4-BE49-F238E27FC236}">
                        <a16:creationId xmlns:a16="http://schemas.microsoft.com/office/drawing/2014/main" id="{BF8EE1AC-0486-52AE-0A07-29A8BCD81AB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61" name="직선 연결선 2160">
                  <a:extLst>
                    <a:ext uri="{FF2B5EF4-FFF2-40B4-BE49-F238E27FC236}">
                      <a16:creationId xmlns:a16="http://schemas.microsoft.com/office/drawing/2014/main" id="{3AF94C04-9691-4971-8718-17770797FB6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13" name="직선 연결선 2112">
                <a:extLst>
                  <a:ext uri="{FF2B5EF4-FFF2-40B4-BE49-F238E27FC236}">
                    <a16:creationId xmlns:a16="http://schemas.microsoft.com/office/drawing/2014/main" id="{14ED4F90-D739-63A9-4EED-409C8C8718C6}"/>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14" name="그룹 2113">
                <a:extLst>
                  <a:ext uri="{FF2B5EF4-FFF2-40B4-BE49-F238E27FC236}">
                    <a16:creationId xmlns:a16="http://schemas.microsoft.com/office/drawing/2014/main" id="{92048424-0D2E-23BA-286D-7B39C7A458CD}"/>
                  </a:ext>
                </a:extLst>
              </p:cNvPr>
              <p:cNvGrpSpPr/>
              <p:nvPr/>
            </p:nvGrpSpPr>
            <p:grpSpPr>
              <a:xfrm>
                <a:off x="4780809" y="8891329"/>
                <a:ext cx="101416" cy="146277"/>
                <a:chOff x="4545844" y="3971199"/>
                <a:chExt cx="101416" cy="146277"/>
              </a:xfrm>
            </p:grpSpPr>
            <p:grpSp>
              <p:nvGrpSpPr>
                <p:cNvPr id="2154" name="그룹 2153">
                  <a:extLst>
                    <a:ext uri="{FF2B5EF4-FFF2-40B4-BE49-F238E27FC236}">
                      <a16:creationId xmlns:a16="http://schemas.microsoft.com/office/drawing/2014/main" id="{235CB7D5-603F-0421-1A89-EB182F9C054A}"/>
                    </a:ext>
                  </a:extLst>
                </p:cNvPr>
                <p:cNvGrpSpPr/>
                <p:nvPr/>
              </p:nvGrpSpPr>
              <p:grpSpPr>
                <a:xfrm>
                  <a:off x="4545844" y="3971199"/>
                  <a:ext cx="35826" cy="146277"/>
                  <a:chOff x="3250176" y="2637183"/>
                  <a:chExt cx="178824" cy="146277"/>
                </a:xfrm>
              </p:grpSpPr>
              <p:grpSp>
                <p:nvGrpSpPr>
                  <p:cNvPr id="2156" name="그룹 2155">
                    <a:extLst>
                      <a:ext uri="{FF2B5EF4-FFF2-40B4-BE49-F238E27FC236}">
                        <a16:creationId xmlns:a16="http://schemas.microsoft.com/office/drawing/2014/main" id="{DC441BA4-7028-282C-2219-F4DB5BECC86D}"/>
                      </a:ext>
                    </a:extLst>
                  </p:cNvPr>
                  <p:cNvGrpSpPr/>
                  <p:nvPr/>
                </p:nvGrpSpPr>
                <p:grpSpPr>
                  <a:xfrm>
                    <a:off x="3250176" y="2637183"/>
                    <a:ext cx="178824" cy="144000"/>
                    <a:chOff x="5453592" y="2641965"/>
                    <a:chExt cx="178824" cy="144000"/>
                  </a:xfrm>
                </p:grpSpPr>
                <p:cxnSp>
                  <p:nvCxnSpPr>
                    <p:cNvPr id="2158" name="직선 연결선 2157">
                      <a:extLst>
                        <a:ext uri="{FF2B5EF4-FFF2-40B4-BE49-F238E27FC236}">
                          <a16:creationId xmlns:a16="http://schemas.microsoft.com/office/drawing/2014/main" id="{429153F6-8284-6B9E-B3D5-B1B14489041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9" name="직선 연결선 2158">
                      <a:extLst>
                        <a:ext uri="{FF2B5EF4-FFF2-40B4-BE49-F238E27FC236}">
                          <a16:creationId xmlns:a16="http://schemas.microsoft.com/office/drawing/2014/main" id="{5E327682-A049-32E9-1871-804BB71CF93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57" name="직선 연결선 2156">
                    <a:extLst>
                      <a:ext uri="{FF2B5EF4-FFF2-40B4-BE49-F238E27FC236}">
                        <a16:creationId xmlns:a16="http://schemas.microsoft.com/office/drawing/2014/main" id="{FFD7E4D7-810A-B846-106D-9F1CC0000E8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55" name="직선 연결선 2154">
                  <a:extLst>
                    <a:ext uri="{FF2B5EF4-FFF2-40B4-BE49-F238E27FC236}">
                      <a16:creationId xmlns:a16="http://schemas.microsoft.com/office/drawing/2014/main" id="{354DB655-03DE-ED90-1FA4-0A25A1D8994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15" name="그룹 2114">
                <a:extLst>
                  <a:ext uri="{FF2B5EF4-FFF2-40B4-BE49-F238E27FC236}">
                    <a16:creationId xmlns:a16="http://schemas.microsoft.com/office/drawing/2014/main" id="{B2F85CF4-3621-2928-B09C-1E7B3811316A}"/>
                  </a:ext>
                </a:extLst>
              </p:cNvPr>
              <p:cNvGrpSpPr/>
              <p:nvPr/>
            </p:nvGrpSpPr>
            <p:grpSpPr>
              <a:xfrm>
                <a:off x="4995993" y="8891419"/>
                <a:ext cx="101416" cy="146277"/>
                <a:chOff x="4545844" y="3971199"/>
                <a:chExt cx="101416" cy="146277"/>
              </a:xfrm>
            </p:grpSpPr>
            <p:grpSp>
              <p:nvGrpSpPr>
                <p:cNvPr id="2148" name="그룹 2147">
                  <a:extLst>
                    <a:ext uri="{FF2B5EF4-FFF2-40B4-BE49-F238E27FC236}">
                      <a16:creationId xmlns:a16="http://schemas.microsoft.com/office/drawing/2014/main" id="{DBFE5DCC-E3B3-95BA-1A9D-CEDA707A7CCA}"/>
                    </a:ext>
                  </a:extLst>
                </p:cNvPr>
                <p:cNvGrpSpPr/>
                <p:nvPr/>
              </p:nvGrpSpPr>
              <p:grpSpPr>
                <a:xfrm>
                  <a:off x="4545844" y="3971199"/>
                  <a:ext cx="35826" cy="146277"/>
                  <a:chOff x="3250176" y="2637183"/>
                  <a:chExt cx="178824" cy="146277"/>
                </a:xfrm>
              </p:grpSpPr>
              <p:grpSp>
                <p:nvGrpSpPr>
                  <p:cNvPr id="2150" name="그룹 2149">
                    <a:extLst>
                      <a:ext uri="{FF2B5EF4-FFF2-40B4-BE49-F238E27FC236}">
                        <a16:creationId xmlns:a16="http://schemas.microsoft.com/office/drawing/2014/main" id="{80E8D522-F19D-BF8C-6741-4DE8B22DD39B}"/>
                      </a:ext>
                    </a:extLst>
                  </p:cNvPr>
                  <p:cNvGrpSpPr/>
                  <p:nvPr/>
                </p:nvGrpSpPr>
                <p:grpSpPr>
                  <a:xfrm>
                    <a:off x="3250176" y="2637183"/>
                    <a:ext cx="178824" cy="144000"/>
                    <a:chOff x="5453592" y="2641965"/>
                    <a:chExt cx="178824" cy="144000"/>
                  </a:xfrm>
                </p:grpSpPr>
                <p:cxnSp>
                  <p:nvCxnSpPr>
                    <p:cNvPr id="2152" name="직선 연결선 2151">
                      <a:extLst>
                        <a:ext uri="{FF2B5EF4-FFF2-40B4-BE49-F238E27FC236}">
                          <a16:creationId xmlns:a16="http://schemas.microsoft.com/office/drawing/2014/main" id="{BA2853D1-1F2D-D746-4E2B-9E5B5B72BFF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3" name="직선 연결선 2152">
                      <a:extLst>
                        <a:ext uri="{FF2B5EF4-FFF2-40B4-BE49-F238E27FC236}">
                          <a16:creationId xmlns:a16="http://schemas.microsoft.com/office/drawing/2014/main" id="{B9E06D67-8BD0-F8A0-6E52-7C7BDE44FD3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51" name="직선 연결선 2150">
                    <a:extLst>
                      <a:ext uri="{FF2B5EF4-FFF2-40B4-BE49-F238E27FC236}">
                        <a16:creationId xmlns:a16="http://schemas.microsoft.com/office/drawing/2014/main" id="{D786BD39-F991-74E3-D4DA-146459F0FAC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49" name="직선 연결선 2148">
                  <a:extLst>
                    <a:ext uri="{FF2B5EF4-FFF2-40B4-BE49-F238E27FC236}">
                      <a16:creationId xmlns:a16="http://schemas.microsoft.com/office/drawing/2014/main" id="{689A981E-B65A-2DBB-8AE5-7428A26F5FF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16" name="그룹 2115">
                <a:extLst>
                  <a:ext uri="{FF2B5EF4-FFF2-40B4-BE49-F238E27FC236}">
                    <a16:creationId xmlns:a16="http://schemas.microsoft.com/office/drawing/2014/main" id="{973E6909-A8B1-F6DE-26B1-6D8D59C02520}"/>
                  </a:ext>
                </a:extLst>
              </p:cNvPr>
              <p:cNvGrpSpPr/>
              <p:nvPr/>
            </p:nvGrpSpPr>
            <p:grpSpPr>
              <a:xfrm>
                <a:off x="4886987" y="8893541"/>
                <a:ext cx="72000" cy="146277"/>
                <a:chOff x="3250176" y="2637183"/>
                <a:chExt cx="179694" cy="146277"/>
              </a:xfrm>
            </p:grpSpPr>
            <p:grpSp>
              <p:nvGrpSpPr>
                <p:cNvPr id="2144" name="그룹 2143">
                  <a:extLst>
                    <a:ext uri="{FF2B5EF4-FFF2-40B4-BE49-F238E27FC236}">
                      <a16:creationId xmlns:a16="http://schemas.microsoft.com/office/drawing/2014/main" id="{A4938132-F657-6F18-A682-97D3F7D2FA16}"/>
                    </a:ext>
                  </a:extLst>
                </p:cNvPr>
                <p:cNvGrpSpPr/>
                <p:nvPr/>
              </p:nvGrpSpPr>
              <p:grpSpPr>
                <a:xfrm>
                  <a:off x="3250176" y="2637183"/>
                  <a:ext cx="178824" cy="144000"/>
                  <a:chOff x="5453592" y="2641965"/>
                  <a:chExt cx="178824" cy="144000"/>
                </a:xfrm>
              </p:grpSpPr>
              <p:cxnSp>
                <p:nvCxnSpPr>
                  <p:cNvPr id="2146" name="직선 연결선 2145">
                    <a:extLst>
                      <a:ext uri="{FF2B5EF4-FFF2-40B4-BE49-F238E27FC236}">
                        <a16:creationId xmlns:a16="http://schemas.microsoft.com/office/drawing/2014/main" id="{D6AD80D6-0879-5040-E984-5F66A02FACF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7" name="직선 연결선 2146">
                    <a:extLst>
                      <a:ext uri="{FF2B5EF4-FFF2-40B4-BE49-F238E27FC236}">
                        <a16:creationId xmlns:a16="http://schemas.microsoft.com/office/drawing/2014/main" id="{6B5537DE-7B0A-8A39-4EC7-78CD4255329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45" name="직선 연결선 2144">
                  <a:extLst>
                    <a:ext uri="{FF2B5EF4-FFF2-40B4-BE49-F238E27FC236}">
                      <a16:creationId xmlns:a16="http://schemas.microsoft.com/office/drawing/2014/main" id="{3BC1C784-5521-0944-78B8-889FF1BAC5F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17" name="직선 연결선 2116">
                <a:extLst>
                  <a:ext uri="{FF2B5EF4-FFF2-40B4-BE49-F238E27FC236}">
                    <a16:creationId xmlns:a16="http://schemas.microsoft.com/office/drawing/2014/main" id="{93CCE2B7-DAF8-FE42-7CE2-53732EBBBE95}"/>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18" name="그룹 2117">
                <a:extLst>
                  <a:ext uri="{FF2B5EF4-FFF2-40B4-BE49-F238E27FC236}">
                    <a16:creationId xmlns:a16="http://schemas.microsoft.com/office/drawing/2014/main" id="{FC75042B-95F0-030F-83BE-D48EC9FF2AFA}"/>
                  </a:ext>
                </a:extLst>
              </p:cNvPr>
              <p:cNvGrpSpPr/>
              <p:nvPr/>
            </p:nvGrpSpPr>
            <p:grpSpPr>
              <a:xfrm>
                <a:off x="5096754" y="8890453"/>
                <a:ext cx="72000" cy="146277"/>
                <a:chOff x="3250176" y="2637183"/>
                <a:chExt cx="179694" cy="146277"/>
              </a:xfrm>
            </p:grpSpPr>
            <p:grpSp>
              <p:nvGrpSpPr>
                <p:cNvPr id="2140" name="그룹 2139">
                  <a:extLst>
                    <a:ext uri="{FF2B5EF4-FFF2-40B4-BE49-F238E27FC236}">
                      <a16:creationId xmlns:a16="http://schemas.microsoft.com/office/drawing/2014/main" id="{20D00229-1448-C819-F21C-5F53F6BEECA0}"/>
                    </a:ext>
                  </a:extLst>
                </p:cNvPr>
                <p:cNvGrpSpPr/>
                <p:nvPr/>
              </p:nvGrpSpPr>
              <p:grpSpPr>
                <a:xfrm>
                  <a:off x="3250176" y="2637183"/>
                  <a:ext cx="178824" cy="144000"/>
                  <a:chOff x="5453592" y="2641965"/>
                  <a:chExt cx="178824" cy="144000"/>
                </a:xfrm>
              </p:grpSpPr>
              <p:cxnSp>
                <p:nvCxnSpPr>
                  <p:cNvPr id="2142" name="직선 연결선 2141">
                    <a:extLst>
                      <a:ext uri="{FF2B5EF4-FFF2-40B4-BE49-F238E27FC236}">
                        <a16:creationId xmlns:a16="http://schemas.microsoft.com/office/drawing/2014/main" id="{4DE55F73-A2B0-6433-229D-371010E5C15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3" name="직선 연결선 2142">
                    <a:extLst>
                      <a:ext uri="{FF2B5EF4-FFF2-40B4-BE49-F238E27FC236}">
                        <a16:creationId xmlns:a16="http://schemas.microsoft.com/office/drawing/2014/main" id="{D2943CF8-7C51-E521-7DBC-DD186F50867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41" name="직선 연결선 2140">
                  <a:extLst>
                    <a:ext uri="{FF2B5EF4-FFF2-40B4-BE49-F238E27FC236}">
                      <a16:creationId xmlns:a16="http://schemas.microsoft.com/office/drawing/2014/main" id="{B3F241A2-0B95-D8E3-2F02-2C5A4D700CB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19" name="직선 연결선 2118">
                <a:extLst>
                  <a:ext uri="{FF2B5EF4-FFF2-40B4-BE49-F238E27FC236}">
                    <a16:creationId xmlns:a16="http://schemas.microsoft.com/office/drawing/2014/main" id="{89BD779D-C2BF-C821-A4EF-891B2DBE685B}"/>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20" name="그룹 2119">
                <a:extLst>
                  <a:ext uri="{FF2B5EF4-FFF2-40B4-BE49-F238E27FC236}">
                    <a16:creationId xmlns:a16="http://schemas.microsoft.com/office/drawing/2014/main" id="{35BEE570-E620-DD6E-88D4-C165C7202A97}"/>
                  </a:ext>
                </a:extLst>
              </p:cNvPr>
              <p:cNvGrpSpPr/>
              <p:nvPr/>
            </p:nvGrpSpPr>
            <p:grpSpPr>
              <a:xfrm>
                <a:off x="5203663" y="8892184"/>
                <a:ext cx="101416" cy="146277"/>
                <a:chOff x="4545844" y="3971199"/>
                <a:chExt cx="101416" cy="146277"/>
              </a:xfrm>
            </p:grpSpPr>
            <p:grpSp>
              <p:nvGrpSpPr>
                <p:cNvPr id="2134" name="그룹 2133">
                  <a:extLst>
                    <a:ext uri="{FF2B5EF4-FFF2-40B4-BE49-F238E27FC236}">
                      <a16:creationId xmlns:a16="http://schemas.microsoft.com/office/drawing/2014/main" id="{C9180B0F-AB6A-56C3-FF9C-1D10DEF00F56}"/>
                    </a:ext>
                  </a:extLst>
                </p:cNvPr>
                <p:cNvGrpSpPr/>
                <p:nvPr/>
              </p:nvGrpSpPr>
              <p:grpSpPr>
                <a:xfrm>
                  <a:off x="4545844" y="3971199"/>
                  <a:ext cx="35826" cy="146277"/>
                  <a:chOff x="3250176" y="2637183"/>
                  <a:chExt cx="178824" cy="146277"/>
                </a:xfrm>
              </p:grpSpPr>
              <p:grpSp>
                <p:nvGrpSpPr>
                  <p:cNvPr id="2136" name="그룹 2135">
                    <a:extLst>
                      <a:ext uri="{FF2B5EF4-FFF2-40B4-BE49-F238E27FC236}">
                        <a16:creationId xmlns:a16="http://schemas.microsoft.com/office/drawing/2014/main" id="{C0816CD1-536C-0B52-53D7-758ED57E333A}"/>
                      </a:ext>
                    </a:extLst>
                  </p:cNvPr>
                  <p:cNvGrpSpPr/>
                  <p:nvPr/>
                </p:nvGrpSpPr>
                <p:grpSpPr>
                  <a:xfrm>
                    <a:off x="3250176" y="2637183"/>
                    <a:ext cx="178824" cy="144000"/>
                    <a:chOff x="5453592" y="2641965"/>
                    <a:chExt cx="178824" cy="144000"/>
                  </a:xfrm>
                </p:grpSpPr>
                <p:cxnSp>
                  <p:nvCxnSpPr>
                    <p:cNvPr id="2138" name="직선 연결선 2137">
                      <a:extLst>
                        <a:ext uri="{FF2B5EF4-FFF2-40B4-BE49-F238E27FC236}">
                          <a16:creationId xmlns:a16="http://schemas.microsoft.com/office/drawing/2014/main" id="{319330BB-759F-E298-C4DE-71113DBB93B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9" name="직선 연결선 2138">
                      <a:extLst>
                        <a:ext uri="{FF2B5EF4-FFF2-40B4-BE49-F238E27FC236}">
                          <a16:creationId xmlns:a16="http://schemas.microsoft.com/office/drawing/2014/main" id="{398483FA-371D-D294-46FD-C1E3568282D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37" name="직선 연결선 2136">
                    <a:extLst>
                      <a:ext uri="{FF2B5EF4-FFF2-40B4-BE49-F238E27FC236}">
                        <a16:creationId xmlns:a16="http://schemas.microsoft.com/office/drawing/2014/main" id="{2727D533-AFA0-456A-08FE-62A7E8E68C8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35" name="직선 연결선 2134">
                  <a:extLst>
                    <a:ext uri="{FF2B5EF4-FFF2-40B4-BE49-F238E27FC236}">
                      <a16:creationId xmlns:a16="http://schemas.microsoft.com/office/drawing/2014/main" id="{F975F3B0-B766-5334-B077-3A9EEFCBF20C}"/>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21" name="그룹 2120">
                <a:extLst>
                  <a:ext uri="{FF2B5EF4-FFF2-40B4-BE49-F238E27FC236}">
                    <a16:creationId xmlns:a16="http://schemas.microsoft.com/office/drawing/2014/main" id="{C0273260-4BFA-AD75-5ADC-C9ADDB33EDE5}"/>
                  </a:ext>
                </a:extLst>
              </p:cNvPr>
              <p:cNvGrpSpPr/>
              <p:nvPr/>
            </p:nvGrpSpPr>
            <p:grpSpPr>
              <a:xfrm>
                <a:off x="5418847" y="8892274"/>
                <a:ext cx="101416" cy="146277"/>
                <a:chOff x="4545844" y="3971199"/>
                <a:chExt cx="101416" cy="146277"/>
              </a:xfrm>
            </p:grpSpPr>
            <p:grpSp>
              <p:nvGrpSpPr>
                <p:cNvPr id="2128" name="그룹 2127">
                  <a:extLst>
                    <a:ext uri="{FF2B5EF4-FFF2-40B4-BE49-F238E27FC236}">
                      <a16:creationId xmlns:a16="http://schemas.microsoft.com/office/drawing/2014/main" id="{88A43878-0997-AE3D-7967-78D9DB403318}"/>
                    </a:ext>
                  </a:extLst>
                </p:cNvPr>
                <p:cNvGrpSpPr/>
                <p:nvPr/>
              </p:nvGrpSpPr>
              <p:grpSpPr>
                <a:xfrm>
                  <a:off x="4545844" y="3971199"/>
                  <a:ext cx="35826" cy="146277"/>
                  <a:chOff x="3250176" y="2637183"/>
                  <a:chExt cx="178824" cy="146277"/>
                </a:xfrm>
              </p:grpSpPr>
              <p:grpSp>
                <p:nvGrpSpPr>
                  <p:cNvPr id="2130" name="그룹 2129">
                    <a:extLst>
                      <a:ext uri="{FF2B5EF4-FFF2-40B4-BE49-F238E27FC236}">
                        <a16:creationId xmlns:a16="http://schemas.microsoft.com/office/drawing/2014/main" id="{10197DF2-DA77-875B-D875-4DA3FCE54DC5}"/>
                      </a:ext>
                    </a:extLst>
                  </p:cNvPr>
                  <p:cNvGrpSpPr/>
                  <p:nvPr/>
                </p:nvGrpSpPr>
                <p:grpSpPr>
                  <a:xfrm>
                    <a:off x="3250176" y="2637183"/>
                    <a:ext cx="178824" cy="144000"/>
                    <a:chOff x="5453592" y="2641965"/>
                    <a:chExt cx="178824" cy="144000"/>
                  </a:xfrm>
                </p:grpSpPr>
                <p:cxnSp>
                  <p:nvCxnSpPr>
                    <p:cNvPr id="2132" name="직선 연결선 2131">
                      <a:extLst>
                        <a:ext uri="{FF2B5EF4-FFF2-40B4-BE49-F238E27FC236}">
                          <a16:creationId xmlns:a16="http://schemas.microsoft.com/office/drawing/2014/main" id="{8A76C29F-9351-879C-157C-D2F173D52A3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3" name="직선 연결선 2132">
                      <a:extLst>
                        <a:ext uri="{FF2B5EF4-FFF2-40B4-BE49-F238E27FC236}">
                          <a16:creationId xmlns:a16="http://schemas.microsoft.com/office/drawing/2014/main" id="{41728E8B-2DB3-D5CE-C96D-CE40413C745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31" name="직선 연결선 2130">
                    <a:extLst>
                      <a:ext uri="{FF2B5EF4-FFF2-40B4-BE49-F238E27FC236}">
                        <a16:creationId xmlns:a16="http://schemas.microsoft.com/office/drawing/2014/main" id="{83A951D5-687B-7CB6-3B7F-245A64C5341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29" name="직선 연결선 2128">
                  <a:extLst>
                    <a:ext uri="{FF2B5EF4-FFF2-40B4-BE49-F238E27FC236}">
                      <a16:creationId xmlns:a16="http://schemas.microsoft.com/office/drawing/2014/main" id="{EB0610D3-2B0B-A38F-C1CC-0E96EC0862C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22" name="그룹 2121">
                <a:extLst>
                  <a:ext uri="{FF2B5EF4-FFF2-40B4-BE49-F238E27FC236}">
                    <a16:creationId xmlns:a16="http://schemas.microsoft.com/office/drawing/2014/main" id="{80CCCC56-5D6F-927B-4A2C-A7E16433FB4C}"/>
                  </a:ext>
                </a:extLst>
              </p:cNvPr>
              <p:cNvGrpSpPr/>
              <p:nvPr/>
            </p:nvGrpSpPr>
            <p:grpSpPr>
              <a:xfrm>
                <a:off x="5309841" y="8892057"/>
                <a:ext cx="72000" cy="146277"/>
                <a:chOff x="3250176" y="2637183"/>
                <a:chExt cx="179694" cy="146277"/>
              </a:xfrm>
            </p:grpSpPr>
            <p:grpSp>
              <p:nvGrpSpPr>
                <p:cNvPr id="2124" name="그룹 2123">
                  <a:extLst>
                    <a:ext uri="{FF2B5EF4-FFF2-40B4-BE49-F238E27FC236}">
                      <a16:creationId xmlns:a16="http://schemas.microsoft.com/office/drawing/2014/main" id="{A1529924-580D-F422-DE32-E1139711A10D}"/>
                    </a:ext>
                  </a:extLst>
                </p:cNvPr>
                <p:cNvGrpSpPr/>
                <p:nvPr/>
              </p:nvGrpSpPr>
              <p:grpSpPr>
                <a:xfrm>
                  <a:off x="3250176" y="2637183"/>
                  <a:ext cx="178824" cy="144000"/>
                  <a:chOff x="5453592" y="2641965"/>
                  <a:chExt cx="178824" cy="144000"/>
                </a:xfrm>
              </p:grpSpPr>
              <p:cxnSp>
                <p:nvCxnSpPr>
                  <p:cNvPr id="2126" name="직선 연결선 2125">
                    <a:extLst>
                      <a:ext uri="{FF2B5EF4-FFF2-40B4-BE49-F238E27FC236}">
                        <a16:creationId xmlns:a16="http://schemas.microsoft.com/office/drawing/2014/main" id="{8FF11750-B0FF-000F-6136-1AB1DA6C0F7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7" name="직선 연결선 2126">
                    <a:extLst>
                      <a:ext uri="{FF2B5EF4-FFF2-40B4-BE49-F238E27FC236}">
                        <a16:creationId xmlns:a16="http://schemas.microsoft.com/office/drawing/2014/main" id="{7F3FC075-187D-02F1-4D5C-3B28C50352C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25" name="직선 연결선 2124">
                  <a:extLst>
                    <a:ext uri="{FF2B5EF4-FFF2-40B4-BE49-F238E27FC236}">
                      <a16:creationId xmlns:a16="http://schemas.microsoft.com/office/drawing/2014/main" id="{400D2131-3E93-70A9-F96E-2B77C34064B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23" name="직선 연결선 2122">
                <a:extLst>
                  <a:ext uri="{FF2B5EF4-FFF2-40B4-BE49-F238E27FC236}">
                    <a16:creationId xmlns:a16="http://schemas.microsoft.com/office/drawing/2014/main" id="{83C8BA9F-F3B5-1D6B-DDCF-BC7095C9FEE2}"/>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4" name="그룹 2163">
              <a:extLst>
                <a:ext uri="{FF2B5EF4-FFF2-40B4-BE49-F238E27FC236}">
                  <a16:creationId xmlns:a16="http://schemas.microsoft.com/office/drawing/2014/main" id="{B63213AF-F048-43B0-1F96-99CA9FB3997F}"/>
                </a:ext>
              </a:extLst>
            </p:cNvPr>
            <p:cNvGrpSpPr/>
            <p:nvPr/>
          </p:nvGrpSpPr>
          <p:grpSpPr>
            <a:xfrm>
              <a:off x="5186577" y="8289667"/>
              <a:ext cx="846363" cy="149365"/>
              <a:chOff x="4673900" y="8890453"/>
              <a:chExt cx="846363" cy="149365"/>
            </a:xfrm>
          </p:grpSpPr>
          <p:grpSp>
            <p:nvGrpSpPr>
              <p:cNvPr id="2165" name="그룹 2164">
                <a:extLst>
                  <a:ext uri="{FF2B5EF4-FFF2-40B4-BE49-F238E27FC236}">
                    <a16:creationId xmlns:a16="http://schemas.microsoft.com/office/drawing/2014/main" id="{7A9D93D8-AE09-25E1-8201-11FC9A6EF03F}"/>
                  </a:ext>
                </a:extLst>
              </p:cNvPr>
              <p:cNvGrpSpPr/>
              <p:nvPr/>
            </p:nvGrpSpPr>
            <p:grpSpPr>
              <a:xfrm>
                <a:off x="4673900" y="8891937"/>
                <a:ext cx="72000" cy="146277"/>
                <a:chOff x="3250176" y="2637183"/>
                <a:chExt cx="179694" cy="146277"/>
              </a:xfrm>
            </p:grpSpPr>
            <p:grpSp>
              <p:nvGrpSpPr>
                <p:cNvPr id="2213" name="그룹 2212">
                  <a:extLst>
                    <a:ext uri="{FF2B5EF4-FFF2-40B4-BE49-F238E27FC236}">
                      <a16:creationId xmlns:a16="http://schemas.microsoft.com/office/drawing/2014/main" id="{4B54269E-F03A-020F-37AF-7C80B0D06514}"/>
                    </a:ext>
                  </a:extLst>
                </p:cNvPr>
                <p:cNvGrpSpPr/>
                <p:nvPr/>
              </p:nvGrpSpPr>
              <p:grpSpPr>
                <a:xfrm>
                  <a:off x="3250176" y="2637183"/>
                  <a:ext cx="178824" cy="144000"/>
                  <a:chOff x="5453592" y="2641965"/>
                  <a:chExt cx="178824" cy="144000"/>
                </a:xfrm>
              </p:grpSpPr>
              <p:cxnSp>
                <p:nvCxnSpPr>
                  <p:cNvPr id="2215" name="직선 연결선 2214">
                    <a:extLst>
                      <a:ext uri="{FF2B5EF4-FFF2-40B4-BE49-F238E27FC236}">
                        <a16:creationId xmlns:a16="http://schemas.microsoft.com/office/drawing/2014/main" id="{6D534664-0464-D647-EEDC-0CF947D7E57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6" name="직선 연결선 2215">
                    <a:extLst>
                      <a:ext uri="{FF2B5EF4-FFF2-40B4-BE49-F238E27FC236}">
                        <a16:creationId xmlns:a16="http://schemas.microsoft.com/office/drawing/2014/main" id="{4B427ADD-8C16-5F5F-F7D5-ECC15C9153A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14" name="직선 연결선 2213">
                  <a:extLst>
                    <a:ext uri="{FF2B5EF4-FFF2-40B4-BE49-F238E27FC236}">
                      <a16:creationId xmlns:a16="http://schemas.microsoft.com/office/drawing/2014/main" id="{69886436-6EA3-A231-8B74-F84A030E9E3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66" name="직선 연결선 2165">
                <a:extLst>
                  <a:ext uri="{FF2B5EF4-FFF2-40B4-BE49-F238E27FC236}">
                    <a16:creationId xmlns:a16="http://schemas.microsoft.com/office/drawing/2014/main" id="{3433D38F-E7E6-6373-E540-2B2D9FAE74F7}"/>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67" name="그룹 2166">
                <a:extLst>
                  <a:ext uri="{FF2B5EF4-FFF2-40B4-BE49-F238E27FC236}">
                    <a16:creationId xmlns:a16="http://schemas.microsoft.com/office/drawing/2014/main" id="{A74166C8-7F0A-D6BA-46C3-D468A2A0D5CA}"/>
                  </a:ext>
                </a:extLst>
              </p:cNvPr>
              <p:cNvGrpSpPr/>
              <p:nvPr/>
            </p:nvGrpSpPr>
            <p:grpSpPr>
              <a:xfrm>
                <a:off x="4780809" y="8891329"/>
                <a:ext cx="101416" cy="146277"/>
                <a:chOff x="4545844" y="3971199"/>
                <a:chExt cx="101416" cy="146277"/>
              </a:xfrm>
            </p:grpSpPr>
            <p:grpSp>
              <p:nvGrpSpPr>
                <p:cNvPr id="2207" name="그룹 2206">
                  <a:extLst>
                    <a:ext uri="{FF2B5EF4-FFF2-40B4-BE49-F238E27FC236}">
                      <a16:creationId xmlns:a16="http://schemas.microsoft.com/office/drawing/2014/main" id="{1C6F42E7-C754-A9A6-0EE6-73B5514EFE6B}"/>
                    </a:ext>
                  </a:extLst>
                </p:cNvPr>
                <p:cNvGrpSpPr/>
                <p:nvPr/>
              </p:nvGrpSpPr>
              <p:grpSpPr>
                <a:xfrm>
                  <a:off x="4545844" y="3971199"/>
                  <a:ext cx="35826" cy="146277"/>
                  <a:chOff x="3250176" y="2637183"/>
                  <a:chExt cx="178824" cy="146277"/>
                </a:xfrm>
              </p:grpSpPr>
              <p:grpSp>
                <p:nvGrpSpPr>
                  <p:cNvPr id="2209" name="그룹 2208">
                    <a:extLst>
                      <a:ext uri="{FF2B5EF4-FFF2-40B4-BE49-F238E27FC236}">
                        <a16:creationId xmlns:a16="http://schemas.microsoft.com/office/drawing/2014/main" id="{25431790-A9DB-3CCE-98B2-666298E7803D}"/>
                      </a:ext>
                    </a:extLst>
                  </p:cNvPr>
                  <p:cNvGrpSpPr/>
                  <p:nvPr/>
                </p:nvGrpSpPr>
                <p:grpSpPr>
                  <a:xfrm>
                    <a:off x="3250176" y="2637183"/>
                    <a:ext cx="178824" cy="144000"/>
                    <a:chOff x="5453592" y="2641965"/>
                    <a:chExt cx="178824" cy="144000"/>
                  </a:xfrm>
                </p:grpSpPr>
                <p:cxnSp>
                  <p:nvCxnSpPr>
                    <p:cNvPr id="2211" name="직선 연결선 2210">
                      <a:extLst>
                        <a:ext uri="{FF2B5EF4-FFF2-40B4-BE49-F238E27FC236}">
                          <a16:creationId xmlns:a16="http://schemas.microsoft.com/office/drawing/2014/main" id="{687326F7-5F2F-E9A3-DD72-3C77804E0F6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2" name="직선 연결선 2211">
                      <a:extLst>
                        <a:ext uri="{FF2B5EF4-FFF2-40B4-BE49-F238E27FC236}">
                          <a16:creationId xmlns:a16="http://schemas.microsoft.com/office/drawing/2014/main" id="{7FF3344C-8302-78F4-21EC-8334AC2CEB6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10" name="직선 연결선 2209">
                    <a:extLst>
                      <a:ext uri="{FF2B5EF4-FFF2-40B4-BE49-F238E27FC236}">
                        <a16:creationId xmlns:a16="http://schemas.microsoft.com/office/drawing/2014/main" id="{D7A22601-F744-C719-8B71-24412D20DF7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08" name="직선 연결선 2207">
                  <a:extLst>
                    <a:ext uri="{FF2B5EF4-FFF2-40B4-BE49-F238E27FC236}">
                      <a16:creationId xmlns:a16="http://schemas.microsoft.com/office/drawing/2014/main" id="{74396226-D456-4E58-94FC-782F5EE5F97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8" name="그룹 2167">
                <a:extLst>
                  <a:ext uri="{FF2B5EF4-FFF2-40B4-BE49-F238E27FC236}">
                    <a16:creationId xmlns:a16="http://schemas.microsoft.com/office/drawing/2014/main" id="{3C4ED573-EB52-06B0-F1B2-6C9280C2C4A1}"/>
                  </a:ext>
                </a:extLst>
              </p:cNvPr>
              <p:cNvGrpSpPr/>
              <p:nvPr/>
            </p:nvGrpSpPr>
            <p:grpSpPr>
              <a:xfrm>
                <a:off x="4995993" y="8891419"/>
                <a:ext cx="101416" cy="146277"/>
                <a:chOff x="4545844" y="3971199"/>
                <a:chExt cx="101416" cy="146277"/>
              </a:xfrm>
            </p:grpSpPr>
            <p:grpSp>
              <p:nvGrpSpPr>
                <p:cNvPr id="2201" name="그룹 2200">
                  <a:extLst>
                    <a:ext uri="{FF2B5EF4-FFF2-40B4-BE49-F238E27FC236}">
                      <a16:creationId xmlns:a16="http://schemas.microsoft.com/office/drawing/2014/main" id="{8E41870D-7684-706E-83FA-99EA317865FF}"/>
                    </a:ext>
                  </a:extLst>
                </p:cNvPr>
                <p:cNvGrpSpPr/>
                <p:nvPr/>
              </p:nvGrpSpPr>
              <p:grpSpPr>
                <a:xfrm>
                  <a:off x="4545844" y="3971199"/>
                  <a:ext cx="35826" cy="146277"/>
                  <a:chOff x="3250176" y="2637183"/>
                  <a:chExt cx="178824" cy="146277"/>
                </a:xfrm>
              </p:grpSpPr>
              <p:grpSp>
                <p:nvGrpSpPr>
                  <p:cNvPr id="2203" name="그룹 2202">
                    <a:extLst>
                      <a:ext uri="{FF2B5EF4-FFF2-40B4-BE49-F238E27FC236}">
                        <a16:creationId xmlns:a16="http://schemas.microsoft.com/office/drawing/2014/main" id="{50028159-C81B-379D-E965-6063D79B37DF}"/>
                      </a:ext>
                    </a:extLst>
                  </p:cNvPr>
                  <p:cNvGrpSpPr/>
                  <p:nvPr/>
                </p:nvGrpSpPr>
                <p:grpSpPr>
                  <a:xfrm>
                    <a:off x="3250176" y="2637183"/>
                    <a:ext cx="178824" cy="144000"/>
                    <a:chOff x="5453592" y="2641965"/>
                    <a:chExt cx="178824" cy="144000"/>
                  </a:xfrm>
                </p:grpSpPr>
                <p:cxnSp>
                  <p:nvCxnSpPr>
                    <p:cNvPr id="2205" name="직선 연결선 2204">
                      <a:extLst>
                        <a:ext uri="{FF2B5EF4-FFF2-40B4-BE49-F238E27FC236}">
                          <a16:creationId xmlns:a16="http://schemas.microsoft.com/office/drawing/2014/main" id="{E498F3EE-5945-9AC7-31C1-42083524219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6" name="직선 연결선 2205">
                      <a:extLst>
                        <a:ext uri="{FF2B5EF4-FFF2-40B4-BE49-F238E27FC236}">
                          <a16:creationId xmlns:a16="http://schemas.microsoft.com/office/drawing/2014/main" id="{5166B98E-C2C5-D515-FC18-D911D5E7E77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04" name="직선 연결선 2203">
                    <a:extLst>
                      <a:ext uri="{FF2B5EF4-FFF2-40B4-BE49-F238E27FC236}">
                        <a16:creationId xmlns:a16="http://schemas.microsoft.com/office/drawing/2014/main" id="{B847D670-DDF2-C53E-9F2A-17359DA9F81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02" name="직선 연결선 2201">
                  <a:extLst>
                    <a:ext uri="{FF2B5EF4-FFF2-40B4-BE49-F238E27FC236}">
                      <a16:creationId xmlns:a16="http://schemas.microsoft.com/office/drawing/2014/main" id="{EAFDF680-BC5B-88F8-72C3-DEB1BEDB6B3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9" name="그룹 2168">
                <a:extLst>
                  <a:ext uri="{FF2B5EF4-FFF2-40B4-BE49-F238E27FC236}">
                    <a16:creationId xmlns:a16="http://schemas.microsoft.com/office/drawing/2014/main" id="{F5DC2FD2-2F45-C28C-619A-1C8F512E89BB}"/>
                  </a:ext>
                </a:extLst>
              </p:cNvPr>
              <p:cNvGrpSpPr/>
              <p:nvPr/>
            </p:nvGrpSpPr>
            <p:grpSpPr>
              <a:xfrm>
                <a:off x="4886987" y="8893541"/>
                <a:ext cx="72000" cy="146277"/>
                <a:chOff x="3250176" y="2637183"/>
                <a:chExt cx="179694" cy="146277"/>
              </a:xfrm>
            </p:grpSpPr>
            <p:grpSp>
              <p:nvGrpSpPr>
                <p:cNvPr id="2197" name="그룹 2196">
                  <a:extLst>
                    <a:ext uri="{FF2B5EF4-FFF2-40B4-BE49-F238E27FC236}">
                      <a16:creationId xmlns:a16="http://schemas.microsoft.com/office/drawing/2014/main" id="{81BE2640-F2FB-750A-10C3-3CF0C2B0B070}"/>
                    </a:ext>
                  </a:extLst>
                </p:cNvPr>
                <p:cNvGrpSpPr/>
                <p:nvPr/>
              </p:nvGrpSpPr>
              <p:grpSpPr>
                <a:xfrm>
                  <a:off x="3250176" y="2637183"/>
                  <a:ext cx="178824" cy="144000"/>
                  <a:chOff x="5453592" y="2641965"/>
                  <a:chExt cx="178824" cy="144000"/>
                </a:xfrm>
              </p:grpSpPr>
              <p:cxnSp>
                <p:nvCxnSpPr>
                  <p:cNvPr id="2199" name="직선 연결선 2198">
                    <a:extLst>
                      <a:ext uri="{FF2B5EF4-FFF2-40B4-BE49-F238E27FC236}">
                        <a16:creationId xmlns:a16="http://schemas.microsoft.com/office/drawing/2014/main" id="{00CFFC44-B20E-0677-A4CC-2CC23A23BD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0" name="직선 연결선 2199">
                    <a:extLst>
                      <a:ext uri="{FF2B5EF4-FFF2-40B4-BE49-F238E27FC236}">
                        <a16:creationId xmlns:a16="http://schemas.microsoft.com/office/drawing/2014/main" id="{CEB1F22C-F33A-A9EE-6AB2-302A6247366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98" name="직선 연결선 2197">
                  <a:extLst>
                    <a:ext uri="{FF2B5EF4-FFF2-40B4-BE49-F238E27FC236}">
                      <a16:creationId xmlns:a16="http://schemas.microsoft.com/office/drawing/2014/main" id="{84C46E1E-48A9-5862-AC3F-FCCE8FCFAB7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70" name="직선 연결선 2169">
                <a:extLst>
                  <a:ext uri="{FF2B5EF4-FFF2-40B4-BE49-F238E27FC236}">
                    <a16:creationId xmlns:a16="http://schemas.microsoft.com/office/drawing/2014/main" id="{6BD50E47-0C75-4A18-1CB7-2CA34532B4BB}"/>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71" name="그룹 2170">
                <a:extLst>
                  <a:ext uri="{FF2B5EF4-FFF2-40B4-BE49-F238E27FC236}">
                    <a16:creationId xmlns:a16="http://schemas.microsoft.com/office/drawing/2014/main" id="{76D9E886-8AB6-7AA5-FE63-E33783A1482A}"/>
                  </a:ext>
                </a:extLst>
              </p:cNvPr>
              <p:cNvGrpSpPr/>
              <p:nvPr/>
            </p:nvGrpSpPr>
            <p:grpSpPr>
              <a:xfrm>
                <a:off x="5096754" y="8890453"/>
                <a:ext cx="72000" cy="146277"/>
                <a:chOff x="3250176" y="2637183"/>
                <a:chExt cx="179694" cy="146277"/>
              </a:xfrm>
            </p:grpSpPr>
            <p:grpSp>
              <p:nvGrpSpPr>
                <p:cNvPr id="2193" name="그룹 2192">
                  <a:extLst>
                    <a:ext uri="{FF2B5EF4-FFF2-40B4-BE49-F238E27FC236}">
                      <a16:creationId xmlns:a16="http://schemas.microsoft.com/office/drawing/2014/main" id="{6C4581D9-E970-EB5F-27EE-167DC6FCFB14}"/>
                    </a:ext>
                  </a:extLst>
                </p:cNvPr>
                <p:cNvGrpSpPr/>
                <p:nvPr/>
              </p:nvGrpSpPr>
              <p:grpSpPr>
                <a:xfrm>
                  <a:off x="3250176" y="2637183"/>
                  <a:ext cx="178824" cy="144000"/>
                  <a:chOff x="5453592" y="2641965"/>
                  <a:chExt cx="178824" cy="144000"/>
                </a:xfrm>
              </p:grpSpPr>
              <p:cxnSp>
                <p:nvCxnSpPr>
                  <p:cNvPr id="2195" name="직선 연결선 2194">
                    <a:extLst>
                      <a:ext uri="{FF2B5EF4-FFF2-40B4-BE49-F238E27FC236}">
                        <a16:creationId xmlns:a16="http://schemas.microsoft.com/office/drawing/2014/main" id="{0FDD9C7D-2D4C-D526-2821-020DF7FA47C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6" name="직선 연결선 2195">
                    <a:extLst>
                      <a:ext uri="{FF2B5EF4-FFF2-40B4-BE49-F238E27FC236}">
                        <a16:creationId xmlns:a16="http://schemas.microsoft.com/office/drawing/2014/main" id="{FE86A305-6F7F-80E6-F85B-068B5B0C2D4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94" name="직선 연결선 2193">
                  <a:extLst>
                    <a:ext uri="{FF2B5EF4-FFF2-40B4-BE49-F238E27FC236}">
                      <a16:creationId xmlns:a16="http://schemas.microsoft.com/office/drawing/2014/main" id="{241EE669-6F30-6B13-CDE4-700E4796D5F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72" name="직선 연결선 2171">
                <a:extLst>
                  <a:ext uri="{FF2B5EF4-FFF2-40B4-BE49-F238E27FC236}">
                    <a16:creationId xmlns:a16="http://schemas.microsoft.com/office/drawing/2014/main" id="{1F460C4C-ACD4-B20E-28AB-787AAEF1D400}"/>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73" name="그룹 2172">
                <a:extLst>
                  <a:ext uri="{FF2B5EF4-FFF2-40B4-BE49-F238E27FC236}">
                    <a16:creationId xmlns:a16="http://schemas.microsoft.com/office/drawing/2014/main" id="{E1EBF3F1-09E2-03D7-6117-81FEC4DACEB1}"/>
                  </a:ext>
                </a:extLst>
              </p:cNvPr>
              <p:cNvGrpSpPr/>
              <p:nvPr/>
            </p:nvGrpSpPr>
            <p:grpSpPr>
              <a:xfrm>
                <a:off x="5203663" y="8892184"/>
                <a:ext cx="101416" cy="146277"/>
                <a:chOff x="4545844" y="3971199"/>
                <a:chExt cx="101416" cy="146277"/>
              </a:xfrm>
            </p:grpSpPr>
            <p:grpSp>
              <p:nvGrpSpPr>
                <p:cNvPr id="2187" name="그룹 2186">
                  <a:extLst>
                    <a:ext uri="{FF2B5EF4-FFF2-40B4-BE49-F238E27FC236}">
                      <a16:creationId xmlns:a16="http://schemas.microsoft.com/office/drawing/2014/main" id="{4F5DAAF0-7FFE-4EE8-28E6-D454EC2D36F2}"/>
                    </a:ext>
                  </a:extLst>
                </p:cNvPr>
                <p:cNvGrpSpPr/>
                <p:nvPr/>
              </p:nvGrpSpPr>
              <p:grpSpPr>
                <a:xfrm>
                  <a:off x="4545844" y="3971199"/>
                  <a:ext cx="35826" cy="146277"/>
                  <a:chOff x="3250176" y="2637183"/>
                  <a:chExt cx="178824" cy="146277"/>
                </a:xfrm>
              </p:grpSpPr>
              <p:grpSp>
                <p:nvGrpSpPr>
                  <p:cNvPr id="2189" name="그룹 2188">
                    <a:extLst>
                      <a:ext uri="{FF2B5EF4-FFF2-40B4-BE49-F238E27FC236}">
                        <a16:creationId xmlns:a16="http://schemas.microsoft.com/office/drawing/2014/main" id="{59667D64-8264-4093-0E06-7081DFAF8F7F}"/>
                      </a:ext>
                    </a:extLst>
                  </p:cNvPr>
                  <p:cNvGrpSpPr/>
                  <p:nvPr/>
                </p:nvGrpSpPr>
                <p:grpSpPr>
                  <a:xfrm>
                    <a:off x="3250176" y="2637183"/>
                    <a:ext cx="178824" cy="144000"/>
                    <a:chOff x="5453592" y="2641965"/>
                    <a:chExt cx="178824" cy="144000"/>
                  </a:xfrm>
                </p:grpSpPr>
                <p:cxnSp>
                  <p:nvCxnSpPr>
                    <p:cNvPr id="2191" name="직선 연결선 2190">
                      <a:extLst>
                        <a:ext uri="{FF2B5EF4-FFF2-40B4-BE49-F238E27FC236}">
                          <a16:creationId xmlns:a16="http://schemas.microsoft.com/office/drawing/2014/main" id="{8E51576C-CEC5-1C56-249E-80C1088029C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2" name="직선 연결선 2191">
                      <a:extLst>
                        <a:ext uri="{FF2B5EF4-FFF2-40B4-BE49-F238E27FC236}">
                          <a16:creationId xmlns:a16="http://schemas.microsoft.com/office/drawing/2014/main" id="{692B22FC-24EF-A319-5E86-44498E3CB68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90" name="직선 연결선 2189">
                    <a:extLst>
                      <a:ext uri="{FF2B5EF4-FFF2-40B4-BE49-F238E27FC236}">
                        <a16:creationId xmlns:a16="http://schemas.microsoft.com/office/drawing/2014/main" id="{6028F5CB-392D-7B7C-BB90-39BF605EAD8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88" name="직선 연결선 2187">
                  <a:extLst>
                    <a:ext uri="{FF2B5EF4-FFF2-40B4-BE49-F238E27FC236}">
                      <a16:creationId xmlns:a16="http://schemas.microsoft.com/office/drawing/2014/main" id="{D1984959-7DBC-B3D9-B062-CEB79573806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74" name="그룹 2173">
                <a:extLst>
                  <a:ext uri="{FF2B5EF4-FFF2-40B4-BE49-F238E27FC236}">
                    <a16:creationId xmlns:a16="http://schemas.microsoft.com/office/drawing/2014/main" id="{3E2A7B6D-224B-04DA-7928-28DD39A43DA0}"/>
                  </a:ext>
                </a:extLst>
              </p:cNvPr>
              <p:cNvGrpSpPr/>
              <p:nvPr/>
            </p:nvGrpSpPr>
            <p:grpSpPr>
              <a:xfrm>
                <a:off x="5418847" y="8892274"/>
                <a:ext cx="101416" cy="146277"/>
                <a:chOff x="4545844" y="3971199"/>
                <a:chExt cx="101416" cy="146277"/>
              </a:xfrm>
            </p:grpSpPr>
            <p:grpSp>
              <p:nvGrpSpPr>
                <p:cNvPr id="2181" name="그룹 2180">
                  <a:extLst>
                    <a:ext uri="{FF2B5EF4-FFF2-40B4-BE49-F238E27FC236}">
                      <a16:creationId xmlns:a16="http://schemas.microsoft.com/office/drawing/2014/main" id="{14A3A92A-134A-D9C7-8114-4386A16FA7EC}"/>
                    </a:ext>
                  </a:extLst>
                </p:cNvPr>
                <p:cNvGrpSpPr/>
                <p:nvPr/>
              </p:nvGrpSpPr>
              <p:grpSpPr>
                <a:xfrm>
                  <a:off x="4545844" y="3971199"/>
                  <a:ext cx="35826" cy="146277"/>
                  <a:chOff x="3250176" y="2637183"/>
                  <a:chExt cx="178824" cy="146277"/>
                </a:xfrm>
              </p:grpSpPr>
              <p:grpSp>
                <p:nvGrpSpPr>
                  <p:cNvPr id="2183" name="그룹 2182">
                    <a:extLst>
                      <a:ext uri="{FF2B5EF4-FFF2-40B4-BE49-F238E27FC236}">
                        <a16:creationId xmlns:a16="http://schemas.microsoft.com/office/drawing/2014/main" id="{30F74399-DB6B-32BC-9611-A9A42A26893D}"/>
                      </a:ext>
                    </a:extLst>
                  </p:cNvPr>
                  <p:cNvGrpSpPr/>
                  <p:nvPr/>
                </p:nvGrpSpPr>
                <p:grpSpPr>
                  <a:xfrm>
                    <a:off x="3250176" y="2637183"/>
                    <a:ext cx="178824" cy="144000"/>
                    <a:chOff x="5453592" y="2641965"/>
                    <a:chExt cx="178824" cy="144000"/>
                  </a:xfrm>
                </p:grpSpPr>
                <p:cxnSp>
                  <p:nvCxnSpPr>
                    <p:cNvPr id="2185" name="직선 연결선 2184">
                      <a:extLst>
                        <a:ext uri="{FF2B5EF4-FFF2-40B4-BE49-F238E27FC236}">
                          <a16:creationId xmlns:a16="http://schemas.microsoft.com/office/drawing/2014/main" id="{2052A1B4-98A3-C981-739B-C8FBFDA08BA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6" name="직선 연결선 2185">
                      <a:extLst>
                        <a:ext uri="{FF2B5EF4-FFF2-40B4-BE49-F238E27FC236}">
                          <a16:creationId xmlns:a16="http://schemas.microsoft.com/office/drawing/2014/main" id="{0C85457E-C9C1-D364-80FC-7E4ABAABAC5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84" name="직선 연결선 2183">
                    <a:extLst>
                      <a:ext uri="{FF2B5EF4-FFF2-40B4-BE49-F238E27FC236}">
                        <a16:creationId xmlns:a16="http://schemas.microsoft.com/office/drawing/2014/main" id="{673323F2-20E4-E2C2-46A8-FA5CA101F73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82" name="직선 연결선 2181">
                  <a:extLst>
                    <a:ext uri="{FF2B5EF4-FFF2-40B4-BE49-F238E27FC236}">
                      <a16:creationId xmlns:a16="http://schemas.microsoft.com/office/drawing/2014/main" id="{5AAB486D-CC8E-57EE-092D-8F9CD221D98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75" name="그룹 2174">
                <a:extLst>
                  <a:ext uri="{FF2B5EF4-FFF2-40B4-BE49-F238E27FC236}">
                    <a16:creationId xmlns:a16="http://schemas.microsoft.com/office/drawing/2014/main" id="{81E4B4AE-F741-6C56-8A89-BFB02621D900}"/>
                  </a:ext>
                </a:extLst>
              </p:cNvPr>
              <p:cNvGrpSpPr/>
              <p:nvPr/>
            </p:nvGrpSpPr>
            <p:grpSpPr>
              <a:xfrm>
                <a:off x="5309841" y="8892057"/>
                <a:ext cx="72000" cy="146277"/>
                <a:chOff x="3250176" y="2637183"/>
                <a:chExt cx="179694" cy="146277"/>
              </a:xfrm>
            </p:grpSpPr>
            <p:grpSp>
              <p:nvGrpSpPr>
                <p:cNvPr id="2177" name="그룹 2176">
                  <a:extLst>
                    <a:ext uri="{FF2B5EF4-FFF2-40B4-BE49-F238E27FC236}">
                      <a16:creationId xmlns:a16="http://schemas.microsoft.com/office/drawing/2014/main" id="{9A7BC0C2-808D-C3FE-F98C-9CC3CD281BC2}"/>
                    </a:ext>
                  </a:extLst>
                </p:cNvPr>
                <p:cNvGrpSpPr/>
                <p:nvPr/>
              </p:nvGrpSpPr>
              <p:grpSpPr>
                <a:xfrm>
                  <a:off x="3250176" y="2637183"/>
                  <a:ext cx="178824" cy="144000"/>
                  <a:chOff x="5453592" y="2641965"/>
                  <a:chExt cx="178824" cy="144000"/>
                </a:xfrm>
              </p:grpSpPr>
              <p:cxnSp>
                <p:nvCxnSpPr>
                  <p:cNvPr id="2179" name="직선 연결선 2178">
                    <a:extLst>
                      <a:ext uri="{FF2B5EF4-FFF2-40B4-BE49-F238E27FC236}">
                        <a16:creationId xmlns:a16="http://schemas.microsoft.com/office/drawing/2014/main" id="{ECA90C56-9DB5-D335-F73B-D2595942741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0" name="직선 연결선 2179">
                    <a:extLst>
                      <a:ext uri="{FF2B5EF4-FFF2-40B4-BE49-F238E27FC236}">
                        <a16:creationId xmlns:a16="http://schemas.microsoft.com/office/drawing/2014/main" id="{DC3746E5-FDCC-AB62-C1D4-2B1AFF5BD2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78" name="직선 연결선 2177">
                  <a:extLst>
                    <a:ext uri="{FF2B5EF4-FFF2-40B4-BE49-F238E27FC236}">
                      <a16:creationId xmlns:a16="http://schemas.microsoft.com/office/drawing/2014/main" id="{51326773-502F-0B77-71DC-FD351DC8428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76" name="직선 연결선 2175">
                <a:extLst>
                  <a:ext uri="{FF2B5EF4-FFF2-40B4-BE49-F238E27FC236}">
                    <a16:creationId xmlns:a16="http://schemas.microsoft.com/office/drawing/2014/main" id="{A16104FC-3613-8802-CCEE-F62463F69957}"/>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17" name="그룹 2216">
              <a:extLst>
                <a:ext uri="{FF2B5EF4-FFF2-40B4-BE49-F238E27FC236}">
                  <a16:creationId xmlns:a16="http://schemas.microsoft.com/office/drawing/2014/main" id="{551FC477-E999-D06C-F482-721183AE796B}"/>
                </a:ext>
              </a:extLst>
            </p:cNvPr>
            <p:cNvGrpSpPr/>
            <p:nvPr/>
          </p:nvGrpSpPr>
          <p:grpSpPr>
            <a:xfrm>
              <a:off x="5186638" y="8063529"/>
              <a:ext cx="846363" cy="149365"/>
              <a:chOff x="4673900" y="8890453"/>
              <a:chExt cx="846363" cy="149365"/>
            </a:xfrm>
          </p:grpSpPr>
          <p:grpSp>
            <p:nvGrpSpPr>
              <p:cNvPr id="2218" name="그룹 2217">
                <a:extLst>
                  <a:ext uri="{FF2B5EF4-FFF2-40B4-BE49-F238E27FC236}">
                    <a16:creationId xmlns:a16="http://schemas.microsoft.com/office/drawing/2014/main" id="{47DDBBA4-7265-EA51-514D-DDF5E583F3E5}"/>
                  </a:ext>
                </a:extLst>
              </p:cNvPr>
              <p:cNvGrpSpPr/>
              <p:nvPr/>
            </p:nvGrpSpPr>
            <p:grpSpPr>
              <a:xfrm>
                <a:off x="4673900" y="8891937"/>
                <a:ext cx="72000" cy="146277"/>
                <a:chOff x="3250176" y="2637183"/>
                <a:chExt cx="179694" cy="146277"/>
              </a:xfrm>
            </p:grpSpPr>
            <p:grpSp>
              <p:nvGrpSpPr>
                <p:cNvPr id="2266" name="그룹 2265">
                  <a:extLst>
                    <a:ext uri="{FF2B5EF4-FFF2-40B4-BE49-F238E27FC236}">
                      <a16:creationId xmlns:a16="http://schemas.microsoft.com/office/drawing/2014/main" id="{342A92B8-36F2-E480-550D-6757532CDB40}"/>
                    </a:ext>
                  </a:extLst>
                </p:cNvPr>
                <p:cNvGrpSpPr/>
                <p:nvPr/>
              </p:nvGrpSpPr>
              <p:grpSpPr>
                <a:xfrm>
                  <a:off x="3250176" y="2637183"/>
                  <a:ext cx="178824" cy="144000"/>
                  <a:chOff x="5453592" y="2641965"/>
                  <a:chExt cx="178824" cy="144000"/>
                </a:xfrm>
              </p:grpSpPr>
              <p:cxnSp>
                <p:nvCxnSpPr>
                  <p:cNvPr id="2268" name="직선 연결선 2267">
                    <a:extLst>
                      <a:ext uri="{FF2B5EF4-FFF2-40B4-BE49-F238E27FC236}">
                        <a16:creationId xmlns:a16="http://schemas.microsoft.com/office/drawing/2014/main" id="{CA639A42-9615-094C-4E5C-4F4CEC1BC33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9" name="직선 연결선 2268">
                    <a:extLst>
                      <a:ext uri="{FF2B5EF4-FFF2-40B4-BE49-F238E27FC236}">
                        <a16:creationId xmlns:a16="http://schemas.microsoft.com/office/drawing/2014/main" id="{45D68CBF-4A3D-F7FD-C5B6-1E954BF602B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67" name="직선 연결선 2266">
                  <a:extLst>
                    <a:ext uri="{FF2B5EF4-FFF2-40B4-BE49-F238E27FC236}">
                      <a16:creationId xmlns:a16="http://schemas.microsoft.com/office/drawing/2014/main" id="{75B058C5-2AC8-AAE6-9448-E5EAA58FBA8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19" name="직선 연결선 2218">
                <a:extLst>
                  <a:ext uri="{FF2B5EF4-FFF2-40B4-BE49-F238E27FC236}">
                    <a16:creationId xmlns:a16="http://schemas.microsoft.com/office/drawing/2014/main" id="{C14EEE02-6772-6E3E-24FF-504A85458C59}"/>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20" name="그룹 2219">
                <a:extLst>
                  <a:ext uri="{FF2B5EF4-FFF2-40B4-BE49-F238E27FC236}">
                    <a16:creationId xmlns:a16="http://schemas.microsoft.com/office/drawing/2014/main" id="{52F64CB7-E80A-2C6C-EF22-DF8DCEB77558}"/>
                  </a:ext>
                </a:extLst>
              </p:cNvPr>
              <p:cNvGrpSpPr/>
              <p:nvPr/>
            </p:nvGrpSpPr>
            <p:grpSpPr>
              <a:xfrm>
                <a:off x="4780809" y="8891329"/>
                <a:ext cx="101416" cy="146277"/>
                <a:chOff x="4545844" y="3971199"/>
                <a:chExt cx="101416" cy="146277"/>
              </a:xfrm>
            </p:grpSpPr>
            <p:grpSp>
              <p:nvGrpSpPr>
                <p:cNvPr id="2260" name="그룹 2259">
                  <a:extLst>
                    <a:ext uri="{FF2B5EF4-FFF2-40B4-BE49-F238E27FC236}">
                      <a16:creationId xmlns:a16="http://schemas.microsoft.com/office/drawing/2014/main" id="{70E14EFF-9258-CE41-1FE6-CF450AABB82E}"/>
                    </a:ext>
                  </a:extLst>
                </p:cNvPr>
                <p:cNvGrpSpPr/>
                <p:nvPr/>
              </p:nvGrpSpPr>
              <p:grpSpPr>
                <a:xfrm>
                  <a:off x="4545844" y="3971199"/>
                  <a:ext cx="35826" cy="146277"/>
                  <a:chOff x="3250176" y="2637183"/>
                  <a:chExt cx="178824" cy="146277"/>
                </a:xfrm>
              </p:grpSpPr>
              <p:grpSp>
                <p:nvGrpSpPr>
                  <p:cNvPr id="2262" name="그룹 2261">
                    <a:extLst>
                      <a:ext uri="{FF2B5EF4-FFF2-40B4-BE49-F238E27FC236}">
                        <a16:creationId xmlns:a16="http://schemas.microsoft.com/office/drawing/2014/main" id="{858A8A55-8267-DA4A-3375-9339D4DECDC2}"/>
                      </a:ext>
                    </a:extLst>
                  </p:cNvPr>
                  <p:cNvGrpSpPr/>
                  <p:nvPr/>
                </p:nvGrpSpPr>
                <p:grpSpPr>
                  <a:xfrm>
                    <a:off x="3250176" y="2637183"/>
                    <a:ext cx="178824" cy="144000"/>
                    <a:chOff x="5453592" y="2641965"/>
                    <a:chExt cx="178824" cy="144000"/>
                  </a:xfrm>
                </p:grpSpPr>
                <p:cxnSp>
                  <p:nvCxnSpPr>
                    <p:cNvPr id="2264" name="직선 연결선 2263">
                      <a:extLst>
                        <a:ext uri="{FF2B5EF4-FFF2-40B4-BE49-F238E27FC236}">
                          <a16:creationId xmlns:a16="http://schemas.microsoft.com/office/drawing/2014/main" id="{C98A68EC-995D-2027-3140-FF8CC9D2898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5" name="직선 연결선 2264">
                      <a:extLst>
                        <a:ext uri="{FF2B5EF4-FFF2-40B4-BE49-F238E27FC236}">
                          <a16:creationId xmlns:a16="http://schemas.microsoft.com/office/drawing/2014/main" id="{E6B0A9A5-9E98-0A12-16B0-8484A8B17E5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63" name="직선 연결선 2262">
                    <a:extLst>
                      <a:ext uri="{FF2B5EF4-FFF2-40B4-BE49-F238E27FC236}">
                        <a16:creationId xmlns:a16="http://schemas.microsoft.com/office/drawing/2014/main" id="{30E02557-870D-BA90-A9ED-E6E229F38DC0}"/>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61" name="직선 연결선 2260">
                  <a:extLst>
                    <a:ext uri="{FF2B5EF4-FFF2-40B4-BE49-F238E27FC236}">
                      <a16:creationId xmlns:a16="http://schemas.microsoft.com/office/drawing/2014/main" id="{9B766289-1923-3BCE-6161-C0D97DBA9A8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1" name="그룹 2220">
                <a:extLst>
                  <a:ext uri="{FF2B5EF4-FFF2-40B4-BE49-F238E27FC236}">
                    <a16:creationId xmlns:a16="http://schemas.microsoft.com/office/drawing/2014/main" id="{33E0E2B6-8E23-2108-EE79-642E4F9BE801}"/>
                  </a:ext>
                </a:extLst>
              </p:cNvPr>
              <p:cNvGrpSpPr/>
              <p:nvPr/>
            </p:nvGrpSpPr>
            <p:grpSpPr>
              <a:xfrm>
                <a:off x="4995993" y="8891419"/>
                <a:ext cx="101416" cy="146277"/>
                <a:chOff x="4545844" y="3971199"/>
                <a:chExt cx="101416" cy="146277"/>
              </a:xfrm>
            </p:grpSpPr>
            <p:grpSp>
              <p:nvGrpSpPr>
                <p:cNvPr id="2254" name="그룹 2253">
                  <a:extLst>
                    <a:ext uri="{FF2B5EF4-FFF2-40B4-BE49-F238E27FC236}">
                      <a16:creationId xmlns:a16="http://schemas.microsoft.com/office/drawing/2014/main" id="{55808A33-8D13-E168-8EDD-5A85A871CF99}"/>
                    </a:ext>
                  </a:extLst>
                </p:cNvPr>
                <p:cNvGrpSpPr/>
                <p:nvPr/>
              </p:nvGrpSpPr>
              <p:grpSpPr>
                <a:xfrm>
                  <a:off x="4545844" y="3971199"/>
                  <a:ext cx="35826" cy="146277"/>
                  <a:chOff x="3250176" y="2637183"/>
                  <a:chExt cx="178824" cy="146277"/>
                </a:xfrm>
              </p:grpSpPr>
              <p:grpSp>
                <p:nvGrpSpPr>
                  <p:cNvPr id="2256" name="그룹 2255">
                    <a:extLst>
                      <a:ext uri="{FF2B5EF4-FFF2-40B4-BE49-F238E27FC236}">
                        <a16:creationId xmlns:a16="http://schemas.microsoft.com/office/drawing/2014/main" id="{633E7D1E-4610-17E6-3580-1E2979D4D94B}"/>
                      </a:ext>
                    </a:extLst>
                  </p:cNvPr>
                  <p:cNvGrpSpPr/>
                  <p:nvPr/>
                </p:nvGrpSpPr>
                <p:grpSpPr>
                  <a:xfrm>
                    <a:off x="3250176" y="2637183"/>
                    <a:ext cx="178824" cy="144000"/>
                    <a:chOff x="5453592" y="2641965"/>
                    <a:chExt cx="178824" cy="144000"/>
                  </a:xfrm>
                </p:grpSpPr>
                <p:cxnSp>
                  <p:nvCxnSpPr>
                    <p:cNvPr id="2258" name="직선 연결선 2257">
                      <a:extLst>
                        <a:ext uri="{FF2B5EF4-FFF2-40B4-BE49-F238E27FC236}">
                          <a16:creationId xmlns:a16="http://schemas.microsoft.com/office/drawing/2014/main" id="{28076CAE-2D5A-07AF-E83F-71743F5F4B1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9" name="직선 연결선 2258">
                      <a:extLst>
                        <a:ext uri="{FF2B5EF4-FFF2-40B4-BE49-F238E27FC236}">
                          <a16:creationId xmlns:a16="http://schemas.microsoft.com/office/drawing/2014/main" id="{8164EA25-1EF6-2AB2-D273-A36B0F2048E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57" name="직선 연결선 2256">
                    <a:extLst>
                      <a:ext uri="{FF2B5EF4-FFF2-40B4-BE49-F238E27FC236}">
                        <a16:creationId xmlns:a16="http://schemas.microsoft.com/office/drawing/2014/main" id="{76F91189-634B-ED35-0BA6-A1DD1468EB9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55" name="직선 연결선 2254">
                  <a:extLst>
                    <a:ext uri="{FF2B5EF4-FFF2-40B4-BE49-F238E27FC236}">
                      <a16:creationId xmlns:a16="http://schemas.microsoft.com/office/drawing/2014/main" id="{8A2184F3-52B6-704F-9F96-99020393788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2" name="그룹 2221">
                <a:extLst>
                  <a:ext uri="{FF2B5EF4-FFF2-40B4-BE49-F238E27FC236}">
                    <a16:creationId xmlns:a16="http://schemas.microsoft.com/office/drawing/2014/main" id="{6DF3A26A-FA3D-1009-507F-387BEEA8B044}"/>
                  </a:ext>
                </a:extLst>
              </p:cNvPr>
              <p:cNvGrpSpPr/>
              <p:nvPr/>
            </p:nvGrpSpPr>
            <p:grpSpPr>
              <a:xfrm>
                <a:off x="4886987" y="8893541"/>
                <a:ext cx="72000" cy="146277"/>
                <a:chOff x="3250176" y="2637183"/>
                <a:chExt cx="179694" cy="146277"/>
              </a:xfrm>
            </p:grpSpPr>
            <p:grpSp>
              <p:nvGrpSpPr>
                <p:cNvPr id="2250" name="그룹 2249">
                  <a:extLst>
                    <a:ext uri="{FF2B5EF4-FFF2-40B4-BE49-F238E27FC236}">
                      <a16:creationId xmlns:a16="http://schemas.microsoft.com/office/drawing/2014/main" id="{430C2C2B-31DB-5516-0815-4994F0F3B539}"/>
                    </a:ext>
                  </a:extLst>
                </p:cNvPr>
                <p:cNvGrpSpPr/>
                <p:nvPr/>
              </p:nvGrpSpPr>
              <p:grpSpPr>
                <a:xfrm>
                  <a:off x="3250176" y="2637183"/>
                  <a:ext cx="178824" cy="144000"/>
                  <a:chOff x="5453592" y="2641965"/>
                  <a:chExt cx="178824" cy="144000"/>
                </a:xfrm>
              </p:grpSpPr>
              <p:cxnSp>
                <p:nvCxnSpPr>
                  <p:cNvPr id="2252" name="직선 연결선 2251">
                    <a:extLst>
                      <a:ext uri="{FF2B5EF4-FFF2-40B4-BE49-F238E27FC236}">
                        <a16:creationId xmlns:a16="http://schemas.microsoft.com/office/drawing/2014/main" id="{6F28F164-B8CF-AE8B-12F6-7B4CC04F918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3" name="직선 연결선 2252">
                    <a:extLst>
                      <a:ext uri="{FF2B5EF4-FFF2-40B4-BE49-F238E27FC236}">
                        <a16:creationId xmlns:a16="http://schemas.microsoft.com/office/drawing/2014/main" id="{7C344984-14C2-5169-6420-A8C00FA0008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51" name="직선 연결선 2250">
                  <a:extLst>
                    <a:ext uri="{FF2B5EF4-FFF2-40B4-BE49-F238E27FC236}">
                      <a16:creationId xmlns:a16="http://schemas.microsoft.com/office/drawing/2014/main" id="{A3CA8EE1-B166-FA26-441F-0795B535073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23" name="직선 연결선 2222">
                <a:extLst>
                  <a:ext uri="{FF2B5EF4-FFF2-40B4-BE49-F238E27FC236}">
                    <a16:creationId xmlns:a16="http://schemas.microsoft.com/office/drawing/2014/main" id="{1E8CAAA5-737B-4D66-02C0-052DEA44A200}"/>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24" name="그룹 2223">
                <a:extLst>
                  <a:ext uri="{FF2B5EF4-FFF2-40B4-BE49-F238E27FC236}">
                    <a16:creationId xmlns:a16="http://schemas.microsoft.com/office/drawing/2014/main" id="{BD7AE457-72AF-3D03-6A59-AAFC5ABE4C30}"/>
                  </a:ext>
                </a:extLst>
              </p:cNvPr>
              <p:cNvGrpSpPr/>
              <p:nvPr/>
            </p:nvGrpSpPr>
            <p:grpSpPr>
              <a:xfrm>
                <a:off x="5096754" y="8890453"/>
                <a:ext cx="72000" cy="146277"/>
                <a:chOff x="3250176" y="2637183"/>
                <a:chExt cx="179694" cy="146277"/>
              </a:xfrm>
            </p:grpSpPr>
            <p:grpSp>
              <p:nvGrpSpPr>
                <p:cNvPr id="2246" name="그룹 2245">
                  <a:extLst>
                    <a:ext uri="{FF2B5EF4-FFF2-40B4-BE49-F238E27FC236}">
                      <a16:creationId xmlns:a16="http://schemas.microsoft.com/office/drawing/2014/main" id="{2C337D21-1940-0069-501D-A2C9A48EAB9C}"/>
                    </a:ext>
                  </a:extLst>
                </p:cNvPr>
                <p:cNvGrpSpPr/>
                <p:nvPr/>
              </p:nvGrpSpPr>
              <p:grpSpPr>
                <a:xfrm>
                  <a:off x="3250176" y="2637183"/>
                  <a:ext cx="178824" cy="144000"/>
                  <a:chOff x="5453592" y="2641965"/>
                  <a:chExt cx="178824" cy="144000"/>
                </a:xfrm>
              </p:grpSpPr>
              <p:cxnSp>
                <p:nvCxnSpPr>
                  <p:cNvPr id="2248" name="직선 연결선 2247">
                    <a:extLst>
                      <a:ext uri="{FF2B5EF4-FFF2-40B4-BE49-F238E27FC236}">
                        <a16:creationId xmlns:a16="http://schemas.microsoft.com/office/drawing/2014/main" id="{FF747714-B570-15E5-3A17-B0C6DF2EBCA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9" name="직선 연결선 2248">
                    <a:extLst>
                      <a:ext uri="{FF2B5EF4-FFF2-40B4-BE49-F238E27FC236}">
                        <a16:creationId xmlns:a16="http://schemas.microsoft.com/office/drawing/2014/main" id="{EE96C74B-5773-3B32-08AB-E3870788062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47" name="직선 연결선 2246">
                  <a:extLst>
                    <a:ext uri="{FF2B5EF4-FFF2-40B4-BE49-F238E27FC236}">
                      <a16:creationId xmlns:a16="http://schemas.microsoft.com/office/drawing/2014/main" id="{812A0A21-CAFF-CA2B-9723-74F4353C9BA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25" name="직선 연결선 2224">
                <a:extLst>
                  <a:ext uri="{FF2B5EF4-FFF2-40B4-BE49-F238E27FC236}">
                    <a16:creationId xmlns:a16="http://schemas.microsoft.com/office/drawing/2014/main" id="{82E9D142-14E0-731B-9CED-705E7E7B133B}"/>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26" name="그룹 2225">
                <a:extLst>
                  <a:ext uri="{FF2B5EF4-FFF2-40B4-BE49-F238E27FC236}">
                    <a16:creationId xmlns:a16="http://schemas.microsoft.com/office/drawing/2014/main" id="{718D1A10-7B95-CDC2-5C95-2DD2FEBE84BE}"/>
                  </a:ext>
                </a:extLst>
              </p:cNvPr>
              <p:cNvGrpSpPr/>
              <p:nvPr/>
            </p:nvGrpSpPr>
            <p:grpSpPr>
              <a:xfrm>
                <a:off x="5203663" y="8892184"/>
                <a:ext cx="101416" cy="146277"/>
                <a:chOff x="4545844" y="3971199"/>
                <a:chExt cx="101416" cy="146277"/>
              </a:xfrm>
            </p:grpSpPr>
            <p:grpSp>
              <p:nvGrpSpPr>
                <p:cNvPr id="2240" name="그룹 2239">
                  <a:extLst>
                    <a:ext uri="{FF2B5EF4-FFF2-40B4-BE49-F238E27FC236}">
                      <a16:creationId xmlns:a16="http://schemas.microsoft.com/office/drawing/2014/main" id="{BEDC0BF2-F0FC-44A4-5BDD-6FA77AB46136}"/>
                    </a:ext>
                  </a:extLst>
                </p:cNvPr>
                <p:cNvGrpSpPr/>
                <p:nvPr/>
              </p:nvGrpSpPr>
              <p:grpSpPr>
                <a:xfrm>
                  <a:off x="4545844" y="3971199"/>
                  <a:ext cx="35826" cy="146277"/>
                  <a:chOff x="3250176" y="2637183"/>
                  <a:chExt cx="178824" cy="146277"/>
                </a:xfrm>
              </p:grpSpPr>
              <p:grpSp>
                <p:nvGrpSpPr>
                  <p:cNvPr id="2242" name="그룹 2241">
                    <a:extLst>
                      <a:ext uri="{FF2B5EF4-FFF2-40B4-BE49-F238E27FC236}">
                        <a16:creationId xmlns:a16="http://schemas.microsoft.com/office/drawing/2014/main" id="{585CC70A-4490-080A-41BB-4257A4D611CF}"/>
                      </a:ext>
                    </a:extLst>
                  </p:cNvPr>
                  <p:cNvGrpSpPr/>
                  <p:nvPr/>
                </p:nvGrpSpPr>
                <p:grpSpPr>
                  <a:xfrm>
                    <a:off x="3250176" y="2637183"/>
                    <a:ext cx="178824" cy="144000"/>
                    <a:chOff x="5453592" y="2641965"/>
                    <a:chExt cx="178824" cy="144000"/>
                  </a:xfrm>
                </p:grpSpPr>
                <p:cxnSp>
                  <p:nvCxnSpPr>
                    <p:cNvPr id="2244" name="직선 연결선 2243">
                      <a:extLst>
                        <a:ext uri="{FF2B5EF4-FFF2-40B4-BE49-F238E27FC236}">
                          <a16:creationId xmlns:a16="http://schemas.microsoft.com/office/drawing/2014/main" id="{BAC3F0D2-DA0D-AE84-87B8-4CCF67E5521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5" name="직선 연결선 2244">
                      <a:extLst>
                        <a:ext uri="{FF2B5EF4-FFF2-40B4-BE49-F238E27FC236}">
                          <a16:creationId xmlns:a16="http://schemas.microsoft.com/office/drawing/2014/main" id="{A446562C-D89A-0BD9-C160-797991A1B4B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43" name="직선 연결선 2242">
                    <a:extLst>
                      <a:ext uri="{FF2B5EF4-FFF2-40B4-BE49-F238E27FC236}">
                        <a16:creationId xmlns:a16="http://schemas.microsoft.com/office/drawing/2014/main" id="{E0A107F9-2C15-A173-51F3-19ECCEF1B9B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41" name="직선 연결선 2240">
                  <a:extLst>
                    <a:ext uri="{FF2B5EF4-FFF2-40B4-BE49-F238E27FC236}">
                      <a16:creationId xmlns:a16="http://schemas.microsoft.com/office/drawing/2014/main" id="{69E148DE-3312-B508-957F-69F695EA1F2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7" name="그룹 2226">
                <a:extLst>
                  <a:ext uri="{FF2B5EF4-FFF2-40B4-BE49-F238E27FC236}">
                    <a16:creationId xmlns:a16="http://schemas.microsoft.com/office/drawing/2014/main" id="{52272852-71F4-4028-6096-DAA69F61EEEF}"/>
                  </a:ext>
                </a:extLst>
              </p:cNvPr>
              <p:cNvGrpSpPr/>
              <p:nvPr/>
            </p:nvGrpSpPr>
            <p:grpSpPr>
              <a:xfrm>
                <a:off x="5418847" y="8892274"/>
                <a:ext cx="101416" cy="146277"/>
                <a:chOff x="4545844" y="3971199"/>
                <a:chExt cx="101416" cy="146277"/>
              </a:xfrm>
            </p:grpSpPr>
            <p:grpSp>
              <p:nvGrpSpPr>
                <p:cNvPr id="2234" name="그룹 2233">
                  <a:extLst>
                    <a:ext uri="{FF2B5EF4-FFF2-40B4-BE49-F238E27FC236}">
                      <a16:creationId xmlns:a16="http://schemas.microsoft.com/office/drawing/2014/main" id="{AFED7486-056E-2A2E-DA7F-1C0135E26514}"/>
                    </a:ext>
                  </a:extLst>
                </p:cNvPr>
                <p:cNvGrpSpPr/>
                <p:nvPr/>
              </p:nvGrpSpPr>
              <p:grpSpPr>
                <a:xfrm>
                  <a:off x="4545844" y="3971199"/>
                  <a:ext cx="35826" cy="146277"/>
                  <a:chOff x="3250176" y="2637183"/>
                  <a:chExt cx="178824" cy="146277"/>
                </a:xfrm>
              </p:grpSpPr>
              <p:grpSp>
                <p:nvGrpSpPr>
                  <p:cNvPr id="2236" name="그룹 2235">
                    <a:extLst>
                      <a:ext uri="{FF2B5EF4-FFF2-40B4-BE49-F238E27FC236}">
                        <a16:creationId xmlns:a16="http://schemas.microsoft.com/office/drawing/2014/main" id="{E1B7BBF4-13F8-8FA3-57CA-9C1AC2DE8196}"/>
                      </a:ext>
                    </a:extLst>
                  </p:cNvPr>
                  <p:cNvGrpSpPr/>
                  <p:nvPr/>
                </p:nvGrpSpPr>
                <p:grpSpPr>
                  <a:xfrm>
                    <a:off x="3250176" y="2637183"/>
                    <a:ext cx="178824" cy="144000"/>
                    <a:chOff x="5453592" y="2641965"/>
                    <a:chExt cx="178824" cy="144000"/>
                  </a:xfrm>
                </p:grpSpPr>
                <p:cxnSp>
                  <p:nvCxnSpPr>
                    <p:cNvPr id="2238" name="직선 연결선 2237">
                      <a:extLst>
                        <a:ext uri="{FF2B5EF4-FFF2-40B4-BE49-F238E27FC236}">
                          <a16:creationId xmlns:a16="http://schemas.microsoft.com/office/drawing/2014/main" id="{B72EEE24-39B9-6D1A-84AD-5464A376461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9" name="직선 연결선 2238">
                      <a:extLst>
                        <a:ext uri="{FF2B5EF4-FFF2-40B4-BE49-F238E27FC236}">
                          <a16:creationId xmlns:a16="http://schemas.microsoft.com/office/drawing/2014/main" id="{CA1A2788-FB54-9C75-506E-81C01D3B111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37" name="직선 연결선 2236">
                    <a:extLst>
                      <a:ext uri="{FF2B5EF4-FFF2-40B4-BE49-F238E27FC236}">
                        <a16:creationId xmlns:a16="http://schemas.microsoft.com/office/drawing/2014/main" id="{0A1B7BAE-499F-6D51-39AD-E6160236F08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35" name="직선 연결선 2234">
                  <a:extLst>
                    <a:ext uri="{FF2B5EF4-FFF2-40B4-BE49-F238E27FC236}">
                      <a16:creationId xmlns:a16="http://schemas.microsoft.com/office/drawing/2014/main" id="{00350C19-3A0C-B1B4-7FEC-F9CE810FFB00}"/>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8" name="그룹 2227">
                <a:extLst>
                  <a:ext uri="{FF2B5EF4-FFF2-40B4-BE49-F238E27FC236}">
                    <a16:creationId xmlns:a16="http://schemas.microsoft.com/office/drawing/2014/main" id="{67458198-ACFE-3D15-87B8-E658689EE550}"/>
                  </a:ext>
                </a:extLst>
              </p:cNvPr>
              <p:cNvGrpSpPr/>
              <p:nvPr/>
            </p:nvGrpSpPr>
            <p:grpSpPr>
              <a:xfrm>
                <a:off x="5309841" y="8892057"/>
                <a:ext cx="72000" cy="146277"/>
                <a:chOff x="3250176" y="2637183"/>
                <a:chExt cx="179694" cy="146277"/>
              </a:xfrm>
            </p:grpSpPr>
            <p:grpSp>
              <p:nvGrpSpPr>
                <p:cNvPr id="2230" name="그룹 2229">
                  <a:extLst>
                    <a:ext uri="{FF2B5EF4-FFF2-40B4-BE49-F238E27FC236}">
                      <a16:creationId xmlns:a16="http://schemas.microsoft.com/office/drawing/2014/main" id="{5C5ABE29-3CB4-EC2F-C5E7-42FF59D2F115}"/>
                    </a:ext>
                  </a:extLst>
                </p:cNvPr>
                <p:cNvGrpSpPr/>
                <p:nvPr/>
              </p:nvGrpSpPr>
              <p:grpSpPr>
                <a:xfrm>
                  <a:off x="3250176" y="2637183"/>
                  <a:ext cx="178824" cy="144000"/>
                  <a:chOff x="5453592" y="2641965"/>
                  <a:chExt cx="178824" cy="144000"/>
                </a:xfrm>
              </p:grpSpPr>
              <p:cxnSp>
                <p:nvCxnSpPr>
                  <p:cNvPr id="2232" name="직선 연결선 2231">
                    <a:extLst>
                      <a:ext uri="{FF2B5EF4-FFF2-40B4-BE49-F238E27FC236}">
                        <a16:creationId xmlns:a16="http://schemas.microsoft.com/office/drawing/2014/main" id="{33626B13-1774-5E71-FB54-C9B8299FF40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3" name="직선 연결선 2232">
                    <a:extLst>
                      <a:ext uri="{FF2B5EF4-FFF2-40B4-BE49-F238E27FC236}">
                        <a16:creationId xmlns:a16="http://schemas.microsoft.com/office/drawing/2014/main" id="{1611C7F7-F758-E131-E8DC-013419DACDC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31" name="직선 연결선 2230">
                  <a:extLst>
                    <a:ext uri="{FF2B5EF4-FFF2-40B4-BE49-F238E27FC236}">
                      <a16:creationId xmlns:a16="http://schemas.microsoft.com/office/drawing/2014/main" id="{481BEAE2-75B1-3496-608E-B7F9E3072EB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29" name="직선 연결선 2228">
                <a:extLst>
                  <a:ext uri="{FF2B5EF4-FFF2-40B4-BE49-F238E27FC236}">
                    <a16:creationId xmlns:a16="http://schemas.microsoft.com/office/drawing/2014/main" id="{329C7276-961C-3C6B-3B62-B9921A72CA1C}"/>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70" name="그룹 2269">
              <a:extLst>
                <a:ext uri="{FF2B5EF4-FFF2-40B4-BE49-F238E27FC236}">
                  <a16:creationId xmlns:a16="http://schemas.microsoft.com/office/drawing/2014/main" id="{270ACC83-832D-E5E6-E940-262C2EE460C8}"/>
                </a:ext>
              </a:extLst>
            </p:cNvPr>
            <p:cNvGrpSpPr/>
            <p:nvPr/>
          </p:nvGrpSpPr>
          <p:grpSpPr>
            <a:xfrm>
              <a:off x="4014166" y="8522651"/>
              <a:ext cx="843703" cy="150569"/>
              <a:chOff x="2752717" y="4385438"/>
              <a:chExt cx="843703" cy="150569"/>
            </a:xfrm>
          </p:grpSpPr>
          <p:grpSp>
            <p:nvGrpSpPr>
              <p:cNvPr id="2271" name="그룹 2270">
                <a:extLst>
                  <a:ext uri="{FF2B5EF4-FFF2-40B4-BE49-F238E27FC236}">
                    <a16:creationId xmlns:a16="http://schemas.microsoft.com/office/drawing/2014/main" id="{22EDA413-243F-C5E1-109C-F8861962C8F9}"/>
                  </a:ext>
                </a:extLst>
              </p:cNvPr>
              <p:cNvGrpSpPr/>
              <p:nvPr/>
            </p:nvGrpSpPr>
            <p:grpSpPr>
              <a:xfrm>
                <a:off x="2752717" y="4386023"/>
                <a:ext cx="419075" cy="149984"/>
                <a:chOff x="4408576" y="4387925"/>
                <a:chExt cx="419075" cy="149984"/>
              </a:xfrm>
            </p:grpSpPr>
            <p:grpSp>
              <p:nvGrpSpPr>
                <p:cNvPr id="2299" name="그룹 2298">
                  <a:extLst>
                    <a:ext uri="{FF2B5EF4-FFF2-40B4-BE49-F238E27FC236}">
                      <a16:creationId xmlns:a16="http://schemas.microsoft.com/office/drawing/2014/main" id="{9BD761A5-F153-3C2F-39F3-2FC3311BB645}"/>
                    </a:ext>
                  </a:extLst>
                </p:cNvPr>
                <p:cNvGrpSpPr/>
                <p:nvPr/>
              </p:nvGrpSpPr>
              <p:grpSpPr>
                <a:xfrm>
                  <a:off x="4408576" y="4388533"/>
                  <a:ext cx="72000" cy="146277"/>
                  <a:chOff x="3250176" y="2637183"/>
                  <a:chExt cx="179694" cy="146277"/>
                </a:xfrm>
              </p:grpSpPr>
              <p:grpSp>
                <p:nvGrpSpPr>
                  <p:cNvPr id="2321" name="그룹 2320">
                    <a:extLst>
                      <a:ext uri="{FF2B5EF4-FFF2-40B4-BE49-F238E27FC236}">
                        <a16:creationId xmlns:a16="http://schemas.microsoft.com/office/drawing/2014/main" id="{E5ED9399-7C64-B787-D4FF-591F8B3B5939}"/>
                      </a:ext>
                    </a:extLst>
                  </p:cNvPr>
                  <p:cNvGrpSpPr/>
                  <p:nvPr/>
                </p:nvGrpSpPr>
                <p:grpSpPr>
                  <a:xfrm>
                    <a:off x="3250176" y="2637183"/>
                    <a:ext cx="178824" cy="144000"/>
                    <a:chOff x="5453592" y="2641965"/>
                    <a:chExt cx="178824" cy="144000"/>
                  </a:xfrm>
                </p:grpSpPr>
                <p:cxnSp>
                  <p:nvCxnSpPr>
                    <p:cNvPr id="2323" name="직선 연결선 2322">
                      <a:extLst>
                        <a:ext uri="{FF2B5EF4-FFF2-40B4-BE49-F238E27FC236}">
                          <a16:creationId xmlns:a16="http://schemas.microsoft.com/office/drawing/2014/main" id="{8FE668ED-4CC0-A32B-D7F8-078E3BE0E68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4" name="직선 연결선 2323">
                      <a:extLst>
                        <a:ext uri="{FF2B5EF4-FFF2-40B4-BE49-F238E27FC236}">
                          <a16:creationId xmlns:a16="http://schemas.microsoft.com/office/drawing/2014/main" id="{3BEA6662-E456-21D7-8A29-9617A166B3A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22" name="직선 연결선 2321">
                    <a:extLst>
                      <a:ext uri="{FF2B5EF4-FFF2-40B4-BE49-F238E27FC236}">
                        <a16:creationId xmlns:a16="http://schemas.microsoft.com/office/drawing/2014/main" id="{30F5B64C-917F-67EE-FAF3-C7C558ADD2A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00" name="직선 연결선 2299">
                  <a:extLst>
                    <a:ext uri="{FF2B5EF4-FFF2-40B4-BE49-F238E27FC236}">
                      <a16:creationId xmlns:a16="http://schemas.microsoft.com/office/drawing/2014/main" id="{3D24A4F9-2F88-5B70-E223-F3DAC4A3E20E}"/>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1" name="그룹 2300">
                  <a:extLst>
                    <a:ext uri="{FF2B5EF4-FFF2-40B4-BE49-F238E27FC236}">
                      <a16:creationId xmlns:a16="http://schemas.microsoft.com/office/drawing/2014/main" id="{CEF94D46-565F-E7C9-6066-B738B9849209}"/>
                    </a:ext>
                  </a:extLst>
                </p:cNvPr>
                <p:cNvGrpSpPr/>
                <p:nvPr/>
              </p:nvGrpSpPr>
              <p:grpSpPr>
                <a:xfrm>
                  <a:off x="4515485" y="4387925"/>
                  <a:ext cx="101416" cy="146277"/>
                  <a:chOff x="4545844" y="3971199"/>
                  <a:chExt cx="101416" cy="146277"/>
                </a:xfrm>
              </p:grpSpPr>
              <p:grpSp>
                <p:nvGrpSpPr>
                  <p:cNvPr id="2315" name="그룹 2314">
                    <a:extLst>
                      <a:ext uri="{FF2B5EF4-FFF2-40B4-BE49-F238E27FC236}">
                        <a16:creationId xmlns:a16="http://schemas.microsoft.com/office/drawing/2014/main" id="{648ED52B-C332-214E-2FE4-C6DF227B7E81}"/>
                      </a:ext>
                    </a:extLst>
                  </p:cNvPr>
                  <p:cNvGrpSpPr/>
                  <p:nvPr/>
                </p:nvGrpSpPr>
                <p:grpSpPr>
                  <a:xfrm>
                    <a:off x="4545844" y="3971199"/>
                    <a:ext cx="35826" cy="146277"/>
                    <a:chOff x="3250176" y="2637183"/>
                    <a:chExt cx="178824" cy="146277"/>
                  </a:xfrm>
                </p:grpSpPr>
                <p:grpSp>
                  <p:nvGrpSpPr>
                    <p:cNvPr id="2317" name="그룹 2316">
                      <a:extLst>
                        <a:ext uri="{FF2B5EF4-FFF2-40B4-BE49-F238E27FC236}">
                          <a16:creationId xmlns:a16="http://schemas.microsoft.com/office/drawing/2014/main" id="{EFD5E159-813B-E64B-2126-94BA946D50E0}"/>
                        </a:ext>
                      </a:extLst>
                    </p:cNvPr>
                    <p:cNvGrpSpPr/>
                    <p:nvPr/>
                  </p:nvGrpSpPr>
                  <p:grpSpPr>
                    <a:xfrm>
                      <a:off x="3250176" y="2637183"/>
                      <a:ext cx="178824" cy="144000"/>
                      <a:chOff x="5453592" y="2641965"/>
                      <a:chExt cx="178824" cy="144000"/>
                    </a:xfrm>
                  </p:grpSpPr>
                  <p:cxnSp>
                    <p:nvCxnSpPr>
                      <p:cNvPr id="2319" name="직선 연결선 2318">
                        <a:extLst>
                          <a:ext uri="{FF2B5EF4-FFF2-40B4-BE49-F238E27FC236}">
                            <a16:creationId xmlns:a16="http://schemas.microsoft.com/office/drawing/2014/main" id="{FB2DD0B9-956F-7D13-4A69-A5D432813A2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0" name="직선 연결선 2319">
                        <a:extLst>
                          <a:ext uri="{FF2B5EF4-FFF2-40B4-BE49-F238E27FC236}">
                            <a16:creationId xmlns:a16="http://schemas.microsoft.com/office/drawing/2014/main" id="{C77BDA24-3390-9AE2-635A-FB49B23DF83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18" name="직선 연결선 2317">
                      <a:extLst>
                        <a:ext uri="{FF2B5EF4-FFF2-40B4-BE49-F238E27FC236}">
                          <a16:creationId xmlns:a16="http://schemas.microsoft.com/office/drawing/2014/main" id="{CF6B6C06-9145-8E51-9F19-52F0AE2213C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16" name="직선 연결선 2315">
                    <a:extLst>
                      <a:ext uri="{FF2B5EF4-FFF2-40B4-BE49-F238E27FC236}">
                        <a16:creationId xmlns:a16="http://schemas.microsoft.com/office/drawing/2014/main" id="{F1A372DD-9F58-BEA9-6A97-A3D758075E1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 name="그룹 2301">
                  <a:extLst>
                    <a:ext uri="{FF2B5EF4-FFF2-40B4-BE49-F238E27FC236}">
                      <a16:creationId xmlns:a16="http://schemas.microsoft.com/office/drawing/2014/main" id="{1EAF34A4-2B88-9C5E-DCA3-161F008655E6}"/>
                    </a:ext>
                  </a:extLst>
                </p:cNvPr>
                <p:cNvGrpSpPr/>
                <p:nvPr/>
              </p:nvGrpSpPr>
              <p:grpSpPr>
                <a:xfrm>
                  <a:off x="4616003" y="4389306"/>
                  <a:ext cx="101416" cy="146277"/>
                  <a:chOff x="4545844" y="3971199"/>
                  <a:chExt cx="101416" cy="146277"/>
                </a:xfrm>
              </p:grpSpPr>
              <p:grpSp>
                <p:nvGrpSpPr>
                  <p:cNvPr id="2309" name="그룹 2308">
                    <a:extLst>
                      <a:ext uri="{FF2B5EF4-FFF2-40B4-BE49-F238E27FC236}">
                        <a16:creationId xmlns:a16="http://schemas.microsoft.com/office/drawing/2014/main" id="{ECD50343-FAD8-B70E-7F65-B2A85C0C76AB}"/>
                      </a:ext>
                    </a:extLst>
                  </p:cNvPr>
                  <p:cNvGrpSpPr/>
                  <p:nvPr/>
                </p:nvGrpSpPr>
                <p:grpSpPr>
                  <a:xfrm>
                    <a:off x="4545844" y="3971199"/>
                    <a:ext cx="35826" cy="146277"/>
                    <a:chOff x="3250176" y="2637183"/>
                    <a:chExt cx="178824" cy="146277"/>
                  </a:xfrm>
                </p:grpSpPr>
                <p:grpSp>
                  <p:nvGrpSpPr>
                    <p:cNvPr id="2311" name="그룹 2310">
                      <a:extLst>
                        <a:ext uri="{FF2B5EF4-FFF2-40B4-BE49-F238E27FC236}">
                          <a16:creationId xmlns:a16="http://schemas.microsoft.com/office/drawing/2014/main" id="{2CF550A8-AE2E-4FA0-31C5-2AD3E86467F8}"/>
                        </a:ext>
                      </a:extLst>
                    </p:cNvPr>
                    <p:cNvGrpSpPr/>
                    <p:nvPr/>
                  </p:nvGrpSpPr>
                  <p:grpSpPr>
                    <a:xfrm>
                      <a:off x="3250176" y="2637183"/>
                      <a:ext cx="178824" cy="144000"/>
                      <a:chOff x="5453592" y="2641965"/>
                      <a:chExt cx="178824" cy="144000"/>
                    </a:xfrm>
                  </p:grpSpPr>
                  <p:cxnSp>
                    <p:nvCxnSpPr>
                      <p:cNvPr id="2313" name="직선 연결선 2312">
                        <a:extLst>
                          <a:ext uri="{FF2B5EF4-FFF2-40B4-BE49-F238E27FC236}">
                            <a16:creationId xmlns:a16="http://schemas.microsoft.com/office/drawing/2014/main" id="{A9E5433F-4BC8-2C92-502D-D81890E4B88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4" name="직선 연결선 2313">
                        <a:extLst>
                          <a:ext uri="{FF2B5EF4-FFF2-40B4-BE49-F238E27FC236}">
                            <a16:creationId xmlns:a16="http://schemas.microsoft.com/office/drawing/2014/main" id="{92EE1964-9FFA-3BB8-EB21-CA2ED92A5A9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12" name="직선 연결선 2311">
                      <a:extLst>
                        <a:ext uri="{FF2B5EF4-FFF2-40B4-BE49-F238E27FC236}">
                          <a16:creationId xmlns:a16="http://schemas.microsoft.com/office/drawing/2014/main" id="{FE377D79-F5FF-14E1-AB70-8792DD209F8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10" name="직선 연결선 2309">
                    <a:extLst>
                      <a:ext uri="{FF2B5EF4-FFF2-40B4-BE49-F238E27FC236}">
                        <a16:creationId xmlns:a16="http://schemas.microsoft.com/office/drawing/2014/main" id="{9B722903-077E-441B-9B6F-4791164B4140}"/>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 name="그룹 2302">
                  <a:extLst>
                    <a:ext uri="{FF2B5EF4-FFF2-40B4-BE49-F238E27FC236}">
                      <a16:creationId xmlns:a16="http://schemas.microsoft.com/office/drawing/2014/main" id="{120E830E-5055-A055-1CAA-66672E18AFE9}"/>
                    </a:ext>
                  </a:extLst>
                </p:cNvPr>
                <p:cNvGrpSpPr/>
                <p:nvPr/>
              </p:nvGrpSpPr>
              <p:grpSpPr>
                <a:xfrm>
                  <a:off x="4722981" y="4391632"/>
                  <a:ext cx="72000" cy="146277"/>
                  <a:chOff x="3250176" y="2637183"/>
                  <a:chExt cx="179694" cy="146277"/>
                </a:xfrm>
              </p:grpSpPr>
              <p:grpSp>
                <p:nvGrpSpPr>
                  <p:cNvPr id="2305" name="그룹 2304">
                    <a:extLst>
                      <a:ext uri="{FF2B5EF4-FFF2-40B4-BE49-F238E27FC236}">
                        <a16:creationId xmlns:a16="http://schemas.microsoft.com/office/drawing/2014/main" id="{1EA5A4EB-AD95-3316-4AD2-0B8CBBF74C9A}"/>
                      </a:ext>
                    </a:extLst>
                  </p:cNvPr>
                  <p:cNvGrpSpPr/>
                  <p:nvPr/>
                </p:nvGrpSpPr>
                <p:grpSpPr>
                  <a:xfrm>
                    <a:off x="3250176" y="2637183"/>
                    <a:ext cx="178824" cy="144000"/>
                    <a:chOff x="5453592" y="2641965"/>
                    <a:chExt cx="178824" cy="144000"/>
                  </a:xfrm>
                </p:grpSpPr>
                <p:cxnSp>
                  <p:nvCxnSpPr>
                    <p:cNvPr id="2307" name="직선 연결선 2306">
                      <a:extLst>
                        <a:ext uri="{FF2B5EF4-FFF2-40B4-BE49-F238E27FC236}">
                          <a16:creationId xmlns:a16="http://schemas.microsoft.com/office/drawing/2014/main" id="{EAFB1BA3-65DD-6D3C-D697-94BD6F124B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8" name="직선 연결선 2307">
                      <a:extLst>
                        <a:ext uri="{FF2B5EF4-FFF2-40B4-BE49-F238E27FC236}">
                          <a16:creationId xmlns:a16="http://schemas.microsoft.com/office/drawing/2014/main" id="{DEDCC6E5-92A2-54EE-F9CD-F585059FEB9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06" name="직선 연결선 2305">
                    <a:extLst>
                      <a:ext uri="{FF2B5EF4-FFF2-40B4-BE49-F238E27FC236}">
                        <a16:creationId xmlns:a16="http://schemas.microsoft.com/office/drawing/2014/main" id="{78DACC8F-BBE3-3254-A35E-050DA841441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04" name="직선 연결선 2303">
                  <a:extLst>
                    <a:ext uri="{FF2B5EF4-FFF2-40B4-BE49-F238E27FC236}">
                      <a16:creationId xmlns:a16="http://schemas.microsoft.com/office/drawing/2014/main" id="{B656AFBA-2588-88FD-23EE-C733A7A79F9E}"/>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72" name="그룹 2271">
                <a:extLst>
                  <a:ext uri="{FF2B5EF4-FFF2-40B4-BE49-F238E27FC236}">
                    <a16:creationId xmlns:a16="http://schemas.microsoft.com/office/drawing/2014/main" id="{279AE282-13F2-17EB-6BB8-779A1B88FBB9}"/>
                  </a:ext>
                </a:extLst>
              </p:cNvPr>
              <p:cNvGrpSpPr/>
              <p:nvPr/>
            </p:nvGrpSpPr>
            <p:grpSpPr>
              <a:xfrm>
                <a:off x="3177345" y="4385438"/>
                <a:ext cx="419075" cy="149984"/>
                <a:chOff x="4408576" y="4387925"/>
                <a:chExt cx="419075" cy="149984"/>
              </a:xfrm>
            </p:grpSpPr>
            <p:grpSp>
              <p:nvGrpSpPr>
                <p:cNvPr id="2273" name="그룹 2272">
                  <a:extLst>
                    <a:ext uri="{FF2B5EF4-FFF2-40B4-BE49-F238E27FC236}">
                      <a16:creationId xmlns:a16="http://schemas.microsoft.com/office/drawing/2014/main" id="{D58B901B-9E6B-4F91-5B86-8B9DD193144D}"/>
                    </a:ext>
                  </a:extLst>
                </p:cNvPr>
                <p:cNvGrpSpPr/>
                <p:nvPr/>
              </p:nvGrpSpPr>
              <p:grpSpPr>
                <a:xfrm>
                  <a:off x="4408576" y="4388533"/>
                  <a:ext cx="72000" cy="146277"/>
                  <a:chOff x="3250176" y="2637183"/>
                  <a:chExt cx="179694" cy="146277"/>
                </a:xfrm>
              </p:grpSpPr>
              <p:grpSp>
                <p:nvGrpSpPr>
                  <p:cNvPr id="2295" name="그룹 2294">
                    <a:extLst>
                      <a:ext uri="{FF2B5EF4-FFF2-40B4-BE49-F238E27FC236}">
                        <a16:creationId xmlns:a16="http://schemas.microsoft.com/office/drawing/2014/main" id="{4BD38531-5C7F-1884-6366-FF5DD3144F99}"/>
                      </a:ext>
                    </a:extLst>
                  </p:cNvPr>
                  <p:cNvGrpSpPr/>
                  <p:nvPr/>
                </p:nvGrpSpPr>
                <p:grpSpPr>
                  <a:xfrm>
                    <a:off x="3250176" y="2637183"/>
                    <a:ext cx="178824" cy="144000"/>
                    <a:chOff x="5453592" y="2641965"/>
                    <a:chExt cx="178824" cy="144000"/>
                  </a:xfrm>
                </p:grpSpPr>
                <p:cxnSp>
                  <p:nvCxnSpPr>
                    <p:cNvPr id="2297" name="직선 연결선 2296">
                      <a:extLst>
                        <a:ext uri="{FF2B5EF4-FFF2-40B4-BE49-F238E27FC236}">
                          <a16:creationId xmlns:a16="http://schemas.microsoft.com/office/drawing/2014/main" id="{26B737A5-EDF6-70DC-9F7D-DC534D782D9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8" name="직선 연결선 2297">
                      <a:extLst>
                        <a:ext uri="{FF2B5EF4-FFF2-40B4-BE49-F238E27FC236}">
                          <a16:creationId xmlns:a16="http://schemas.microsoft.com/office/drawing/2014/main" id="{04A1CE15-1B7A-CD51-8460-CA74993D83B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96" name="직선 연결선 2295">
                    <a:extLst>
                      <a:ext uri="{FF2B5EF4-FFF2-40B4-BE49-F238E27FC236}">
                        <a16:creationId xmlns:a16="http://schemas.microsoft.com/office/drawing/2014/main" id="{3F0E445E-5F09-B45B-0665-91B1BB3E126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74" name="직선 연결선 2273">
                  <a:extLst>
                    <a:ext uri="{FF2B5EF4-FFF2-40B4-BE49-F238E27FC236}">
                      <a16:creationId xmlns:a16="http://schemas.microsoft.com/office/drawing/2014/main" id="{09255AB9-F650-888F-A5B7-AFD50151CACD}"/>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75" name="그룹 2274">
                  <a:extLst>
                    <a:ext uri="{FF2B5EF4-FFF2-40B4-BE49-F238E27FC236}">
                      <a16:creationId xmlns:a16="http://schemas.microsoft.com/office/drawing/2014/main" id="{2BC99EDB-DCAA-07D9-2D0A-1CD1B910C7B9}"/>
                    </a:ext>
                  </a:extLst>
                </p:cNvPr>
                <p:cNvGrpSpPr/>
                <p:nvPr/>
              </p:nvGrpSpPr>
              <p:grpSpPr>
                <a:xfrm>
                  <a:off x="4515485" y="4387925"/>
                  <a:ext cx="101416" cy="146277"/>
                  <a:chOff x="4545844" y="3971199"/>
                  <a:chExt cx="101416" cy="146277"/>
                </a:xfrm>
              </p:grpSpPr>
              <p:grpSp>
                <p:nvGrpSpPr>
                  <p:cNvPr id="2289" name="그룹 2288">
                    <a:extLst>
                      <a:ext uri="{FF2B5EF4-FFF2-40B4-BE49-F238E27FC236}">
                        <a16:creationId xmlns:a16="http://schemas.microsoft.com/office/drawing/2014/main" id="{20AD7916-984F-35AE-AAF3-C46594B88962}"/>
                      </a:ext>
                    </a:extLst>
                  </p:cNvPr>
                  <p:cNvGrpSpPr/>
                  <p:nvPr/>
                </p:nvGrpSpPr>
                <p:grpSpPr>
                  <a:xfrm>
                    <a:off x="4545844" y="3971199"/>
                    <a:ext cx="35826" cy="146277"/>
                    <a:chOff x="3250176" y="2637183"/>
                    <a:chExt cx="178824" cy="146277"/>
                  </a:xfrm>
                </p:grpSpPr>
                <p:grpSp>
                  <p:nvGrpSpPr>
                    <p:cNvPr id="2291" name="그룹 2290">
                      <a:extLst>
                        <a:ext uri="{FF2B5EF4-FFF2-40B4-BE49-F238E27FC236}">
                          <a16:creationId xmlns:a16="http://schemas.microsoft.com/office/drawing/2014/main" id="{EE94770D-3983-4709-A198-D8C6D78C0B5F}"/>
                        </a:ext>
                      </a:extLst>
                    </p:cNvPr>
                    <p:cNvGrpSpPr/>
                    <p:nvPr/>
                  </p:nvGrpSpPr>
                  <p:grpSpPr>
                    <a:xfrm>
                      <a:off x="3250176" y="2637183"/>
                      <a:ext cx="178824" cy="144000"/>
                      <a:chOff x="5453592" y="2641965"/>
                      <a:chExt cx="178824" cy="144000"/>
                    </a:xfrm>
                  </p:grpSpPr>
                  <p:cxnSp>
                    <p:nvCxnSpPr>
                      <p:cNvPr id="2293" name="직선 연결선 2292">
                        <a:extLst>
                          <a:ext uri="{FF2B5EF4-FFF2-40B4-BE49-F238E27FC236}">
                            <a16:creationId xmlns:a16="http://schemas.microsoft.com/office/drawing/2014/main" id="{A6503CAD-3376-CC80-0B6F-E97D262315D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4" name="직선 연결선 2293">
                        <a:extLst>
                          <a:ext uri="{FF2B5EF4-FFF2-40B4-BE49-F238E27FC236}">
                            <a16:creationId xmlns:a16="http://schemas.microsoft.com/office/drawing/2014/main" id="{2E9608E6-DC95-4C84-6185-95AE964F997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92" name="직선 연결선 2291">
                      <a:extLst>
                        <a:ext uri="{FF2B5EF4-FFF2-40B4-BE49-F238E27FC236}">
                          <a16:creationId xmlns:a16="http://schemas.microsoft.com/office/drawing/2014/main" id="{2DB17CD5-B408-26EE-EFF0-BC1FBF72A82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90" name="직선 연결선 2289">
                    <a:extLst>
                      <a:ext uri="{FF2B5EF4-FFF2-40B4-BE49-F238E27FC236}">
                        <a16:creationId xmlns:a16="http://schemas.microsoft.com/office/drawing/2014/main" id="{A841334C-23BA-4871-381A-15CE9DE12270}"/>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76" name="그룹 2275">
                  <a:extLst>
                    <a:ext uri="{FF2B5EF4-FFF2-40B4-BE49-F238E27FC236}">
                      <a16:creationId xmlns:a16="http://schemas.microsoft.com/office/drawing/2014/main" id="{02304071-F634-6CF3-7588-724777C9DDDD}"/>
                    </a:ext>
                  </a:extLst>
                </p:cNvPr>
                <p:cNvGrpSpPr/>
                <p:nvPr/>
              </p:nvGrpSpPr>
              <p:grpSpPr>
                <a:xfrm>
                  <a:off x="4616003" y="4389306"/>
                  <a:ext cx="101416" cy="146277"/>
                  <a:chOff x="4545844" y="3971199"/>
                  <a:chExt cx="101416" cy="146277"/>
                </a:xfrm>
              </p:grpSpPr>
              <p:grpSp>
                <p:nvGrpSpPr>
                  <p:cNvPr id="2283" name="그룹 2282">
                    <a:extLst>
                      <a:ext uri="{FF2B5EF4-FFF2-40B4-BE49-F238E27FC236}">
                        <a16:creationId xmlns:a16="http://schemas.microsoft.com/office/drawing/2014/main" id="{B425225B-BB05-1C32-5507-C5BA3864DB63}"/>
                      </a:ext>
                    </a:extLst>
                  </p:cNvPr>
                  <p:cNvGrpSpPr/>
                  <p:nvPr/>
                </p:nvGrpSpPr>
                <p:grpSpPr>
                  <a:xfrm>
                    <a:off x="4545844" y="3971199"/>
                    <a:ext cx="35826" cy="146277"/>
                    <a:chOff x="3250176" y="2637183"/>
                    <a:chExt cx="178824" cy="146277"/>
                  </a:xfrm>
                </p:grpSpPr>
                <p:grpSp>
                  <p:nvGrpSpPr>
                    <p:cNvPr id="2285" name="그룹 2284">
                      <a:extLst>
                        <a:ext uri="{FF2B5EF4-FFF2-40B4-BE49-F238E27FC236}">
                          <a16:creationId xmlns:a16="http://schemas.microsoft.com/office/drawing/2014/main" id="{E611D612-A996-B4B9-B551-144B1EEAAEA9}"/>
                        </a:ext>
                      </a:extLst>
                    </p:cNvPr>
                    <p:cNvGrpSpPr/>
                    <p:nvPr/>
                  </p:nvGrpSpPr>
                  <p:grpSpPr>
                    <a:xfrm>
                      <a:off x="3250176" y="2637183"/>
                      <a:ext cx="178824" cy="144000"/>
                      <a:chOff x="5453592" y="2641965"/>
                      <a:chExt cx="178824" cy="144000"/>
                    </a:xfrm>
                  </p:grpSpPr>
                  <p:cxnSp>
                    <p:nvCxnSpPr>
                      <p:cNvPr id="2287" name="직선 연결선 2286">
                        <a:extLst>
                          <a:ext uri="{FF2B5EF4-FFF2-40B4-BE49-F238E27FC236}">
                            <a16:creationId xmlns:a16="http://schemas.microsoft.com/office/drawing/2014/main" id="{0AC8DA53-3289-F237-109C-E246013A301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8" name="직선 연결선 2287">
                        <a:extLst>
                          <a:ext uri="{FF2B5EF4-FFF2-40B4-BE49-F238E27FC236}">
                            <a16:creationId xmlns:a16="http://schemas.microsoft.com/office/drawing/2014/main" id="{011FF9A1-1CB2-54A0-DB41-9BF102FA3B0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6" name="직선 연결선 2285">
                      <a:extLst>
                        <a:ext uri="{FF2B5EF4-FFF2-40B4-BE49-F238E27FC236}">
                          <a16:creationId xmlns:a16="http://schemas.microsoft.com/office/drawing/2014/main" id="{13C86B92-0E40-F1D1-0132-65E4B6B5272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4" name="직선 연결선 2283">
                    <a:extLst>
                      <a:ext uri="{FF2B5EF4-FFF2-40B4-BE49-F238E27FC236}">
                        <a16:creationId xmlns:a16="http://schemas.microsoft.com/office/drawing/2014/main" id="{8BD2D853-3600-8C32-7811-03F271210CC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77" name="그룹 2276">
                  <a:extLst>
                    <a:ext uri="{FF2B5EF4-FFF2-40B4-BE49-F238E27FC236}">
                      <a16:creationId xmlns:a16="http://schemas.microsoft.com/office/drawing/2014/main" id="{82469B77-EA42-CB61-F3ED-6FAB34FDAC92}"/>
                    </a:ext>
                  </a:extLst>
                </p:cNvPr>
                <p:cNvGrpSpPr/>
                <p:nvPr/>
              </p:nvGrpSpPr>
              <p:grpSpPr>
                <a:xfrm>
                  <a:off x="4722981" y="4391632"/>
                  <a:ext cx="72000" cy="146277"/>
                  <a:chOff x="3250176" y="2637183"/>
                  <a:chExt cx="179694" cy="146277"/>
                </a:xfrm>
              </p:grpSpPr>
              <p:grpSp>
                <p:nvGrpSpPr>
                  <p:cNvPr id="2279" name="그룹 2278">
                    <a:extLst>
                      <a:ext uri="{FF2B5EF4-FFF2-40B4-BE49-F238E27FC236}">
                        <a16:creationId xmlns:a16="http://schemas.microsoft.com/office/drawing/2014/main" id="{3FA7B776-4BFD-EEE0-4456-8D7D3C08D4D3}"/>
                      </a:ext>
                    </a:extLst>
                  </p:cNvPr>
                  <p:cNvGrpSpPr/>
                  <p:nvPr/>
                </p:nvGrpSpPr>
                <p:grpSpPr>
                  <a:xfrm>
                    <a:off x="3250176" y="2637183"/>
                    <a:ext cx="178824" cy="144000"/>
                    <a:chOff x="5453592" y="2641965"/>
                    <a:chExt cx="178824" cy="144000"/>
                  </a:xfrm>
                </p:grpSpPr>
                <p:cxnSp>
                  <p:nvCxnSpPr>
                    <p:cNvPr id="2281" name="직선 연결선 2280">
                      <a:extLst>
                        <a:ext uri="{FF2B5EF4-FFF2-40B4-BE49-F238E27FC236}">
                          <a16:creationId xmlns:a16="http://schemas.microsoft.com/office/drawing/2014/main" id="{EBD25B10-CDB1-698C-26AD-CABA7F423B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2" name="직선 연결선 2281">
                      <a:extLst>
                        <a:ext uri="{FF2B5EF4-FFF2-40B4-BE49-F238E27FC236}">
                          <a16:creationId xmlns:a16="http://schemas.microsoft.com/office/drawing/2014/main" id="{D15C73DE-3103-8BFB-3735-8E198A0913D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0" name="직선 연결선 2279">
                    <a:extLst>
                      <a:ext uri="{FF2B5EF4-FFF2-40B4-BE49-F238E27FC236}">
                        <a16:creationId xmlns:a16="http://schemas.microsoft.com/office/drawing/2014/main" id="{349D59AD-D2F0-4A2F-9E4D-C05C0973380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78" name="직선 연결선 2277">
                  <a:extLst>
                    <a:ext uri="{FF2B5EF4-FFF2-40B4-BE49-F238E27FC236}">
                      <a16:creationId xmlns:a16="http://schemas.microsoft.com/office/drawing/2014/main" id="{B3B02A22-1EB0-6023-8D23-C7F8F5FE5988}"/>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25" name="그룹 2324">
              <a:extLst>
                <a:ext uri="{FF2B5EF4-FFF2-40B4-BE49-F238E27FC236}">
                  <a16:creationId xmlns:a16="http://schemas.microsoft.com/office/drawing/2014/main" id="{CF8B7A22-2206-AFD6-6CFD-CDC04CA6BABB}"/>
                </a:ext>
              </a:extLst>
            </p:cNvPr>
            <p:cNvGrpSpPr/>
            <p:nvPr/>
          </p:nvGrpSpPr>
          <p:grpSpPr>
            <a:xfrm>
              <a:off x="4009585" y="8280170"/>
              <a:ext cx="843703" cy="150569"/>
              <a:chOff x="2752717" y="4385438"/>
              <a:chExt cx="843703" cy="150569"/>
            </a:xfrm>
          </p:grpSpPr>
          <p:grpSp>
            <p:nvGrpSpPr>
              <p:cNvPr id="2326" name="그룹 2325">
                <a:extLst>
                  <a:ext uri="{FF2B5EF4-FFF2-40B4-BE49-F238E27FC236}">
                    <a16:creationId xmlns:a16="http://schemas.microsoft.com/office/drawing/2014/main" id="{C3AF79E2-E1B8-3B6A-F70E-56D19046DC02}"/>
                  </a:ext>
                </a:extLst>
              </p:cNvPr>
              <p:cNvGrpSpPr/>
              <p:nvPr/>
            </p:nvGrpSpPr>
            <p:grpSpPr>
              <a:xfrm>
                <a:off x="2752717" y="4386023"/>
                <a:ext cx="419075" cy="149984"/>
                <a:chOff x="4408576" y="4387925"/>
                <a:chExt cx="419075" cy="149984"/>
              </a:xfrm>
            </p:grpSpPr>
            <p:grpSp>
              <p:nvGrpSpPr>
                <p:cNvPr id="2354" name="그룹 2353">
                  <a:extLst>
                    <a:ext uri="{FF2B5EF4-FFF2-40B4-BE49-F238E27FC236}">
                      <a16:creationId xmlns:a16="http://schemas.microsoft.com/office/drawing/2014/main" id="{D2B77F61-9B53-3101-C9F9-C8F04407239B}"/>
                    </a:ext>
                  </a:extLst>
                </p:cNvPr>
                <p:cNvGrpSpPr/>
                <p:nvPr/>
              </p:nvGrpSpPr>
              <p:grpSpPr>
                <a:xfrm>
                  <a:off x="4408576" y="4388533"/>
                  <a:ext cx="72000" cy="146277"/>
                  <a:chOff x="3250176" y="2637183"/>
                  <a:chExt cx="179694" cy="146277"/>
                </a:xfrm>
              </p:grpSpPr>
              <p:grpSp>
                <p:nvGrpSpPr>
                  <p:cNvPr id="2376" name="그룹 2375">
                    <a:extLst>
                      <a:ext uri="{FF2B5EF4-FFF2-40B4-BE49-F238E27FC236}">
                        <a16:creationId xmlns:a16="http://schemas.microsoft.com/office/drawing/2014/main" id="{19462C97-B3B0-DCCA-31DE-5724BEC0518B}"/>
                      </a:ext>
                    </a:extLst>
                  </p:cNvPr>
                  <p:cNvGrpSpPr/>
                  <p:nvPr/>
                </p:nvGrpSpPr>
                <p:grpSpPr>
                  <a:xfrm>
                    <a:off x="3250176" y="2637183"/>
                    <a:ext cx="178824" cy="144000"/>
                    <a:chOff x="5453592" y="2641965"/>
                    <a:chExt cx="178824" cy="144000"/>
                  </a:xfrm>
                </p:grpSpPr>
                <p:cxnSp>
                  <p:nvCxnSpPr>
                    <p:cNvPr id="2378" name="직선 연결선 2377">
                      <a:extLst>
                        <a:ext uri="{FF2B5EF4-FFF2-40B4-BE49-F238E27FC236}">
                          <a16:creationId xmlns:a16="http://schemas.microsoft.com/office/drawing/2014/main" id="{82EA1257-0AB0-5387-D56D-FB41357B809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9" name="직선 연결선 2378">
                      <a:extLst>
                        <a:ext uri="{FF2B5EF4-FFF2-40B4-BE49-F238E27FC236}">
                          <a16:creationId xmlns:a16="http://schemas.microsoft.com/office/drawing/2014/main" id="{BCD1A84A-B9E5-0D80-8350-12AD1A7FA88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77" name="직선 연결선 2376">
                    <a:extLst>
                      <a:ext uri="{FF2B5EF4-FFF2-40B4-BE49-F238E27FC236}">
                        <a16:creationId xmlns:a16="http://schemas.microsoft.com/office/drawing/2014/main" id="{CC8D84A4-4A71-F039-4996-4532447873D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55" name="직선 연결선 2354">
                  <a:extLst>
                    <a:ext uri="{FF2B5EF4-FFF2-40B4-BE49-F238E27FC236}">
                      <a16:creationId xmlns:a16="http://schemas.microsoft.com/office/drawing/2014/main" id="{ED228315-8F3F-46CA-A494-148C3003B97B}"/>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56" name="그룹 2355">
                  <a:extLst>
                    <a:ext uri="{FF2B5EF4-FFF2-40B4-BE49-F238E27FC236}">
                      <a16:creationId xmlns:a16="http://schemas.microsoft.com/office/drawing/2014/main" id="{CCA6310A-13EF-FFF5-4968-0F6F2BF6C8C1}"/>
                    </a:ext>
                  </a:extLst>
                </p:cNvPr>
                <p:cNvGrpSpPr/>
                <p:nvPr/>
              </p:nvGrpSpPr>
              <p:grpSpPr>
                <a:xfrm>
                  <a:off x="4515485" y="4387925"/>
                  <a:ext cx="101416" cy="146277"/>
                  <a:chOff x="4545844" y="3971199"/>
                  <a:chExt cx="101416" cy="146277"/>
                </a:xfrm>
              </p:grpSpPr>
              <p:grpSp>
                <p:nvGrpSpPr>
                  <p:cNvPr id="2370" name="그룹 2369">
                    <a:extLst>
                      <a:ext uri="{FF2B5EF4-FFF2-40B4-BE49-F238E27FC236}">
                        <a16:creationId xmlns:a16="http://schemas.microsoft.com/office/drawing/2014/main" id="{F40E1D0A-78C8-852D-2695-583C487762C9}"/>
                      </a:ext>
                    </a:extLst>
                  </p:cNvPr>
                  <p:cNvGrpSpPr/>
                  <p:nvPr/>
                </p:nvGrpSpPr>
                <p:grpSpPr>
                  <a:xfrm>
                    <a:off x="4545844" y="3971199"/>
                    <a:ext cx="35826" cy="146277"/>
                    <a:chOff x="3250176" y="2637183"/>
                    <a:chExt cx="178824" cy="146277"/>
                  </a:xfrm>
                </p:grpSpPr>
                <p:grpSp>
                  <p:nvGrpSpPr>
                    <p:cNvPr id="2372" name="그룹 2371">
                      <a:extLst>
                        <a:ext uri="{FF2B5EF4-FFF2-40B4-BE49-F238E27FC236}">
                          <a16:creationId xmlns:a16="http://schemas.microsoft.com/office/drawing/2014/main" id="{B13C7898-D29E-FAC5-52AB-C3084FFD9E3D}"/>
                        </a:ext>
                      </a:extLst>
                    </p:cNvPr>
                    <p:cNvGrpSpPr/>
                    <p:nvPr/>
                  </p:nvGrpSpPr>
                  <p:grpSpPr>
                    <a:xfrm>
                      <a:off x="3250176" y="2637183"/>
                      <a:ext cx="178824" cy="144000"/>
                      <a:chOff x="5453592" y="2641965"/>
                      <a:chExt cx="178824" cy="144000"/>
                    </a:xfrm>
                  </p:grpSpPr>
                  <p:cxnSp>
                    <p:nvCxnSpPr>
                      <p:cNvPr id="2374" name="직선 연결선 2373">
                        <a:extLst>
                          <a:ext uri="{FF2B5EF4-FFF2-40B4-BE49-F238E27FC236}">
                            <a16:creationId xmlns:a16="http://schemas.microsoft.com/office/drawing/2014/main" id="{9AF08777-253A-AE17-907D-4AAC5DDE653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5" name="직선 연결선 2374">
                        <a:extLst>
                          <a:ext uri="{FF2B5EF4-FFF2-40B4-BE49-F238E27FC236}">
                            <a16:creationId xmlns:a16="http://schemas.microsoft.com/office/drawing/2014/main" id="{0EE19B7C-88AB-C397-ED21-7FE2447BE5B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73" name="직선 연결선 2372">
                      <a:extLst>
                        <a:ext uri="{FF2B5EF4-FFF2-40B4-BE49-F238E27FC236}">
                          <a16:creationId xmlns:a16="http://schemas.microsoft.com/office/drawing/2014/main" id="{F61F7DFB-0E19-B4BC-FBAC-BA25F872BFB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71" name="직선 연결선 2370">
                    <a:extLst>
                      <a:ext uri="{FF2B5EF4-FFF2-40B4-BE49-F238E27FC236}">
                        <a16:creationId xmlns:a16="http://schemas.microsoft.com/office/drawing/2014/main" id="{6523BF1C-89E3-225F-1C4B-C5D439123C3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57" name="그룹 2356">
                  <a:extLst>
                    <a:ext uri="{FF2B5EF4-FFF2-40B4-BE49-F238E27FC236}">
                      <a16:creationId xmlns:a16="http://schemas.microsoft.com/office/drawing/2014/main" id="{9A48A5B5-0035-F878-4F2E-0ED663BCCF4A}"/>
                    </a:ext>
                  </a:extLst>
                </p:cNvPr>
                <p:cNvGrpSpPr/>
                <p:nvPr/>
              </p:nvGrpSpPr>
              <p:grpSpPr>
                <a:xfrm>
                  <a:off x="4616003" y="4389306"/>
                  <a:ext cx="101416" cy="146277"/>
                  <a:chOff x="4545844" y="3971199"/>
                  <a:chExt cx="101416" cy="146277"/>
                </a:xfrm>
              </p:grpSpPr>
              <p:grpSp>
                <p:nvGrpSpPr>
                  <p:cNvPr id="2364" name="그룹 2363">
                    <a:extLst>
                      <a:ext uri="{FF2B5EF4-FFF2-40B4-BE49-F238E27FC236}">
                        <a16:creationId xmlns:a16="http://schemas.microsoft.com/office/drawing/2014/main" id="{A938C1C6-1B19-3344-674C-1A32B897383C}"/>
                      </a:ext>
                    </a:extLst>
                  </p:cNvPr>
                  <p:cNvGrpSpPr/>
                  <p:nvPr/>
                </p:nvGrpSpPr>
                <p:grpSpPr>
                  <a:xfrm>
                    <a:off x="4545844" y="3971199"/>
                    <a:ext cx="35826" cy="146277"/>
                    <a:chOff x="3250176" y="2637183"/>
                    <a:chExt cx="178824" cy="146277"/>
                  </a:xfrm>
                </p:grpSpPr>
                <p:grpSp>
                  <p:nvGrpSpPr>
                    <p:cNvPr id="2366" name="그룹 2365">
                      <a:extLst>
                        <a:ext uri="{FF2B5EF4-FFF2-40B4-BE49-F238E27FC236}">
                          <a16:creationId xmlns:a16="http://schemas.microsoft.com/office/drawing/2014/main" id="{76FF668B-1ABA-E56D-D8CB-D2E620B476C4}"/>
                        </a:ext>
                      </a:extLst>
                    </p:cNvPr>
                    <p:cNvGrpSpPr/>
                    <p:nvPr/>
                  </p:nvGrpSpPr>
                  <p:grpSpPr>
                    <a:xfrm>
                      <a:off x="3250176" y="2637183"/>
                      <a:ext cx="178824" cy="144000"/>
                      <a:chOff x="5453592" y="2641965"/>
                      <a:chExt cx="178824" cy="144000"/>
                    </a:xfrm>
                  </p:grpSpPr>
                  <p:cxnSp>
                    <p:nvCxnSpPr>
                      <p:cNvPr id="2368" name="직선 연결선 2367">
                        <a:extLst>
                          <a:ext uri="{FF2B5EF4-FFF2-40B4-BE49-F238E27FC236}">
                            <a16:creationId xmlns:a16="http://schemas.microsoft.com/office/drawing/2014/main" id="{E68F06D8-6B81-76AE-5EF5-29BDF295260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9" name="직선 연결선 2368">
                        <a:extLst>
                          <a:ext uri="{FF2B5EF4-FFF2-40B4-BE49-F238E27FC236}">
                            <a16:creationId xmlns:a16="http://schemas.microsoft.com/office/drawing/2014/main" id="{7CD7AB42-C46C-7754-6424-4A2D65A70D1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67" name="직선 연결선 2366">
                      <a:extLst>
                        <a:ext uri="{FF2B5EF4-FFF2-40B4-BE49-F238E27FC236}">
                          <a16:creationId xmlns:a16="http://schemas.microsoft.com/office/drawing/2014/main" id="{FDCF92F8-5EDD-789A-7B8E-2C2A1B28ADD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65" name="직선 연결선 2364">
                    <a:extLst>
                      <a:ext uri="{FF2B5EF4-FFF2-40B4-BE49-F238E27FC236}">
                        <a16:creationId xmlns:a16="http://schemas.microsoft.com/office/drawing/2014/main" id="{BC676CC5-C8E6-1AE0-1165-EF92D1E20F5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58" name="그룹 2357">
                  <a:extLst>
                    <a:ext uri="{FF2B5EF4-FFF2-40B4-BE49-F238E27FC236}">
                      <a16:creationId xmlns:a16="http://schemas.microsoft.com/office/drawing/2014/main" id="{796A9D86-88EE-A0B0-50D5-5962160E9E6A}"/>
                    </a:ext>
                  </a:extLst>
                </p:cNvPr>
                <p:cNvGrpSpPr/>
                <p:nvPr/>
              </p:nvGrpSpPr>
              <p:grpSpPr>
                <a:xfrm>
                  <a:off x="4722981" y="4391632"/>
                  <a:ext cx="72000" cy="146277"/>
                  <a:chOff x="3250176" y="2637183"/>
                  <a:chExt cx="179694" cy="146277"/>
                </a:xfrm>
              </p:grpSpPr>
              <p:grpSp>
                <p:nvGrpSpPr>
                  <p:cNvPr id="2360" name="그룹 2359">
                    <a:extLst>
                      <a:ext uri="{FF2B5EF4-FFF2-40B4-BE49-F238E27FC236}">
                        <a16:creationId xmlns:a16="http://schemas.microsoft.com/office/drawing/2014/main" id="{2B4FC413-FB08-9C1B-0267-B9CBC40B6CDA}"/>
                      </a:ext>
                    </a:extLst>
                  </p:cNvPr>
                  <p:cNvGrpSpPr/>
                  <p:nvPr/>
                </p:nvGrpSpPr>
                <p:grpSpPr>
                  <a:xfrm>
                    <a:off x="3250176" y="2637183"/>
                    <a:ext cx="178824" cy="144000"/>
                    <a:chOff x="5453592" y="2641965"/>
                    <a:chExt cx="178824" cy="144000"/>
                  </a:xfrm>
                </p:grpSpPr>
                <p:cxnSp>
                  <p:nvCxnSpPr>
                    <p:cNvPr id="2362" name="직선 연결선 2361">
                      <a:extLst>
                        <a:ext uri="{FF2B5EF4-FFF2-40B4-BE49-F238E27FC236}">
                          <a16:creationId xmlns:a16="http://schemas.microsoft.com/office/drawing/2014/main" id="{88CD0556-4270-27E5-2F3B-961FB7D2F18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3" name="직선 연결선 2362">
                      <a:extLst>
                        <a:ext uri="{FF2B5EF4-FFF2-40B4-BE49-F238E27FC236}">
                          <a16:creationId xmlns:a16="http://schemas.microsoft.com/office/drawing/2014/main" id="{F615848C-1EDD-1C41-73C1-B21C42C5BEE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61" name="직선 연결선 2360">
                    <a:extLst>
                      <a:ext uri="{FF2B5EF4-FFF2-40B4-BE49-F238E27FC236}">
                        <a16:creationId xmlns:a16="http://schemas.microsoft.com/office/drawing/2014/main" id="{D6CBD68E-68C6-E68C-59EC-B84FBFC453A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59" name="직선 연결선 2358">
                  <a:extLst>
                    <a:ext uri="{FF2B5EF4-FFF2-40B4-BE49-F238E27FC236}">
                      <a16:creationId xmlns:a16="http://schemas.microsoft.com/office/drawing/2014/main" id="{A4A3A61F-0D83-BAC7-E1D6-9FC89CD2F3A7}"/>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7" name="그룹 2326">
                <a:extLst>
                  <a:ext uri="{FF2B5EF4-FFF2-40B4-BE49-F238E27FC236}">
                    <a16:creationId xmlns:a16="http://schemas.microsoft.com/office/drawing/2014/main" id="{F7749B52-F9CF-E5B7-5514-FC906D4E1203}"/>
                  </a:ext>
                </a:extLst>
              </p:cNvPr>
              <p:cNvGrpSpPr/>
              <p:nvPr/>
            </p:nvGrpSpPr>
            <p:grpSpPr>
              <a:xfrm>
                <a:off x="3177345" y="4385438"/>
                <a:ext cx="419075" cy="149984"/>
                <a:chOff x="4408576" y="4387925"/>
                <a:chExt cx="419075" cy="149984"/>
              </a:xfrm>
            </p:grpSpPr>
            <p:grpSp>
              <p:nvGrpSpPr>
                <p:cNvPr id="2328" name="그룹 2327">
                  <a:extLst>
                    <a:ext uri="{FF2B5EF4-FFF2-40B4-BE49-F238E27FC236}">
                      <a16:creationId xmlns:a16="http://schemas.microsoft.com/office/drawing/2014/main" id="{2B3B23EE-0E2B-AA1F-6CED-A9D4B313A475}"/>
                    </a:ext>
                  </a:extLst>
                </p:cNvPr>
                <p:cNvGrpSpPr/>
                <p:nvPr/>
              </p:nvGrpSpPr>
              <p:grpSpPr>
                <a:xfrm>
                  <a:off x="4408576" y="4388533"/>
                  <a:ext cx="72000" cy="146277"/>
                  <a:chOff x="3250176" y="2637183"/>
                  <a:chExt cx="179694" cy="146277"/>
                </a:xfrm>
              </p:grpSpPr>
              <p:grpSp>
                <p:nvGrpSpPr>
                  <p:cNvPr id="2350" name="그룹 2349">
                    <a:extLst>
                      <a:ext uri="{FF2B5EF4-FFF2-40B4-BE49-F238E27FC236}">
                        <a16:creationId xmlns:a16="http://schemas.microsoft.com/office/drawing/2014/main" id="{2A8AF67A-20FB-409F-5690-2018B8FECD49}"/>
                      </a:ext>
                    </a:extLst>
                  </p:cNvPr>
                  <p:cNvGrpSpPr/>
                  <p:nvPr/>
                </p:nvGrpSpPr>
                <p:grpSpPr>
                  <a:xfrm>
                    <a:off x="3250176" y="2637183"/>
                    <a:ext cx="178824" cy="144000"/>
                    <a:chOff x="5453592" y="2641965"/>
                    <a:chExt cx="178824" cy="144000"/>
                  </a:xfrm>
                </p:grpSpPr>
                <p:cxnSp>
                  <p:nvCxnSpPr>
                    <p:cNvPr id="2352" name="직선 연결선 2351">
                      <a:extLst>
                        <a:ext uri="{FF2B5EF4-FFF2-40B4-BE49-F238E27FC236}">
                          <a16:creationId xmlns:a16="http://schemas.microsoft.com/office/drawing/2014/main" id="{0F324A53-AD49-495C-635D-C2D5E4FFFEE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3" name="직선 연결선 2352">
                      <a:extLst>
                        <a:ext uri="{FF2B5EF4-FFF2-40B4-BE49-F238E27FC236}">
                          <a16:creationId xmlns:a16="http://schemas.microsoft.com/office/drawing/2014/main" id="{A6C000D8-3AD0-0F6D-F0D1-BD74FA208A7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51" name="직선 연결선 2350">
                    <a:extLst>
                      <a:ext uri="{FF2B5EF4-FFF2-40B4-BE49-F238E27FC236}">
                        <a16:creationId xmlns:a16="http://schemas.microsoft.com/office/drawing/2014/main" id="{B1E85B59-6747-11E6-F24C-0AFC732660B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29" name="직선 연결선 2328">
                  <a:extLst>
                    <a:ext uri="{FF2B5EF4-FFF2-40B4-BE49-F238E27FC236}">
                      <a16:creationId xmlns:a16="http://schemas.microsoft.com/office/drawing/2014/main" id="{CE3C8C75-E9B2-2F3A-BC16-0A053449581C}"/>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30" name="그룹 2329">
                  <a:extLst>
                    <a:ext uri="{FF2B5EF4-FFF2-40B4-BE49-F238E27FC236}">
                      <a16:creationId xmlns:a16="http://schemas.microsoft.com/office/drawing/2014/main" id="{D276AC1F-EEF8-1DFB-F70D-C1EEA41AE245}"/>
                    </a:ext>
                  </a:extLst>
                </p:cNvPr>
                <p:cNvGrpSpPr/>
                <p:nvPr/>
              </p:nvGrpSpPr>
              <p:grpSpPr>
                <a:xfrm>
                  <a:off x="4515485" y="4387925"/>
                  <a:ext cx="101416" cy="146277"/>
                  <a:chOff x="4545844" y="3971199"/>
                  <a:chExt cx="101416" cy="146277"/>
                </a:xfrm>
              </p:grpSpPr>
              <p:grpSp>
                <p:nvGrpSpPr>
                  <p:cNvPr id="2344" name="그룹 2343">
                    <a:extLst>
                      <a:ext uri="{FF2B5EF4-FFF2-40B4-BE49-F238E27FC236}">
                        <a16:creationId xmlns:a16="http://schemas.microsoft.com/office/drawing/2014/main" id="{0D65ED06-FC1D-5429-933B-1F93E11968B5}"/>
                      </a:ext>
                    </a:extLst>
                  </p:cNvPr>
                  <p:cNvGrpSpPr/>
                  <p:nvPr/>
                </p:nvGrpSpPr>
                <p:grpSpPr>
                  <a:xfrm>
                    <a:off x="4545844" y="3971199"/>
                    <a:ext cx="35826" cy="146277"/>
                    <a:chOff x="3250176" y="2637183"/>
                    <a:chExt cx="178824" cy="146277"/>
                  </a:xfrm>
                </p:grpSpPr>
                <p:grpSp>
                  <p:nvGrpSpPr>
                    <p:cNvPr id="2346" name="그룹 2345">
                      <a:extLst>
                        <a:ext uri="{FF2B5EF4-FFF2-40B4-BE49-F238E27FC236}">
                          <a16:creationId xmlns:a16="http://schemas.microsoft.com/office/drawing/2014/main" id="{3CCC2FDD-7E25-ECB7-4685-BD1FBE06FC08}"/>
                        </a:ext>
                      </a:extLst>
                    </p:cNvPr>
                    <p:cNvGrpSpPr/>
                    <p:nvPr/>
                  </p:nvGrpSpPr>
                  <p:grpSpPr>
                    <a:xfrm>
                      <a:off x="3250176" y="2637183"/>
                      <a:ext cx="178824" cy="144000"/>
                      <a:chOff x="5453592" y="2641965"/>
                      <a:chExt cx="178824" cy="144000"/>
                    </a:xfrm>
                  </p:grpSpPr>
                  <p:cxnSp>
                    <p:nvCxnSpPr>
                      <p:cNvPr id="2348" name="직선 연결선 2347">
                        <a:extLst>
                          <a:ext uri="{FF2B5EF4-FFF2-40B4-BE49-F238E27FC236}">
                            <a16:creationId xmlns:a16="http://schemas.microsoft.com/office/drawing/2014/main" id="{409AD9F5-F70B-3CF2-76F7-8E50DDDA87E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9" name="직선 연결선 2348">
                        <a:extLst>
                          <a:ext uri="{FF2B5EF4-FFF2-40B4-BE49-F238E27FC236}">
                            <a16:creationId xmlns:a16="http://schemas.microsoft.com/office/drawing/2014/main" id="{71DCCC5B-41DC-0E40-0095-6FBD0521A07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47" name="직선 연결선 2346">
                      <a:extLst>
                        <a:ext uri="{FF2B5EF4-FFF2-40B4-BE49-F238E27FC236}">
                          <a16:creationId xmlns:a16="http://schemas.microsoft.com/office/drawing/2014/main" id="{5F6164F3-C873-3E41-C497-C640A742ED0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45" name="직선 연결선 2344">
                    <a:extLst>
                      <a:ext uri="{FF2B5EF4-FFF2-40B4-BE49-F238E27FC236}">
                        <a16:creationId xmlns:a16="http://schemas.microsoft.com/office/drawing/2014/main" id="{798BE133-FA25-8067-6004-C0A7B88FDF6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31" name="그룹 2330">
                  <a:extLst>
                    <a:ext uri="{FF2B5EF4-FFF2-40B4-BE49-F238E27FC236}">
                      <a16:creationId xmlns:a16="http://schemas.microsoft.com/office/drawing/2014/main" id="{48EC4E74-CBB3-79F8-C0B6-41B537DE7652}"/>
                    </a:ext>
                  </a:extLst>
                </p:cNvPr>
                <p:cNvGrpSpPr/>
                <p:nvPr/>
              </p:nvGrpSpPr>
              <p:grpSpPr>
                <a:xfrm>
                  <a:off x="4616003" y="4389306"/>
                  <a:ext cx="101416" cy="146277"/>
                  <a:chOff x="4545844" y="3971199"/>
                  <a:chExt cx="101416" cy="146277"/>
                </a:xfrm>
              </p:grpSpPr>
              <p:grpSp>
                <p:nvGrpSpPr>
                  <p:cNvPr id="2338" name="그룹 2337">
                    <a:extLst>
                      <a:ext uri="{FF2B5EF4-FFF2-40B4-BE49-F238E27FC236}">
                        <a16:creationId xmlns:a16="http://schemas.microsoft.com/office/drawing/2014/main" id="{8282C30E-82E2-8BA5-D831-3428279D8B14}"/>
                      </a:ext>
                    </a:extLst>
                  </p:cNvPr>
                  <p:cNvGrpSpPr/>
                  <p:nvPr/>
                </p:nvGrpSpPr>
                <p:grpSpPr>
                  <a:xfrm>
                    <a:off x="4545844" y="3971199"/>
                    <a:ext cx="35826" cy="146277"/>
                    <a:chOff x="3250176" y="2637183"/>
                    <a:chExt cx="178824" cy="146277"/>
                  </a:xfrm>
                </p:grpSpPr>
                <p:grpSp>
                  <p:nvGrpSpPr>
                    <p:cNvPr id="2340" name="그룹 2339">
                      <a:extLst>
                        <a:ext uri="{FF2B5EF4-FFF2-40B4-BE49-F238E27FC236}">
                          <a16:creationId xmlns:a16="http://schemas.microsoft.com/office/drawing/2014/main" id="{54EEBB8B-E5FF-184E-400F-808FCACFF290}"/>
                        </a:ext>
                      </a:extLst>
                    </p:cNvPr>
                    <p:cNvGrpSpPr/>
                    <p:nvPr/>
                  </p:nvGrpSpPr>
                  <p:grpSpPr>
                    <a:xfrm>
                      <a:off x="3250176" y="2637183"/>
                      <a:ext cx="178824" cy="144000"/>
                      <a:chOff x="5453592" y="2641965"/>
                      <a:chExt cx="178824" cy="144000"/>
                    </a:xfrm>
                  </p:grpSpPr>
                  <p:cxnSp>
                    <p:nvCxnSpPr>
                      <p:cNvPr id="2342" name="직선 연결선 2341">
                        <a:extLst>
                          <a:ext uri="{FF2B5EF4-FFF2-40B4-BE49-F238E27FC236}">
                            <a16:creationId xmlns:a16="http://schemas.microsoft.com/office/drawing/2014/main" id="{7484FED5-7CF3-E270-82C1-1BBB69F0022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3" name="직선 연결선 2342">
                        <a:extLst>
                          <a:ext uri="{FF2B5EF4-FFF2-40B4-BE49-F238E27FC236}">
                            <a16:creationId xmlns:a16="http://schemas.microsoft.com/office/drawing/2014/main" id="{56F6D810-5A60-F91C-A892-72F46428140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41" name="직선 연결선 2340">
                      <a:extLst>
                        <a:ext uri="{FF2B5EF4-FFF2-40B4-BE49-F238E27FC236}">
                          <a16:creationId xmlns:a16="http://schemas.microsoft.com/office/drawing/2014/main" id="{D37B103E-87F5-AC12-784A-56D93CA6AFD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39" name="직선 연결선 2338">
                    <a:extLst>
                      <a:ext uri="{FF2B5EF4-FFF2-40B4-BE49-F238E27FC236}">
                        <a16:creationId xmlns:a16="http://schemas.microsoft.com/office/drawing/2014/main" id="{2207905A-3B56-AA62-9F88-4CE40840B1FC}"/>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32" name="그룹 2331">
                  <a:extLst>
                    <a:ext uri="{FF2B5EF4-FFF2-40B4-BE49-F238E27FC236}">
                      <a16:creationId xmlns:a16="http://schemas.microsoft.com/office/drawing/2014/main" id="{A6B8ABD6-9F88-8C1D-B39F-3A08302025B7}"/>
                    </a:ext>
                  </a:extLst>
                </p:cNvPr>
                <p:cNvGrpSpPr/>
                <p:nvPr/>
              </p:nvGrpSpPr>
              <p:grpSpPr>
                <a:xfrm>
                  <a:off x="4722981" y="4391632"/>
                  <a:ext cx="72000" cy="146277"/>
                  <a:chOff x="3250176" y="2637183"/>
                  <a:chExt cx="179694" cy="146277"/>
                </a:xfrm>
              </p:grpSpPr>
              <p:grpSp>
                <p:nvGrpSpPr>
                  <p:cNvPr id="2334" name="그룹 2333">
                    <a:extLst>
                      <a:ext uri="{FF2B5EF4-FFF2-40B4-BE49-F238E27FC236}">
                        <a16:creationId xmlns:a16="http://schemas.microsoft.com/office/drawing/2014/main" id="{6CE8922B-C90E-1B9E-E46D-381BA6130919}"/>
                      </a:ext>
                    </a:extLst>
                  </p:cNvPr>
                  <p:cNvGrpSpPr/>
                  <p:nvPr/>
                </p:nvGrpSpPr>
                <p:grpSpPr>
                  <a:xfrm>
                    <a:off x="3250176" y="2637183"/>
                    <a:ext cx="178824" cy="144000"/>
                    <a:chOff x="5453592" y="2641965"/>
                    <a:chExt cx="178824" cy="144000"/>
                  </a:xfrm>
                </p:grpSpPr>
                <p:cxnSp>
                  <p:nvCxnSpPr>
                    <p:cNvPr id="2336" name="직선 연결선 2335">
                      <a:extLst>
                        <a:ext uri="{FF2B5EF4-FFF2-40B4-BE49-F238E27FC236}">
                          <a16:creationId xmlns:a16="http://schemas.microsoft.com/office/drawing/2014/main" id="{5B390400-886D-DF88-66D9-C21CFFD722F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7" name="직선 연결선 2336">
                      <a:extLst>
                        <a:ext uri="{FF2B5EF4-FFF2-40B4-BE49-F238E27FC236}">
                          <a16:creationId xmlns:a16="http://schemas.microsoft.com/office/drawing/2014/main" id="{B43AF00B-3579-D9A6-760B-3A32A6BCF44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35" name="직선 연결선 2334">
                    <a:extLst>
                      <a:ext uri="{FF2B5EF4-FFF2-40B4-BE49-F238E27FC236}">
                        <a16:creationId xmlns:a16="http://schemas.microsoft.com/office/drawing/2014/main" id="{138D1EFF-127E-35BE-71E4-282A7A3CD30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33" name="직선 연결선 2332">
                  <a:extLst>
                    <a:ext uri="{FF2B5EF4-FFF2-40B4-BE49-F238E27FC236}">
                      <a16:creationId xmlns:a16="http://schemas.microsoft.com/office/drawing/2014/main" id="{8C383B27-479A-1E24-0EAC-F97283852A0A}"/>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80" name="그룹 2379">
              <a:extLst>
                <a:ext uri="{FF2B5EF4-FFF2-40B4-BE49-F238E27FC236}">
                  <a16:creationId xmlns:a16="http://schemas.microsoft.com/office/drawing/2014/main" id="{53C0B712-5DD9-4477-BD32-2DB8DA1D0216}"/>
                </a:ext>
              </a:extLst>
            </p:cNvPr>
            <p:cNvGrpSpPr/>
            <p:nvPr/>
          </p:nvGrpSpPr>
          <p:grpSpPr>
            <a:xfrm>
              <a:off x="4012644" y="8061979"/>
              <a:ext cx="843703" cy="150569"/>
              <a:chOff x="2752717" y="4385438"/>
              <a:chExt cx="843703" cy="150569"/>
            </a:xfrm>
          </p:grpSpPr>
          <p:grpSp>
            <p:nvGrpSpPr>
              <p:cNvPr id="2381" name="그룹 2380">
                <a:extLst>
                  <a:ext uri="{FF2B5EF4-FFF2-40B4-BE49-F238E27FC236}">
                    <a16:creationId xmlns:a16="http://schemas.microsoft.com/office/drawing/2014/main" id="{BF1FA28B-D2E2-F19F-C287-425A4A2360E5}"/>
                  </a:ext>
                </a:extLst>
              </p:cNvPr>
              <p:cNvGrpSpPr/>
              <p:nvPr/>
            </p:nvGrpSpPr>
            <p:grpSpPr>
              <a:xfrm>
                <a:off x="2752717" y="4386023"/>
                <a:ext cx="419075" cy="149984"/>
                <a:chOff x="4408576" y="4387925"/>
                <a:chExt cx="419075" cy="149984"/>
              </a:xfrm>
            </p:grpSpPr>
            <p:grpSp>
              <p:nvGrpSpPr>
                <p:cNvPr id="2409" name="그룹 2408">
                  <a:extLst>
                    <a:ext uri="{FF2B5EF4-FFF2-40B4-BE49-F238E27FC236}">
                      <a16:creationId xmlns:a16="http://schemas.microsoft.com/office/drawing/2014/main" id="{CF9697F4-AEB5-3C8B-0B2E-658C57AF438C}"/>
                    </a:ext>
                  </a:extLst>
                </p:cNvPr>
                <p:cNvGrpSpPr/>
                <p:nvPr/>
              </p:nvGrpSpPr>
              <p:grpSpPr>
                <a:xfrm>
                  <a:off x="4408576" y="4388533"/>
                  <a:ext cx="72000" cy="146277"/>
                  <a:chOff x="3250176" y="2637183"/>
                  <a:chExt cx="179694" cy="146277"/>
                </a:xfrm>
              </p:grpSpPr>
              <p:grpSp>
                <p:nvGrpSpPr>
                  <p:cNvPr id="2431" name="그룹 2430">
                    <a:extLst>
                      <a:ext uri="{FF2B5EF4-FFF2-40B4-BE49-F238E27FC236}">
                        <a16:creationId xmlns:a16="http://schemas.microsoft.com/office/drawing/2014/main" id="{4401BF18-B57D-5544-CD07-419FED86AA91}"/>
                      </a:ext>
                    </a:extLst>
                  </p:cNvPr>
                  <p:cNvGrpSpPr/>
                  <p:nvPr/>
                </p:nvGrpSpPr>
                <p:grpSpPr>
                  <a:xfrm>
                    <a:off x="3250176" y="2637183"/>
                    <a:ext cx="178824" cy="144000"/>
                    <a:chOff x="5453592" y="2641965"/>
                    <a:chExt cx="178824" cy="144000"/>
                  </a:xfrm>
                </p:grpSpPr>
                <p:cxnSp>
                  <p:nvCxnSpPr>
                    <p:cNvPr id="2433" name="직선 연결선 2432">
                      <a:extLst>
                        <a:ext uri="{FF2B5EF4-FFF2-40B4-BE49-F238E27FC236}">
                          <a16:creationId xmlns:a16="http://schemas.microsoft.com/office/drawing/2014/main" id="{4DB48EF3-477A-3040-A62F-D1E156B0BEF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4" name="직선 연결선 2433">
                      <a:extLst>
                        <a:ext uri="{FF2B5EF4-FFF2-40B4-BE49-F238E27FC236}">
                          <a16:creationId xmlns:a16="http://schemas.microsoft.com/office/drawing/2014/main" id="{6382D4FE-9D00-EF4E-3E62-BA6FD4F2178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32" name="직선 연결선 2431">
                    <a:extLst>
                      <a:ext uri="{FF2B5EF4-FFF2-40B4-BE49-F238E27FC236}">
                        <a16:creationId xmlns:a16="http://schemas.microsoft.com/office/drawing/2014/main" id="{2535E5D1-A389-197E-D670-DF0DEC38271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10" name="직선 연결선 2409">
                  <a:extLst>
                    <a:ext uri="{FF2B5EF4-FFF2-40B4-BE49-F238E27FC236}">
                      <a16:creationId xmlns:a16="http://schemas.microsoft.com/office/drawing/2014/main" id="{0590EC1C-525B-E924-F4B5-2903FD401F81}"/>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11" name="그룹 2410">
                  <a:extLst>
                    <a:ext uri="{FF2B5EF4-FFF2-40B4-BE49-F238E27FC236}">
                      <a16:creationId xmlns:a16="http://schemas.microsoft.com/office/drawing/2014/main" id="{3BD4AA00-0E72-A139-8922-A10BFBF8F3E2}"/>
                    </a:ext>
                  </a:extLst>
                </p:cNvPr>
                <p:cNvGrpSpPr/>
                <p:nvPr/>
              </p:nvGrpSpPr>
              <p:grpSpPr>
                <a:xfrm>
                  <a:off x="4515485" y="4387925"/>
                  <a:ext cx="101416" cy="146277"/>
                  <a:chOff x="4545844" y="3971199"/>
                  <a:chExt cx="101416" cy="146277"/>
                </a:xfrm>
              </p:grpSpPr>
              <p:grpSp>
                <p:nvGrpSpPr>
                  <p:cNvPr id="2425" name="그룹 2424">
                    <a:extLst>
                      <a:ext uri="{FF2B5EF4-FFF2-40B4-BE49-F238E27FC236}">
                        <a16:creationId xmlns:a16="http://schemas.microsoft.com/office/drawing/2014/main" id="{0C97F6F9-6414-8B53-F4B4-26EDD2738E2C}"/>
                      </a:ext>
                    </a:extLst>
                  </p:cNvPr>
                  <p:cNvGrpSpPr/>
                  <p:nvPr/>
                </p:nvGrpSpPr>
                <p:grpSpPr>
                  <a:xfrm>
                    <a:off x="4545844" y="3971199"/>
                    <a:ext cx="35826" cy="146277"/>
                    <a:chOff x="3250176" y="2637183"/>
                    <a:chExt cx="178824" cy="146277"/>
                  </a:xfrm>
                </p:grpSpPr>
                <p:grpSp>
                  <p:nvGrpSpPr>
                    <p:cNvPr id="2427" name="그룹 2426">
                      <a:extLst>
                        <a:ext uri="{FF2B5EF4-FFF2-40B4-BE49-F238E27FC236}">
                          <a16:creationId xmlns:a16="http://schemas.microsoft.com/office/drawing/2014/main" id="{44BC8EDD-6B45-2675-D674-1A2DD8725BD5}"/>
                        </a:ext>
                      </a:extLst>
                    </p:cNvPr>
                    <p:cNvGrpSpPr/>
                    <p:nvPr/>
                  </p:nvGrpSpPr>
                  <p:grpSpPr>
                    <a:xfrm>
                      <a:off x="3250176" y="2637183"/>
                      <a:ext cx="178824" cy="144000"/>
                      <a:chOff x="5453592" y="2641965"/>
                      <a:chExt cx="178824" cy="144000"/>
                    </a:xfrm>
                  </p:grpSpPr>
                  <p:cxnSp>
                    <p:nvCxnSpPr>
                      <p:cNvPr id="2429" name="직선 연결선 2428">
                        <a:extLst>
                          <a:ext uri="{FF2B5EF4-FFF2-40B4-BE49-F238E27FC236}">
                            <a16:creationId xmlns:a16="http://schemas.microsoft.com/office/drawing/2014/main" id="{EFE2AE1D-65AD-F6EE-2075-879CC3CB201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0" name="직선 연결선 2429">
                        <a:extLst>
                          <a:ext uri="{FF2B5EF4-FFF2-40B4-BE49-F238E27FC236}">
                            <a16:creationId xmlns:a16="http://schemas.microsoft.com/office/drawing/2014/main" id="{74CE8E10-4BB2-98DF-5A67-F67031E2204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28" name="직선 연결선 2427">
                      <a:extLst>
                        <a:ext uri="{FF2B5EF4-FFF2-40B4-BE49-F238E27FC236}">
                          <a16:creationId xmlns:a16="http://schemas.microsoft.com/office/drawing/2014/main" id="{26579CC8-9591-7DED-5439-6BA24240854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26" name="직선 연결선 2425">
                    <a:extLst>
                      <a:ext uri="{FF2B5EF4-FFF2-40B4-BE49-F238E27FC236}">
                        <a16:creationId xmlns:a16="http://schemas.microsoft.com/office/drawing/2014/main" id="{41109874-6328-ED1C-6C77-6E0B97E6A3A9}"/>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12" name="그룹 2411">
                  <a:extLst>
                    <a:ext uri="{FF2B5EF4-FFF2-40B4-BE49-F238E27FC236}">
                      <a16:creationId xmlns:a16="http://schemas.microsoft.com/office/drawing/2014/main" id="{7EC3208E-B7A7-96D4-86F8-A2D8D6CA1F4F}"/>
                    </a:ext>
                  </a:extLst>
                </p:cNvPr>
                <p:cNvGrpSpPr/>
                <p:nvPr/>
              </p:nvGrpSpPr>
              <p:grpSpPr>
                <a:xfrm>
                  <a:off x="4616003" y="4389306"/>
                  <a:ext cx="101416" cy="146277"/>
                  <a:chOff x="4545844" y="3971199"/>
                  <a:chExt cx="101416" cy="146277"/>
                </a:xfrm>
              </p:grpSpPr>
              <p:grpSp>
                <p:nvGrpSpPr>
                  <p:cNvPr id="2419" name="그룹 2418">
                    <a:extLst>
                      <a:ext uri="{FF2B5EF4-FFF2-40B4-BE49-F238E27FC236}">
                        <a16:creationId xmlns:a16="http://schemas.microsoft.com/office/drawing/2014/main" id="{BB0B0D36-C9D9-FD00-EF37-F9D8636D38E1}"/>
                      </a:ext>
                    </a:extLst>
                  </p:cNvPr>
                  <p:cNvGrpSpPr/>
                  <p:nvPr/>
                </p:nvGrpSpPr>
                <p:grpSpPr>
                  <a:xfrm>
                    <a:off x="4545844" y="3971199"/>
                    <a:ext cx="35826" cy="146277"/>
                    <a:chOff x="3250176" y="2637183"/>
                    <a:chExt cx="178824" cy="146277"/>
                  </a:xfrm>
                </p:grpSpPr>
                <p:grpSp>
                  <p:nvGrpSpPr>
                    <p:cNvPr id="2421" name="그룹 2420">
                      <a:extLst>
                        <a:ext uri="{FF2B5EF4-FFF2-40B4-BE49-F238E27FC236}">
                          <a16:creationId xmlns:a16="http://schemas.microsoft.com/office/drawing/2014/main" id="{689C720D-3B54-0DAA-A4F2-AF463B5C3CFD}"/>
                        </a:ext>
                      </a:extLst>
                    </p:cNvPr>
                    <p:cNvGrpSpPr/>
                    <p:nvPr/>
                  </p:nvGrpSpPr>
                  <p:grpSpPr>
                    <a:xfrm>
                      <a:off x="3250176" y="2637183"/>
                      <a:ext cx="178824" cy="144000"/>
                      <a:chOff x="5453592" y="2641965"/>
                      <a:chExt cx="178824" cy="144000"/>
                    </a:xfrm>
                  </p:grpSpPr>
                  <p:cxnSp>
                    <p:nvCxnSpPr>
                      <p:cNvPr id="2423" name="직선 연결선 2422">
                        <a:extLst>
                          <a:ext uri="{FF2B5EF4-FFF2-40B4-BE49-F238E27FC236}">
                            <a16:creationId xmlns:a16="http://schemas.microsoft.com/office/drawing/2014/main" id="{45939417-E47C-2134-1AA0-B3AED33EE91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4" name="직선 연결선 2423">
                        <a:extLst>
                          <a:ext uri="{FF2B5EF4-FFF2-40B4-BE49-F238E27FC236}">
                            <a16:creationId xmlns:a16="http://schemas.microsoft.com/office/drawing/2014/main" id="{4DD7C522-DC06-95AF-4C57-23E079609EE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22" name="직선 연결선 2421">
                      <a:extLst>
                        <a:ext uri="{FF2B5EF4-FFF2-40B4-BE49-F238E27FC236}">
                          <a16:creationId xmlns:a16="http://schemas.microsoft.com/office/drawing/2014/main" id="{19A7520E-1A17-64AF-E3FE-A9AE734AD54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20" name="직선 연결선 2419">
                    <a:extLst>
                      <a:ext uri="{FF2B5EF4-FFF2-40B4-BE49-F238E27FC236}">
                        <a16:creationId xmlns:a16="http://schemas.microsoft.com/office/drawing/2014/main" id="{8A5E1D4A-1C58-C9AE-5CB4-9AAF5DC8FE2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13" name="그룹 2412">
                  <a:extLst>
                    <a:ext uri="{FF2B5EF4-FFF2-40B4-BE49-F238E27FC236}">
                      <a16:creationId xmlns:a16="http://schemas.microsoft.com/office/drawing/2014/main" id="{7435D312-BEC4-F079-9A32-3451CDACF47F}"/>
                    </a:ext>
                  </a:extLst>
                </p:cNvPr>
                <p:cNvGrpSpPr/>
                <p:nvPr/>
              </p:nvGrpSpPr>
              <p:grpSpPr>
                <a:xfrm>
                  <a:off x="4722981" y="4391632"/>
                  <a:ext cx="72000" cy="146277"/>
                  <a:chOff x="3250176" y="2637183"/>
                  <a:chExt cx="179694" cy="146277"/>
                </a:xfrm>
              </p:grpSpPr>
              <p:grpSp>
                <p:nvGrpSpPr>
                  <p:cNvPr id="2415" name="그룹 2414">
                    <a:extLst>
                      <a:ext uri="{FF2B5EF4-FFF2-40B4-BE49-F238E27FC236}">
                        <a16:creationId xmlns:a16="http://schemas.microsoft.com/office/drawing/2014/main" id="{A27B4F10-F8FE-1B5C-3D93-8274DED6C3BE}"/>
                      </a:ext>
                    </a:extLst>
                  </p:cNvPr>
                  <p:cNvGrpSpPr/>
                  <p:nvPr/>
                </p:nvGrpSpPr>
                <p:grpSpPr>
                  <a:xfrm>
                    <a:off x="3250176" y="2637183"/>
                    <a:ext cx="178824" cy="144000"/>
                    <a:chOff x="5453592" y="2641965"/>
                    <a:chExt cx="178824" cy="144000"/>
                  </a:xfrm>
                </p:grpSpPr>
                <p:cxnSp>
                  <p:nvCxnSpPr>
                    <p:cNvPr id="2417" name="직선 연결선 2416">
                      <a:extLst>
                        <a:ext uri="{FF2B5EF4-FFF2-40B4-BE49-F238E27FC236}">
                          <a16:creationId xmlns:a16="http://schemas.microsoft.com/office/drawing/2014/main" id="{AC657E4A-7A22-5148-10E0-65945B2D1C6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8" name="직선 연결선 2417">
                      <a:extLst>
                        <a:ext uri="{FF2B5EF4-FFF2-40B4-BE49-F238E27FC236}">
                          <a16:creationId xmlns:a16="http://schemas.microsoft.com/office/drawing/2014/main" id="{F215AEDB-E2A6-6E90-84F1-A91FBB1C59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16" name="직선 연결선 2415">
                    <a:extLst>
                      <a:ext uri="{FF2B5EF4-FFF2-40B4-BE49-F238E27FC236}">
                        <a16:creationId xmlns:a16="http://schemas.microsoft.com/office/drawing/2014/main" id="{F445E193-2ADE-53BC-46EE-BDF6A83C852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14" name="직선 연결선 2413">
                  <a:extLst>
                    <a:ext uri="{FF2B5EF4-FFF2-40B4-BE49-F238E27FC236}">
                      <a16:creationId xmlns:a16="http://schemas.microsoft.com/office/drawing/2014/main" id="{20E4CA91-9344-26DB-53B6-F6148962856B}"/>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82" name="그룹 2381">
                <a:extLst>
                  <a:ext uri="{FF2B5EF4-FFF2-40B4-BE49-F238E27FC236}">
                    <a16:creationId xmlns:a16="http://schemas.microsoft.com/office/drawing/2014/main" id="{6081E5C6-EEC3-566A-90BB-1AC0EAA1364B}"/>
                  </a:ext>
                </a:extLst>
              </p:cNvPr>
              <p:cNvGrpSpPr/>
              <p:nvPr/>
            </p:nvGrpSpPr>
            <p:grpSpPr>
              <a:xfrm>
                <a:off x="3177345" y="4385438"/>
                <a:ext cx="419075" cy="149984"/>
                <a:chOff x="4408576" y="4387925"/>
                <a:chExt cx="419075" cy="149984"/>
              </a:xfrm>
            </p:grpSpPr>
            <p:grpSp>
              <p:nvGrpSpPr>
                <p:cNvPr id="2383" name="그룹 2382">
                  <a:extLst>
                    <a:ext uri="{FF2B5EF4-FFF2-40B4-BE49-F238E27FC236}">
                      <a16:creationId xmlns:a16="http://schemas.microsoft.com/office/drawing/2014/main" id="{97C3956D-513C-9175-C8B8-466885E368EF}"/>
                    </a:ext>
                  </a:extLst>
                </p:cNvPr>
                <p:cNvGrpSpPr/>
                <p:nvPr/>
              </p:nvGrpSpPr>
              <p:grpSpPr>
                <a:xfrm>
                  <a:off x="4408576" y="4388533"/>
                  <a:ext cx="72000" cy="146277"/>
                  <a:chOff x="3250176" y="2637183"/>
                  <a:chExt cx="179694" cy="146277"/>
                </a:xfrm>
              </p:grpSpPr>
              <p:grpSp>
                <p:nvGrpSpPr>
                  <p:cNvPr id="2405" name="그룹 2404">
                    <a:extLst>
                      <a:ext uri="{FF2B5EF4-FFF2-40B4-BE49-F238E27FC236}">
                        <a16:creationId xmlns:a16="http://schemas.microsoft.com/office/drawing/2014/main" id="{7A596EB5-14FB-1668-4C0C-03ACA005E10A}"/>
                      </a:ext>
                    </a:extLst>
                  </p:cNvPr>
                  <p:cNvGrpSpPr/>
                  <p:nvPr/>
                </p:nvGrpSpPr>
                <p:grpSpPr>
                  <a:xfrm>
                    <a:off x="3250176" y="2637183"/>
                    <a:ext cx="178824" cy="144000"/>
                    <a:chOff x="5453592" y="2641965"/>
                    <a:chExt cx="178824" cy="144000"/>
                  </a:xfrm>
                </p:grpSpPr>
                <p:cxnSp>
                  <p:nvCxnSpPr>
                    <p:cNvPr id="2407" name="직선 연결선 2406">
                      <a:extLst>
                        <a:ext uri="{FF2B5EF4-FFF2-40B4-BE49-F238E27FC236}">
                          <a16:creationId xmlns:a16="http://schemas.microsoft.com/office/drawing/2014/main" id="{E0BE3D4B-5BDA-24C5-CED1-D9658ABA656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8" name="직선 연결선 2407">
                      <a:extLst>
                        <a:ext uri="{FF2B5EF4-FFF2-40B4-BE49-F238E27FC236}">
                          <a16:creationId xmlns:a16="http://schemas.microsoft.com/office/drawing/2014/main" id="{BA2567A3-7765-9115-14F8-28A41215739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06" name="직선 연결선 2405">
                    <a:extLst>
                      <a:ext uri="{FF2B5EF4-FFF2-40B4-BE49-F238E27FC236}">
                        <a16:creationId xmlns:a16="http://schemas.microsoft.com/office/drawing/2014/main" id="{D40097EA-36B8-7C82-233D-AD8166416110}"/>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84" name="직선 연결선 2383">
                  <a:extLst>
                    <a:ext uri="{FF2B5EF4-FFF2-40B4-BE49-F238E27FC236}">
                      <a16:creationId xmlns:a16="http://schemas.microsoft.com/office/drawing/2014/main" id="{7D91B81F-CF2F-3B3B-05D5-62D764A1B14F}"/>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85" name="그룹 2384">
                  <a:extLst>
                    <a:ext uri="{FF2B5EF4-FFF2-40B4-BE49-F238E27FC236}">
                      <a16:creationId xmlns:a16="http://schemas.microsoft.com/office/drawing/2014/main" id="{64E743FB-9CED-B7D2-F280-763E228C1B6B}"/>
                    </a:ext>
                  </a:extLst>
                </p:cNvPr>
                <p:cNvGrpSpPr/>
                <p:nvPr/>
              </p:nvGrpSpPr>
              <p:grpSpPr>
                <a:xfrm>
                  <a:off x="4515485" y="4387925"/>
                  <a:ext cx="101416" cy="146277"/>
                  <a:chOff x="4545844" y="3971199"/>
                  <a:chExt cx="101416" cy="146277"/>
                </a:xfrm>
              </p:grpSpPr>
              <p:grpSp>
                <p:nvGrpSpPr>
                  <p:cNvPr id="2399" name="그룹 2398">
                    <a:extLst>
                      <a:ext uri="{FF2B5EF4-FFF2-40B4-BE49-F238E27FC236}">
                        <a16:creationId xmlns:a16="http://schemas.microsoft.com/office/drawing/2014/main" id="{CBC17DC0-1E08-3BDB-DF5A-7E700AE1E842}"/>
                      </a:ext>
                    </a:extLst>
                  </p:cNvPr>
                  <p:cNvGrpSpPr/>
                  <p:nvPr/>
                </p:nvGrpSpPr>
                <p:grpSpPr>
                  <a:xfrm>
                    <a:off x="4545844" y="3971199"/>
                    <a:ext cx="35826" cy="146277"/>
                    <a:chOff x="3250176" y="2637183"/>
                    <a:chExt cx="178824" cy="146277"/>
                  </a:xfrm>
                </p:grpSpPr>
                <p:grpSp>
                  <p:nvGrpSpPr>
                    <p:cNvPr id="2401" name="그룹 2400">
                      <a:extLst>
                        <a:ext uri="{FF2B5EF4-FFF2-40B4-BE49-F238E27FC236}">
                          <a16:creationId xmlns:a16="http://schemas.microsoft.com/office/drawing/2014/main" id="{FCA3169C-2AEE-DECF-C692-D83456CE904D}"/>
                        </a:ext>
                      </a:extLst>
                    </p:cNvPr>
                    <p:cNvGrpSpPr/>
                    <p:nvPr/>
                  </p:nvGrpSpPr>
                  <p:grpSpPr>
                    <a:xfrm>
                      <a:off x="3250176" y="2637183"/>
                      <a:ext cx="178824" cy="144000"/>
                      <a:chOff x="5453592" y="2641965"/>
                      <a:chExt cx="178824" cy="144000"/>
                    </a:xfrm>
                  </p:grpSpPr>
                  <p:cxnSp>
                    <p:nvCxnSpPr>
                      <p:cNvPr id="2403" name="직선 연결선 2402">
                        <a:extLst>
                          <a:ext uri="{FF2B5EF4-FFF2-40B4-BE49-F238E27FC236}">
                            <a16:creationId xmlns:a16="http://schemas.microsoft.com/office/drawing/2014/main" id="{EA0888F9-44B5-57A4-72EC-573033BCE4A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4" name="직선 연결선 2403">
                        <a:extLst>
                          <a:ext uri="{FF2B5EF4-FFF2-40B4-BE49-F238E27FC236}">
                            <a16:creationId xmlns:a16="http://schemas.microsoft.com/office/drawing/2014/main" id="{5CE8FA0B-AC73-0DEB-6843-7C391A69BA0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02" name="직선 연결선 2401">
                      <a:extLst>
                        <a:ext uri="{FF2B5EF4-FFF2-40B4-BE49-F238E27FC236}">
                          <a16:creationId xmlns:a16="http://schemas.microsoft.com/office/drawing/2014/main" id="{23ABCA3B-0858-395D-2B3F-18B0784DF06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00" name="직선 연결선 2399">
                    <a:extLst>
                      <a:ext uri="{FF2B5EF4-FFF2-40B4-BE49-F238E27FC236}">
                        <a16:creationId xmlns:a16="http://schemas.microsoft.com/office/drawing/2014/main" id="{FD5C48F1-8DFD-F793-DA1C-A231397F0C5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86" name="그룹 2385">
                  <a:extLst>
                    <a:ext uri="{FF2B5EF4-FFF2-40B4-BE49-F238E27FC236}">
                      <a16:creationId xmlns:a16="http://schemas.microsoft.com/office/drawing/2014/main" id="{1DCE6248-EE83-6718-8D59-DD6F0CE1FDC6}"/>
                    </a:ext>
                  </a:extLst>
                </p:cNvPr>
                <p:cNvGrpSpPr/>
                <p:nvPr/>
              </p:nvGrpSpPr>
              <p:grpSpPr>
                <a:xfrm>
                  <a:off x="4616003" y="4389306"/>
                  <a:ext cx="101416" cy="146277"/>
                  <a:chOff x="4545844" y="3971199"/>
                  <a:chExt cx="101416" cy="146277"/>
                </a:xfrm>
              </p:grpSpPr>
              <p:grpSp>
                <p:nvGrpSpPr>
                  <p:cNvPr id="2393" name="그룹 2392">
                    <a:extLst>
                      <a:ext uri="{FF2B5EF4-FFF2-40B4-BE49-F238E27FC236}">
                        <a16:creationId xmlns:a16="http://schemas.microsoft.com/office/drawing/2014/main" id="{ED2CC539-28A4-07C3-4493-149D6473B8A2}"/>
                      </a:ext>
                    </a:extLst>
                  </p:cNvPr>
                  <p:cNvGrpSpPr/>
                  <p:nvPr/>
                </p:nvGrpSpPr>
                <p:grpSpPr>
                  <a:xfrm>
                    <a:off x="4545844" y="3971199"/>
                    <a:ext cx="35826" cy="146277"/>
                    <a:chOff x="3250176" y="2637183"/>
                    <a:chExt cx="178824" cy="146277"/>
                  </a:xfrm>
                </p:grpSpPr>
                <p:grpSp>
                  <p:nvGrpSpPr>
                    <p:cNvPr id="2395" name="그룹 2394">
                      <a:extLst>
                        <a:ext uri="{FF2B5EF4-FFF2-40B4-BE49-F238E27FC236}">
                          <a16:creationId xmlns:a16="http://schemas.microsoft.com/office/drawing/2014/main" id="{5132D080-3884-B86F-3E0F-6CACA69AB05A}"/>
                        </a:ext>
                      </a:extLst>
                    </p:cNvPr>
                    <p:cNvGrpSpPr/>
                    <p:nvPr/>
                  </p:nvGrpSpPr>
                  <p:grpSpPr>
                    <a:xfrm>
                      <a:off x="3250176" y="2637183"/>
                      <a:ext cx="178824" cy="144000"/>
                      <a:chOff x="5453592" y="2641965"/>
                      <a:chExt cx="178824" cy="144000"/>
                    </a:xfrm>
                  </p:grpSpPr>
                  <p:cxnSp>
                    <p:nvCxnSpPr>
                      <p:cNvPr id="2397" name="직선 연결선 2396">
                        <a:extLst>
                          <a:ext uri="{FF2B5EF4-FFF2-40B4-BE49-F238E27FC236}">
                            <a16:creationId xmlns:a16="http://schemas.microsoft.com/office/drawing/2014/main" id="{11B1D278-18A6-E924-E467-A0DE6B8BDF8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8" name="직선 연결선 2397">
                        <a:extLst>
                          <a:ext uri="{FF2B5EF4-FFF2-40B4-BE49-F238E27FC236}">
                            <a16:creationId xmlns:a16="http://schemas.microsoft.com/office/drawing/2014/main" id="{0F56EC7E-0E1E-BDA6-4F77-AF9E79F01EF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96" name="직선 연결선 2395">
                      <a:extLst>
                        <a:ext uri="{FF2B5EF4-FFF2-40B4-BE49-F238E27FC236}">
                          <a16:creationId xmlns:a16="http://schemas.microsoft.com/office/drawing/2014/main" id="{F3856C3B-59EB-CD18-FFE4-CF2517622F1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94" name="직선 연결선 2393">
                    <a:extLst>
                      <a:ext uri="{FF2B5EF4-FFF2-40B4-BE49-F238E27FC236}">
                        <a16:creationId xmlns:a16="http://schemas.microsoft.com/office/drawing/2014/main" id="{DA4F861F-7F0F-FFC1-FCFC-EA7715020C0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87" name="그룹 2386">
                  <a:extLst>
                    <a:ext uri="{FF2B5EF4-FFF2-40B4-BE49-F238E27FC236}">
                      <a16:creationId xmlns:a16="http://schemas.microsoft.com/office/drawing/2014/main" id="{7ECB15B6-9C31-6079-539C-4F7C98BECD2F}"/>
                    </a:ext>
                  </a:extLst>
                </p:cNvPr>
                <p:cNvGrpSpPr/>
                <p:nvPr/>
              </p:nvGrpSpPr>
              <p:grpSpPr>
                <a:xfrm>
                  <a:off x="4722981" y="4391632"/>
                  <a:ext cx="72000" cy="146277"/>
                  <a:chOff x="3250176" y="2637183"/>
                  <a:chExt cx="179694" cy="146277"/>
                </a:xfrm>
              </p:grpSpPr>
              <p:grpSp>
                <p:nvGrpSpPr>
                  <p:cNvPr id="2389" name="그룹 2388">
                    <a:extLst>
                      <a:ext uri="{FF2B5EF4-FFF2-40B4-BE49-F238E27FC236}">
                        <a16:creationId xmlns:a16="http://schemas.microsoft.com/office/drawing/2014/main" id="{8C143057-159C-0B76-9C12-0290B491C6A4}"/>
                      </a:ext>
                    </a:extLst>
                  </p:cNvPr>
                  <p:cNvGrpSpPr/>
                  <p:nvPr/>
                </p:nvGrpSpPr>
                <p:grpSpPr>
                  <a:xfrm>
                    <a:off x="3250176" y="2637183"/>
                    <a:ext cx="178824" cy="144000"/>
                    <a:chOff x="5453592" y="2641965"/>
                    <a:chExt cx="178824" cy="144000"/>
                  </a:xfrm>
                </p:grpSpPr>
                <p:cxnSp>
                  <p:nvCxnSpPr>
                    <p:cNvPr id="2391" name="직선 연결선 2390">
                      <a:extLst>
                        <a:ext uri="{FF2B5EF4-FFF2-40B4-BE49-F238E27FC236}">
                          <a16:creationId xmlns:a16="http://schemas.microsoft.com/office/drawing/2014/main" id="{72C76C93-1554-2859-2364-FB28540E63B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2" name="직선 연결선 2391">
                      <a:extLst>
                        <a:ext uri="{FF2B5EF4-FFF2-40B4-BE49-F238E27FC236}">
                          <a16:creationId xmlns:a16="http://schemas.microsoft.com/office/drawing/2014/main" id="{7AFC93DE-7B2B-20B6-FE13-3F8A3BECF77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90" name="직선 연결선 2389">
                    <a:extLst>
                      <a:ext uri="{FF2B5EF4-FFF2-40B4-BE49-F238E27FC236}">
                        <a16:creationId xmlns:a16="http://schemas.microsoft.com/office/drawing/2014/main" id="{109E3082-29E4-AFB6-5037-C7A3F29DDFC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88" name="직선 연결선 2387">
                  <a:extLst>
                    <a:ext uri="{FF2B5EF4-FFF2-40B4-BE49-F238E27FC236}">
                      <a16:creationId xmlns:a16="http://schemas.microsoft.com/office/drawing/2014/main" id="{6ED0338B-F1F5-569C-077E-FBC6E3437CED}"/>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435" name="그룹 2434">
              <a:extLst>
                <a:ext uri="{FF2B5EF4-FFF2-40B4-BE49-F238E27FC236}">
                  <a16:creationId xmlns:a16="http://schemas.microsoft.com/office/drawing/2014/main" id="{7BB89EC3-EFEE-975C-9B25-0091AB1B08C3}"/>
                </a:ext>
              </a:extLst>
            </p:cNvPr>
            <p:cNvGrpSpPr/>
            <p:nvPr/>
          </p:nvGrpSpPr>
          <p:grpSpPr>
            <a:xfrm>
              <a:off x="4900407" y="8607985"/>
              <a:ext cx="36000" cy="108000"/>
              <a:chOff x="2385358" y="4750780"/>
              <a:chExt cx="72460" cy="161138"/>
            </a:xfrm>
          </p:grpSpPr>
          <p:sp>
            <p:nvSpPr>
              <p:cNvPr id="2436" name="자유형: 도형 2435">
                <a:extLst>
                  <a:ext uri="{FF2B5EF4-FFF2-40B4-BE49-F238E27FC236}">
                    <a16:creationId xmlns:a16="http://schemas.microsoft.com/office/drawing/2014/main" id="{BBCBA335-DE8B-AAEC-C404-01F116089758}"/>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37" name="자유형: 도형 2436">
                <a:extLst>
                  <a:ext uri="{FF2B5EF4-FFF2-40B4-BE49-F238E27FC236}">
                    <a16:creationId xmlns:a16="http://schemas.microsoft.com/office/drawing/2014/main" id="{55683C07-B226-3244-E259-5021C06A685F}"/>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438" name="그룹 2437">
              <a:extLst>
                <a:ext uri="{FF2B5EF4-FFF2-40B4-BE49-F238E27FC236}">
                  <a16:creationId xmlns:a16="http://schemas.microsoft.com/office/drawing/2014/main" id="{7B492CE2-86A1-32DC-3A2A-AAE146369EA6}"/>
                </a:ext>
              </a:extLst>
            </p:cNvPr>
            <p:cNvGrpSpPr/>
            <p:nvPr/>
          </p:nvGrpSpPr>
          <p:grpSpPr>
            <a:xfrm>
              <a:off x="4897971" y="8357280"/>
              <a:ext cx="36000" cy="108000"/>
              <a:chOff x="2385358" y="4750780"/>
              <a:chExt cx="72460" cy="161138"/>
            </a:xfrm>
          </p:grpSpPr>
          <p:sp>
            <p:nvSpPr>
              <p:cNvPr id="2439" name="자유형: 도형 2438">
                <a:extLst>
                  <a:ext uri="{FF2B5EF4-FFF2-40B4-BE49-F238E27FC236}">
                    <a16:creationId xmlns:a16="http://schemas.microsoft.com/office/drawing/2014/main" id="{CA39DC79-9B93-2766-F134-EEF98C44F27A}"/>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40" name="자유형: 도형 2439">
                <a:extLst>
                  <a:ext uri="{FF2B5EF4-FFF2-40B4-BE49-F238E27FC236}">
                    <a16:creationId xmlns:a16="http://schemas.microsoft.com/office/drawing/2014/main" id="{A771E498-C9EB-C2CC-9452-B4C56FA27C39}"/>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441" name="그룹 2440">
              <a:extLst>
                <a:ext uri="{FF2B5EF4-FFF2-40B4-BE49-F238E27FC236}">
                  <a16:creationId xmlns:a16="http://schemas.microsoft.com/office/drawing/2014/main" id="{742B2A18-2934-CCC7-AF8A-81F681EA4299}"/>
                </a:ext>
              </a:extLst>
            </p:cNvPr>
            <p:cNvGrpSpPr/>
            <p:nvPr/>
          </p:nvGrpSpPr>
          <p:grpSpPr>
            <a:xfrm>
              <a:off x="4894979" y="8139223"/>
              <a:ext cx="36000" cy="108000"/>
              <a:chOff x="2385358" y="4750780"/>
              <a:chExt cx="72460" cy="161138"/>
            </a:xfrm>
          </p:grpSpPr>
          <p:sp>
            <p:nvSpPr>
              <p:cNvPr id="2442" name="자유형: 도형 2441">
                <a:extLst>
                  <a:ext uri="{FF2B5EF4-FFF2-40B4-BE49-F238E27FC236}">
                    <a16:creationId xmlns:a16="http://schemas.microsoft.com/office/drawing/2014/main" id="{2A19C8CD-EAF8-0DF3-7B27-9EE0284B32A7}"/>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43" name="자유형: 도형 2442">
                <a:extLst>
                  <a:ext uri="{FF2B5EF4-FFF2-40B4-BE49-F238E27FC236}">
                    <a16:creationId xmlns:a16="http://schemas.microsoft.com/office/drawing/2014/main" id="{E71DB90B-3025-A85C-E415-D345F7D1BADB}"/>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2444" name="직선 연결선 2443">
              <a:extLst>
                <a:ext uri="{FF2B5EF4-FFF2-40B4-BE49-F238E27FC236}">
                  <a16:creationId xmlns:a16="http://schemas.microsoft.com/office/drawing/2014/main" id="{85FCF793-0D10-8F0C-DDA2-9EF86ABA9807}"/>
                </a:ext>
              </a:extLst>
            </p:cNvPr>
            <p:cNvCxnSpPr>
              <a:cxnSpLocks/>
            </p:cNvCxnSpPr>
            <p:nvPr/>
          </p:nvCxnSpPr>
          <p:spPr>
            <a:xfrm flipV="1">
              <a:off x="4965187" y="8671681"/>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5" name="직선 연결선 2444">
              <a:extLst>
                <a:ext uri="{FF2B5EF4-FFF2-40B4-BE49-F238E27FC236}">
                  <a16:creationId xmlns:a16="http://schemas.microsoft.com/office/drawing/2014/main" id="{60A31A66-DC2C-D1EE-D028-021DD17E253A}"/>
                </a:ext>
              </a:extLst>
            </p:cNvPr>
            <p:cNvCxnSpPr>
              <a:cxnSpLocks/>
            </p:cNvCxnSpPr>
            <p:nvPr/>
          </p:nvCxnSpPr>
          <p:spPr>
            <a:xfrm flipV="1">
              <a:off x="4966059" y="8442483"/>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6" name="직선 연결선 2445">
              <a:extLst>
                <a:ext uri="{FF2B5EF4-FFF2-40B4-BE49-F238E27FC236}">
                  <a16:creationId xmlns:a16="http://schemas.microsoft.com/office/drawing/2014/main" id="{267ADF29-88AD-1ADA-EAAE-1874B4F710C1}"/>
                </a:ext>
              </a:extLst>
            </p:cNvPr>
            <p:cNvCxnSpPr>
              <a:cxnSpLocks/>
            </p:cNvCxnSpPr>
            <p:nvPr/>
          </p:nvCxnSpPr>
          <p:spPr>
            <a:xfrm flipV="1">
              <a:off x="4964071" y="8205256"/>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47" name="자유형: 도형 2446">
              <a:extLst>
                <a:ext uri="{FF2B5EF4-FFF2-40B4-BE49-F238E27FC236}">
                  <a16:creationId xmlns:a16="http://schemas.microsoft.com/office/drawing/2014/main" id="{A8660D59-EB9F-EAE1-2D92-EE48A95B4FC7}"/>
                </a:ext>
              </a:extLst>
            </p:cNvPr>
            <p:cNvSpPr/>
            <p:nvPr/>
          </p:nvSpPr>
          <p:spPr>
            <a:xfrm>
              <a:off x="4850296" y="7930175"/>
              <a:ext cx="325068" cy="107658"/>
            </a:xfrm>
            <a:custGeom>
              <a:avLst/>
              <a:gdLst>
                <a:gd name="connsiteX0" fmla="*/ 0 w 325068"/>
                <a:gd name="connsiteY0" fmla="*/ 107658 h 107658"/>
                <a:gd name="connsiteX1" fmla="*/ 133301 w 325068"/>
                <a:gd name="connsiteY1" fmla="*/ 82 h 107658"/>
                <a:gd name="connsiteX2" fmla="*/ 325068 w 325068"/>
                <a:gd name="connsiteY2" fmla="*/ 93627 h 107658"/>
              </a:gdLst>
              <a:ahLst/>
              <a:cxnLst>
                <a:cxn ang="0">
                  <a:pos x="connsiteX0" y="connsiteY0"/>
                </a:cxn>
                <a:cxn ang="0">
                  <a:pos x="connsiteX1" y="connsiteY1"/>
                </a:cxn>
                <a:cxn ang="0">
                  <a:pos x="connsiteX2" y="connsiteY2"/>
                </a:cxn>
              </a:cxnLst>
              <a:rect l="l" t="t" r="r" b="b"/>
              <a:pathLst>
                <a:path w="325068" h="107658">
                  <a:moveTo>
                    <a:pt x="0" y="107658"/>
                  </a:moveTo>
                  <a:cubicBezTo>
                    <a:pt x="39561" y="55039"/>
                    <a:pt x="79123" y="2420"/>
                    <a:pt x="133301" y="82"/>
                  </a:cubicBezTo>
                  <a:cubicBezTo>
                    <a:pt x="187479" y="-2256"/>
                    <a:pt x="256273" y="45685"/>
                    <a:pt x="325068" y="93627"/>
                  </a:cubicBezTo>
                </a:path>
              </a:pathLst>
            </a:custGeom>
            <a:noFill/>
            <a:ln w="3175">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50" name="TextBox 2449">
              <a:extLst>
                <a:ext uri="{FF2B5EF4-FFF2-40B4-BE49-F238E27FC236}">
                  <a16:creationId xmlns:a16="http://schemas.microsoft.com/office/drawing/2014/main" id="{074118CC-E76F-573B-A2AE-BFF564C8B95D}"/>
                </a:ext>
              </a:extLst>
            </p:cNvPr>
            <p:cNvSpPr txBox="1"/>
            <p:nvPr/>
          </p:nvSpPr>
          <p:spPr>
            <a:xfrm>
              <a:off x="4026083" y="7853707"/>
              <a:ext cx="798617" cy="200055"/>
            </a:xfrm>
            <a:prstGeom prst="rect">
              <a:avLst/>
            </a:prstGeom>
            <a:noFill/>
          </p:spPr>
          <p:txBody>
            <a:bodyPr wrap="none" rtlCol="0">
              <a:spAutoFit/>
            </a:bodyPr>
            <a:lstStyle/>
            <a:p>
              <a:r>
                <a:rPr lang="en-US" altLang="ko-KR" sz="700" dirty="0"/>
                <a:t>SYNC-AUTO-GEN</a:t>
              </a:r>
              <a:endParaRPr lang="ko-KR" altLang="en-US" sz="700" dirty="0"/>
            </a:p>
          </p:txBody>
        </p:sp>
        <p:sp>
          <p:nvSpPr>
            <p:cNvPr id="2451" name="TextBox 2450">
              <a:extLst>
                <a:ext uri="{FF2B5EF4-FFF2-40B4-BE49-F238E27FC236}">
                  <a16:creationId xmlns:a16="http://schemas.microsoft.com/office/drawing/2014/main" id="{E758A9EF-3B3E-A415-50A0-BBF3ECCA578F}"/>
                </a:ext>
              </a:extLst>
            </p:cNvPr>
            <p:cNvSpPr txBox="1"/>
            <p:nvPr/>
          </p:nvSpPr>
          <p:spPr>
            <a:xfrm>
              <a:off x="5118116" y="7863659"/>
              <a:ext cx="880369" cy="200055"/>
            </a:xfrm>
            <a:prstGeom prst="rect">
              <a:avLst/>
            </a:prstGeom>
            <a:noFill/>
          </p:spPr>
          <p:txBody>
            <a:bodyPr wrap="none" rtlCol="0">
              <a:spAutoFit/>
            </a:bodyPr>
            <a:lstStyle/>
            <a:p>
              <a:r>
                <a:rPr lang="en-US" altLang="ko-KR" sz="700" dirty="0"/>
                <a:t>FAULT-AUTO-READ</a:t>
              </a:r>
              <a:endParaRPr lang="ko-KR" altLang="en-US" sz="700" dirty="0"/>
            </a:p>
          </p:txBody>
        </p:sp>
        <p:sp>
          <p:nvSpPr>
            <p:cNvPr id="2452" name="TextBox 2451">
              <a:extLst>
                <a:ext uri="{FF2B5EF4-FFF2-40B4-BE49-F238E27FC236}">
                  <a16:creationId xmlns:a16="http://schemas.microsoft.com/office/drawing/2014/main" id="{DFBD16BF-23B0-B89B-F7A8-A49C1BA878CC}"/>
                </a:ext>
              </a:extLst>
            </p:cNvPr>
            <p:cNvSpPr txBox="1"/>
            <p:nvPr/>
          </p:nvSpPr>
          <p:spPr>
            <a:xfrm>
              <a:off x="2834546" y="7863162"/>
              <a:ext cx="641522" cy="200055"/>
            </a:xfrm>
            <a:prstGeom prst="rect">
              <a:avLst/>
            </a:prstGeom>
            <a:noFill/>
          </p:spPr>
          <p:txBody>
            <a:bodyPr wrap="none" rtlCol="0">
              <a:spAutoFit/>
            </a:bodyPr>
            <a:lstStyle/>
            <a:p>
              <a:r>
                <a:rPr lang="en-US" altLang="ko-KR" sz="700" dirty="0"/>
                <a:t>FAULT-READ</a:t>
              </a:r>
              <a:endParaRPr lang="ko-KR" altLang="en-US" sz="700" dirty="0"/>
            </a:p>
          </p:txBody>
        </p:sp>
      </p:grpSp>
      <p:sp>
        <p:nvSpPr>
          <p:cNvPr id="144" name="TextBox 143">
            <a:extLst>
              <a:ext uri="{FF2B5EF4-FFF2-40B4-BE49-F238E27FC236}">
                <a16:creationId xmlns:a16="http://schemas.microsoft.com/office/drawing/2014/main" id="{DAE3D768-E78C-A263-A2C2-BFD7A2F037D9}"/>
              </a:ext>
            </a:extLst>
          </p:cNvPr>
          <p:cNvSpPr txBox="1"/>
          <p:nvPr/>
        </p:nvSpPr>
        <p:spPr>
          <a:xfrm>
            <a:off x="2295272" y="4903301"/>
            <a:ext cx="2437527"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11. The sequence of SYNC-GEN command</a:t>
            </a:r>
          </a:p>
        </p:txBody>
      </p:sp>
      <p:grpSp>
        <p:nvGrpSpPr>
          <p:cNvPr id="5" name="그룹 4">
            <a:extLst>
              <a:ext uri="{FF2B5EF4-FFF2-40B4-BE49-F238E27FC236}">
                <a16:creationId xmlns:a16="http://schemas.microsoft.com/office/drawing/2014/main" id="{D81C4BCE-2F2F-1DE4-0864-CA4DD41B44F9}"/>
              </a:ext>
            </a:extLst>
          </p:cNvPr>
          <p:cNvGrpSpPr/>
          <p:nvPr/>
        </p:nvGrpSpPr>
        <p:grpSpPr>
          <a:xfrm>
            <a:off x="897778" y="2833261"/>
            <a:ext cx="5051396" cy="1836000"/>
            <a:chOff x="897778" y="2833261"/>
            <a:chExt cx="5051396" cy="1836000"/>
          </a:xfrm>
        </p:grpSpPr>
        <p:cxnSp>
          <p:nvCxnSpPr>
            <p:cNvPr id="139" name="직선 연결선 138">
              <a:extLst>
                <a:ext uri="{FF2B5EF4-FFF2-40B4-BE49-F238E27FC236}">
                  <a16:creationId xmlns:a16="http://schemas.microsoft.com/office/drawing/2014/main" id="{10731023-CE20-FFD2-C514-B2EC27077ADB}"/>
                </a:ext>
              </a:extLst>
            </p:cNvPr>
            <p:cNvCxnSpPr>
              <a:cxnSpLocks/>
            </p:cNvCxnSpPr>
            <p:nvPr/>
          </p:nvCxnSpPr>
          <p:spPr>
            <a:xfrm flipV="1">
              <a:off x="1294024" y="3733630"/>
              <a:ext cx="46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직사각형 139">
              <a:extLst>
                <a:ext uri="{FF2B5EF4-FFF2-40B4-BE49-F238E27FC236}">
                  <a16:creationId xmlns:a16="http://schemas.microsoft.com/office/drawing/2014/main" id="{65F33739-FE0D-7AAA-FC3B-6C238DE1F03E}"/>
                </a:ext>
              </a:extLst>
            </p:cNvPr>
            <p:cNvSpPr/>
            <p:nvPr/>
          </p:nvSpPr>
          <p:spPr>
            <a:xfrm>
              <a:off x="910209" y="325554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45" name="직사각형 144">
              <a:extLst>
                <a:ext uri="{FF2B5EF4-FFF2-40B4-BE49-F238E27FC236}">
                  <a16:creationId xmlns:a16="http://schemas.microsoft.com/office/drawing/2014/main" id="{7EABB0F7-307B-6ABA-144B-3BE65CEEE955}"/>
                </a:ext>
              </a:extLst>
            </p:cNvPr>
            <p:cNvSpPr/>
            <p:nvPr/>
          </p:nvSpPr>
          <p:spPr>
            <a:xfrm>
              <a:off x="919660" y="363206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46" name="직사각형 145">
              <a:extLst>
                <a:ext uri="{FF2B5EF4-FFF2-40B4-BE49-F238E27FC236}">
                  <a16:creationId xmlns:a16="http://schemas.microsoft.com/office/drawing/2014/main" id="{8165C9CE-9554-B775-8AF1-D6A5A4DD3FDF}"/>
                </a:ext>
              </a:extLst>
            </p:cNvPr>
            <p:cNvSpPr/>
            <p:nvPr/>
          </p:nvSpPr>
          <p:spPr>
            <a:xfrm>
              <a:off x="1585974" y="3517527"/>
              <a:ext cx="1116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SYNC-GEN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47" name="직선 연결선 146">
              <a:extLst>
                <a:ext uri="{FF2B5EF4-FFF2-40B4-BE49-F238E27FC236}">
                  <a16:creationId xmlns:a16="http://schemas.microsoft.com/office/drawing/2014/main" id="{EB876609-D6C6-CFF7-D2F4-D0EA361CCD0A}"/>
                </a:ext>
              </a:extLst>
            </p:cNvPr>
            <p:cNvCxnSpPr>
              <a:cxnSpLocks/>
            </p:cNvCxnSpPr>
            <p:nvPr/>
          </p:nvCxnSpPr>
          <p:spPr>
            <a:xfrm flipV="1">
              <a:off x="1486414" y="3347566"/>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8" name="그룹 147">
              <a:extLst>
                <a:ext uri="{FF2B5EF4-FFF2-40B4-BE49-F238E27FC236}">
                  <a16:creationId xmlns:a16="http://schemas.microsoft.com/office/drawing/2014/main" id="{8B3A5860-939A-021F-4950-BFC8C4F2BBEB}"/>
                </a:ext>
              </a:extLst>
            </p:cNvPr>
            <p:cNvGrpSpPr/>
            <p:nvPr/>
          </p:nvGrpSpPr>
          <p:grpSpPr>
            <a:xfrm>
              <a:off x="1311095" y="3207440"/>
              <a:ext cx="168544" cy="146277"/>
              <a:chOff x="1843806" y="2637183"/>
              <a:chExt cx="1586064" cy="146277"/>
            </a:xfrm>
          </p:grpSpPr>
          <p:cxnSp>
            <p:nvCxnSpPr>
              <p:cNvPr id="619" name="직선 연결선 618">
                <a:extLst>
                  <a:ext uri="{FF2B5EF4-FFF2-40B4-BE49-F238E27FC236}">
                    <a16:creationId xmlns:a16="http://schemas.microsoft.com/office/drawing/2014/main" id="{903A48E3-868E-4D90-930B-8161B586093E}"/>
                  </a:ext>
                </a:extLst>
              </p:cNvPr>
              <p:cNvCxnSpPr/>
              <p:nvPr/>
            </p:nvCxnSpPr>
            <p:spPr>
              <a:xfrm>
                <a:off x="1843806" y="2637183"/>
                <a:ext cx="158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0" name="직선 연결선 619">
                <a:extLst>
                  <a:ext uri="{FF2B5EF4-FFF2-40B4-BE49-F238E27FC236}">
                    <a16:creationId xmlns:a16="http://schemas.microsoft.com/office/drawing/2014/main" id="{911680F0-CF88-BAC8-DDD6-68FC1FF716C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9" name="직선 연결선 148">
              <a:extLst>
                <a:ext uri="{FF2B5EF4-FFF2-40B4-BE49-F238E27FC236}">
                  <a16:creationId xmlns:a16="http://schemas.microsoft.com/office/drawing/2014/main" id="{4C628ED1-F72C-A8D1-F69F-5470EDD54475}"/>
                </a:ext>
              </a:extLst>
            </p:cNvPr>
            <p:cNvCxnSpPr>
              <a:cxnSpLocks/>
            </p:cNvCxnSpPr>
            <p:nvPr/>
          </p:nvCxnSpPr>
          <p:spPr>
            <a:xfrm flipV="1">
              <a:off x="1264365" y="4086958"/>
              <a:ext cx="15537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직사각형 149">
              <a:extLst>
                <a:ext uri="{FF2B5EF4-FFF2-40B4-BE49-F238E27FC236}">
                  <a16:creationId xmlns:a16="http://schemas.microsoft.com/office/drawing/2014/main" id="{9C67B607-455F-1AF5-F7AE-798C5E165EA1}"/>
                </a:ext>
              </a:extLst>
            </p:cNvPr>
            <p:cNvSpPr/>
            <p:nvPr/>
          </p:nvSpPr>
          <p:spPr>
            <a:xfrm>
              <a:off x="910209" y="398750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51" name="직선 연결선 150">
              <a:extLst>
                <a:ext uri="{FF2B5EF4-FFF2-40B4-BE49-F238E27FC236}">
                  <a16:creationId xmlns:a16="http://schemas.microsoft.com/office/drawing/2014/main" id="{5EC66860-C9DE-9CE3-F7AF-3C161326511A}"/>
                </a:ext>
              </a:extLst>
            </p:cNvPr>
            <p:cNvCxnSpPr>
              <a:cxnSpLocks/>
            </p:cNvCxnSpPr>
            <p:nvPr/>
          </p:nvCxnSpPr>
          <p:spPr>
            <a:xfrm flipV="1">
              <a:off x="1264637" y="4309719"/>
              <a:ext cx="1553441" cy="117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직사각형 151">
              <a:extLst>
                <a:ext uri="{FF2B5EF4-FFF2-40B4-BE49-F238E27FC236}">
                  <a16:creationId xmlns:a16="http://schemas.microsoft.com/office/drawing/2014/main" id="{E6857358-6625-7B41-5CD2-1CB5333BE97B}"/>
                </a:ext>
              </a:extLst>
            </p:cNvPr>
            <p:cNvSpPr/>
            <p:nvPr/>
          </p:nvSpPr>
          <p:spPr>
            <a:xfrm>
              <a:off x="902903" y="420787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53" name="직선 연결선 152">
              <a:extLst>
                <a:ext uri="{FF2B5EF4-FFF2-40B4-BE49-F238E27FC236}">
                  <a16:creationId xmlns:a16="http://schemas.microsoft.com/office/drawing/2014/main" id="{FD12224F-C874-5CA7-85BD-4E5C43C3D34C}"/>
                </a:ext>
              </a:extLst>
            </p:cNvPr>
            <p:cNvCxnSpPr>
              <a:cxnSpLocks/>
            </p:cNvCxnSpPr>
            <p:nvPr/>
          </p:nvCxnSpPr>
          <p:spPr>
            <a:xfrm flipV="1">
              <a:off x="1264564" y="4549925"/>
              <a:ext cx="155351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직사각형 153">
              <a:extLst>
                <a:ext uri="{FF2B5EF4-FFF2-40B4-BE49-F238E27FC236}">
                  <a16:creationId xmlns:a16="http://schemas.microsoft.com/office/drawing/2014/main" id="{6D6864C2-48E8-F2E9-CC7E-9692D1B21670}"/>
                </a:ext>
              </a:extLst>
            </p:cNvPr>
            <p:cNvSpPr/>
            <p:nvPr/>
          </p:nvSpPr>
          <p:spPr>
            <a:xfrm>
              <a:off x="897778" y="444868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55" name="그룹 154">
              <a:extLst>
                <a:ext uri="{FF2B5EF4-FFF2-40B4-BE49-F238E27FC236}">
                  <a16:creationId xmlns:a16="http://schemas.microsoft.com/office/drawing/2014/main" id="{88A2E598-CCF0-AAA1-6332-D5BB9033BEE1}"/>
                </a:ext>
              </a:extLst>
            </p:cNvPr>
            <p:cNvGrpSpPr/>
            <p:nvPr/>
          </p:nvGrpSpPr>
          <p:grpSpPr>
            <a:xfrm>
              <a:off x="2742232" y="3207776"/>
              <a:ext cx="2973119" cy="144000"/>
              <a:chOff x="5453592" y="2641965"/>
              <a:chExt cx="1693024" cy="144000"/>
            </a:xfrm>
          </p:grpSpPr>
          <p:cxnSp>
            <p:nvCxnSpPr>
              <p:cNvPr id="617" name="직선 연결선 616">
                <a:extLst>
                  <a:ext uri="{FF2B5EF4-FFF2-40B4-BE49-F238E27FC236}">
                    <a16:creationId xmlns:a16="http://schemas.microsoft.com/office/drawing/2014/main" id="{CB9B7EE1-A34E-8C3A-BB4A-83CB38E40826}"/>
                  </a:ext>
                </a:extLst>
              </p:cNvPr>
              <p:cNvCxnSpPr/>
              <p:nvPr/>
            </p:nvCxnSpPr>
            <p:spPr>
              <a:xfrm>
                <a:off x="5454616" y="2641965"/>
                <a:ext cx="169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8" name="직선 연결선 617">
                <a:extLst>
                  <a:ext uri="{FF2B5EF4-FFF2-40B4-BE49-F238E27FC236}">
                    <a16:creationId xmlns:a16="http://schemas.microsoft.com/office/drawing/2014/main" id="{AE264AF4-DF50-71BE-11CA-401A26D9446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9" name="직사각형 158">
              <a:extLst>
                <a:ext uri="{FF2B5EF4-FFF2-40B4-BE49-F238E27FC236}">
                  <a16:creationId xmlns:a16="http://schemas.microsoft.com/office/drawing/2014/main" id="{8B7B0575-54AF-DB79-4FFD-6AF1D047088A}"/>
                </a:ext>
              </a:extLst>
            </p:cNvPr>
            <p:cNvSpPr/>
            <p:nvPr/>
          </p:nvSpPr>
          <p:spPr>
            <a:xfrm>
              <a:off x="908145" y="2973177"/>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VSYNC</a:t>
              </a:r>
              <a:endParaRPr lang="ko-KR" altLang="en-US" sz="700" baseline="-25000" dirty="0">
                <a:solidFill>
                  <a:schemeClr val="tx1"/>
                </a:solidFill>
                <a:latin typeface="Arial" panose="020B0604020202020204" pitchFamily="34" charset="0"/>
                <a:cs typeface="Arial" panose="020B0604020202020204" pitchFamily="34" charset="0"/>
              </a:endParaRPr>
            </a:p>
          </p:txBody>
        </p:sp>
        <p:cxnSp>
          <p:nvCxnSpPr>
            <p:cNvPr id="160" name="직선 연결선 159">
              <a:extLst>
                <a:ext uri="{FF2B5EF4-FFF2-40B4-BE49-F238E27FC236}">
                  <a16:creationId xmlns:a16="http://schemas.microsoft.com/office/drawing/2014/main" id="{BD2D9042-6C29-2F9C-F258-37B992F73A65}"/>
                </a:ext>
              </a:extLst>
            </p:cNvPr>
            <p:cNvCxnSpPr>
              <a:cxnSpLocks/>
            </p:cNvCxnSpPr>
            <p:nvPr/>
          </p:nvCxnSpPr>
          <p:spPr>
            <a:xfrm>
              <a:off x="4648570" y="3063256"/>
              <a:ext cx="116493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직선 연결선 161">
              <a:extLst>
                <a:ext uri="{FF2B5EF4-FFF2-40B4-BE49-F238E27FC236}">
                  <a16:creationId xmlns:a16="http://schemas.microsoft.com/office/drawing/2014/main" id="{595288B8-70FE-6DD4-47B1-DCAF69630183}"/>
                </a:ext>
              </a:extLst>
            </p:cNvPr>
            <p:cNvCxnSpPr>
              <a:cxnSpLocks/>
            </p:cNvCxnSpPr>
            <p:nvPr/>
          </p:nvCxnSpPr>
          <p:spPr>
            <a:xfrm>
              <a:off x="1318417" y="3063256"/>
              <a:ext cx="322462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6" name="그룹 625">
              <a:extLst>
                <a:ext uri="{FF2B5EF4-FFF2-40B4-BE49-F238E27FC236}">
                  <a16:creationId xmlns:a16="http://schemas.microsoft.com/office/drawing/2014/main" id="{5727B893-B760-50EC-61C1-B9C5C779F960}"/>
                </a:ext>
              </a:extLst>
            </p:cNvPr>
            <p:cNvGrpSpPr/>
            <p:nvPr/>
          </p:nvGrpSpPr>
          <p:grpSpPr>
            <a:xfrm>
              <a:off x="4543045" y="2919141"/>
              <a:ext cx="108000" cy="146641"/>
              <a:chOff x="1787555" y="2904640"/>
              <a:chExt cx="108000" cy="146641"/>
            </a:xfrm>
          </p:grpSpPr>
          <p:cxnSp>
            <p:nvCxnSpPr>
              <p:cNvPr id="161" name="직선 연결선 160">
                <a:extLst>
                  <a:ext uri="{FF2B5EF4-FFF2-40B4-BE49-F238E27FC236}">
                    <a16:creationId xmlns:a16="http://schemas.microsoft.com/office/drawing/2014/main" id="{2DC40031-3FAF-37CE-6226-58A2E63F7B19}"/>
                  </a:ext>
                </a:extLst>
              </p:cNvPr>
              <p:cNvCxnSpPr>
                <a:cxnSpLocks/>
              </p:cNvCxnSpPr>
              <p:nvPr/>
            </p:nvCxnSpPr>
            <p:spPr>
              <a:xfrm flipV="1">
                <a:off x="1789930" y="2907698"/>
                <a:ext cx="0" cy="14358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직선 연결선 622">
                <a:extLst>
                  <a:ext uri="{FF2B5EF4-FFF2-40B4-BE49-F238E27FC236}">
                    <a16:creationId xmlns:a16="http://schemas.microsoft.com/office/drawing/2014/main" id="{581C76C4-B508-114C-9844-04E704A5E58A}"/>
                  </a:ext>
                </a:extLst>
              </p:cNvPr>
              <p:cNvCxnSpPr>
                <a:cxnSpLocks/>
              </p:cNvCxnSpPr>
              <p:nvPr/>
            </p:nvCxnSpPr>
            <p:spPr>
              <a:xfrm flipV="1">
                <a:off x="1893080" y="2907402"/>
                <a:ext cx="0" cy="14358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직선 연결선 623">
                <a:extLst>
                  <a:ext uri="{FF2B5EF4-FFF2-40B4-BE49-F238E27FC236}">
                    <a16:creationId xmlns:a16="http://schemas.microsoft.com/office/drawing/2014/main" id="{A0F4F224-1371-52FB-5147-82A8AC474D99}"/>
                  </a:ext>
                </a:extLst>
              </p:cNvPr>
              <p:cNvCxnSpPr>
                <a:cxnSpLocks/>
              </p:cNvCxnSpPr>
              <p:nvPr/>
            </p:nvCxnSpPr>
            <p:spPr>
              <a:xfrm flipH="1">
                <a:off x="1787555" y="2904640"/>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9" name="그룹 1108">
              <a:extLst>
                <a:ext uri="{FF2B5EF4-FFF2-40B4-BE49-F238E27FC236}">
                  <a16:creationId xmlns:a16="http://schemas.microsoft.com/office/drawing/2014/main" id="{A12E3DB0-944F-5BAC-58CD-DDB5F8025113}"/>
                </a:ext>
              </a:extLst>
            </p:cNvPr>
            <p:cNvGrpSpPr/>
            <p:nvPr/>
          </p:nvGrpSpPr>
          <p:grpSpPr>
            <a:xfrm>
              <a:off x="2821146" y="4405925"/>
              <a:ext cx="843703" cy="150569"/>
              <a:chOff x="2752717" y="4385438"/>
              <a:chExt cx="843703" cy="150569"/>
            </a:xfrm>
          </p:grpSpPr>
          <p:grpSp>
            <p:nvGrpSpPr>
              <p:cNvPr id="635" name="그룹 634">
                <a:extLst>
                  <a:ext uri="{FF2B5EF4-FFF2-40B4-BE49-F238E27FC236}">
                    <a16:creationId xmlns:a16="http://schemas.microsoft.com/office/drawing/2014/main" id="{A168E002-A2EF-6968-4334-AC4308C71F05}"/>
                  </a:ext>
                </a:extLst>
              </p:cNvPr>
              <p:cNvGrpSpPr/>
              <p:nvPr/>
            </p:nvGrpSpPr>
            <p:grpSpPr>
              <a:xfrm>
                <a:off x="2752717" y="4386023"/>
                <a:ext cx="419075" cy="149984"/>
                <a:chOff x="4408576" y="4387925"/>
                <a:chExt cx="419075" cy="149984"/>
              </a:xfrm>
            </p:grpSpPr>
            <p:grpSp>
              <p:nvGrpSpPr>
                <p:cNvPr id="590" name="그룹 589">
                  <a:extLst>
                    <a:ext uri="{FF2B5EF4-FFF2-40B4-BE49-F238E27FC236}">
                      <a16:creationId xmlns:a16="http://schemas.microsoft.com/office/drawing/2014/main" id="{3EE83292-00BE-20DE-EC50-4EB75F4385D2}"/>
                    </a:ext>
                  </a:extLst>
                </p:cNvPr>
                <p:cNvGrpSpPr/>
                <p:nvPr/>
              </p:nvGrpSpPr>
              <p:grpSpPr>
                <a:xfrm>
                  <a:off x="4408576" y="4388533"/>
                  <a:ext cx="72000" cy="146277"/>
                  <a:chOff x="3250176" y="2637183"/>
                  <a:chExt cx="179694" cy="146277"/>
                </a:xfrm>
              </p:grpSpPr>
              <p:grpSp>
                <p:nvGrpSpPr>
                  <p:cNvPr id="613" name="그룹 612">
                    <a:extLst>
                      <a:ext uri="{FF2B5EF4-FFF2-40B4-BE49-F238E27FC236}">
                        <a16:creationId xmlns:a16="http://schemas.microsoft.com/office/drawing/2014/main" id="{6EDF66C9-08F4-4744-2EC4-D562D88B985B}"/>
                      </a:ext>
                    </a:extLst>
                  </p:cNvPr>
                  <p:cNvGrpSpPr/>
                  <p:nvPr/>
                </p:nvGrpSpPr>
                <p:grpSpPr>
                  <a:xfrm>
                    <a:off x="3250176" y="2637183"/>
                    <a:ext cx="178824" cy="144000"/>
                    <a:chOff x="5453592" y="2641965"/>
                    <a:chExt cx="178824" cy="144000"/>
                  </a:xfrm>
                </p:grpSpPr>
                <p:cxnSp>
                  <p:nvCxnSpPr>
                    <p:cNvPr id="615" name="직선 연결선 614">
                      <a:extLst>
                        <a:ext uri="{FF2B5EF4-FFF2-40B4-BE49-F238E27FC236}">
                          <a16:creationId xmlns:a16="http://schemas.microsoft.com/office/drawing/2014/main" id="{A785FA59-A08D-D21A-C0FB-55F4D704104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직선 연결선 615">
                      <a:extLst>
                        <a:ext uri="{FF2B5EF4-FFF2-40B4-BE49-F238E27FC236}">
                          <a16:creationId xmlns:a16="http://schemas.microsoft.com/office/drawing/2014/main" id="{E003A669-C7CC-24A6-67A2-4EB1BC51674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4" name="직선 연결선 613">
                    <a:extLst>
                      <a:ext uri="{FF2B5EF4-FFF2-40B4-BE49-F238E27FC236}">
                        <a16:creationId xmlns:a16="http://schemas.microsoft.com/office/drawing/2014/main" id="{FA8799E6-1B0C-9DF3-24D0-655BC466575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1" name="직선 연결선 590">
                  <a:extLst>
                    <a:ext uri="{FF2B5EF4-FFF2-40B4-BE49-F238E27FC236}">
                      <a16:creationId xmlns:a16="http://schemas.microsoft.com/office/drawing/2014/main" id="{D920F7BC-24EA-4569-7EAC-D2F02CF4C230}"/>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2" name="그룹 591">
                  <a:extLst>
                    <a:ext uri="{FF2B5EF4-FFF2-40B4-BE49-F238E27FC236}">
                      <a16:creationId xmlns:a16="http://schemas.microsoft.com/office/drawing/2014/main" id="{373477F6-9AA0-493A-1EF9-9A7D14D31948}"/>
                    </a:ext>
                  </a:extLst>
                </p:cNvPr>
                <p:cNvGrpSpPr/>
                <p:nvPr/>
              </p:nvGrpSpPr>
              <p:grpSpPr>
                <a:xfrm>
                  <a:off x="4515485" y="4387925"/>
                  <a:ext cx="101416" cy="146277"/>
                  <a:chOff x="4545844" y="3971199"/>
                  <a:chExt cx="101416" cy="146277"/>
                </a:xfrm>
              </p:grpSpPr>
              <p:grpSp>
                <p:nvGrpSpPr>
                  <p:cNvPr id="607" name="그룹 606">
                    <a:extLst>
                      <a:ext uri="{FF2B5EF4-FFF2-40B4-BE49-F238E27FC236}">
                        <a16:creationId xmlns:a16="http://schemas.microsoft.com/office/drawing/2014/main" id="{EBFE855C-96DA-AC43-7782-4EB97A6F6A5A}"/>
                      </a:ext>
                    </a:extLst>
                  </p:cNvPr>
                  <p:cNvGrpSpPr/>
                  <p:nvPr/>
                </p:nvGrpSpPr>
                <p:grpSpPr>
                  <a:xfrm>
                    <a:off x="4545844" y="3971199"/>
                    <a:ext cx="35826" cy="146277"/>
                    <a:chOff x="3250176" y="2637183"/>
                    <a:chExt cx="178824" cy="146277"/>
                  </a:xfrm>
                </p:grpSpPr>
                <p:grpSp>
                  <p:nvGrpSpPr>
                    <p:cNvPr id="609" name="그룹 608">
                      <a:extLst>
                        <a:ext uri="{FF2B5EF4-FFF2-40B4-BE49-F238E27FC236}">
                          <a16:creationId xmlns:a16="http://schemas.microsoft.com/office/drawing/2014/main" id="{B6626380-F171-11A6-DC99-A97CAB0B282E}"/>
                        </a:ext>
                      </a:extLst>
                    </p:cNvPr>
                    <p:cNvGrpSpPr/>
                    <p:nvPr/>
                  </p:nvGrpSpPr>
                  <p:grpSpPr>
                    <a:xfrm>
                      <a:off x="3250176" y="2637183"/>
                      <a:ext cx="178824" cy="144000"/>
                      <a:chOff x="5453592" y="2641965"/>
                      <a:chExt cx="178824" cy="144000"/>
                    </a:xfrm>
                  </p:grpSpPr>
                  <p:cxnSp>
                    <p:nvCxnSpPr>
                      <p:cNvPr id="611" name="직선 연결선 610">
                        <a:extLst>
                          <a:ext uri="{FF2B5EF4-FFF2-40B4-BE49-F238E27FC236}">
                            <a16:creationId xmlns:a16="http://schemas.microsoft.com/office/drawing/2014/main" id="{7260DE16-1ED6-3446-D1B3-CE0502BA78B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직선 연결선 611">
                        <a:extLst>
                          <a:ext uri="{FF2B5EF4-FFF2-40B4-BE49-F238E27FC236}">
                            <a16:creationId xmlns:a16="http://schemas.microsoft.com/office/drawing/2014/main" id="{BE48B326-E63F-CA5C-721B-1B558B0A84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0" name="직선 연결선 609">
                      <a:extLst>
                        <a:ext uri="{FF2B5EF4-FFF2-40B4-BE49-F238E27FC236}">
                          <a16:creationId xmlns:a16="http://schemas.microsoft.com/office/drawing/2014/main" id="{22BC20CF-E158-F9E0-3A51-E4B4090C404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8" name="직선 연결선 607">
                    <a:extLst>
                      <a:ext uri="{FF2B5EF4-FFF2-40B4-BE49-F238E27FC236}">
                        <a16:creationId xmlns:a16="http://schemas.microsoft.com/office/drawing/2014/main" id="{D78F5676-C38A-CAA8-1B93-50CA0855FFD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4" name="그룹 593">
                  <a:extLst>
                    <a:ext uri="{FF2B5EF4-FFF2-40B4-BE49-F238E27FC236}">
                      <a16:creationId xmlns:a16="http://schemas.microsoft.com/office/drawing/2014/main" id="{6F0535DB-F522-FB77-06FB-59BAA7014F3D}"/>
                    </a:ext>
                  </a:extLst>
                </p:cNvPr>
                <p:cNvGrpSpPr/>
                <p:nvPr/>
              </p:nvGrpSpPr>
              <p:grpSpPr>
                <a:xfrm>
                  <a:off x="4616003" y="4389306"/>
                  <a:ext cx="101416" cy="146277"/>
                  <a:chOff x="4545844" y="3971199"/>
                  <a:chExt cx="101416" cy="146277"/>
                </a:xfrm>
              </p:grpSpPr>
              <p:grpSp>
                <p:nvGrpSpPr>
                  <p:cNvPr id="595" name="그룹 594">
                    <a:extLst>
                      <a:ext uri="{FF2B5EF4-FFF2-40B4-BE49-F238E27FC236}">
                        <a16:creationId xmlns:a16="http://schemas.microsoft.com/office/drawing/2014/main" id="{3FB6009E-FCDC-08AA-D797-748B7B1FF9E6}"/>
                      </a:ext>
                    </a:extLst>
                  </p:cNvPr>
                  <p:cNvGrpSpPr/>
                  <p:nvPr/>
                </p:nvGrpSpPr>
                <p:grpSpPr>
                  <a:xfrm>
                    <a:off x="4545844" y="3971199"/>
                    <a:ext cx="35826" cy="146277"/>
                    <a:chOff x="3250176" y="2637183"/>
                    <a:chExt cx="178824" cy="146277"/>
                  </a:xfrm>
                </p:grpSpPr>
                <p:grpSp>
                  <p:nvGrpSpPr>
                    <p:cNvPr id="597" name="그룹 596">
                      <a:extLst>
                        <a:ext uri="{FF2B5EF4-FFF2-40B4-BE49-F238E27FC236}">
                          <a16:creationId xmlns:a16="http://schemas.microsoft.com/office/drawing/2014/main" id="{7D49FAE2-A1FA-BBA9-8F7C-DF653CC2C60E}"/>
                        </a:ext>
                      </a:extLst>
                    </p:cNvPr>
                    <p:cNvGrpSpPr/>
                    <p:nvPr/>
                  </p:nvGrpSpPr>
                  <p:grpSpPr>
                    <a:xfrm>
                      <a:off x="3250176" y="2637183"/>
                      <a:ext cx="178824" cy="144000"/>
                      <a:chOff x="5453592" y="2641965"/>
                      <a:chExt cx="178824" cy="144000"/>
                    </a:xfrm>
                  </p:grpSpPr>
                  <p:cxnSp>
                    <p:nvCxnSpPr>
                      <p:cNvPr id="599" name="직선 연결선 598">
                        <a:extLst>
                          <a:ext uri="{FF2B5EF4-FFF2-40B4-BE49-F238E27FC236}">
                            <a16:creationId xmlns:a16="http://schemas.microsoft.com/office/drawing/2014/main" id="{02C07685-044D-7C47-DB43-12C018F8952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직선 연결선 599">
                        <a:extLst>
                          <a:ext uri="{FF2B5EF4-FFF2-40B4-BE49-F238E27FC236}">
                            <a16:creationId xmlns:a16="http://schemas.microsoft.com/office/drawing/2014/main" id="{7C7BFD83-9D03-BCAE-B9FB-74E854F1B8A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8" name="직선 연결선 597">
                      <a:extLst>
                        <a:ext uri="{FF2B5EF4-FFF2-40B4-BE49-F238E27FC236}">
                          <a16:creationId xmlns:a16="http://schemas.microsoft.com/office/drawing/2014/main" id="{900336EB-3425-9E6C-0857-F9D90D4C94D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6" name="직선 연결선 595">
                    <a:extLst>
                      <a:ext uri="{FF2B5EF4-FFF2-40B4-BE49-F238E27FC236}">
                        <a16:creationId xmlns:a16="http://schemas.microsoft.com/office/drawing/2014/main" id="{994F8DCE-52CF-8844-5CA7-5D111B89BC3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9" name="그룹 628">
                  <a:extLst>
                    <a:ext uri="{FF2B5EF4-FFF2-40B4-BE49-F238E27FC236}">
                      <a16:creationId xmlns:a16="http://schemas.microsoft.com/office/drawing/2014/main" id="{9088382C-A1EC-6FBF-421D-30E08284AD61}"/>
                    </a:ext>
                  </a:extLst>
                </p:cNvPr>
                <p:cNvGrpSpPr/>
                <p:nvPr/>
              </p:nvGrpSpPr>
              <p:grpSpPr>
                <a:xfrm>
                  <a:off x="4722981" y="4391632"/>
                  <a:ext cx="72000" cy="146277"/>
                  <a:chOff x="3250176" y="2637183"/>
                  <a:chExt cx="179694" cy="146277"/>
                </a:xfrm>
              </p:grpSpPr>
              <p:grpSp>
                <p:nvGrpSpPr>
                  <p:cNvPr id="630" name="그룹 629">
                    <a:extLst>
                      <a:ext uri="{FF2B5EF4-FFF2-40B4-BE49-F238E27FC236}">
                        <a16:creationId xmlns:a16="http://schemas.microsoft.com/office/drawing/2014/main" id="{52159725-3FC0-67B9-055F-FD88A12A01B9}"/>
                      </a:ext>
                    </a:extLst>
                  </p:cNvPr>
                  <p:cNvGrpSpPr/>
                  <p:nvPr/>
                </p:nvGrpSpPr>
                <p:grpSpPr>
                  <a:xfrm>
                    <a:off x="3250176" y="2637183"/>
                    <a:ext cx="178824" cy="144000"/>
                    <a:chOff x="5453592" y="2641965"/>
                    <a:chExt cx="178824" cy="144000"/>
                  </a:xfrm>
                </p:grpSpPr>
                <p:cxnSp>
                  <p:nvCxnSpPr>
                    <p:cNvPr id="632" name="직선 연결선 631">
                      <a:extLst>
                        <a:ext uri="{FF2B5EF4-FFF2-40B4-BE49-F238E27FC236}">
                          <a16:creationId xmlns:a16="http://schemas.microsoft.com/office/drawing/2014/main" id="{E3B8A42B-948E-A109-8685-56011790C7A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 name="직선 연결선 632">
                      <a:extLst>
                        <a:ext uri="{FF2B5EF4-FFF2-40B4-BE49-F238E27FC236}">
                          <a16:creationId xmlns:a16="http://schemas.microsoft.com/office/drawing/2014/main" id="{B4B628D2-9088-0483-6BBB-1F0AB230AE3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1" name="직선 연결선 630">
                    <a:extLst>
                      <a:ext uri="{FF2B5EF4-FFF2-40B4-BE49-F238E27FC236}">
                        <a16:creationId xmlns:a16="http://schemas.microsoft.com/office/drawing/2014/main" id="{3D5C78B3-CC3F-0BB9-A559-E60E49D3459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4" name="직선 연결선 633">
                  <a:extLst>
                    <a:ext uri="{FF2B5EF4-FFF2-40B4-BE49-F238E27FC236}">
                      <a16:creationId xmlns:a16="http://schemas.microsoft.com/office/drawing/2014/main" id="{BCEB2F90-F685-EF8B-4CD4-E1BB1E472F0A}"/>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3" name="그룹 662">
                <a:extLst>
                  <a:ext uri="{FF2B5EF4-FFF2-40B4-BE49-F238E27FC236}">
                    <a16:creationId xmlns:a16="http://schemas.microsoft.com/office/drawing/2014/main" id="{9387AB0B-F53E-D3EF-740F-0486E1C1535D}"/>
                  </a:ext>
                </a:extLst>
              </p:cNvPr>
              <p:cNvGrpSpPr/>
              <p:nvPr/>
            </p:nvGrpSpPr>
            <p:grpSpPr>
              <a:xfrm>
                <a:off x="3177345" y="4385438"/>
                <a:ext cx="419075" cy="149984"/>
                <a:chOff x="4408576" y="4387925"/>
                <a:chExt cx="419075" cy="149984"/>
              </a:xfrm>
            </p:grpSpPr>
            <p:grpSp>
              <p:nvGrpSpPr>
                <p:cNvPr id="664" name="그룹 663">
                  <a:extLst>
                    <a:ext uri="{FF2B5EF4-FFF2-40B4-BE49-F238E27FC236}">
                      <a16:creationId xmlns:a16="http://schemas.microsoft.com/office/drawing/2014/main" id="{EB1370B9-AF03-831B-548F-A33886A47E7B}"/>
                    </a:ext>
                  </a:extLst>
                </p:cNvPr>
                <p:cNvGrpSpPr/>
                <p:nvPr/>
              </p:nvGrpSpPr>
              <p:grpSpPr>
                <a:xfrm>
                  <a:off x="4408576" y="4388533"/>
                  <a:ext cx="72000" cy="146277"/>
                  <a:chOff x="3250176" y="2637183"/>
                  <a:chExt cx="179694" cy="146277"/>
                </a:xfrm>
              </p:grpSpPr>
              <p:grpSp>
                <p:nvGrpSpPr>
                  <p:cNvPr id="686" name="그룹 685">
                    <a:extLst>
                      <a:ext uri="{FF2B5EF4-FFF2-40B4-BE49-F238E27FC236}">
                        <a16:creationId xmlns:a16="http://schemas.microsoft.com/office/drawing/2014/main" id="{351D72E9-0143-4DFB-253A-22C195A130F3}"/>
                      </a:ext>
                    </a:extLst>
                  </p:cNvPr>
                  <p:cNvGrpSpPr/>
                  <p:nvPr/>
                </p:nvGrpSpPr>
                <p:grpSpPr>
                  <a:xfrm>
                    <a:off x="3250176" y="2637183"/>
                    <a:ext cx="178824" cy="144000"/>
                    <a:chOff x="5453592" y="2641965"/>
                    <a:chExt cx="178824" cy="144000"/>
                  </a:xfrm>
                </p:grpSpPr>
                <p:cxnSp>
                  <p:nvCxnSpPr>
                    <p:cNvPr id="688" name="직선 연결선 687">
                      <a:extLst>
                        <a:ext uri="{FF2B5EF4-FFF2-40B4-BE49-F238E27FC236}">
                          <a16:creationId xmlns:a16="http://schemas.microsoft.com/office/drawing/2014/main" id="{884906C5-60E0-29D8-A293-D5B10BBE001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9" name="직선 연결선 688">
                      <a:extLst>
                        <a:ext uri="{FF2B5EF4-FFF2-40B4-BE49-F238E27FC236}">
                          <a16:creationId xmlns:a16="http://schemas.microsoft.com/office/drawing/2014/main" id="{B9A07B87-4907-B733-B6E5-5C48CB5D082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87" name="직선 연결선 686">
                    <a:extLst>
                      <a:ext uri="{FF2B5EF4-FFF2-40B4-BE49-F238E27FC236}">
                        <a16:creationId xmlns:a16="http://schemas.microsoft.com/office/drawing/2014/main" id="{DED33521-12A4-E3A5-FC57-8EE6FFE2FBB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5" name="직선 연결선 664">
                  <a:extLst>
                    <a:ext uri="{FF2B5EF4-FFF2-40B4-BE49-F238E27FC236}">
                      <a16:creationId xmlns:a16="http://schemas.microsoft.com/office/drawing/2014/main" id="{20D77557-4BC6-2D82-0194-57DD571F31F3}"/>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6" name="그룹 665">
                  <a:extLst>
                    <a:ext uri="{FF2B5EF4-FFF2-40B4-BE49-F238E27FC236}">
                      <a16:creationId xmlns:a16="http://schemas.microsoft.com/office/drawing/2014/main" id="{1D572AD2-FCC1-89D0-7329-8F434B49DC00}"/>
                    </a:ext>
                  </a:extLst>
                </p:cNvPr>
                <p:cNvGrpSpPr/>
                <p:nvPr/>
              </p:nvGrpSpPr>
              <p:grpSpPr>
                <a:xfrm>
                  <a:off x="4515485" y="4387925"/>
                  <a:ext cx="101416" cy="146277"/>
                  <a:chOff x="4545844" y="3971199"/>
                  <a:chExt cx="101416" cy="146277"/>
                </a:xfrm>
              </p:grpSpPr>
              <p:grpSp>
                <p:nvGrpSpPr>
                  <p:cNvPr id="680" name="그룹 679">
                    <a:extLst>
                      <a:ext uri="{FF2B5EF4-FFF2-40B4-BE49-F238E27FC236}">
                        <a16:creationId xmlns:a16="http://schemas.microsoft.com/office/drawing/2014/main" id="{C5BBB02B-054C-B2DD-941B-E2265456C304}"/>
                      </a:ext>
                    </a:extLst>
                  </p:cNvPr>
                  <p:cNvGrpSpPr/>
                  <p:nvPr/>
                </p:nvGrpSpPr>
                <p:grpSpPr>
                  <a:xfrm>
                    <a:off x="4545844" y="3971199"/>
                    <a:ext cx="35826" cy="146277"/>
                    <a:chOff x="3250176" y="2637183"/>
                    <a:chExt cx="178824" cy="146277"/>
                  </a:xfrm>
                </p:grpSpPr>
                <p:grpSp>
                  <p:nvGrpSpPr>
                    <p:cNvPr id="682" name="그룹 681">
                      <a:extLst>
                        <a:ext uri="{FF2B5EF4-FFF2-40B4-BE49-F238E27FC236}">
                          <a16:creationId xmlns:a16="http://schemas.microsoft.com/office/drawing/2014/main" id="{F081AF90-9701-6433-7FEC-9DDC41C419CC}"/>
                        </a:ext>
                      </a:extLst>
                    </p:cNvPr>
                    <p:cNvGrpSpPr/>
                    <p:nvPr/>
                  </p:nvGrpSpPr>
                  <p:grpSpPr>
                    <a:xfrm>
                      <a:off x="3250176" y="2637183"/>
                      <a:ext cx="178824" cy="144000"/>
                      <a:chOff x="5453592" y="2641965"/>
                      <a:chExt cx="178824" cy="144000"/>
                    </a:xfrm>
                  </p:grpSpPr>
                  <p:cxnSp>
                    <p:nvCxnSpPr>
                      <p:cNvPr id="684" name="직선 연결선 683">
                        <a:extLst>
                          <a:ext uri="{FF2B5EF4-FFF2-40B4-BE49-F238E27FC236}">
                            <a16:creationId xmlns:a16="http://schemas.microsoft.com/office/drawing/2014/main" id="{F8347AB9-C8DE-C8EC-CB78-CF38849A2B8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5" name="직선 연결선 684">
                        <a:extLst>
                          <a:ext uri="{FF2B5EF4-FFF2-40B4-BE49-F238E27FC236}">
                            <a16:creationId xmlns:a16="http://schemas.microsoft.com/office/drawing/2014/main" id="{E91D9AB4-33D2-376A-F68D-D0880D72EA4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83" name="직선 연결선 682">
                      <a:extLst>
                        <a:ext uri="{FF2B5EF4-FFF2-40B4-BE49-F238E27FC236}">
                          <a16:creationId xmlns:a16="http://schemas.microsoft.com/office/drawing/2014/main" id="{E6BA965D-4921-6D75-84CE-15DFD62140D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81" name="직선 연결선 680">
                    <a:extLst>
                      <a:ext uri="{FF2B5EF4-FFF2-40B4-BE49-F238E27FC236}">
                        <a16:creationId xmlns:a16="http://schemas.microsoft.com/office/drawing/2014/main" id="{344E204B-21AA-3B5A-0AD3-D6990130731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7" name="그룹 666">
                  <a:extLst>
                    <a:ext uri="{FF2B5EF4-FFF2-40B4-BE49-F238E27FC236}">
                      <a16:creationId xmlns:a16="http://schemas.microsoft.com/office/drawing/2014/main" id="{DFA1F56F-5437-A023-F9C4-E9073773EE2B}"/>
                    </a:ext>
                  </a:extLst>
                </p:cNvPr>
                <p:cNvGrpSpPr/>
                <p:nvPr/>
              </p:nvGrpSpPr>
              <p:grpSpPr>
                <a:xfrm>
                  <a:off x="4616003" y="4389306"/>
                  <a:ext cx="101416" cy="146277"/>
                  <a:chOff x="4545844" y="3971199"/>
                  <a:chExt cx="101416" cy="146277"/>
                </a:xfrm>
              </p:grpSpPr>
              <p:grpSp>
                <p:nvGrpSpPr>
                  <p:cNvPr id="674" name="그룹 673">
                    <a:extLst>
                      <a:ext uri="{FF2B5EF4-FFF2-40B4-BE49-F238E27FC236}">
                        <a16:creationId xmlns:a16="http://schemas.microsoft.com/office/drawing/2014/main" id="{7F5B1D99-0D81-76F5-9BB8-DBB46DF83C8E}"/>
                      </a:ext>
                    </a:extLst>
                  </p:cNvPr>
                  <p:cNvGrpSpPr/>
                  <p:nvPr/>
                </p:nvGrpSpPr>
                <p:grpSpPr>
                  <a:xfrm>
                    <a:off x="4545844" y="3971199"/>
                    <a:ext cx="35826" cy="146277"/>
                    <a:chOff x="3250176" y="2637183"/>
                    <a:chExt cx="178824" cy="146277"/>
                  </a:xfrm>
                </p:grpSpPr>
                <p:grpSp>
                  <p:nvGrpSpPr>
                    <p:cNvPr id="676" name="그룹 675">
                      <a:extLst>
                        <a:ext uri="{FF2B5EF4-FFF2-40B4-BE49-F238E27FC236}">
                          <a16:creationId xmlns:a16="http://schemas.microsoft.com/office/drawing/2014/main" id="{5D103809-319F-0899-F740-6C2BE2F013F4}"/>
                        </a:ext>
                      </a:extLst>
                    </p:cNvPr>
                    <p:cNvGrpSpPr/>
                    <p:nvPr/>
                  </p:nvGrpSpPr>
                  <p:grpSpPr>
                    <a:xfrm>
                      <a:off x="3250176" y="2637183"/>
                      <a:ext cx="178824" cy="144000"/>
                      <a:chOff x="5453592" y="2641965"/>
                      <a:chExt cx="178824" cy="144000"/>
                    </a:xfrm>
                  </p:grpSpPr>
                  <p:cxnSp>
                    <p:nvCxnSpPr>
                      <p:cNvPr id="678" name="직선 연결선 677">
                        <a:extLst>
                          <a:ext uri="{FF2B5EF4-FFF2-40B4-BE49-F238E27FC236}">
                            <a16:creationId xmlns:a16="http://schemas.microsoft.com/office/drawing/2014/main" id="{BA31CE35-9D5D-6D7B-15D1-F8EF0AEE965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9" name="직선 연결선 678">
                        <a:extLst>
                          <a:ext uri="{FF2B5EF4-FFF2-40B4-BE49-F238E27FC236}">
                            <a16:creationId xmlns:a16="http://schemas.microsoft.com/office/drawing/2014/main" id="{601F4D08-5306-44F4-2F6B-5DBE5993738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7" name="직선 연결선 676">
                      <a:extLst>
                        <a:ext uri="{FF2B5EF4-FFF2-40B4-BE49-F238E27FC236}">
                          <a16:creationId xmlns:a16="http://schemas.microsoft.com/office/drawing/2014/main" id="{82D1BA04-4685-6BA7-5D9B-E540292A160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5" name="직선 연결선 674">
                    <a:extLst>
                      <a:ext uri="{FF2B5EF4-FFF2-40B4-BE49-F238E27FC236}">
                        <a16:creationId xmlns:a16="http://schemas.microsoft.com/office/drawing/2014/main" id="{26F68AF9-FB8D-8EAE-33D6-99B0C946F51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8" name="그룹 667">
                  <a:extLst>
                    <a:ext uri="{FF2B5EF4-FFF2-40B4-BE49-F238E27FC236}">
                      <a16:creationId xmlns:a16="http://schemas.microsoft.com/office/drawing/2014/main" id="{76BC68BB-2114-3E60-9E3F-EA349C7ED02F}"/>
                    </a:ext>
                  </a:extLst>
                </p:cNvPr>
                <p:cNvGrpSpPr/>
                <p:nvPr/>
              </p:nvGrpSpPr>
              <p:grpSpPr>
                <a:xfrm>
                  <a:off x="4722981" y="4391632"/>
                  <a:ext cx="72000" cy="146277"/>
                  <a:chOff x="3250176" y="2637183"/>
                  <a:chExt cx="179694" cy="146277"/>
                </a:xfrm>
              </p:grpSpPr>
              <p:grpSp>
                <p:nvGrpSpPr>
                  <p:cNvPr id="670" name="그룹 669">
                    <a:extLst>
                      <a:ext uri="{FF2B5EF4-FFF2-40B4-BE49-F238E27FC236}">
                        <a16:creationId xmlns:a16="http://schemas.microsoft.com/office/drawing/2014/main" id="{1C496070-AF83-95A9-2A6A-39DAF1B3EEA0}"/>
                      </a:ext>
                    </a:extLst>
                  </p:cNvPr>
                  <p:cNvGrpSpPr/>
                  <p:nvPr/>
                </p:nvGrpSpPr>
                <p:grpSpPr>
                  <a:xfrm>
                    <a:off x="3250176" y="2637183"/>
                    <a:ext cx="178824" cy="144000"/>
                    <a:chOff x="5453592" y="2641965"/>
                    <a:chExt cx="178824" cy="144000"/>
                  </a:xfrm>
                </p:grpSpPr>
                <p:cxnSp>
                  <p:nvCxnSpPr>
                    <p:cNvPr id="672" name="직선 연결선 671">
                      <a:extLst>
                        <a:ext uri="{FF2B5EF4-FFF2-40B4-BE49-F238E27FC236}">
                          <a16:creationId xmlns:a16="http://schemas.microsoft.com/office/drawing/2014/main" id="{21DA1E73-CD43-1119-D8BE-6CC8C1E3680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3" name="직선 연결선 672">
                      <a:extLst>
                        <a:ext uri="{FF2B5EF4-FFF2-40B4-BE49-F238E27FC236}">
                          <a16:creationId xmlns:a16="http://schemas.microsoft.com/office/drawing/2014/main" id="{2097E410-99A6-FFE0-11EC-0C1900E9545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1" name="직선 연결선 670">
                    <a:extLst>
                      <a:ext uri="{FF2B5EF4-FFF2-40B4-BE49-F238E27FC236}">
                        <a16:creationId xmlns:a16="http://schemas.microsoft.com/office/drawing/2014/main" id="{1EC1D0CA-D564-75D7-963F-B5A3E590FED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9" name="직선 연결선 668">
                  <a:extLst>
                    <a:ext uri="{FF2B5EF4-FFF2-40B4-BE49-F238E27FC236}">
                      <a16:creationId xmlns:a16="http://schemas.microsoft.com/office/drawing/2014/main" id="{4CFC42C0-159B-2842-DC9D-8A181133F548}"/>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61" name="그룹 860">
              <a:extLst>
                <a:ext uri="{FF2B5EF4-FFF2-40B4-BE49-F238E27FC236}">
                  <a16:creationId xmlns:a16="http://schemas.microsoft.com/office/drawing/2014/main" id="{9BD273E7-EC7B-8F95-B12D-38E154001F2B}"/>
                </a:ext>
              </a:extLst>
            </p:cNvPr>
            <p:cNvGrpSpPr/>
            <p:nvPr/>
          </p:nvGrpSpPr>
          <p:grpSpPr>
            <a:xfrm>
              <a:off x="4544836" y="4414259"/>
              <a:ext cx="1262428" cy="150988"/>
              <a:chOff x="2752717" y="4385438"/>
              <a:chExt cx="1262428" cy="150988"/>
            </a:xfrm>
          </p:grpSpPr>
          <p:grpSp>
            <p:nvGrpSpPr>
              <p:cNvPr id="862" name="그룹 861">
                <a:extLst>
                  <a:ext uri="{FF2B5EF4-FFF2-40B4-BE49-F238E27FC236}">
                    <a16:creationId xmlns:a16="http://schemas.microsoft.com/office/drawing/2014/main" id="{B5814AB5-CB6E-1499-81AE-F357367F4664}"/>
                  </a:ext>
                </a:extLst>
              </p:cNvPr>
              <p:cNvGrpSpPr/>
              <p:nvPr/>
            </p:nvGrpSpPr>
            <p:grpSpPr>
              <a:xfrm>
                <a:off x="2752717" y="4386023"/>
                <a:ext cx="419075" cy="149984"/>
                <a:chOff x="4408576" y="4387925"/>
                <a:chExt cx="419075" cy="149984"/>
              </a:xfrm>
            </p:grpSpPr>
            <p:grpSp>
              <p:nvGrpSpPr>
                <p:cNvPr id="917" name="그룹 916">
                  <a:extLst>
                    <a:ext uri="{FF2B5EF4-FFF2-40B4-BE49-F238E27FC236}">
                      <a16:creationId xmlns:a16="http://schemas.microsoft.com/office/drawing/2014/main" id="{775B62E7-24CE-E6CC-E153-ACCCA86544B9}"/>
                    </a:ext>
                  </a:extLst>
                </p:cNvPr>
                <p:cNvGrpSpPr/>
                <p:nvPr/>
              </p:nvGrpSpPr>
              <p:grpSpPr>
                <a:xfrm>
                  <a:off x="4408576" y="4388533"/>
                  <a:ext cx="72000" cy="146277"/>
                  <a:chOff x="3250176" y="2637183"/>
                  <a:chExt cx="179694" cy="146277"/>
                </a:xfrm>
              </p:grpSpPr>
              <p:grpSp>
                <p:nvGrpSpPr>
                  <p:cNvPr id="939" name="그룹 938">
                    <a:extLst>
                      <a:ext uri="{FF2B5EF4-FFF2-40B4-BE49-F238E27FC236}">
                        <a16:creationId xmlns:a16="http://schemas.microsoft.com/office/drawing/2014/main" id="{E05B404D-9EF1-361A-2F16-9C9201FB562C}"/>
                      </a:ext>
                    </a:extLst>
                  </p:cNvPr>
                  <p:cNvGrpSpPr/>
                  <p:nvPr/>
                </p:nvGrpSpPr>
                <p:grpSpPr>
                  <a:xfrm>
                    <a:off x="3250176" y="2637183"/>
                    <a:ext cx="178824" cy="144000"/>
                    <a:chOff x="5453592" y="2641965"/>
                    <a:chExt cx="178824" cy="144000"/>
                  </a:xfrm>
                </p:grpSpPr>
                <p:cxnSp>
                  <p:nvCxnSpPr>
                    <p:cNvPr id="941" name="직선 연결선 940">
                      <a:extLst>
                        <a:ext uri="{FF2B5EF4-FFF2-40B4-BE49-F238E27FC236}">
                          <a16:creationId xmlns:a16="http://schemas.microsoft.com/office/drawing/2014/main" id="{C833DD9B-2172-F583-19DD-5665ED1454E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2" name="직선 연결선 941">
                      <a:extLst>
                        <a:ext uri="{FF2B5EF4-FFF2-40B4-BE49-F238E27FC236}">
                          <a16:creationId xmlns:a16="http://schemas.microsoft.com/office/drawing/2014/main" id="{C9E22741-1C6B-5658-BD2F-661BD02FCA0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40" name="직선 연결선 939">
                    <a:extLst>
                      <a:ext uri="{FF2B5EF4-FFF2-40B4-BE49-F238E27FC236}">
                        <a16:creationId xmlns:a16="http://schemas.microsoft.com/office/drawing/2014/main" id="{CC2DE345-319B-8E52-13CF-DD988497ECF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8" name="직선 연결선 917">
                  <a:extLst>
                    <a:ext uri="{FF2B5EF4-FFF2-40B4-BE49-F238E27FC236}">
                      <a16:creationId xmlns:a16="http://schemas.microsoft.com/office/drawing/2014/main" id="{7AA7EA5D-4800-5807-EE71-262CFD3F2806}"/>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19" name="그룹 918">
                  <a:extLst>
                    <a:ext uri="{FF2B5EF4-FFF2-40B4-BE49-F238E27FC236}">
                      <a16:creationId xmlns:a16="http://schemas.microsoft.com/office/drawing/2014/main" id="{43D1DC2A-1A03-D3FA-80E1-4796F2A1E885}"/>
                    </a:ext>
                  </a:extLst>
                </p:cNvPr>
                <p:cNvGrpSpPr/>
                <p:nvPr/>
              </p:nvGrpSpPr>
              <p:grpSpPr>
                <a:xfrm>
                  <a:off x="4515485" y="4387925"/>
                  <a:ext cx="101416" cy="146277"/>
                  <a:chOff x="4545844" y="3971199"/>
                  <a:chExt cx="101416" cy="146277"/>
                </a:xfrm>
              </p:grpSpPr>
              <p:grpSp>
                <p:nvGrpSpPr>
                  <p:cNvPr id="933" name="그룹 932">
                    <a:extLst>
                      <a:ext uri="{FF2B5EF4-FFF2-40B4-BE49-F238E27FC236}">
                        <a16:creationId xmlns:a16="http://schemas.microsoft.com/office/drawing/2014/main" id="{33448504-C630-42F3-4663-5D344CA011D2}"/>
                      </a:ext>
                    </a:extLst>
                  </p:cNvPr>
                  <p:cNvGrpSpPr/>
                  <p:nvPr/>
                </p:nvGrpSpPr>
                <p:grpSpPr>
                  <a:xfrm>
                    <a:off x="4545844" y="3971199"/>
                    <a:ext cx="35826" cy="146277"/>
                    <a:chOff x="3250176" y="2637183"/>
                    <a:chExt cx="178824" cy="146277"/>
                  </a:xfrm>
                </p:grpSpPr>
                <p:grpSp>
                  <p:nvGrpSpPr>
                    <p:cNvPr id="935" name="그룹 934">
                      <a:extLst>
                        <a:ext uri="{FF2B5EF4-FFF2-40B4-BE49-F238E27FC236}">
                          <a16:creationId xmlns:a16="http://schemas.microsoft.com/office/drawing/2014/main" id="{E0B876D2-3B0A-3F1E-F39B-5FCDB739B37D}"/>
                        </a:ext>
                      </a:extLst>
                    </p:cNvPr>
                    <p:cNvGrpSpPr/>
                    <p:nvPr/>
                  </p:nvGrpSpPr>
                  <p:grpSpPr>
                    <a:xfrm>
                      <a:off x="3250176" y="2637183"/>
                      <a:ext cx="178824" cy="144000"/>
                      <a:chOff x="5453592" y="2641965"/>
                      <a:chExt cx="178824" cy="144000"/>
                    </a:xfrm>
                  </p:grpSpPr>
                  <p:cxnSp>
                    <p:nvCxnSpPr>
                      <p:cNvPr id="937" name="직선 연결선 936">
                        <a:extLst>
                          <a:ext uri="{FF2B5EF4-FFF2-40B4-BE49-F238E27FC236}">
                            <a16:creationId xmlns:a16="http://schemas.microsoft.com/office/drawing/2014/main" id="{F74C7408-51A7-D9FC-891A-ADE1EBD958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8" name="직선 연결선 937">
                        <a:extLst>
                          <a:ext uri="{FF2B5EF4-FFF2-40B4-BE49-F238E27FC236}">
                            <a16:creationId xmlns:a16="http://schemas.microsoft.com/office/drawing/2014/main" id="{DA90F6A9-F66D-3B9A-8631-0B3A812380B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36" name="직선 연결선 935">
                      <a:extLst>
                        <a:ext uri="{FF2B5EF4-FFF2-40B4-BE49-F238E27FC236}">
                          <a16:creationId xmlns:a16="http://schemas.microsoft.com/office/drawing/2014/main" id="{ACCA3981-7E0A-3AD3-45EF-FEE84F76ADB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34" name="직선 연결선 933">
                    <a:extLst>
                      <a:ext uri="{FF2B5EF4-FFF2-40B4-BE49-F238E27FC236}">
                        <a16:creationId xmlns:a16="http://schemas.microsoft.com/office/drawing/2014/main" id="{ED7B5206-6AFB-29FB-509C-246EE72DF1A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0" name="그룹 919">
                  <a:extLst>
                    <a:ext uri="{FF2B5EF4-FFF2-40B4-BE49-F238E27FC236}">
                      <a16:creationId xmlns:a16="http://schemas.microsoft.com/office/drawing/2014/main" id="{15DA80F0-7D25-9912-C340-600D06BC785E}"/>
                    </a:ext>
                  </a:extLst>
                </p:cNvPr>
                <p:cNvGrpSpPr/>
                <p:nvPr/>
              </p:nvGrpSpPr>
              <p:grpSpPr>
                <a:xfrm>
                  <a:off x="4616003" y="4389306"/>
                  <a:ext cx="101416" cy="146277"/>
                  <a:chOff x="4545844" y="3971199"/>
                  <a:chExt cx="101416" cy="146277"/>
                </a:xfrm>
              </p:grpSpPr>
              <p:grpSp>
                <p:nvGrpSpPr>
                  <p:cNvPr id="927" name="그룹 926">
                    <a:extLst>
                      <a:ext uri="{FF2B5EF4-FFF2-40B4-BE49-F238E27FC236}">
                        <a16:creationId xmlns:a16="http://schemas.microsoft.com/office/drawing/2014/main" id="{DB006D20-7FAF-C3D8-F573-352A445639B3}"/>
                      </a:ext>
                    </a:extLst>
                  </p:cNvPr>
                  <p:cNvGrpSpPr/>
                  <p:nvPr/>
                </p:nvGrpSpPr>
                <p:grpSpPr>
                  <a:xfrm>
                    <a:off x="4545844" y="3971199"/>
                    <a:ext cx="35826" cy="146277"/>
                    <a:chOff x="3250176" y="2637183"/>
                    <a:chExt cx="178824" cy="146277"/>
                  </a:xfrm>
                </p:grpSpPr>
                <p:grpSp>
                  <p:nvGrpSpPr>
                    <p:cNvPr id="929" name="그룹 928">
                      <a:extLst>
                        <a:ext uri="{FF2B5EF4-FFF2-40B4-BE49-F238E27FC236}">
                          <a16:creationId xmlns:a16="http://schemas.microsoft.com/office/drawing/2014/main" id="{15780405-6F75-5D51-E80F-E56ABEDE19B8}"/>
                        </a:ext>
                      </a:extLst>
                    </p:cNvPr>
                    <p:cNvGrpSpPr/>
                    <p:nvPr/>
                  </p:nvGrpSpPr>
                  <p:grpSpPr>
                    <a:xfrm>
                      <a:off x="3250176" y="2637183"/>
                      <a:ext cx="178824" cy="144000"/>
                      <a:chOff x="5453592" y="2641965"/>
                      <a:chExt cx="178824" cy="144000"/>
                    </a:xfrm>
                  </p:grpSpPr>
                  <p:cxnSp>
                    <p:nvCxnSpPr>
                      <p:cNvPr id="931" name="직선 연결선 930">
                        <a:extLst>
                          <a:ext uri="{FF2B5EF4-FFF2-40B4-BE49-F238E27FC236}">
                            <a16:creationId xmlns:a16="http://schemas.microsoft.com/office/drawing/2014/main" id="{CA3E0D88-FB80-0F96-6CA4-1A9322A68CD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2" name="직선 연결선 931">
                        <a:extLst>
                          <a:ext uri="{FF2B5EF4-FFF2-40B4-BE49-F238E27FC236}">
                            <a16:creationId xmlns:a16="http://schemas.microsoft.com/office/drawing/2014/main" id="{92F4DA0D-B246-C26A-FD62-384790798E9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30" name="직선 연결선 929">
                      <a:extLst>
                        <a:ext uri="{FF2B5EF4-FFF2-40B4-BE49-F238E27FC236}">
                          <a16:creationId xmlns:a16="http://schemas.microsoft.com/office/drawing/2014/main" id="{CEF3B857-7AD8-4E1F-606C-EEE39A41706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8" name="직선 연결선 927">
                    <a:extLst>
                      <a:ext uri="{FF2B5EF4-FFF2-40B4-BE49-F238E27FC236}">
                        <a16:creationId xmlns:a16="http://schemas.microsoft.com/office/drawing/2014/main" id="{8586DF35-59D2-B0C2-0D13-607698B8D73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1" name="그룹 920">
                  <a:extLst>
                    <a:ext uri="{FF2B5EF4-FFF2-40B4-BE49-F238E27FC236}">
                      <a16:creationId xmlns:a16="http://schemas.microsoft.com/office/drawing/2014/main" id="{40D88573-01BD-9EE6-4F90-D5A5E7D8C66E}"/>
                    </a:ext>
                  </a:extLst>
                </p:cNvPr>
                <p:cNvGrpSpPr/>
                <p:nvPr/>
              </p:nvGrpSpPr>
              <p:grpSpPr>
                <a:xfrm>
                  <a:off x="4722981" y="4391632"/>
                  <a:ext cx="72000" cy="146277"/>
                  <a:chOff x="3250176" y="2637183"/>
                  <a:chExt cx="179694" cy="146277"/>
                </a:xfrm>
              </p:grpSpPr>
              <p:grpSp>
                <p:nvGrpSpPr>
                  <p:cNvPr id="923" name="그룹 922">
                    <a:extLst>
                      <a:ext uri="{FF2B5EF4-FFF2-40B4-BE49-F238E27FC236}">
                        <a16:creationId xmlns:a16="http://schemas.microsoft.com/office/drawing/2014/main" id="{0C435090-9303-EDE4-8B4D-59B2041090E0}"/>
                      </a:ext>
                    </a:extLst>
                  </p:cNvPr>
                  <p:cNvGrpSpPr/>
                  <p:nvPr/>
                </p:nvGrpSpPr>
                <p:grpSpPr>
                  <a:xfrm>
                    <a:off x="3250176" y="2637183"/>
                    <a:ext cx="178824" cy="144000"/>
                    <a:chOff x="5453592" y="2641965"/>
                    <a:chExt cx="178824" cy="144000"/>
                  </a:xfrm>
                </p:grpSpPr>
                <p:cxnSp>
                  <p:nvCxnSpPr>
                    <p:cNvPr id="925" name="직선 연결선 924">
                      <a:extLst>
                        <a:ext uri="{FF2B5EF4-FFF2-40B4-BE49-F238E27FC236}">
                          <a16:creationId xmlns:a16="http://schemas.microsoft.com/office/drawing/2014/main" id="{3FEAFD6F-7A4A-0022-A5C7-9DC12252880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6" name="직선 연결선 925">
                      <a:extLst>
                        <a:ext uri="{FF2B5EF4-FFF2-40B4-BE49-F238E27FC236}">
                          <a16:creationId xmlns:a16="http://schemas.microsoft.com/office/drawing/2014/main" id="{022C9373-FDD1-4FE3-2D75-D7A4836D74D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4" name="직선 연결선 923">
                    <a:extLst>
                      <a:ext uri="{FF2B5EF4-FFF2-40B4-BE49-F238E27FC236}">
                        <a16:creationId xmlns:a16="http://schemas.microsoft.com/office/drawing/2014/main" id="{7305D05D-3126-FDEC-017E-D3EF81AD97F5}"/>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2" name="직선 연결선 921">
                  <a:extLst>
                    <a:ext uri="{FF2B5EF4-FFF2-40B4-BE49-F238E27FC236}">
                      <a16:creationId xmlns:a16="http://schemas.microsoft.com/office/drawing/2014/main" id="{3E5B4632-3EEF-4B24-3BFB-577908E093FD}"/>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3" name="그룹 862">
                <a:extLst>
                  <a:ext uri="{FF2B5EF4-FFF2-40B4-BE49-F238E27FC236}">
                    <a16:creationId xmlns:a16="http://schemas.microsoft.com/office/drawing/2014/main" id="{CEDA0C31-C97C-F69A-14FA-E9EFE65E660B}"/>
                  </a:ext>
                </a:extLst>
              </p:cNvPr>
              <p:cNvGrpSpPr/>
              <p:nvPr/>
            </p:nvGrpSpPr>
            <p:grpSpPr>
              <a:xfrm>
                <a:off x="3596070" y="4386442"/>
                <a:ext cx="419075" cy="149984"/>
                <a:chOff x="4408576" y="4387925"/>
                <a:chExt cx="419075" cy="149984"/>
              </a:xfrm>
            </p:grpSpPr>
            <p:grpSp>
              <p:nvGrpSpPr>
                <p:cNvPr id="891" name="그룹 890">
                  <a:extLst>
                    <a:ext uri="{FF2B5EF4-FFF2-40B4-BE49-F238E27FC236}">
                      <a16:creationId xmlns:a16="http://schemas.microsoft.com/office/drawing/2014/main" id="{5519A68F-915E-851B-0CA9-533EC6AEA754}"/>
                    </a:ext>
                  </a:extLst>
                </p:cNvPr>
                <p:cNvGrpSpPr/>
                <p:nvPr/>
              </p:nvGrpSpPr>
              <p:grpSpPr>
                <a:xfrm>
                  <a:off x="4408576" y="4388533"/>
                  <a:ext cx="72000" cy="146277"/>
                  <a:chOff x="3250176" y="2637183"/>
                  <a:chExt cx="179694" cy="146277"/>
                </a:xfrm>
              </p:grpSpPr>
              <p:grpSp>
                <p:nvGrpSpPr>
                  <p:cNvPr id="913" name="그룹 912">
                    <a:extLst>
                      <a:ext uri="{FF2B5EF4-FFF2-40B4-BE49-F238E27FC236}">
                        <a16:creationId xmlns:a16="http://schemas.microsoft.com/office/drawing/2014/main" id="{C77B3163-6649-0C30-455A-9687BF1FDAF2}"/>
                      </a:ext>
                    </a:extLst>
                  </p:cNvPr>
                  <p:cNvGrpSpPr/>
                  <p:nvPr/>
                </p:nvGrpSpPr>
                <p:grpSpPr>
                  <a:xfrm>
                    <a:off x="3250176" y="2637183"/>
                    <a:ext cx="178824" cy="144000"/>
                    <a:chOff x="5453592" y="2641965"/>
                    <a:chExt cx="178824" cy="144000"/>
                  </a:xfrm>
                </p:grpSpPr>
                <p:cxnSp>
                  <p:nvCxnSpPr>
                    <p:cNvPr id="915" name="직선 연결선 914">
                      <a:extLst>
                        <a:ext uri="{FF2B5EF4-FFF2-40B4-BE49-F238E27FC236}">
                          <a16:creationId xmlns:a16="http://schemas.microsoft.com/office/drawing/2014/main" id="{4FA605C2-18E2-800E-D8DE-88A3DD650FC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6" name="직선 연결선 915">
                      <a:extLst>
                        <a:ext uri="{FF2B5EF4-FFF2-40B4-BE49-F238E27FC236}">
                          <a16:creationId xmlns:a16="http://schemas.microsoft.com/office/drawing/2014/main" id="{571242F7-5B6C-7EC9-00F0-6DEF548B811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4" name="직선 연결선 913">
                    <a:extLst>
                      <a:ext uri="{FF2B5EF4-FFF2-40B4-BE49-F238E27FC236}">
                        <a16:creationId xmlns:a16="http://schemas.microsoft.com/office/drawing/2014/main" id="{94BF9BFE-EAC2-7E3E-37A9-1A2A4E210EC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2" name="직선 연결선 891">
                  <a:extLst>
                    <a:ext uri="{FF2B5EF4-FFF2-40B4-BE49-F238E27FC236}">
                      <a16:creationId xmlns:a16="http://schemas.microsoft.com/office/drawing/2014/main" id="{62E4BD69-2E6F-2BF6-6A69-FFFA37028E99}"/>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3" name="그룹 892">
                  <a:extLst>
                    <a:ext uri="{FF2B5EF4-FFF2-40B4-BE49-F238E27FC236}">
                      <a16:creationId xmlns:a16="http://schemas.microsoft.com/office/drawing/2014/main" id="{657D8D54-41D5-D693-5397-B5755DA87E66}"/>
                    </a:ext>
                  </a:extLst>
                </p:cNvPr>
                <p:cNvGrpSpPr/>
                <p:nvPr/>
              </p:nvGrpSpPr>
              <p:grpSpPr>
                <a:xfrm>
                  <a:off x="4515485" y="4387925"/>
                  <a:ext cx="101416" cy="146277"/>
                  <a:chOff x="4545844" y="3971199"/>
                  <a:chExt cx="101416" cy="146277"/>
                </a:xfrm>
              </p:grpSpPr>
              <p:grpSp>
                <p:nvGrpSpPr>
                  <p:cNvPr id="907" name="그룹 906">
                    <a:extLst>
                      <a:ext uri="{FF2B5EF4-FFF2-40B4-BE49-F238E27FC236}">
                        <a16:creationId xmlns:a16="http://schemas.microsoft.com/office/drawing/2014/main" id="{20EC9303-8A08-B2BE-8257-957B9F025113}"/>
                      </a:ext>
                    </a:extLst>
                  </p:cNvPr>
                  <p:cNvGrpSpPr/>
                  <p:nvPr/>
                </p:nvGrpSpPr>
                <p:grpSpPr>
                  <a:xfrm>
                    <a:off x="4545844" y="3971199"/>
                    <a:ext cx="35826" cy="146277"/>
                    <a:chOff x="3250176" y="2637183"/>
                    <a:chExt cx="178824" cy="146277"/>
                  </a:xfrm>
                </p:grpSpPr>
                <p:grpSp>
                  <p:nvGrpSpPr>
                    <p:cNvPr id="909" name="그룹 908">
                      <a:extLst>
                        <a:ext uri="{FF2B5EF4-FFF2-40B4-BE49-F238E27FC236}">
                          <a16:creationId xmlns:a16="http://schemas.microsoft.com/office/drawing/2014/main" id="{7369EB5B-3F9F-EBCD-F8B0-E6E07308D968}"/>
                        </a:ext>
                      </a:extLst>
                    </p:cNvPr>
                    <p:cNvGrpSpPr/>
                    <p:nvPr/>
                  </p:nvGrpSpPr>
                  <p:grpSpPr>
                    <a:xfrm>
                      <a:off x="3250176" y="2637183"/>
                      <a:ext cx="178824" cy="144000"/>
                      <a:chOff x="5453592" y="2641965"/>
                      <a:chExt cx="178824" cy="144000"/>
                    </a:xfrm>
                  </p:grpSpPr>
                  <p:cxnSp>
                    <p:nvCxnSpPr>
                      <p:cNvPr id="911" name="직선 연결선 910">
                        <a:extLst>
                          <a:ext uri="{FF2B5EF4-FFF2-40B4-BE49-F238E27FC236}">
                            <a16:creationId xmlns:a16="http://schemas.microsoft.com/office/drawing/2014/main" id="{B9E4F851-6571-E3A6-1DF8-7DC0D51A4BF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2" name="직선 연결선 911">
                        <a:extLst>
                          <a:ext uri="{FF2B5EF4-FFF2-40B4-BE49-F238E27FC236}">
                            <a16:creationId xmlns:a16="http://schemas.microsoft.com/office/drawing/2014/main" id="{A8207FCE-BB71-A50B-C7A0-EA8A1F20B12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0" name="직선 연결선 909">
                      <a:extLst>
                        <a:ext uri="{FF2B5EF4-FFF2-40B4-BE49-F238E27FC236}">
                          <a16:creationId xmlns:a16="http://schemas.microsoft.com/office/drawing/2014/main" id="{D0C71D61-CE84-3F55-1867-28ED3E9CF73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8" name="직선 연결선 907">
                    <a:extLst>
                      <a:ext uri="{FF2B5EF4-FFF2-40B4-BE49-F238E27FC236}">
                        <a16:creationId xmlns:a16="http://schemas.microsoft.com/office/drawing/2014/main" id="{B12755CE-C9B3-29DB-258C-BE7795F164C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4" name="그룹 893">
                  <a:extLst>
                    <a:ext uri="{FF2B5EF4-FFF2-40B4-BE49-F238E27FC236}">
                      <a16:creationId xmlns:a16="http://schemas.microsoft.com/office/drawing/2014/main" id="{CBBF5EDE-B537-380A-8FD1-2B3481DF4D3F}"/>
                    </a:ext>
                  </a:extLst>
                </p:cNvPr>
                <p:cNvGrpSpPr/>
                <p:nvPr/>
              </p:nvGrpSpPr>
              <p:grpSpPr>
                <a:xfrm>
                  <a:off x="4616003" y="4389306"/>
                  <a:ext cx="101416" cy="146277"/>
                  <a:chOff x="4545844" y="3971199"/>
                  <a:chExt cx="101416" cy="146277"/>
                </a:xfrm>
              </p:grpSpPr>
              <p:grpSp>
                <p:nvGrpSpPr>
                  <p:cNvPr id="901" name="그룹 900">
                    <a:extLst>
                      <a:ext uri="{FF2B5EF4-FFF2-40B4-BE49-F238E27FC236}">
                        <a16:creationId xmlns:a16="http://schemas.microsoft.com/office/drawing/2014/main" id="{C94B0D4D-6C41-BE20-8C43-529996386DB2}"/>
                      </a:ext>
                    </a:extLst>
                  </p:cNvPr>
                  <p:cNvGrpSpPr/>
                  <p:nvPr/>
                </p:nvGrpSpPr>
                <p:grpSpPr>
                  <a:xfrm>
                    <a:off x="4545844" y="3971199"/>
                    <a:ext cx="35826" cy="146277"/>
                    <a:chOff x="3250176" y="2637183"/>
                    <a:chExt cx="178824" cy="146277"/>
                  </a:xfrm>
                </p:grpSpPr>
                <p:grpSp>
                  <p:nvGrpSpPr>
                    <p:cNvPr id="903" name="그룹 902">
                      <a:extLst>
                        <a:ext uri="{FF2B5EF4-FFF2-40B4-BE49-F238E27FC236}">
                          <a16:creationId xmlns:a16="http://schemas.microsoft.com/office/drawing/2014/main" id="{4FCC2B20-5827-F1F0-AECC-E9F558356A21}"/>
                        </a:ext>
                      </a:extLst>
                    </p:cNvPr>
                    <p:cNvGrpSpPr/>
                    <p:nvPr/>
                  </p:nvGrpSpPr>
                  <p:grpSpPr>
                    <a:xfrm>
                      <a:off x="3250176" y="2637183"/>
                      <a:ext cx="178824" cy="144000"/>
                      <a:chOff x="5453592" y="2641965"/>
                      <a:chExt cx="178824" cy="144000"/>
                    </a:xfrm>
                  </p:grpSpPr>
                  <p:cxnSp>
                    <p:nvCxnSpPr>
                      <p:cNvPr id="905" name="직선 연결선 904">
                        <a:extLst>
                          <a:ext uri="{FF2B5EF4-FFF2-40B4-BE49-F238E27FC236}">
                            <a16:creationId xmlns:a16="http://schemas.microsoft.com/office/drawing/2014/main" id="{9A4135CD-0113-72D3-A2AC-EF512B7DFC5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6" name="직선 연결선 905">
                        <a:extLst>
                          <a:ext uri="{FF2B5EF4-FFF2-40B4-BE49-F238E27FC236}">
                            <a16:creationId xmlns:a16="http://schemas.microsoft.com/office/drawing/2014/main" id="{77595D42-B82B-1EA3-21EB-BE258ACB64E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4" name="직선 연결선 903">
                      <a:extLst>
                        <a:ext uri="{FF2B5EF4-FFF2-40B4-BE49-F238E27FC236}">
                          <a16:creationId xmlns:a16="http://schemas.microsoft.com/office/drawing/2014/main" id="{DD12484B-AFB4-7240-9A71-ADDC1CDD3D0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2" name="직선 연결선 901">
                    <a:extLst>
                      <a:ext uri="{FF2B5EF4-FFF2-40B4-BE49-F238E27FC236}">
                        <a16:creationId xmlns:a16="http://schemas.microsoft.com/office/drawing/2014/main" id="{85EA1544-5F1D-9099-06D0-B5154ED14EB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5" name="그룹 894">
                  <a:extLst>
                    <a:ext uri="{FF2B5EF4-FFF2-40B4-BE49-F238E27FC236}">
                      <a16:creationId xmlns:a16="http://schemas.microsoft.com/office/drawing/2014/main" id="{1ABD7D47-C564-7911-5381-8C5EB1DAEC18}"/>
                    </a:ext>
                  </a:extLst>
                </p:cNvPr>
                <p:cNvGrpSpPr/>
                <p:nvPr/>
              </p:nvGrpSpPr>
              <p:grpSpPr>
                <a:xfrm>
                  <a:off x="4722981" y="4391632"/>
                  <a:ext cx="72000" cy="146277"/>
                  <a:chOff x="3250176" y="2637183"/>
                  <a:chExt cx="179694" cy="146277"/>
                </a:xfrm>
              </p:grpSpPr>
              <p:grpSp>
                <p:nvGrpSpPr>
                  <p:cNvPr id="897" name="그룹 896">
                    <a:extLst>
                      <a:ext uri="{FF2B5EF4-FFF2-40B4-BE49-F238E27FC236}">
                        <a16:creationId xmlns:a16="http://schemas.microsoft.com/office/drawing/2014/main" id="{1AB41378-CE8C-F5F9-16DD-369D837E1FC4}"/>
                      </a:ext>
                    </a:extLst>
                  </p:cNvPr>
                  <p:cNvGrpSpPr/>
                  <p:nvPr/>
                </p:nvGrpSpPr>
                <p:grpSpPr>
                  <a:xfrm>
                    <a:off x="3250176" y="2637183"/>
                    <a:ext cx="178824" cy="144000"/>
                    <a:chOff x="5453592" y="2641965"/>
                    <a:chExt cx="178824" cy="144000"/>
                  </a:xfrm>
                </p:grpSpPr>
                <p:cxnSp>
                  <p:nvCxnSpPr>
                    <p:cNvPr id="899" name="직선 연결선 898">
                      <a:extLst>
                        <a:ext uri="{FF2B5EF4-FFF2-40B4-BE49-F238E27FC236}">
                          <a16:creationId xmlns:a16="http://schemas.microsoft.com/office/drawing/2014/main" id="{AD246DE3-DF2B-EFC0-04BB-CE03ABFB5AB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0" name="직선 연결선 899">
                      <a:extLst>
                        <a:ext uri="{FF2B5EF4-FFF2-40B4-BE49-F238E27FC236}">
                          <a16:creationId xmlns:a16="http://schemas.microsoft.com/office/drawing/2014/main" id="{25280DC9-39B1-278D-97D4-3CD0AE6F464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8" name="직선 연결선 897">
                    <a:extLst>
                      <a:ext uri="{FF2B5EF4-FFF2-40B4-BE49-F238E27FC236}">
                        <a16:creationId xmlns:a16="http://schemas.microsoft.com/office/drawing/2014/main" id="{EB5432FD-B426-87ED-598E-1225E5F7BE7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6" name="직선 연결선 895">
                  <a:extLst>
                    <a:ext uri="{FF2B5EF4-FFF2-40B4-BE49-F238E27FC236}">
                      <a16:creationId xmlns:a16="http://schemas.microsoft.com/office/drawing/2014/main" id="{4567B221-A912-97BD-7CF9-8492D35D5546}"/>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4" name="그룹 863">
                <a:extLst>
                  <a:ext uri="{FF2B5EF4-FFF2-40B4-BE49-F238E27FC236}">
                    <a16:creationId xmlns:a16="http://schemas.microsoft.com/office/drawing/2014/main" id="{8C0EFFF9-E280-F1B8-69C4-F9FA5DFB4822}"/>
                  </a:ext>
                </a:extLst>
              </p:cNvPr>
              <p:cNvGrpSpPr/>
              <p:nvPr/>
            </p:nvGrpSpPr>
            <p:grpSpPr>
              <a:xfrm>
                <a:off x="3177345" y="4385438"/>
                <a:ext cx="419075" cy="149984"/>
                <a:chOff x="4408576" y="4387925"/>
                <a:chExt cx="419075" cy="149984"/>
              </a:xfrm>
            </p:grpSpPr>
            <p:grpSp>
              <p:nvGrpSpPr>
                <p:cNvPr id="865" name="그룹 864">
                  <a:extLst>
                    <a:ext uri="{FF2B5EF4-FFF2-40B4-BE49-F238E27FC236}">
                      <a16:creationId xmlns:a16="http://schemas.microsoft.com/office/drawing/2014/main" id="{10E63A2A-CBCC-998B-9FEE-0DEC935CAEA5}"/>
                    </a:ext>
                  </a:extLst>
                </p:cNvPr>
                <p:cNvGrpSpPr/>
                <p:nvPr/>
              </p:nvGrpSpPr>
              <p:grpSpPr>
                <a:xfrm>
                  <a:off x="4408576" y="4388533"/>
                  <a:ext cx="72000" cy="146277"/>
                  <a:chOff x="3250176" y="2637183"/>
                  <a:chExt cx="179694" cy="146277"/>
                </a:xfrm>
              </p:grpSpPr>
              <p:grpSp>
                <p:nvGrpSpPr>
                  <p:cNvPr id="887" name="그룹 886">
                    <a:extLst>
                      <a:ext uri="{FF2B5EF4-FFF2-40B4-BE49-F238E27FC236}">
                        <a16:creationId xmlns:a16="http://schemas.microsoft.com/office/drawing/2014/main" id="{5541F7D1-C0AD-AFC5-50A0-01457E181453}"/>
                      </a:ext>
                    </a:extLst>
                  </p:cNvPr>
                  <p:cNvGrpSpPr/>
                  <p:nvPr/>
                </p:nvGrpSpPr>
                <p:grpSpPr>
                  <a:xfrm>
                    <a:off x="3250176" y="2637183"/>
                    <a:ext cx="178824" cy="144000"/>
                    <a:chOff x="5453592" y="2641965"/>
                    <a:chExt cx="178824" cy="144000"/>
                  </a:xfrm>
                </p:grpSpPr>
                <p:cxnSp>
                  <p:nvCxnSpPr>
                    <p:cNvPr id="889" name="직선 연결선 888">
                      <a:extLst>
                        <a:ext uri="{FF2B5EF4-FFF2-40B4-BE49-F238E27FC236}">
                          <a16:creationId xmlns:a16="http://schemas.microsoft.com/office/drawing/2014/main" id="{C238A2B0-EB19-19DA-C298-CAAF2E1D07B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0" name="직선 연결선 889">
                      <a:extLst>
                        <a:ext uri="{FF2B5EF4-FFF2-40B4-BE49-F238E27FC236}">
                          <a16:creationId xmlns:a16="http://schemas.microsoft.com/office/drawing/2014/main" id="{2B110897-ECB5-C0B4-F512-623F0BAC13B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8" name="직선 연결선 887">
                    <a:extLst>
                      <a:ext uri="{FF2B5EF4-FFF2-40B4-BE49-F238E27FC236}">
                        <a16:creationId xmlns:a16="http://schemas.microsoft.com/office/drawing/2014/main" id="{E98AF2A9-9CAF-22BF-FAB5-FF0E836DA34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66" name="직선 연결선 865">
                  <a:extLst>
                    <a:ext uri="{FF2B5EF4-FFF2-40B4-BE49-F238E27FC236}">
                      <a16:creationId xmlns:a16="http://schemas.microsoft.com/office/drawing/2014/main" id="{27D32F6E-9041-7C3F-BD57-E0DE6C25DCE7}"/>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7" name="그룹 866">
                  <a:extLst>
                    <a:ext uri="{FF2B5EF4-FFF2-40B4-BE49-F238E27FC236}">
                      <a16:creationId xmlns:a16="http://schemas.microsoft.com/office/drawing/2014/main" id="{DC781214-0012-6E88-F736-760F026AE36B}"/>
                    </a:ext>
                  </a:extLst>
                </p:cNvPr>
                <p:cNvGrpSpPr/>
                <p:nvPr/>
              </p:nvGrpSpPr>
              <p:grpSpPr>
                <a:xfrm>
                  <a:off x="4515485" y="4387925"/>
                  <a:ext cx="101416" cy="146277"/>
                  <a:chOff x="4545844" y="3971199"/>
                  <a:chExt cx="101416" cy="146277"/>
                </a:xfrm>
              </p:grpSpPr>
              <p:grpSp>
                <p:nvGrpSpPr>
                  <p:cNvPr id="881" name="그룹 880">
                    <a:extLst>
                      <a:ext uri="{FF2B5EF4-FFF2-40B4-BE49-F238E27FC236}">
                        <a16:creationId xmlns:a16="http://schemas.microsoft.com/office/drawing/2014/main" id="{BCF8C4C0-6FA7-983D-9E72-BDC191119A6E}"/>
                      </a:ext>
                    </a:extLst>
                  </p:cNvPr>
                  <p:cNvGrpSpPr/>
                  <p:nvPr/>
                </p:nvGrpSpPr>
                <p:grpSpPr>
                  <a:xfrm>
                    <a:off x="4545844" y="3971199"/>
                    <a:ext cx="35826" cy="146277"/>
                    <a:chOff x="3250176" y="2637183"/>
                    <a:chExt cx="178824" cy="146277"/>
                  </a:xfrm>
                </p:grpSpPr>
                <p:grpSp>
                  <p:nvGrpSpPr>
                    <p:cNvPr id="883" name="그룹 882">
                      <a:extLst>
                        <a:ext uri="{FF2B5EF4-FFF2-40B4-BE49-F238E27FC236}">
                          <a16:creationId xmlns:a16="http://schemas.microsoft.com/office/drawing/2014/main" id="{300BE992-FC84-ED08-F705-942A3FFA298C}"/>
                        </a:ext>
                      </a:extLst>
                    </p:cNvPr>
                    <p:cNvGrpSpPr/>
                    <p:nvPr/>
                  </p:nvGrpSpPr>
                  <p:grpSpPr>
                    <a:xfrm>
                      <a:off x="3250176" y="2637183"/>
                      <a:ext cx="178824" cy="144000"/>
                      <a:chOff x="5453592" y="2641965"/>
                      <a:chExt cx="178824" cy="144000"/>
                    </a:xfrm>
                  </p:grpSpPr>
                  <p:cxnSp>
                    <p:nvCxnSpPr>
                      <p:cNvPr id="885" name="직선 연결선 884">
                        <a:extLst>
                          <a:ext uri="{FF2B5EF4-FFF2-40B4-BE49-F238E27FC236}">
                            <a16:creationId xmlns:a16="http://schemas.microsoft.com/office/drawing/2014/main" id="{0AE49DA7-ED73-BD27-82B2-C54044E2B27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6" name="직선 연결선 885">
                        <a:extLst>
                          <a:ext uri="{FF2B5EF4-FFF2-40B4-BE49-F238E27FC236}">
                            <a16:creationId xmlns:a16="http://schemas.microsoft.com/office/drawing/2014/main" id="{55F19611-16BA-0E65-2777-1A73FC3A0D7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4" name="직선 연결선 883">
                      <a:extLst>
                        <a:ext uri="{FF2B5EF4-FFF2-40B4-BE49-F238E27FC236}">
                          <a16:creationId xmlns:a16="http://schemas.microsoft.com/office/drawing/2014/main" id="{E63E1F13-A21E-3E3D-EC6B-B79A34D01FF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2" name="직선 연결선 881">
                    <a:extLst>
                      <a:ext uri="{FF2B5EF4-FFF2-40B4-BE49-F238E27FC236}">
                        <a16:creationId xmlns:a16="http://schemas.microsoft.com/office/drawing/2014/main" id="{CF382B8A-4CDA-9130-428D-5270BF3DF19A}"/>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8" name="그룹 867">
                  <a:extLst>
                    <a:ext uri="{FF2B5EF4-FFF2-40B4-BE49-F238E27FC236}">
                      <a16:creationId xmlns:a16="http://schemas.microsoft.com/office/drawing/2014/main" id="{CCF30DDE-3789-0746-0CC2-D24BB38C2D10}"/>
                    </a:ext>
                  </a:extLst>
                </p:cNvPr>
                <p:cNvGrpSpPr/>
                <p:nvPr/>
              </p:nvGrpSpPr>
              <p:grpSpPr>
                <a:xfrm>
                  <a:off x="4616003" y="4389306"/>
                  <a:ext cx="101416" cy="146277"/>
                  <a:chOff x="4545844" y="3971199"/>
                  <a:chExt cx="101416" cy="146277"/>
                </a:xfrm>
              </p:grpSpPr>
              <p:grpSp>
                <p:nvGrpSpPr>
                  <p:cNvPr id="875" name="그룹 874">
                    <a:extLst>
                      <a:ext uri="{FF2B5EF4-FFF2-40B4-BE49-F238E27FC236}">
                        <a16:creationId xmlns:a16="http://schemas.microsoft.com/office/drawing/2014/main" id="{5379CB57-AC59-EE10-577E-89CA494DE9F9}"/>
                      </a:ext>
                    </a:extLst>
                  </p:cNvPr>
                  <p:cNvGrpSpPr/>
                  <p:nvPr/>
                </p:nvGrpSpPr>
                <p:grpSpPr>
                  <a:xfrm>
                    <a:off x="4545844" y="3971199"/>
                    <a:ext cx="35826" cy="146277"/>
                    <a:chOff x="3250176" y="2637183"/>
                    <a:chExt cx="178824" cy="146277"/>
                  </a:xfrm>
                </p:grpSpPr>
                <p:grpSp>
                  <p:nvGrpSpPr>
                    <p:cNvPr id="877" name="그룹 876">
                      <a:extLst>
                        <a:ext uri="{FF2B5EF4-FFF2-40B4-BE49-F238E27FC236}">
                          <a16:creationId xmlns:a16="http://schemas.microsoft.com/office/drawing/2014/main" id="{A3D3C363-597B-3B29-1DD9-B64A42068604}"/>
                        </a:ext>
                      </a:extLst>
                    </p:cNvPr>
                    <p:cNvGrpSpPr/>
                    <p:nvPr/>
                  </p:nvGrpSpPr>
                  <p:grpSpPr>
                    <a:xfrm>
                      <a:off x="3250176" y="2637183"/>
                      <a:ext cx="178824" cy="144000"/>
                      <a:chOff x="5453592" y="2641965"/>
                      <a:chExt cx="178824" cy="144000"/>
                    </a:xfrm>
                  </p:grpSpPr>
                  <p:cxnSp>
                    <p:nvCxnSpPr>
                      <p:cNvPr id="879" name="직선 연결선 878">
                        <a:extLst>
                          <a:ext uri="{FF2B5EF4-FFF2-40B4-BE49-F238E27FC236}">
                            <a16:creationId xmlns:a16="http://schemas.microsoft.com/office/drawing/2014/main" id="{3D3BED62-E2E3-E547-D2D3-C43797FFC6E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0" name="직선 연결선 879">
                        <a:extLst>
                          <a:ext uri="{FF2B5EF4-FFF2-40B4-BE49-F238E27FC236}">
                            <a16:creationId xmlns:a16="http://schemas.microsoft.com/office/drawing/2014/main" id="{63752E59-8C41-0BE7-2BB9-283D2431AEF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8" name="직선 연결선 877">
                      <a:extLst>
                        <a:ext uri="{FF2B5EF4-FFF2-40B4-BE49-F238E27FC236}">
                          <a16:creationId xmlns:a16="http://schemas.microsoft.com/office/drawing/2014/main" id="{E60EFB72-59B1-617A-DDCE-2A732F36DED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6" name="직선 연결선 875">
                    <a:extLst>
                      <a:ext uri="{FF2B5EF4-FFF2-40B4-BE49-F238E27FC236}">
                        <a16:creationId xmlns:a16="http://schemas.microsoft.com/office/drawing/2014/main" id="{B05004A0-99CA-9D7F-3085-0AF7BD1BE40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9" name="그룹 868">
                  <a:extLst>
                    <a:ext uri="{FF2B5EF4-FFF2-40B4-BE49-F238E27FC236}">
                      <a16:creationId xmlns:a16="http://schemas.microsoft.com/office/drawing/2014/main" id="{DB780B9F-2A6F-87C7-C763-9C5707A437A7}"/>
                    </a:ext>
                  </a:extLst>
                </p:cNvPr>
                <p:cNvGrpSpPr/>
                <p:nvPr/>
              </p:nvGrpSpPr>
              <p:grpSpPr>
                <a:xfrm>
                  <a:off x="4722981" y="4391632"/>
                  <a:ext cx="72000" cy="146277"/>
                  <a:chOff x="3250176" y="2637183"/>
                  <a:chExt cx="179694" cy="146277"/>
                </a:xfrm>
              </p:grpSpPr>
              <p:grpSp>
                <p:nvGrpSpPr>
                  <p:cNvPr id="871" name="그룹 870">
                    <a:extLst>
                      <a:ext uri="{FF2B5EF4-FFF2-40B4-BE49-F238E27FC236}">
                        <a16:creationId xmlns:a16="http://schemas.microsoft.com/office/drawing/2014/main" id="{D3CE74A4-051A-594B-FD3E-0A590DB40D92}"/>
                      </a:ext>
                    </a:extLst>
                  </p:cNvPr>
                  <p:cNvGrpSpPr/>
                  <p:nvPr/>
                </p:nvGrpSpPr>
                <p:grpSpPr>
                  <a:xfrm>
                    <a:off x="3250176" y="2637183"/>
                    <a:ext cx="178824" cy="144000"/>
                    <a:chOff x="5453592" y="2641965"/>
                    <a:chExt cx="178824" cy="144000"/>
                  </a:xfrm>
                </p:grpSpPr>
                <p:cxnSp>
                  <p:nvCxnSpPr>
                    <p:cNvPr id="873" name="직선 연결선 872">
                      <a:extLst>
                        <a:ext uri="{FF2B5EF4-FFF2-40B4-BE49-F238E27FC236}">
                          <a16:creationId xmlns:a16="http://schemas.microsoft.com/office/drawing/2014/main" id="{5A1760DF-0804-AC90-C9A9-598F0C61933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4" name="직선 연결선 873">
                      <a:extLst>
                        <a:ext uri="{FF2B5EF4-FFF2-40B4-BE49-F238E27FC236}">
                          <a16:creationId xmlns:a16="http://schemas.microsoft.com/office/drawing/2014/main" id="{291A170F-9707-27F0-1FC7-15CEEE59676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2" name="직선 연결선 871">
                    <a:extLst>
                      <a:ext uri="{FF2B5EF4-FFF2-40B4-BE49-F238E27FC236}">
                        <a16:creationId xmlns:a16="http://schemas.microsoft.com/office/drawing/2014/main" id="{93676EDF-5502-1C44-DCE9-E3266B13F0E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0" name="직선 연결선 869">
                  <a:extLst>
                    <a:ext uri="{FF2B5EF4-FFF2-40B4-BE49-F238E27FC236}">
                      <a16:creationId xmlns:a16="http://schemas.microsoft.com/office/drawing/2014/main" id="{C61E35AD-B7F8-E003-7777-C858E049D1C4}"/>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43" name="그룹 942">
              <a:extLst>
                <a:ext uri="{FF2B5EF4-FFF2-40B4-BE49-F238E27FC236}">
                  <a16:creationId xmlns:a16="http://schemas.microsoft.com/office/drawing/2014/main" id="{9EDE60EF-E61A-C3EF-1B7C-6802A9A6E9AB}"/>
                </a:ext>
              </a:extLst>
            </p:cNvPr>
            <p:cNvGrpSpPr/>
            <p:nvPr/>
          </p:nvGrpSpPr>
          <p:grpSpPr>
            <a:xfrm>
              <a:off x="4545744" y="4174053"/>
              <a:ext cx="1262428" cy="150988"/>
              <a:chOff x="2752717" y="4385438"/>
              <a:chExt cx="1262428" cy="150988"/>
            </a:xfrm>
          </p:grpSpPr>
          <p:grpSp>
            <p:nvGrpSpPr>
              <p:cNvPr id="944" name="그룹 943">
                <a:extLst>
                  <a:ext uri="{FF2B5EF4-FFF2-40B4-BE49-F238E27FC236}">
                    <a16:creationId xmlns:a16="http://schemas.microsoft.com/office/drawing/2014/main" id="{C9E343D1-7B94-6587-776F-82EDBEECF5AB}"/>
                  </a:ext>
                </a:extLst>
              </p:cNvPr>
              <p:cNvGrpSpPr/>
              <p:nvPr/>
            </p:nvGrpSpPr>
            <p:grpSpPr>
              <a:xfrm>
                <a:off x="2752717" y="4386023"/>
                <a:ext cx="419075" cy="149984"/>
                <a:chOff x="4408576" y="4387925"/>
                <a:chExt cx="419075" cy="149984"/>
              </a:xfrm>
            </p:grpSpPr>
            <p:grpSp>
              <p:nvGrpSpPr>
                <p:cNvPr id="999" name="그룹 998">
                  <a:extLst>
                    <a:ext uri="{FF2B5EF4-FFF2-40B4-BE49-F238E27FC236}">
                      <a16:creationId xmlns:a16="http://schemas.microsoft.com/office/drawing/2014/main" id="{C1CD8EC1-23EE-1822-CAF6-BECDF6752EFA}"/>
                    </a:ext>
                  </a:extLst>
                </p:cNvPr>
                <p:cNvGrpSpPr/>
                <p:nvPr/>
              </p:nvGrpSpPr>
              <p:grpSpPr>
                <a:xfrm>
                  <a:off x="4408576" y="4388533"/>
                  <a:ext cx="72000" cy="146277"/>
                  <a:chOff x="3250176" y="2637183"/>
                  <a:chExt cx="179694" cy="146277"/>
                </a:xfrm>
              </p:grpSpPr>
              <p:grpSp>
                <p:nvGrpSpPr>
                  <p:cNvPr id="1021" name="그룹 1020">
                    <a:extLst>
                      <a:ext uri="{FF2B5EF4-FFF2-40B4-BE49-F238E27FC236}">
                        <a16:creationId xmlns:a16="http://schemas.microsoft.com/office/drawing/2014/main" id="{FD17D6D4-3581-DBC5-8A55-1FDDC4765C9F}"/>
                      </a:ext>
                    </a:extLst>
                  </p:cNvPr>
                  <p:cNvGrpSpPr/>
                  <p:nvPr/>
                </p:nvGrpSpPr>
                <p:grpSpPr>
                  <a:xfrm>
                    <a:off x="3250176" y="2637183"/>
                    <a:ext cx="178824" cy="144000"/>
                    <a:chOff x="5453592" y="2641965"/>
                    <a:chExt cx="178824" cy="144000"/>
                  </a:xfrm>
                </p:grpSpPr>
                <p:cxnSp>
                  <p:nvCxnSpPr>
                    <p:cNvPr id="1023" name="직선 연결선 1022">
                      <a:extLst>
                        <a:ext uri="{FF2B5EF4-FFF2-40B4-BE49-F238E27FC236}">
                          <a16:creationId xmlns:a16="http://schemas.microsoft.com/office/drawing/2014/main" id="{8A45EE21-72AB-4EB7-E927-3A7F4D73106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직선 연결선 1023">
                      <a:extLst>
                        <a:ext uri="{FF2B5EF4-FFF2-40B4-BE49-F238E27FC236}">
                          <a16:creationId xmlns:a16="http://schemas.microsoft.com/office/drawing/2014/main" id="{3C86A4EF-2359-F3AB-E647-2688C485465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22" name="직선 연결선 1021">
                    <a:extLst>
                      <a:ext uri="{FF2B5EF4-FFF2-40B4-BE49-F238E27FC236}">
                        <a16:creationId xmlns:a16="http://schemas.microsoft.com/office/drawing/2014/main" id="{0470A014-F2C3-14F9-FA20-784A0998E3A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0" name="직선 연결선 999">
                  <a:extLst>
                    <a:ext uri="{FF2B5EF4-FFF2-40B4-BE49-F238E27FC236}">
                      <a16:creationId xmlns:a16="http://schemas.microsoft.com/office/drawing/2014/main" id="{64A3448E-97F8-3ED2-EE55-2285B942F288}"/>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01" name="그룹 1000">
                  <a:extLst>
                    <a:ext uri="{FF2B5EF4-FFF2-40B4-BE49-F238E27FC236}">
                      <a16:creationId xmlns:a16="http://schemas.microsoft.com/office/drawing/2014/main" id="{5F00640F-5E9E-EEBF-BF82-3F6CF13F9762}"/>
                    </a:ext>
                  </a:extLst>
                </p:cNvPr>
                <p:cNvGrpSpPr/>
                <p:nvPr/>
              </p:nvGrpSpPr>
              <p:grpSpPr>
                <a:xfrm>
                  <a:off x="4515485" y="4387925"/>
                  <a:ext cx="101416" cy="146277"/>
                  <a:chOff x="4545844" y="3971199"/>
                  <a:chExt cx="101416" cy="146277"/>
                </a:xfrm>
              </p:grpSpPr>
              <p:grpSp>
                <p:nvGrpSpPr>
                  <p:cNvPr id="1015" name="그룹 1014">
                    <a:extLst>
                      <a:ext uri="{FF2B5EF4-FFF2-40B4-BE49-F238E27FC236}">
                        <a16:creationId xmlns:a16="http://schemas.microsoft.com/office/drawing/2014/main" id="{3EF2B3F9-20AB-5082-8212-F012E7A49D5F}"/>
                      </a:ext>
                    </a:extLst>
                  </p:cNvPr>
                  <p:cNvGrpSpPr/>
                  <p:nvPr/>
                </p:nvGrpSpPr>
                <p:grpSpPr>
                  <a:xfrm>
                    <a:off x="4545844" y="3971199"/>
                    <a:ext cx="35826" cy="146277"/>
                    <a:chOff x="3250176" y="2637183"/>
                    <a:chExt cx="178824" cy="146277"/>
                  </a:xfrm>
                </p:grpSpPr>
                <p:grpSp>
                  <p:nvGrpSpPr>
                    <p:cNvPr id="1017" name="그룹 1016">
                      <a:extLst>
                        <a:ext uri="{FF2B5EF4-FFF2-40B4-BE49-F238E27FC236}">
                          <a16:creationId xmlns:a16="http://schemas.microsoft.com/office/drawing/2014/main" id="{2C0B4422-2EC0-4CE7-001A-957E111ADA9A}"/>
                        </a:ext>
                      </a:extLst>
                    </p:cNvPr>
                    <p:cNvGrpSpPr/>
                    <p:nvPr/>
                  </p:nvGrpSpPr>
                  <p:grpSpPr>
                    <a:xfrm>
                      <a:off x="3250176" y="2637183"/>
                      <a:ext cx="178824" cy="144000"/>
                      <a:chOff x="5453592" y="2641965"/>
                      <a:chExt cx="178824" cy="144000"/>
                    </a:xfrm>
                  </p:grpSpPr>
                  <p:cxnSp>
                    <p:nvCxnSpPr>
                      <p:cNvPr id="1019" name="직선 연결선 1018">
                        <a:extLst>
                          <a:ext uri="{FF2B5EF4-FFF2-40B4-BE49-F238E27FC236}">
                            <a16:creationId xmlns:a16="http://schemas.microsoft.com/office/drawing/2014/main" id="{BC849AEF-B655-5D85-7235-D96D7376EBF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0" name="직선 연결선 1019">
                        <a:extLst>
                          <a:ext uri="{FF2B5EF4-FFF2-40B4-BE49-F238E27FC236}">
                            <a16:creationId xmlns:a16="http://schemas.microsoft.com/office/drawing/2014/main" id="{D27BB5F2-717A-05D6-D39A-842491A6F44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8" name="직선 연결선 1017">
                      <a:extLst>
                        <a:ext uri="{FF2B5EF4-FFF2-40B4-BE49-F238E27FC236}">
                          <a16:creationId xmlns:a16="http://schemas.microsoft.com/office/drawing/2014/main" id="{3C79CB1B-44C7-222B-E8A1-8EB258D42D2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6" name="직선 연결선 1015">
                    <a:extLst>
                      <a:ext uri="{FF2B5EF4-FFF2-40B4-BE49-F238E27FC236}">
                        <a16:creationId xmlns:a16="http://schemas.microsoft.com/office/drawing/2014/main" id="{318100AE-EA35-F31D-A01D-22E344D7074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2" name="그룹 1001">
                  <a:extLst>
                    <a:ext uri="{FF2B5EF4-FFF2-40B4-BE49-F238E27FC236}">
                      <a16:creationId xmlns:a16="http://schemas.microsoft.com/office/drawing/2014/main" id="{3AFBEA0A-C7F2-1510-33CF-5044393E7CDD}"/>
                    </a:ext>
                  </a:extLst>
                </p:cNvPr>
                <p:cNvGrpSpPr/>
                <p:nvPr/>
              </p:nvGrpSpPr>
              <p:grpSpPr>
                <a:xfrm>
                  <a:off x="4616003" y="4389306"/>
                  <a:ext cx="101416" cy="146277"/>
                  <a:chOff x="4545844" y="3971199"/>
                  <a:chExt cx="101416" cy="146277"/>
                </a:xfrm>
              </p:grpSpPr>
              <p:grpSp>
                <p:nvGrpSpPr>
                  <p:cNvPr id="1009" name="그룹 1008">
                    <a:extLst>
                      <a:ext uri="{FF2B5EF4-FFF2-40B4-BE49-F238E27FC236}">
                        <a16:creationId xmlns:a16="http://schemas.microsoft.com/office/drawing/2014/main" id="{001F29D6-F4BB-1A54-3A95-E02D93B316BA}"/>
                      </a:ext>
                    </a:extLst>
                  </p:cNvPr>
                  <p:cNvGrpSpPr/>
                  <p:nvPr/>
                </p:nvGrpSpPr>
                <p:grpSpPr>
                  <a:xfrm>
                    <a:off x="4545844" y="3971199"/>
                    <a:ext cx="35826" cy="146277"/>
                    <a:chOff x="3250176" y="2637183"/>
                    <a:chExt cx="178824" cy="146277"/>
                  </a:xfrm>
                </p:grpSpPr>
                <p:grpSp>
                  <p:nvGrpSpPr>
                    <p:cNvPr id="1011" name="그룹 1010">
                      <a:extLst>
                        <a:ext uri="{FF2B5EF4-FFF2-40B4-BE49-F238E27FC236}">
                          <a16:creationId xmlns:a16="http://schemas.microsoft.com/office/drawing/2014/main" id="{F427FAF9-D4BD-DAB5-5CC5-0CA676BB4F47}"/>
                        </a:ext>
                      </a:extLst>
                    </p:cNvPr>
                    <p:cNvGrpSpPr/>
                    <p:nvPr/>
                  </p:nvGrpSpPr>
                  <p:grpSpPr>
                    <a:xfrm>
                      <a:off x="3250176" y="2637183"/>
                      <a:ext cx="178824" cy="144000"/>
                      <a:chOff x="5453592" y="2641965"/>
                      <a:chExt cx="178824" cy="144000"/>
                    </a:xfrm>
                  </p:grpSpPr>
                  <p:cxnSp>
                    <p:nvCxnSpPr>
                      <p:cNvPr id="1013" name="직선 연결선 1012">
                        <a:extLst>
                          <a:ext uri="{FF2B5EF4-FFF2-40B4-BE49-F238E27FC236}">
                            <a16:creationId xmlns:a16="http://schemas.microsoft.com/office/drawing/2014/main" id="{5B7BCA20-C843-7173-0C76-95CDB020003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4" name="직선 연결선 1013">
                        <a:extLst>
                          <a:ext uri="{FF2B5EF4-FFF2-40B4-BE49-F238E27FC236}">
                            <a16:creationId xmlns:a16="http://schemas.microsoft.com/office/drawing/2014/main" id="{CF447770-B0C8-AC23-710B-16FC68B7677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2" name="직선 연결선 1011">
                      <a:extLst>
                        <a:ext uri="{FF2B5EF4-FFF2-40B4-BE49-F238E27FC236}">
                          <a16:creationId xmlns:a16="http://schemas.microsoft.com/office/drawing/2014/main" id="{D78718CF-E7DE-5DE4-FC34-304DFC20AF6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0" name="직선 연결선 1009">
                    <a:extLst>
                      <a:ext uri="{FF2B5EF4-FFF2-40B4-BE49-F238E27FC236}">
                        <a16:creationId xmlns:a16="http://schemas.microsoft.com/office/drawing/2014/main" id="{D86BDD55-36BA-D80E-4081-60F0E120827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3" name="그룹 1002">
                  <a:extLst>
                    <a:ext uri="{FF2B5EF4-FFF2-40B4-BE49-F238E27FC236}">
                      <a16:creationId xmlns:a16="http://schemas.microsoft.com/office/drawing/2014/main" id="{EE67E218-DEC4-F45A-F7EC-71F53C4BD323}"/>
                    </a:ext>
                  </a:extLst>
                </p:cNvPr>
                <p:cNvGrpSpPr/>
                <p:nvPr/>
              </p:nvGrpSpPr>
              <p:grpSpPr>
                <a:xfrm>
                  <a:off x="4722981" y="4391632"/>
                  <a:ext cx="72000" cy="146277"/>
                  <a:chOff x="3250176" y="2637183"/>
                  <a:chExt cx="179694" cy="146277"/>
                </a:xfrm>
              </p:grpSpPr>
              <p:grpSp>
                <p:nvGrpSpPr>
                  <p:cNvPr id="1005" name="그룹 1004">
                    <a:extLst>
                      <a:ext uri="{FF2B5EF4-FFF2-40B4-BE49-F238E27FC236}">
                        <a16:creationId xmlns:a16="http://schemas.microsoft.com/office/drawing/2014/main" id="{04E3BD76-F798-AA74-1B53-48BD5A019107}"/>
                      </a:ext>
                    </a:extLst>
                  </p:cNvPr>
                  <p:cNvGrpSpPr/>
                  <p:nvPr/>
                </p:nvGrpSpPr>
                <p:grpSpPr>
                  <a:xfrm>
                    <a:off x="3250176" y="2637183"/>
                    <a:ext cx="178824" cy="144000"/>
                    <a:chOff x="5453592" y="2641965"/>
                    <a:chExt cx="178824" cy="144000"/>
                  </a:xfrm>
                </p:grpSpPr>
                <p:cxnSp>
                  <p:nvCxnSpPr>
                    <p:cNvPr id="1007" name="직선 연결선 1006">
                      <a:extLst>
                        <a:ext uri="{FF2B5EF4-FFF2-40B4-BE49-F238E27FC236}">
                          <a16:creationId xmlns:a16="http://schemas.microsoft.com/office/drawing/2014/main" id="{F12D86A2-2AD4-EE63-285D-D58A62EE152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8" name="직선 연결선 1007">
                      <a:extLst>
                        <a:ext uri="{FF2B5EF4-FFF2-40B4-BE49-F238E27FC236}">
                          <a16:creationId xmlns:a16="http://schemas.microsoft.com/office/drawing/2014/main" id="{505E3A4C-91C7-DB3D-45CA-9AA008CE54D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6" name="직선 연결선 1005">
                    <a:extLst>
                      <a:ext uri="{FF2B5EF4-FFF2-40B4-BE49-F238E27FC236}">
                        <a16:creationId xmlns:a16="http://schemas.microsoft.com/office/drawing/2014/main" id="{9CA29C38-1BA4-70B5-42EF-1ADC4BCEB4B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4" name="직선 연결선 1003">
                  <a:extLst>
                    <a:ext uri="{FF2B5EF4-FFF2-40B4-BE49-F238E27FC236}">
                      <a16:creationId xmlns:a16="http://schemas.microsoft.com/office/drawing/2014/main" id="{A9FFCD35-1A7A-D015-D8BE-7548BB150131}"/>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5" name="그룹 944">
                <a:extLst>
                  <a:ext uri="{FF2B5EF4-FFF2-40B4-BE49-F238E27FC236}">
                    <a16:creationId xmlns:a16="http://schemas.microsoft.com/office/drawing/2014/main" id="{ABEB5187-95C9-CF76-7B6A-E2F50293C89F}"/>
                  </a:ext>
                </a:extLst>
              </p:cNvPr>
              <p:cNvGrpSpPr/>
              <p:nvPr/>
            </p:nvGrpSpPr>
            <p:grpSpPr>
              <a:xfrm>
                <a:off x="3596070" y="4386442"/>
                <a:ext cx="419075" cy="149984"/>
                <a:chOff x="4408576" y="4387925"/>
                <a:chExt cx="419075" cy="149984"/>
              </a:xfrm>
            </p:grpSpPr>
            <p:grpSp>
              <p:nvGrpSpPr>
                <p:cNvPr id="973" name="그룹 972">
                  <a:extLst>
                    <a:ext uri="{FF2B5EF4-FFF2-40B4-BE49-F238E27FC236}">
                      <a16:creationId xmlns:a16="http://schemas.microsoft.com/office/drawing/2014/main" id="{B511D49A-7750-9E0C-A22C-3FC7025E77A6}"/>
                    </a:ext>
                  </a:extLst>
                </p:cNvPr>
                <p:cNvGrpSpPr/>
                <p:nvPr/>
              </p:nvGrpSpPr>
              <p:grpSpPr>
                <a:xfrm>
                  <a:off x="4408576" y="4388533"/>
                  <a:ext cx="72000" cy="146277"/>
                  <a:chOff x="3250176" y="2637183"/>
                  <a:chExt cx="179694" cy="146277"/>
                </a:xfrm>
              </p:grpSpPr>
              <p:grpSp>
                <p:nvGrpSpPr>
                  <p:cNvPr id="995" name="그룹 994">
                    <a:extLst>
                      <a:ext uri="{FF2B5EF4-FFF2-40B4-BE49-F238E27FC236}">
                        <a16:creationId xmlns:a16="http://schemas.microsoft.com/office/drawing/2014/main" id="{695F5694-6A4F-A626-EF7E-61F9BD94C921}"/>
                      </a:ext>
                    </a:extLst>
                  </p:cNvPr>
                  <p:cNvGrpSpPr/>
                  <p:nvPr/>
                </p:nvGrpSpPr>
                <p:grpSpPr>
                  <a:xfrm>
                    <a:off x="3250176" y="2637183"/>
                    <a:ext cx="178824" cy="144000"/>
                    <a:chOff x="5453592" y="2641965"/>
                    <a:chExt cx="178824" cy="144000"/>
                  </a:xfrm>
                </p:grpSpPr>
                <p:cxnSp>
                  <p:nvCxnSpPr>
                    <p:cNvPr id="997" name="직선 연결선 996">
                      <a:extLst>
                        <a:ext uri="{FF2B5EF4-FFF2-40B4-BE49-F238E27FC236}">
                          <a16:creationId xmlns:a16="http://schemas.microsoft.com/office/drawing/2014/main" id="{AD457AE9-D895-39E5-E5C7-6F8801EF940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8" name="직선 연결선 997">
                      <a:extLst>
                        <a:ext uri="{FF2B5EF4-FFF2-40B4-BE49-F238E27FC236}">
                          <a16:creationId xmlns:a16="http://schemas.microsoft.com/office/drawing/2014/main" id="{12D5D5D0-5BCD-53B1-1CDC-EA0AFB8440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96" name="직선 연결선 995">
                    <a:extLst>
                      <a:ext uri="{FF2B5EF4-FFF2-40B4-BE49-F238E27FC236}">
                        <a16:creationId xmlns:a16="http://schemas.microsoft.com/office/drawing/2014/main" id="{9C502E29-33AC-1267-D548-F0F55E13D11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74" name="직선 연결선 973">
                  <a:extLst>
                    <a:ext uri="{FF2B5EF4-FFF2-40B4-BE49-F238E27FC236}">
                      <a16:creationId xmlns:a16="http://schemas.microsoft.com/office/drawing/2014/main" id="{45BEAF46-36BE-5032-ADC9-B856312E197D}"/>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75" name="그룹 974">
                  <a:extLst>
                    <a:ext uri="{FF2B5EF4-FFF2-40B4-BE49-F238E27FC236}">
                      <a16:creationId xmlns:a16="http://schemas.microsoft.com/office/drawing/2014/main" id="{2A2063A2-6B0F-1537-173C-86CA8CED7E53}"/>
                    </a:ext>
                  </a:extLst>
                </p:cNvPr>
                <p:cNvGrpSpPr/>
                <p:nvPr/>
              </p:nvGrpSpPr>
              <p:grpSpPr>
                <a:xfrm>
                  <a:off x="4515485" y="4387925"/>
                  <a:ext cx="101416" cy="146277"/>
                  <a:chOff x="4545844" y="3971199"/>
                  <a:chExt cx="101416" cy="146277"/>
                </a:xfrm>
              </p:grpSpPr>
              <p:grpSp>
                <p:nvGrpSpPr>
                  <p:cNvPr id="989" name="그룹 988">
                    <a:extLst>
                      <a:ext uri="{FF2B5EF4-FFF2-40B4-BE49-F238E27FC236}">
                        <a16:creationId xmlns:a16="http://schemas.microsoft.com/office/drawing/2014/main" id="{FB4625B5-B71B-FECB-7FDB-E93C8B4CF321}"/>
                      </a:ext>
                    </a:extLst>
                  </p:cNvPr>
                  <p:cNvGrpSpPr/>
                  <p:nvPr/>
                </p:nvGrpSpPr>
                <p:grpSpPr>
                  <a:xfrm>
                    <a:off x="4545844" y="3971199"/>
                    <a:ext cx="35826" cy="146277"/>
                    <a:chOff x="3250176" y="2637183"/>
                    <a:chExt cx="178824" cy="146277"/>
                  </a:xfrm>
                </p:grpSpPr>
                <p:grpSp>
                  <p:nvGrpSpPr>
                    <p:cNvPr id="991" name="그룹 990">
                      <a:extLst>
                        <a:ext uri="{FF2B5EF4-FFF2-40B4-BE49-F238E27FC236}">
                          <a16:creationId xmlns:a16="http://schemas.microsoft.com/office/drawing/2014/main" id="{1E3D9278-692E-137C-B2F8-576C98762822}"/>
                        </a:ext>
                      </a:extLst>
                    </p:cNvPr>
                    <p:cNvGrpSpPr/>
                    <p:nvPr/>
                  </p:nvGrpSpPr>
                  <p:grpSpPr>
                    <a:xfrm>
                      <a:off x="3250176" y="2637183"/>
                      <a:ext cx="178824" cy="144000"/>
                      <a:chOff x="5453592" y="2641965"/>
                      <a:chExt cx="178824" cy="144000"/>
                    </a:xfrm>
                  </p:grpSpPr>
                  <p:cxnSp>
                    <p:nvCxnSpPr>
                      <p:cNvPr id="993" name="직선 연결선 992">
                        <a:extLst>
                          <a:ext uri="{FF2B5EF4-FFF2-40B4-BE49-F238E27FC236}">
                            <a16:creationId xmlns:a16="http://schemas.microsoft.com/office/drawing/2014/main" id="{CF5E4ABD-D9E7-974C-7EEC-B44DC6DAF0D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4" name="직선 연결선 993">
                        <a:extLst>
                          <a:ext uri="{FF2B5EF4-FFF2-40B4-BE49-F238E27FC236}">
                            <a16:creationId xmlns:a16="http://schemas.microsoft.com/office/drawing/2014/main" id="{39A14A8C-10E6-0F3E-5A4E-B77C7351E5D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92" name="직선 연결선 991">
                      <a:extLst>
                        <a:ext uri="{FF2B5EF4-FFF2-40B4-BE49-F238E27FC236}">
                          <a16:creationId xmlns:a16="http://schemas.microsoft.com/office/drawing/2014/main" id="{279B004F-AB19-CBAA-4955-0233CCF89C4C}"/>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90" name="직선 연결선 989">
                    <a:extLst>
                      <a:ext uri="{FF2B5EF4-FFF2-40B4-BE49-F238E27FC236}">
                        <a16:creationId xmlns:a16="http://schemas.microsoft.com/office/drawing/2014/main" id="{B66F1F0B-4E17-54E3-4556-3534DE33B37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6" name="그룹 975">
                  <a:extLst>
                    <a:ext uri="{FF2B5EF4-FFF2-40B4-BE49-F238E27FC236}">
                      <a16:creationId xmlns:a16="http://schemas.microsoft.com/office/drawing/2014/main" id="{8D3E31EB-3242-3159-5435-2464294B08A4}"/>
                    </a:ext>
                  </a:extLst>
                </p:cNvPr>
                <p:cNvGrpSpPr/>
                <p:nvPr/>
              </p:nvGrpSpPr>
              <p:grpSpPr>
                <a:xfrm>
                  <a:off x="4616003" y="4389306"/>
                  <a:ext cx="101416" cy="146277"/>
                  <a:chOff x="4545844" y="3971199"/>
                  <a:chExt cx="101416" cy="146277"/>
                </a:xfrm>
              </p:grpSpPr>
              <p:grpSp>
                <p:nvGrpSpPr>
                  <p:cNvPr id="983" name="그룹 982">
                    <a:extLst>
                      <a:ext uri="{FF2B5EF4-FFF2-40B4-BE49-F238E27FC236}">
                        <a16:creationId xmlns:a16="http://schemas.microsoft.com/office/drawing/2014/main" id="{8A31488C-F68E-CBA4-6E6A-66500EAE34F0}"/>
                      </a:ext>
                    </a:extLst>
                  </p:cNvPr>
                  <p:cNvGrpSpPr/>
                  <p:nvPr/>
                </p:nvGrpSpPr>
                <p:grpSpPr>
                  <a:xfrm>
                    <a:off x="4545844" y="3971199"/>
                    <a:ext cx="35826" cy="146277"/>
                    <a:chOff x="3250176" y="2637183"/>
                    <a:chExt cx="178824" cy="146277"/>
                  </a:xfrm>
                </p:grpSpPr>
                <p:grpSp>
                  <p:nvGrpSpPr>
                    <p:cNvPr id="985" name="그룹 984">
                      <a:extLst>
                        <a:ext uri="{FF2B5EF4-FFF2-40B4-BE49-F238E27FC236}">
                          <a16:creationId xmlns:a16="http://schemas.microsoft.com/office/drawing/2014/main" id="{340BE3BB-DD69-FAE4-8AC7-FD1EE5BFA0C9}"/>
                        </a:ext>
                      </a:extLst>
                    </p:cNvPr>
                    <p:cNvGrpSpPr/>
                    <p:nvPr/>
                  </p:nvGrpSpPr>
                  <p:grpSpPr>
                    <a:xfrm>
                      <a:off x="3250176" y="2637183"/>
                      <a:ext cx="178824" cy="144000"/>
                      <a:chOff x="5453592" y="2641965"/>
                      <a:chExt cx="178824" cy="144000"/>
                    </a:xfrm>
                  </p:grpSpPr>
                  <p:cxnSp>
                    <p:nvCxnSpPr>
                      <p:cNvPr id="987" name="직선 연결선 986">
                        <a:extLst>
                          <a:ext uri="{FF2B5EF4-FFF2-40B4-BE49-F238E27FC236}">
                            <a16:creationId xmlns:a16="http://schemas.microsoft.com/office/drawing/2014/main" id="{3B1EEA6C-7487-2A37-B2B7-781DC2F342F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8" name="직선 연결선 987">
                        <a:extLst>
                          <a:ext uri="{FF2B5EF4-FFF2-40B4-BE49-F238E27FC236}">
                            <a16:creationId xmlns:a16="http://schemas.microsoft.com/office/drawing/2014/main" id="{7C7FB3F9-9B58-F3AF-0CEC-5A2DB30F5DF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6" name="직선 연결선 985">
                      <a:extLst>
                        <a:ext uri="{FF2B5EF4-FFF2-40B4-BE49-F238E27FC236}">
                          <a16:creationId xmlns:a16="http://schemas.microsoft.com/office/drawing/2014/main" id="{E90769DC-E065-FF95-5F18-9ED954864E2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4" name="직선 연결선 983">
                    <a:extLst>
                      <a:ext uri="{FF2B5EF4-FFF2-40B4-BE49-F238E27FC236}">
                        <a16:creationId xmlns:a16="http://schemas.microsoft.com/office/drawing/2014/main" id="{233E0B81-F9EB-37EF-F43A-4836B5DCCA6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7" name="그룹 976">
                  <a:extLst>
                    <a:ext uri="{FF2B5EF4-FFF2-40B4-BE49-F238E27FC236}">
                      <a16:creationId xmlns:a16="http://schemas.microsoft.com/office/drawing/2014/main" id="{B95886C5-E83C-5417-47E9-7FF85500371F}"/>
                    </a:ext>
                  </a:extLst>
                </p:cNvPr>
                <p:cNvGrpSpPr/>
                <p:nvPr/>
              </p:nvGrpSpPr>
              <p:grpSpPr>
                <a:xfrm>
                  <a:off x="4722981" y="4391632"/>
                  <a:ext cx="72000" cy="146277"/>
                  <a:chOff x="3250176" y="2637183"/>
                  <a:chExt cx="179694" cy="146277"/>
                </a:xfrm>
              </p:grpSpPr>
              <p:grpSp>
                <p:nvGrpSpPr>
                  <p:cNvPr id="979" name="그룹 978">
                    <a:extLst>
                      <a:ext uri="{FF2B5EF4-FFF2-40B4-BE49-F238E27FC236}">
                        <a16:creationId xmlns:a16="http://schemas.microsoft.com/office/drawing/2014/main" id="{B85BBF33-B901-816F-46A7-1FBD20880700}"/>
                      </a:ext>
                    </a:extLst>
                  </p:cNvPr>
                  <p:cNvGrpSpPr/>
                  <p:nvPr/>
                </p:nvGrpSpPr>
                <p:grpSpPr>
                  <a:xfrm>
                    <a:off x="3250176" y="2637183"/>
                    <a:ext cx="178824" cy="144000"/>
                    <a:chOff x="5453592" y="2641965"/>
                    <a:chExt cx="178824" cy="144000"/>
                  </a:xfrm>
                </p:grpSpPr>
                <p:cxnSp>
                  <p:nvCxnSpPr>
                    <p:cNvPr id="981" name="직선 연결선 980">
                      <a:extLst>
                        <a:ext uri="{FF2B5EF4-FFF2-40B4-BE49-F238E27FC236}">
                          <a16:creationId xmlns:a16="http://schemas.microsoft.com/office/drawing/2014/main" id="{4F23E88B-8E40-A482-6AE5-4AE2F587DD0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2" name="직선 연결선 981">
                      <a:extLst>
                        <a:ext uri="{FF2B5EF4-FFF2-40B4-BE49-F238E27FC236}">
                          <a16:creationId xmlns:a16="http://schemas.microsoft.com/office/drawing/2014/main" id="{F46BAD79-A2C2-E1E9-5DB0-7EB3A42AB1F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0" name="직선 연결선 979">
                    <a:extLst>
                      <a:ext uri="{FF2B5EF4-FFF2-40B4-BE49-F238E27FC236}">
                        <a16:creationId xmlns:a16="http://schemas.microsoft.com/office/drawing/2014/main" id="{99A44EDD-7F53-2567-3221-F0CF607D220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78" name="직선 연결선 977">
                  <a:extLst>
                    <a:ext uri="{FF2B5EF4-FFF2-40B4-BE49-F238E27FC236}">
                      <a16:creationId xmlns:a16="http://schemas.microsoft.com/office/drawing/2014/main" id="{399A7064-D574-94BF-0821-512F0FF3C18F}"/>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6" name="그룹 945">
                <a:extLst>
                  <a:ext uri="{FF2B5EF4-FFF2-40B4-BE49-F238E27FC236}">
                    <a16:creationId xmlns:a16="http://schemas.microsoft.com/office/drawing/2014/main" id="{2CC2734E-611A-B77B-92F7-62BEB1B9862E}"/>
                  </a:ext>
                </a:extLst>
              </p:cNvPr>
              <p:cNvGrpSpPr/>
              <p:nvPr/>
            </p:nvGrpSpPr>
            <p:grpSpPr>
              <a:xfrm>
                <a:off x="3177345" y="4385438"/>
                <a:ext cx="419075" cy="149984"/>
                <a:chOff x="4408576" y="4387925"/>
                <a:chExt cx="419075" cy="149984"/>
              </a:xfrm>
            </p:grpSpPr>
            <p:grpSp>
              <p:nvGrpSpPr>
                <p:cNvPr id="947" name="그룹 946">
                  <a:extLst>
                    <a:ext uri="{FF2B5EF4-FFF2-40B4-BE49-F238E27FC236}">
                      <a16:creationId xmlns:a16="http://schemas.microsoft.com/office/drawing/2014/main" id="{B605A9D9-89A8-806E-24F8-F5ACBDBFFE99}"/>
                    </a:ext>
                  </a:extLst>
                </p:cNvPr>
                <p:cNvGrpSpPr/>
                <p:nvPr/>
              </p:nvGrpSpPr>
              <p:grpSpPr>
                <a:xfrm>
                  <a:off x="4408576" y="4388533"/>
                  <a:ext cx="72000" cy="146277"/>
                  <a:chOff x="3250176" y="2637183"/>
                  <a:chExt cx="179694" cy="146277"/>
                </a:xfrm>
              </p:grpSpPr>
              <p:grpSp>
                <p:nvGrpSpPr>
                  <p:cNvPr id="969" name="그룹 968">
                    <a:extLst>
                      <a:ext uri="{FF2B5EF4-FFF2-40B4-BE49-F238E27FC236}">
                        <a16:creationId xmlns:a16="http://schemas.microsoft.com/office/drawing/2014/main" id="{4A4826E6-6D69-52C8-E9A3-43027118467D}"/>
                      </a:ext>
                    </a:extLst>
                  </p:cNvPr>
                  <p:cNvGrpSpPr/>
                  <p:nvPr/>
                </p:nvGrpSpPr>
                <p:grpSpPr>
                  <a:xfrm>
                    <a:off x="3250176" y="2637183"/>
                    <a:ext cx="178824" cy="144000"/>
                    <a:chOff x="5453592" y="2641965"/>
                    <a:chExt cx="178824" cy="144000"/>
                  </a:xfrm>
                </p:grpSpPr>
                <p:cxnSp>
                  <p:nvCxnSpPr>
                    <p:cNvPr id="971" name="직선 연결선 970">
                      <a:extLst>
                        <a:ext uri="{FF2B5EF4-FFF2-40B4-BE49-F238E27FC236}">
                          <a16:creationId xmlns:a16="http://schemas.microsoft.com/office/drawing/2014/main" id="{487DFFA9-52A1-43E2-22C8-6258EB29E1B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2" name="직선 연결선 971">
                      <a:extLst>
                        <a:ext uri="{FF2B5EF4-FFF2-40B4-BE49-F238E27FC236}">
                          <a16:creationId xmlns:a16="http://schemas.microsoft.com/office/drawing/2014/main" id="{DDA618DE-F58F-A48B-B0D7-A5FAB6AF937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70" name="직선 연결선 969">
                    <a:extLst>
                      <a:ext uri="{FF2B5EF4-FFF2-40B4-BE49-F238E27FC236}">
                        <a16:creationId xmlns:a16="http://schemas.microsoft.com/office/drawing/2014/main" id="{CFBF0F2C-4548-6E17-0335-03AE86B2835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48" name="직선 연결선 947">
                  <a:extLst>
                    <a:ext uri="{FF2B5EF4-FFF2-40B4-BE49-F238E27FC236}">
                      <a16:creationId xmlns:a16="http://schemas.microsoft.com/office/drawing/2014/main" id="{C5FEB13D-1B9C-9C77-4BFC-AA2B5F7F5B91}"/>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49" name="그룹 948">
                  <a:extLst>
                    <a:ext uri="{FF2B5EF4-FFF2-40B4-BE49-F238E27FC236}">
                      <a16:creationId xmlns:a16="http://schemas.microsoft.com/office/drawing/2014/main" id="{0C52C703-58AE-B893-EDE8-1F9029CA8F9D}"/>
                    </a:ext>
                  </a:extLst>
                </p:cNvPr>
                <p:cNvGrpSpPr/>
                <p:nvPr/>
              </p:nvGrpSpPr>
              <p:grpSpPr>
                <a:xfrm>
                  <a:off x="4515485" y="4387925"/>
                  <a:ext cx="101416" cy="146277"/>
                  <a:chOff x="4545844" y="3971199"/>
                  <a:chExt cx="101416" cy="146277"/>
                </a:xfrm>
              </p:grpSpPr>
              <p:grpSp>
                <p:nvGrpSpPr>
                  <p:cNvPr id="963" name="그룹 962">
                    <a:extLst>
                      <a:ext uri="{FF2B5EF4-FFF2-40B4-BE49-F238E27FC236}">
                        <a16:creationId xmlns:a16="http://schemas.microsoft.com/office/drawing/2014/main" id="{5788C18F-C6E0-46F6-2A98-509D5ADA0C40}"/>
                      </a:ext>
                    </a:extLst>
                  </p:cNvPr>
                  <p:cNvGrpSpPr/>
                  <p:nvPr/>
                </p:nvGrpSpPr>
                <p:grpSpPr>
                  <a:xfrm>
                    <a:off x="4545844" y="3971199"/>
                    <a:ext cx="35826" cy="146277"/>
                    <a:chOff x="3250176" y="2637183"/>
                    <a:chExt cx="178824" cy="146277"/>
                  </a:xfrm>
                </p:grpSpPr>
                <p:grpSp>
                  <p:nvGrpSpPr>
                    <p:cNvPr id="965" name="그룹 964">
                      <a:extLst>
                        <a:ext uri="{FF2B5EF4-FFF2-40B4-BE49-F238E27FC236}">
                          <a16:creationId xmlns:a16="http://schemas.microsoft.com/office/drawing/2014/main" id="{BADED766-3D8F-B59B-DB29-B077FCA6DDCF}"/>
                        </a:ext>
                      </a:extLst>
                    </p:cNvPr>
                    <p:cNvGrpSpPr/>
                    <p:nvPr/>
                  </p:nvGrpSpPr>
                  <p:grpSpPr>
                    <a:xfrm>
                      <a:off x="3250176" y="2637183"/>
                      <a:ext cx="178824" cy="144000"/>
                      <a:chOff x="5453592" y="2641965"/>
                      <a:chExt cx="178824" cy="144000"/>
                    </a:xfrm>
                  </p:grpSpPr>
                  <p:cxnSp>
                    <p:nvCxnSpPr>
                      <p:cNvPr id="967" name="직선 연결선 966">
                        <a:extLst>
                          <a:ext uri="{FF2B5EF4-FFF2-40B4-BE49-F238E27FC236}">
                            <a16:creationId xmlns:a16="http://schemas.microsoft.com/office/drawing/2014/main" id="{98E590C4-8D3C-04CE-3F64-144E6930FBD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8" name="직선 연결선 967">
                        <a:extLst>
                          <a:ext uri="{FF2B5EF4-FFF2-40B4-BE49-F238E27FC236}">
                            <a16:creationId xmlns:a16="http://schemas.microsoft.com/office/drawing/2014/main" id="{B84C138F-7AA1-E2C0-A3B2-0E99BE3EF8C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66" name="직선 연결선 965">
                      <a:extLst>
                        <a:ext uri="{FF2B5EF4-FFF2-40B4-BE49-F238E27FC236}">
                          <a16:creationId xmlns:a16="http://schemas.microsoft.com/office/drawing/2014/main" id="{513F9CCE-898F-A6CE-8D3B-A3C3F6859D6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64" name="직선 연결선 963">
                    <a:extLst>
                      <a:ext uri="{FF2B5EF4-FFF2-40B4-BE49-F238E27FC236}">
                        <a16:creationId xmlns:a16="http://schemas.microsoft.com/office/drawing/2014/main" id="{C3BE6ECC-21DD-56A3-BDB3-FCF9E88E01D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0" name="그룹 949">
                  <a:extLst>
                    <a:ext uri="{FF2B5EF4-FFF2-40B4-BE49-F238E27FC236}">
                      <a16:creationId xmlns:a16="http://schemas.microsoft.com/office/drawing/2014/main" id="{88EB0D3C-0904-57A9-10D5-46BCE9B7E04A}"/>
                    </a:ext>
                  </a:extLst>
                </p:cNvPr>
                <p:cNvGrpSpPr/>
                <p:nvPr/>
              </p:nvGrpSpPr>
              <p:grpSpPr>
                <a:xfrm>
                  <a:off x="4616003" y="4389306"/>
                  <a:ext cx="101416" cy="146277"/>
                  <a:chOff x="4545844" y="3971199"/>
                  <a:chExt cx="101416" cy="146277"/>
                </a:xfrm>
              </p:grpSpPr>
              <p:grpSp>
                <p:nvGrpSpPr>
                  <p:cNvPr id="957" name="그룹 956">
                    <a:extLst>
                      <a:ext uri="{FF2B5EF4-FFF2-40B4-BE49-F238E27FC236}">
                        <a16:creationId xmlns:a16="http://schemas.microsoft.com/office/drawing/2014/main" id="{66A7708D-04D4-AD92-2755-76A1BA7BB486}"/>
                      </a:ext>
                    </a:extLst>
                  </p:cNvPr>
                  <p:cNvGrpSpPr/>
                  <p:nvPr/>
                </p:nvGrpSpPr>
                <p:grpSpPr>
                  <a:xfrm>
                    <a:off x="4545844" y="3971199"/>
                    <a:ext cx="35826" cy="146277"/>
                    <a:chOff x="3250176" y="2637183"/>
                    <a:chExt cx="178824" cy="146277"/>
                  </a:xfrm>
                </p:grpSpPr>
                <p:grpSp>
                  <p:nvGrpSpPr>
                    <p:cNvPr id="959" name="그룹 958">
                      <a:extLst>
                        <a:ext uri="{FF2B5EF4-FFF2-40B4-BE49-F238E27FC236}">
                          <a16:creationId xmlns:a16="http://schemas.microsoft.com/office/drawing/2014/main" id="{58465B9D-012E-30F1-B7A8-DCCCF3465FD4}"/>
                        </a:ext>
                      </a:extLst>
                    </p:cNvPr>
                    <p:cNvGrpSpPr/>
                    <p:nvPr/>
                  </p:nvGrpSpPr>
                  <p:grpSpPr>
                    <a:xfrm>
                      <a:off x="3250176" y="2637183"/>
                      <a:ext cx="178824" cy="144000"/>
                      <a:chOff x="5453592" y="2641965"/>
                      <a:chExt cx="178824" cy="144000"/>
                    </a:xfrm>
                  </p:grpSpPr>
                  <p:cxnSp>
                    <p:nvCxnSpPr>
                      <p:cNvPr id="961" name="직선 연결선 960">
                        <a:extLst>
                          <a:ext uri="{FF2B5EF4-FFF2-40B4-BE49-F238E27FC236}">
                            <a16:creationId xmlns:a16="http://schemas.microsoft.com/office/drawing/2014/main" id="{EA2A12DC-146F-B413-BF86-11AA01EBB31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2" name="직선 연결선 961">
                        <a:extLst>
                          <a:ext uri="{FF2B5EF4-FFF2-40B4-BE49-F238E27FC236}">
                            <a16:creationId xmlns:a16="http://schemas.microsoft.com/office/drawing/2014/main" id="{0720E718-ED4B-567C-BF4A-805FE91A9A6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60" name="직선 연결선 959">
                      <a:extLst>
                        <a:ext uri="{FF2B5EF4-FFF2-40B4-BE49-F238E27FC236}">
                          <a16:creationId xmlns:a16="http://schemas.microsoft.com/office/drawing/2014/main" id="{148C4367-408C-D663-813B-FA0C1E15738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58" name="직선 연결선 957">
                    <a:extLst>
                      <a:ext uri="{FF2B5EF4-FFF2-40B4-BE49-F238E27FC236}">
                        <a16:creationId xmlns:a16="http://schemas.microsoft.com/office/drawing/2014/main" id="{8E48B9AA-A0CE-B39A-5B6C-1066ACC7BF1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1" name="그룹 950">
                  <a:extLst>
                    <a:ext uri="{FF2B5EF4-FFF2-40B4-BE49-F238E27FC236}">
                      <a16:creationId xmlns:a16="http://schemas.microsoft.com/office/drawing/2014/main" id="{5FFC4B43-F5AB-E175-8EDA-E1BA76F93E59}"/>
                    </a:ext>
                  </a:extLst>
                </p:cNvPr>
                <p:cNvGrpSpPr/>
                <p:nvPr/>
              </p:nvGrpSpPr>
              <p:grpSpPr>
                <a:xfrm>
                  <a:off x="4722981" y="4391632"/>
                  <a:ext cx="72000" cy="146277"/>
                  <a:chOff x="3250176" y="2637183"/>
                  <a:chExt cx="179694" cy="146277"/>
                </a:xfrm>
              </p:grpSpPr>
              <p:grpSp>
                <p:nvGrpSpPr>
                  <p:cNvPr id="953" name="그룹 952">
                    <a:extLst>
                      <a:ext uri="{FF2B5EF4-FFF2-40B4-BE49-F238E27FC236}">
                        <a16:creationId xmlns:a16="http://schemas.microsoft.com/office/drawing/2014/main" id="{496A08CC-00A2-F948-6B45-64FF28821640}"/>
                      </a:ext>
                    </a:extLst>
                  </p:cNvPr>
                  <p:cNvGrpSpPr/>
                  <p:nvPr/>
                </p:nvGrpSpPr>
                <p:grpSpPr>
                  <a:xfrm>
                    <a:off x="3250176" y="2637183"/>
                    <a:ext cx="178824" cy="144000"/>
                    <a:chOff x="5453592" y="2641965"/>
                    <a:chExt cx="178824" cy="144000"/>
                  </a:xfrm>
                </p:grpSpPr>
                <p:cxnSp>
                  <p:nvCxnSpPr>
                    <p:cNvPr id="955" name="직선 연결선 954">
                      <a:extLst>
                        <a:ext uri="{FF2B5EF4-FFF2-40B4-BE49-F238E27FC236}">
                          <a16:creationId xmlns:a16="http://schemas.microsoft.com/office/drawing/2014/main" id="{13B3EC20-E358-E6A3-DE16-0710D30720E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6" name="직선 연결선 955">
                      <a:extLst>
                        <a:ext uri="{FF2B5EF4-FFF2-40B4-BE49-F238E27FC236}">
                          <a16:creationId xmlns:a16="http://schemas.microsoft.com/office/drawing/2014/main" id="{B13CF2BA-30A5-5746-8EAC-44EACF35CB9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54" name="직선 연결선 953">
                    <a:extLst>
                      <a:ext uri="{FF2B5EF4-FFF2-40B4-BE49-F238E27FC236}">
                        <a16:creationId xmlns:a16="http://schemas.microsoft.com/office/drawing/2014/main" id="{4C34BB55-9363-4AE2-F644-DE8ACC1E846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52" name="직선 연결선 951">
                  <a:extLst>
                    <a:ext uri="{FF2B5EF4-FFF2-40B4-BE49-F238E27FC236}">
                      <a16:creationId xmlns:a16="http://schemas.microsoft.com/office/drawing/2014/main" id="{158BEC6F-14A1-7FC3-8D9D-DB6A437FBDCE}"/>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25" name="그룹 1024">
              <a:extLst>
                <a:ext uri="{FF2B5EF4-FFF2-40B4-BE49-F238E27FC236}">
                  <a16:creationId xmlns:a16="http://schemas.microsoft.com/office/drawing/2014/main" id="{7C1EE7CE-9E9F-E6BE-2781-86EB6655F1E3}"/>
                </a:ext>
              </a:extLst>
            </p:cNvPr>
            <p:cNvGrpSpPr/>
            <p:nvPr/>
          </p:nvGrpSpPr>
          <p:grpSpPr>
            <a:xfrm>
              <a:off x="4545744" y="3951292"/>
              <a:ext cx="1262428" cy="150988"/>
              <a:chOff x="2752717" y="4385438"/>
              <a:chExt cx="1262428" cy="150988"/>
            </a:xfrm>
          </p:grpSpPr>
          <p:grpSp>
            <p:nvGrpSpPr>
              <p:cNvPr id="1026" name="그룹 1025">
                <a:extLst>
                  <a:ext uri="{FF2B5EF4-FFF2-40B4-BE49-F238E27FC236}">
                    <a16:creationId xmlns:a16="http://schemas.microsoft.com/office/drawing/2014/main" id="{185C064D-3ECE-89A9-CA96-700F9CBB54AC}"/>
                  </a:ext>
                </a:extLst>
              </p:cNvPr>
              <p:cNvGrpSpPr/>
              <p:nvPr/>
            </p:nvGrpSpPr>
            <p:grpSpPr>
              <a:xfrm>
                <a:off x="2752717" y="4386023"/>
                <a:ext cx="419075" cy="149984"/>
                <a:chOff x="4408576" y="4387925"/>
                <a:chExt cx="419075" cy="149984"/>
              </a:xfrm>
            </p:grpSpPr>
            <p:grpSp>
              <p:nvGrpSpPr>
                <p:cNvPr id="1081" name="그룹 1080">
                  <a:extLst>
                    <a:ext uri="{FF2B5EF4-FFF2-40B4-BE49-F238E27FC236}">
                      <a16:creationId xmlns:a16="http://schemas.microsoft.com/office/drawing/2014/main" id="{C2930D64-8751-E353-8F78-3C907741D632}"/>
                    </a:ext>
                  </a:extLst>
                </p:cNvPr>
                <p:cNvGrpSpPr/>
                <p:nvPr/>
              </p:nvGrpSpPr>
              <p:grpSpPr>
                <a:xfrm>
                  <a:off x="4408576" y="4388533"/>
                  <a:ext cx="72000" cy="146277"/>
                  <a:chOff x="3250176" y="2637183"/>
                  <a:chExt cx="179694" cy="146277"/>
                </a:xfrm>
              </p:grpSpPr>
              <p:grpSp>
                <p:nvGrpSpPr>
                  <p:cNvPr id="1103" name="그룹 1102">
                    <a:extLst>
                      <a:ext uri="{FF2B5EF4-FFF2-40B4-BE49-F238E27FC236}">
                        <a16:creationId xmlns:a16="http://schemas.microsoft.com/office/drawing/2014/main" id="{D86000A5-69B1-47C8-FA7E-35A46493BF66}"/>
                      </a:ext>
                    </a:extLst>
                  </p:cNvPr>
                  <p:cNvGrpSpPr/>
                  <p:nvPr/>
                </p:nvGrpSpPr>
                <p:grpSpPr>
                  <a:xfrm>
                    <a:off x="3250176" y="2637183"/>
                    <a:ext cx="178824" cy="144000"/>
                    <a:chOff x="5453592" y="2641965"/>
                    <a:chExt cx="178824" cy="144000"/>
                  </a:xfrm>
                </p:grpSpPr>
                <p:cxnSp>
                  <p:nvCxnSpPr>
                    <p:cNvPr id="1105" name="직선 연결선 1104">
                      <a:extLst>
                        <a:ext uri="{FF2B5EF4-FFF2-40B4-BE49-F238E27FC236}">
                          <a16:creationId xmlns:a16="http://schemas.microsoft.com/office/drawing/2014/main" id="{412F14DD-7AB1-123A-0E8E-AA2BF80CAAC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6" name="직선 연결선 1105">
                      <a:extLst>
                        <a:ext uri="{FF2B5EF4-FFF2-40B4-BE49-F238E27FC236}">
                          <a16:creationId xmlns:a16="http://schemas.microsoft.com/office/drawing/2014/main" id="{338C7F4A-2A17-0772-5398-58E612E1ED1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4" name="직선 연결선 1103">
                    <a:extLst>
                      <a:ext uri="{FF2B5EF4-FFF2-40B4-BE49-F238E27FC236}">
                        <a16:creationId xmlns:a16="http://schemas.microsoft.com/office/drawing/2014/main" id="{6D8B344C-1E49-CA60-266E-6F22558A4D7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82" name="직선 연결선 1081">
                  <a:extLst>
                    <a:ext uri="{FF2B5EF4-FFF2-40B4-BE49-F238E27FC236}">
                      <a16:creationId xmlns:a16="http://schemas.microsoft.com/office/drawing/2014/main" id="{FA67A2C8-8830-45BE-A29D-13B3600A6594}"/>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83" name="그룹 1082">
                  <a:extLst>
                    <a:ext uri="{FF2B5EF4-FFF2-40B4-BE49-F238E27FC236}">
                      <a16:creationId xmlns:a16="http://schemas.microsoft.com/office/drawing/2014/main" id="{7A0D7179-1E8B-D4D8-1596-277EBF61FF18}"/>
                    </a:ext>
                  </a:extLst>
                </p:cNvPr>
                <p:cNvGrpSpPr/>
                <p:nvPr/>
              </p:nvGrpSpPr>
              <p:grpSpPr>
                <a:xfrm>
                  <a:off x="4515485" y="4387925"/>
                  <a:ext cx="101416" cy="146277"/>
                  <a:chOff x="4545844" y="3971199"/>
                  <a:chExt cx="101416" cy="146277"/>
                </a:xfrm>
              </p:grpSpPr>
              <p:grpSp>
                <p:nvGrpSpPr>
                  <p:cNvPr id="1097" name="그룹 1096">
                    <a:extLst>
                      <a:ext uri="{FF2B5EF4-FFF2-40B4-BE49-F238E27FC236}">
                        <a16:creationId xmlns:a16="http://schemas.microsoft.com/office/drawing/2014/main" id="{90EBAA0E-C455-C6A7-33FC-34FDA760E435}"/>
                      </a:ext>
                    </a:extLst>
                  </p:cNvPr>
                  <p:cNvGrpSpPr/>
                  <p:nvPr/>
                </p:nvGrpSpPr>
                <p:grpSpPr>
                  <a:xfrm>
                    <a:off x="4545844" y="3971199"/>
                    <a:ext cx="35826" cy="146277"/>
                    <a:chOff x="3250176" y="2637183"/>
                    <a:chExt cx="178824" cy="146277"/>
                  </a:xfrm>
                </p:grpSpPr>
                <p:grpSp>
                  <p:nvGrpSpPr>
                    <p:cNvPr id="1099" name="그룹 1098">
                      <a:extLst>
                        <a:ext uri="{FF2B5EF4-FFF2-40B4-BE49-F238E27FC236}">
                          <a16:creationId xmlns:a16="http://schemas.microsoft.com/office/drawing/2014/main" id="{15497665-03B6-FAF5-C546-7CC2301AA33F}"/>
                        </a:ext>
                      </a:extLst>
                    </p:cNvPr>
                    <p:cNvGrpSpPr/>
                    <p:nvPr/>
                  </p:nvGrpSpPr>
                  <p:grpSpPr>
                    <a:xfrm>
                      <a:off x="3250176" y="2637183"/>
                      <a:ext cx="178824" cy="144000"/>
                      <a:chOff x="5453592" y="2641965"/>
                      <a:chExt cx="178824" cy="144000"/>
                    </a:xfrm>
                  </p:grpSpPr>
                  <p:cxnSp>
                    <p:nvCxnSpPr>
                      <p:cNvPr id="1101" name="직선 연결선 1100">
                        <a:extLst>
                          <a:ext uri="{FF2B5EF4-FFF2-40B4-BE49-F238E27FC236}">
                            <a16:creationId xmlns:a16="http://schemas.microsoft.com/office/drawing/2014/main" id="{A09CB66C-3E1B-E336-546A-D4B3508890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2" name="직선 연결선 1101">
                        <a:extLst>
                          <a:ext uri="{FF2B5EF4-FFF2-40B4-BE49-F238E27FC236}">
                            <a16:creationId xmlns:a16="http://schemas.microsoft.com/office/drawing/2014/main" id="{356CECC9-A65B-F26A-EA6C-6A9395735CC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0" name="직선 연결선 1099">
                      <a:extLst>
                        <a:ext uri="{FF2B5EF4-FFF2-40B4-BE49-F238E27FC236}">
                          <a16:creationId xmlns:a16="http://schemas.microsoft.com/office/drawing/2014/main" id="{8C5CE2F3-E64B-5962-F046-B164C700B7A0}"/>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8" name="직선 연결선 1097">
                    <a:extLst>
                      <a:ext uri="{FF2B5EF4-FFF2-40B4-BE49-F238E27FC236}">
                        <a16:creationId xmlns:a16="http://schemas.microsoft.com/office/drawing/2014/main" id="{D2C591D6-2FC7-C951-9D56-981B0A46777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4" name="그룹 1083">
                  <a:extLst>
                    <a:ext uri="{FF2B5EF4-FFF2-40B4-BE49-F238E27FC236}">
                      <a16:creationId xmlns:a16="http://schemas.microsoft.com/office/drawing/2014/main" id="{625032B9-0139-CE39-2BB6-4374956E7F65}"/>
                    </a:ext>
                  </a:extLst>
                </p:cNvPr>
                <p:cNvGrpSpPr/>
                <p:nvPr/>
              </p:nvGrpSpPr>
              <p:grpSpPr>
                <a:xfrm>
                  <a:off x="4616003" y="4389306"/>
                  <a:ext cx="101416" cy="146277"/>
                  <a:chOff x="4545844" y="3971199"/>
                  <a:chExt cx="101416" cy="146277"/>
                </a:xfrm>
              </p:grpSpPr>
              <p:grpSp>
                <p:nvGrpSpPr>
                  <p:cNvPr id="1091" name="그룹 1090">
                    <a:extLst>
                      <a:ext uri="{FF2B5EF4-FFF2-40B4-BE49-F238E27FC236}">
                        <a16:creationId xmlns:a16="http://schemas.microsoft.com/office/drawing/2014/main" id="{C0434166-0C06-C145-3992-560D9275A168}"/>
                      </a:ext>
                    </a:extLst>
                  </p:cNvPr>
                  <p:cNvGrpSpPr/>
                  <p:nvPr/>
                </p:nvGrpSpPr>
                <p:grpSpPr>
                  <a:xfrm>
                    <a:off x="4545844" y="3971199"/>
                    <a:ext cx="35826" cy="146277"/>
                    <a:chOff x="3250176" y="2637183"/>
                    <a:chExt cx="178824" cy="146277"/>
                  </a:xfrm>
                </p:grpSpPr>
                <p:grpSp>
                  <p:nvGrpSpPr>
                    <p:cNvPr id="1093" name="그룹 1092">
                      <a:extLst>
                        <a:ext uri="{FF2B5EF4-FFF2-40B4-BE49-F238E27FC236}">
                          <a16:creationId xmlns:a16="http://schemas.microsoft.com/office/drawing/2014/main" id="{F456492E-A953-1AFC-9ED3-1AE398C084FD}"/>
                        </a:ext>
                      </a:extLst>
                    </p:cNvPr>
                    <p:cNvGrpSpPr/>
                    <p:nvPr/>
                  </p:nvGrpSpPr>
                  <p:grpSpPr>
                    <a:xfrm>
                      <a:off x="3250176" y="2637183"/>
                      <a:ext cx="178824" cy="144000"/>
                      <a:chOff x="5453592" y="2641965"/>
                      <a:chExt cx="178824" cy="144000"/>
                    </a:xfrm>
                  </p:grpSpPr>
                  <p:cxnSp>
                    <p:nvCxnSpPr>
                      <p:cNvPr id="1095" name="직선 연결선 1094">
                        <a:extLst>
                          <a:ext uri="{FF2B5EF4-FFF2-40B4-BE49-F238E27FC236}">
                            <a16:creationId xmlns:a16="http://schemas.microsoft.com/office/drawing/2014/main" id="{6A691F87-FB19-12B7-F772-1D9BBF836F2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6" name="직선 연결선 1095">
                        <a:extLst>
                          <a:ext uri="{FF2B5EF4-FFF2-40B4-BE49-F238E27FC236}">
                            <a16:creationId xmlns:a16="http://schemas.microsoft.com/office/drawing/2014/main" id="{25AD6A1B-8158-B18B-ED1A-06C10F1238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4" name="직선 연결선 1093">
                      <a:extLst>
                        <a:ext uri="{FF2B5EF4-FFF2-40B4-BE49-F238E27FC236}">
                          <a16:creationId xmlns:a16="http://schemas.microsoft.com/office/drawing/2014/main" id="{D428B1BA-BF45-70E4-EA2D-7E3769E6397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2" name="직선 연결선 1091">
                    <a:extLst>
                      <a:ext uri="{FF2B5EF4-FFF2-40B4-BE49-F238E27FC236}">
                        <a16:creationId xmlns:a16="http://schemas.microsoft.com/office/drawing/2014/main" id="{9A51497A-4B61-85BC-B8A7-9D08F9DBF7F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5" name="그룹 1084">
                  <a:extLst>
                    <a:ext uri="{FF2B5EF4-FFF2-40B4-BE49-F238E27FC236}">
                      <a16:creationId xmlns:a16="http://schemas.microsoft.com/office/drawing/2014/main" id="{4E25D4C0-DB7A-B7F2-D035-7EFA4BDABD98}"/>
                    </a:ext>
                  </a:extLst>
                </p:cNvPr>
                <p:cNvGrpSpPr/>
                <p:nvPr/>
              </p:nvGrpSpPr>
              <p:grpSpPr>
                <a:xfrm>
                  <a:off x="4722981" y="4391632"/>
                  <a:ext cx="72000" cy="146277"/>
                  <a:chOff x="3250176" y="2637183"/>
                  <a:chExt cx="179694" cy="146277"/>
                </a:xfrm>
              </p:grpSpPr>
              <p:grpSp>
                <p:nvGrpSpPr>
                  <p:cNvPr id="1087" name="그룹 1086">
                    <a:extLst>
                      <a:ext uri="{FF2B5EF4-FFF2-40B4-BE49-F238E27FC236}">
                        <a16:creationId xmlns:a16="http://schemas.microsoft.com/office/drawing/2014/main" id="{F7E935A5-5B8A-457C-5628-C90F217E1DB8}"/>
                      </a:ext>
                    </a:extLst>
                  </p:cNvPr>
                  <p:cNvGrpSpPr/>
                  <p:nvPr/>
                </p:nvGrpSpPr>
                <p:grpSpPr>
                  <a:xfrm>
                    <a:off x="3250176" y="2637183"/>
                    <a:ext cx="178824" cy="144000"/>
                    <a:chOff x="5453592" y="2641965"/>
                    <a:chExt cx="178824" cy="144000"/>
                  </a:xfrm>
                </p:grpSpPr>
                <p:cxnSp>
                  <p:nvCxnSpPr>
                    <p:cNvPr id="1089" name="직선 연결선 1088">
                      <a:extLst>
                        <a:ext uri="{FF2B5EF4-FFF2-40B4-BE49-F238E27FC236}">
                          <a16:creationId xmlns:a16="http://schemas.microsoft.com/office/drawing/2014/main" id="{92C0243E-5DF2-3CC2-101C-733D45CA540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0" name="직선 연결선 1089">
                      <a:extLst>
                        <a:ext uri="{FF2B5EF4-FFF2-40B4-BE49-F238E27FC236}">
                          <a16:creationId xmlns:a16="http://schemas.microsoft.com/office/drawing/2014/main" id="{24AF0E21-5143-B670-BB36-4C1E394C6BB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88" name="직선 연결선 1087">
                    <a:extLst>
                      <a:ext uri="{FF2B5EF4-FFF2-40B4-BE49-F238E27FC236}">
                        <a16:creationId xmlns:a16="http://schemas.microsoft.com/office/drawing/2014/main" id="{CACA9468-6167-4B3D-078D-F4075F8FDCA5}"/>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86" name="직선 연결선 1085">
                  <a:extLst>
                    <a:ext uri="{FF2B5EF4-FFF2-40B4-BE49-F238E27FC236}">
                      <a16:creationId xmlns:a16="http://schemas.microsoft.com/office/drawing/2014/main" id="{8EFB23ED-4D75-7AED-32F8-5EB1CBB29AE3}"/>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7" name="그룹 1026">
                <a:extLst>
                  <a:ext uri="{FF2B5EF4-FFF2-40B4-BE49-F238E27FC236}">
                    <a16:creationId xmlns:a16="http://schemas.microsoft.com/office/drawing/2014/main" id="{E73CE38F-6F22-62F1-E45F-7B234269795B}"/>
                  </a:ext>
                </a:extLst>
              </p:cNvPr>
              <p:cNvGrpSpPr/>
              <p:nvPr/>
            </p:nvGrpSpPr>
            <p:grpSpPr>
              <a:xfrm>
                <a:off x="3596070" y="4386442"/>
                <a:ext cx="419075" cy="149984"/>
                <a:chOff x="4408576" y="4387925"/>
                <a:chExt cx="419075" cy="149984"/>
              </a:xfrm>
            </p:grpSpPr>
            <p:grpSp>
              <p:nvGrpSpPr>
                <p:cNvPr id="1055" name="그룹 1054">
                  <a:extLst>
                    <a:ext uri="{FF2B5EF4-FFF2-40B4-BE49-F238E27FC236}">
                      <a16:creationId xmlns:a16="http://schemas.microsoft.com/office/drawing/2014/main" id="{81D8B77B-F81D-6C49-5567-5335C9F3850E}"/>
                    </a:ext>
                  </a:extLst>
                </p:cNvPr>
                <p:cNvGrpSpPr/>
                <p:nvPr/>
              </p:nvGrpSpPr>
              <p:grpSpPr>
                <a:xfrm>
                  <a:off x="4408576" y="4388533"/>
                  <a:ext cx="72000" cy="146277"/>
                  <a:chOff x="3250176" y="2637183"/>
                  <a:chExt cx="179694" cy="146277"/>
                </a:xfrm>
              </p:grpSpPr>
              <p:grpSp>
                <p:nvGrpSpPr>
                  <p:cNvPr id="1077" name="그룹 1076">
                    <a:extLst>
                      <a:ext uri="{FF2B5EF4-FFF2-40B4-BE49-F238E27FC236}">
                        <a16:creationId xmlns:a16="http://schemas.microsoft.com/office/drawing/2014/main" id="{D808AABE-CE7C-0B3D-E716-8084C09C1995}"/>
                      </a:ext>
                    </a:extLst>
                  </p:cNvPr>
                  <p:cNvGrpSpPr/>
                  <p:nvPr/>
                </p:nvGrpSpPr>
                <p:grpSpPr>
                  <a:xfrm>
                    <a:off x="3250176" y="2637183"/>
                    <a:ext cx="178824" cy="144000"/>
                    <a:chOff x="5453592" y="2641965"/>
                    <a:chExt cx="178824" cy="144000"/>
                  </a:xfrm>
                </p:grpSpPr>
                <p:cxnSp>
                  <p:nvCxnSpPr>
                    <p:cNvPr id="1079" name="직선 연결선 1078">
                      <a:extLst>
                        <a:ext uri="{FF2B5EF4-FFF2-40B4-BE49-F238E27FC236}">
                          <a16:creationId xmlns:a16="http://schemas.microsoft.com/office/drawing/2014/main" id="{7587A3C0-E801-D89A-5416-850CA3E56AF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0" name="직선 연결선 1079">
                      <a:extLst>
                        <a:ext uri="{FF2B5EF4-FFF2-40B4-BE49-F238E27FC236}">
                          <a16:creationId xmlns:a16="http://schemas.microsoft.com/office/drawing/2014/main" id="{DDD941EA-510B-4C4F-11D3-5DACADD05B8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78" name="직선 연결선 1077">
                    <a:extLst>
                      <a:ext uri="{FF2B5EF4-FFF2-40B4-BE49-F238E27FC236}">
                        <a16:creationId xmlns:a16="http://schemas.microsoft.com/office/drawing/2014/main" id="{4BBE3EA1-2CA7-B170-03F3-3057EB3B2B4A}"/>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56" name="직선 연결선 1055">
                  <a:extLst>
                    <a:ext uri="{FF2B5EF4-FFF2-40B4-BE49-F238E27FC236}">
                      <a16:creationId xmlns:a16="http://schemas.microsoft.com/office/drawing/2014/main" id="{177A70B7-2E49-5548-685F-A4C8D2726654}"/>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57" name="그룹 1056">
                  <a:extLst>
                    <a:ext uri="{FF2B5EF4-FFF2-40B4-BE49-F238E27FC236}">
                      <a16:creationId xmlns:a16="http://schemas.microsoft.com/office/drawing/2014/main" id="{7FB20972-36F2-2E83-F793-FD2A64A44BBF}"/>
                    </a:ext>
                  </a:extLst>
                </p:cNvPr>
                <p:cNvGrpSpPr/>
                <p:nvPr/>
              </p:nvGrpSpPr>
              <p:grpSpPr>
                <a:xfrm>
                  <a:off x="4515485" y="4387925"/>
                  <a:ext cx="101416" cy="146277"/>
                  <a:chOff x="4545844" y="3971199"/>
                  <a:chExt cx="101416" cy="146277"/>
                </a:xfrm>
              </p:grpSpPr>
              <p:grpSp>
                <p:nvGrpSpPr>
                  <p:cNvPr id="1071" name="그룹 1070">
                    <a:extLst>
                      <a:ext uri="{FF2B5EF4-FFF2-40B4-BE49-F238E27FC236}">
                        <a16:creationId xmlns:a16="http://schemas.microsoft.com/office/drawing/2014/main" id="{8848CC34-A8C8-CD8E-3447-613C4F6958BA}"/>
                      </a:ext>
                    </a:extLst>
                  </p:cNvPr>
                  <p:cNvGrpSpPr/>
                  <p:nvPr/>
                </p:nvGrpSpPr>
                <p:grpSpPr>
                  <a:xfrm>
                    <a:off x="4545844" y="3971199"/>
                    <a:ext cx="35826" cy="146277"/>
                    <a:chOff x="3250176" y="2637183"/>
                    <a:chExt cx="178824" cy="146277"/>
                  </a:xfrm>
                </p:grpSpPr>
                <p:grpSp>
                  <p:nvGrpSpPr>
                    <p:cNvPr id="1073" name="그룹 1072">
                      <a:extLst>
                        <a:ext uri="{FF2B5EF4-FFF2-40B4-BE49-F238E27FC236}">
                          <a16:creationId xmlns:a16="http://schemas.microsoft.com/office/drawing/2014/main" id="{FDC75893-031B-A855-EFA6-810DB2B36306}"/>
                        </a:ext>
                      </a:extLst>
                    </p:cNvPr>
                    <p:cNvGrpSpPr/>
                    <p:nvPr/>
                  </p:nvGrpSpPr>
                  <p:grpSpPr>
                    <a:xfrm>
                      <a:off x="3250176" y="2637183"/>
                      <a:ext cx="178824" cy="144000"/>
                      <a:chOff x="5453592" y="2641965"/>
                      <a:chExt cx="178824" cy="144000"/>
                    </a:xfrm>
                  </p:grpSpPr>
                  <p:cxnSp>
                    <p:nvCxnSpPr>
                      <p:cNvPr id="1075" name="직선 연결선 1074">
                        <a:extLst>
                          <a:ext uri="{FF2B5EF4-FFF2-40B4-BE49-F238E27FC236}">
                            <a16:creationId xmlns:a16="http://schemas.microsoft.com/office/drawing/2014/main" id="{DFEB053C-67EB-8CE3-9839-3BACDB61E23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6" name="직선 연결선 1075">
                        <a:extLst>
                          <a:ext uri="{FF2B5EF4-FFF2-40B4-BE49-F238E27FC236}">
                            <a16:creationId xmlns:a16="http://schemas.microsoft.com/office/drawing/2014/main" id="{3C78F4D5-D0C3-6B98-27DD-EF6E6B0717B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74" name="직선 연결선 1073">
                      <a:extLst>
                        <a:ext uri="{FF2B5EF4-FFF2-40B4-BE49-F238E27FC236}">
                          <a16:creationId xmlns:a16="http://schemas.microsoft.com/office/drawing/2014/main" id="{B54CAE1A-8BBE-B8B3-BC1B-9EBFEE3770C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72" name="직선 연결선 1071">
                    <a:extLst>
                      <a:ext uri="{FF2B5EF4-FFF2-40B4-BE49-F238E27FC236}">
                        <a16:creationId xmlns:a16="http://schemas.microsoft.com/office/drawing/2014/main" id="{39030BEA-8148-4DBD-7CE8-A1D37F76196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58" name="그룹 1057">
                  <a:extLst>
                    <a:ext uri="{FF2B5EF4-FFF2-40B4-BE49-F238E27FC236}">
                      <a16:creationId xmlns:a16="http://schemas.microsoft.com/office/drawing/2014/main" id="{127356E3-E52A-7F16-0FEF-4BF1C83897A8}"/>
                    </a:ext>
                  </a:extLst>
                </p:cNvPr>
                <p:cNvGrpSpPr/>
                <p:nvPr/>
              </p:nvGrpSpPr>
              <p:grpSpPr>
                <a:xfrm>
                  <a:off x="4616003" y="4389306"/>
                  <a:ext cx="101416" cy="146277"/>
                  <a:chOff x="4545844" y="3971199"/>
                  <a:chExt cx="101416" cy="146277"/>
                </a:xfrm>
              </p:grpSpPr>
              <p:grpSp>
                <p:nvGrpSpPr>
                  <p:cNvPr id="1065" name="그룹 1064">
                    <a:extLst>
                      <a:ext uri="{FF2B5EF4-FFF2-40B4-BE49-F238E27FC236}">
                        <a16:creationId xmlns:a16="http://schemas.microsoft.com/office/drawing/2014/main" id="{26F21359-250D-E91C-1C97-B3E924FDBC17}"/>
                      </a:ext>
                    </a:extLst>
                  </p:cNvPr>
                  <p:cNvGrpSpPr/>
                  <p:nvPr/>
                </p:nvGrpSpPr>
                <p:grpSpPr>
                  <a:xfrm>
                    <a:off x="4545844" y="3971199"/>
                    <a:ext cx="35826" cy="146277"/>
                    <a:chOff x="3250176" y="2637183"/>
                    <a:chExt cx="178824" cy="146277"/>
                  </a:xfrm>
                </p:grpSpPr>
                <p:grpSp>
                  <p:nvGrpSpPr>
                    <p:cNvPr id="1067" name="그룹 1066">
                      <a:extLst>
                        <a:ext uri="{FF2B5EF4-FFF2-40B4-BE49-F238E27FC236}">
                          <a16:creationId xmlns:a16="http://schemas.microsoft.com/office/drawing/2014/main" id="{746CB1B4-C70D-4163-01B1-10A29A7D821F}"/>
                        </a:ext>
                      </a:extLst>
                    </p:cNvPr>
                    <p:cNvGrpSpPr/>
                    <p:nvPr/>
                  </p:nvGrpSpPr>
                  <p:grpSpPr>
                    <a:xfrm>
                      <a:off x="3250176" y="2637183"/>
                      <a:ext cx="178824" cy="144000"/>
                      <a:chOff x="5453592" y="2641965"/>
                      <a:chExt cx="178824" cy="144000"/>
                    </a:xfrm>
                  </p:grpSpPr>
                  <p:cxnSp>
                    <p:nvCxnSpPr>
                      <p:cNvPr id="1069" name="직선 연결선 1068">
                        <a:extLst>
                          <a:ext uri="{FF2B5EF4-FFF2-40B4-BE49-F238E27FC236}">
                            <a16:creationId xmlns:a16="http://schemas.microsoft.com/office/drawing/2014/main" id="{BF48FF9E-3AE3-A7BE-344B-B498E232930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0" name="직선 연결선 1069">
                        <a:extLst>
                          <a:ext uri="{FF2B5EF4-FFF2-40B4-BE49-F238E27FC236}">
                            <a16:creationId xmlns:a16="http://schemas.microsoft.com/office/drawing/2014/main" id="{5919C3D6-D036-4B21-2DE7-43FD4F60845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8" name="직선 연결선 1067">
                      <a:extLst>
                        <a:ext uri="{FF2B5EF4-FFF2-40B4-BE49-F238E27FC236}">
                          <a16:creationId xmlns:a16="http://schemas.microsoft.com/office/drawing/2014/main" id="{4A90B224-F497-DCF6-0948-0DBE94285D9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6" name="직선 연결선 1065">
                    <a:extLst>
                      <a:ext uri="{FF2B5EF4-FFF2-40B4-BE49-F238E27FC236}">
                        <a16:creationId xmlns:a16="http://schemas.microsoft.com/office/drawing/2014/main" id="{2864BF77-407F-2DE6-B4D5-EDDFF1BB77A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59" name="그룹 1058">
                  <a:extLst>
                    <a:ext uri="{FF2B5EF4-FFF2-40B4-BE49-F238E27FC236}">
                      <a16:creationId xmlns:a16="http://schemas.microsoft.com/office/drawing/2014/main" id="{50B4EAFB-E073-CD56-DBC8-1984932FD285}"/>
                    </a:ext>
                  </a:extLst>
                </p:cNvPr>
                <p:cNvGrpSpPr/>
                <p:nvPr/>
              </p:nvGrpSpPr>
              <p:grpSpPr>
                <a:xfrm>
                  <a:off x="4722981" y="4391632"/>
                  <a:ext cx="72000" cy="146277"/>
                  <a:chOff x="3250176" y="2637183"/>
                  <a:chExt cx="179694" cy="146277"/>
                </a:xfrm>
              </p:grpSpPr>
              <p:grpSp>
                <p:nvGrpSpPr>
                  <p:cNvPr id="1061" name="그룹 1060">
                    <a:extLst>
                      <a:ext uri="{FF2B5EF4-FFF2-40B4-BE49-F238E27FC236}">
                        <a16:creationId xmlns:a16="http://schemas.microsoft.com/office/drawing/2014/main" id="{31DAAABB-9156-5FCB-D3E6-6186254F4252}"/>
                      </a:ext>
                    </a:extLst>
                  </p:cNvPr>
                  <p:cNvGrpSpPr/>
                  <p:nvPr/>
                </p:nvGrpSpPr>
                <p:grpSpPr>
                  <a:xfrm>
                    <a:off x="3250176" y="2637183"/>
                    <a:ext cx="178824" cy="144000"/>
                    <a:chOff x="5453592" y="2641965"/>
                    <a:chExt cx="178824" cy="144000"/>
                  </a:xfrm>
                </p:grpSpPr>
                <p:cxnSp>
                  <p:nvCxnSpPr>
                    <p:cNvPr id="1063" name="직선 연결선 1062">
                      <a:extLst>
                        <a:ext uri="{FF2B5EF4-FFF2-40B4-BE49-F238E27FC236}">
                          <a16:creationId xmlns:a16="http://schemas.microsoft.com/office/drawing/2014/main" id="{6AB2AB29-C61E-B2BB-8520-E05D5D03595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4" name="직선 연결선 1063">
                      <a:extLst>
                        <a:ext uri="{FF2B5EF4-FFF2-40B4-BE49-F238E27FC236}">
                          <a16:creationId xmlns:a16="http://schemas.microsoft.com/office/drawing/2014/main" id="{BB1C26D1-550E-94AE-DBFA-89AB9BAD1C3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2" name="직선 연결선 1061">
                    <a:extLst>
                      <a:ext uri="{FF2B5EF4-FFF2-40B4-BE49-F238E27FC236}">
                        <a16:creationId xmlns:a16="http://schemas.microsoft.com/office/drawing/2014/main" id="{1A647B07-50FC-E2E2-2424-494C3FBB75E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0" name="직선 연결선 1059">
                  <a:extLst>
                    <a:ext uri="{FF2B5EF4-FFF2-40B4-BE49-F238E27FC236}">
                      <a16:creationId xmlns:a16="http://schemas.microsoft.com/office/drawing/2014/main" id="{A05B12EC-A947-A2A3-9638-C96B89B468D7}"/>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8" name="그룹 1027">
                <a:extLst>
                  <a:ext uri="{FF2B5EF4-FFF2-40B4-BE49-F238E27FC236}">
                    <a16:creationId xmlns:a16="http://schemas.microsoft.com/office/drawing/2014/main" id="{B79751A2-2C84-3CA5-7118-18C5AC08B33A}"/>
                  </a:ext>
                </a:extLst>
              </p:cNvPr>
              <p:cNvGrpSpPr/>
              <p:nvPr/>
            </p:nvGrpSpPr>
            <p:grpSpPr>
              <a:xfrm>
                <a:off x="3177345" y="4385438"/>
                <a:ext cx="419075" cy="149984"/>
                <a:chOff x="4408576" y="4387925"/>
                <a:chExt cx="419075" cy="149984"/>
              </a:xfrm>
            </p:grpSpPr>
            <p:grpSp>
              <p:nvGrpSpPr>
                <p:cNvPr id="1029" name="그룹 1028">
                  <a:extLst>
                    <a:ext uri="{FF2B5EF4-FFF2-40B4-BE49-F238E27FC236}">
                      <a16:creationId xmlns:a16="http://schemas.microsoft.com/office/drawing/2014/main" id="{A37AB10F-8477-8CBE-D74E-F696160711DA}"/>
                    </a:ext>
                  </a:extLst>
                </p:cNvPr>
                <p:cNvGrpSpPr/>
                <p:nvPr/>
              </p:nvGrpSpPr>
              <p:grpSpPr>
                <a:xfrm>
                  <a:off x="4408576" y="4388533"/>
                  <a:ext cx="72000" cy="146277"/>
                  <a:chOff x="3250176" y="2637183"/>
                  <a:chExt cx="179694" cy="146277"/>
                </a:xfrm>
              </p:grpSpPr>
              <p:grpSp>
                <p:nvGrpSpPr>
                  <p:cNvPr id="1051" name="그룹 1050">
                    <a:extLst>
                      <a:ext uri="{FF2B5EF4-FFF2-40B4-BE49-F238E27FC236}">
                        <a16:creationId xmlns:a16="http://schemas.microsoft.com/office/drawing/2014/main" id="{282A54F1-E46B-EF50-0144-8416FE982786}"/>
                      </a:ext>
                    </a:extLst>
                  </p:cNvPr>
                  <p:cNvGrpSpPr/>
                  <p:nvPr/>
                </p:nvGrpSpPr>
                <p:grpSpPr>
                  <a:xfrm>
                    <a:off x="3250176" y="2637183"/>
                    <a:ext cx="178824" cy="144000"/>
                    <a:chOff x="5453592" y="2641965"/>
                    <a:chExt cx="178824" cy="144000"/>
                  </a:xfrm>
                </p:grpSpPr>
                <p:cxnSp>
                  <p:nvCxnSpPr>
                    <p:cNvPr id="1053" name="직선 연결선 1052">
                      <a:extLst>
                        <a:ext uri="{FF2B5EF4-FFF2-40B4-BE49-F238E27FC236}">
                          <a16:creationId xmlns:a16="http://schemas.microsoft.com/office/drawing/2014/main" id="{752618E3-BDB4-D16E-2E80-9794DC07C0D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4" name="직선 연결선 1053">
                      <a:extLst>
                        <a:ext uri="{FF2B5EF4-FFF2-40B4-BE49-F238E27FC236}">
                          <a16:creationId xmlns:a16="http://schemas.microsoft.com/office/drawing/2014/main" id="{0BE1AF93-6E20-DF44-141A-629070BFB57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52" name="직선 연결선 1051">
                    <a:extLst>
                      <a:ext uri="{FF2B5EF4-FFF2-40B4-BE49-F238E27FC236}">
                        <a16:creationId xmlns:a16="http://schemas.microsoft.com/office/drawing/2014/main" id="{96BF7498-70E7-35E2-BBA5-1ABAAA16FF4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30" name="직선 연결선 1029">
                  <a:extLst>
                    <a:ext uri="{FF2B5EF4-FFF2-40B4-BE49-F238E27FC236}">
                      <a16:creationId xmlns:a16="http://schemas.microsoft.com/office/drawing/2014/main" id="{F41FFF4B-CA06-8B60-07DB-A80FAF949292}"/>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1" name="그룹 1030">
                  <a:extLst>
                    <a:ext uri="{FF2B5EF4-FFF2-40B4-BE49-F238E27FC236}">
                      <a16:creationId xmlns:a16="http://schemas.microsoft.com/office/drawing/2014/main" id="{25F60B46-1604-5245-C80B-AFD2DFC1169D}"/>
                    </a:ext>
                  </a:extLst>
                </p:cNvPr>
                <p:cNvGrpSpPr/>
                <p:nvPr/>
              </p:nvGrpSpPr>
              <p:grpSpPr>
                <a:xfrm>
                  <a:off x="4515485" y="4387925"/>
                  <a:ext cx="101416" cy="146277"/>
                  <a:chOff x="4545844" y="3971199"/>
                  <a:chExt cx="101416" cy="146277"/>
                </a:xfrm>
              </p:grpSpPr>
              <p:grpSp>
                <p:nvGrpSpPr>
                  <p:cNvPr id="1045" name="그룹 1044">
                    <a:extLst>
                      <a:ext uri="{FF2B5EF4-FFF2-40B4-BE49-F238E27FC236}">
                        <a16:creationId xmlns:a16="http://schemas.microsoft.com/office/drawing/2014/main" id="{5EA5B491-30DE-AF05-FD61-E7615E1CF811}"/>
                      </a:ext>
                    </a:extLst>
                  </p:cNvPr>
                  <p:cNvGrpSpPr/>
                  <p:nvPr/>
                </p:nvGrpSpPr>
                <p:grpSpPr>
                  <a:xfrm>
                    <a:off x="4545844" y="3971199"/>
                    <a:ext cx="35826" cy="146277"/>
                    <a:chOff x="3250176" y="2637183"/>
                    <a:chExt cx="178824" cy="146277"/>
                  </a:xfrm>
                </p:grpSpPr>
                <p:grpSp>
                  <p:nvGrpSpPr>
                    <p:cNvPr id="1047" name="그룹 1046">
                      <a:extLst>
                        <a:ext uri="{FF2B5EF4-FFF2-40B4-BE49-F238E27FC236}">
                          <a16:creationId xmlns:a16="http://schemas.microsoft.com/office/drawing/2014/main" id="{2136C3CD-A8EA-2BD9-C387-00526B649DE9}"/>
                        </a:ext>
                      </a:extLst>
                    </p:cNvPr>
                    <p:cNvGrpSpPr/>
                    <p:nvPr/>
                  </p:nvGrpSpPr>
                  <p:grpSpPr>
                    <a:xfrm>
                      <a:off x="3250176" y="2637183"/>
                      <a:ext cx="178824" cy="144000"/>
                      <a:chOff x="5453592" y="2641965"/>
                      <a:chExt cx="178824" cy="144000"/>
                    </a:xfrm>
                  </p:grpSpPr>
                  <p:cxnSp>
                    <p:nvCxnSpPr>
                      <p:cNvPr id="1049" name="직선 연결선 1048">
                        <a:extLst>
                          <a:ext uri="{FF2B5EF4-FFF2-40B4-BE49-F238E27FC236}">
                            <a16:creationId xmlns:a16="http://schemas.microsoft.com/office/drawing/2014/main" id="{230FAA0B-6D0E-1759-0D06-266CD04344E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0" name="직선 연결선 1049">
                        <a:extLst>
                          <a:ext uri="{FF2B5EF4-FFF2-40B4-BE49-F238E27FC236}">
                            <a16:creationId xmlns:a16="http://schemas.microsoft.com/office/drawing/2014/main" id="{74B55B3A-77D7-6D89-7F48-44945833149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48" name="직선 연결선 1047">
                      <a:extLst>
                        <a:ext uri="{FF2B5EF4-FFF2-40B4-BE49-F238E27FC236}">
                          <a16:creationId xmlns:a16="http://schemas.microsoft.com/office/drawing/2014/main" id="{860637E7-6BE4-3093-48D7-A9D9DFD0E91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46" name="직선 연결선 1045">
                    <a:extLst>
                      <a:ext uri="{FF2B5EF4-FFF2-40B4-BE49-F238E27FC236}">
                        <a16:creationId xmlns:a16="http://schemas.microsoft.com/office/drawing/2014/main" id="{DC1A0134-DBEB-BE8E-9A42-1BA86D92211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2" name="그룹 1031">
                  <a:extLst>
                    <a:ext uri="{FF2B5EF4-FFF2-40B4-BE49-F238E27FC236}">
                      <a16:creationId xmlns:a16="http://schemas.microsoft.com/office/drawing/2014/main" id="{CB83F70C-9807-E78E-4FC1-6B1787EACD76}"/>
                    </a:ext>
                  </a:extLst>
                </p:cNvPr>
                <p:cNvGrpSpPr/>
                <p:nvPr/>
              </p:nvGrpSpPr>
              <p:grpSpPr>
                <a:xfrm>
                  <a:off x="4616003" y="4389306"/>
                  <a:ext cx="101416" cy="146277"/>
                  <a:chOff x="4545844" y="3971199"/>
                  <a:chExt cx="101416" cy="146277"/>
                </a:xfrm>
              </p:grpSpPr>
              <p:grpSp>
                <p:nvGrpSpPr>
                  <p:cNvPr id="1039" name="그룹 1038">
                    <a:extLst>
                      <a:ext uri="{FF2B5EF4-FFF2-40B4-BE49-F238E27FC236}">
                        <a16:creationId xmlns:a16="http://schemas.microsoft.com/office/drawing/2014/main" id="{5B556817-42D8-C96A-7C84-980215E3AD93}"/>
                      </a:ext>
                    </a:extLst>
                  </p:cNvPr>
                  <p:cNvGrpSpPr/>
                  <p:nvPr/>
                </p:nvGrpSpPr>
                <p:grpSpPr>
                  <a:xfrm>
                    <a:off x="4545844" y="3971199"/>
                    <a:ext cx="35826" cy="146277"/>
                    <a:chOff x="3250176" y="2637183"/>
                    <a:chExt cx="178824" cy="146277"/>
                  </a:xfrm>
                </p:grpSpPr>
                <p:grpSp>
                  <p:nvGrpSpPr>
                    <p:cNvPr id="1041" name="그룹 1040">
                      <a:extLst>
                        <a:ext uri="{FF2B5EF4-FFF2-40B4-BE49-F238E27FC236}">
                          <a16:creationId xmlns:a16="http://schemas.microsoft.com/office/drawing/2014/main" id="{4865C28E-9021-125C-DED6-2C567688E5A3}"/>
                        </a:ext>
                      </a:extLst>
                    </p:cNvPr>
                    <p:cNvGrpSpPr/>
                    <p:nvPr/>
                  </p:nvGrpSpPr>
                  <p:grpSpPr>
                    <a:xfrm>
                      <a:off x="3250176" y="2637183"/>
                      <a:ext cx="178824" cy="144000"/>
                      <a:chOff x="5453592" y="2641965"/>
                      <a:chExt cx="178824" cy="144000"/>
                    </a:xfrm>
                  </p:grpSpPr>
                  <p:cxnSp>
                    <p:nvCxnSpPr>
                      <p:cNvPr id="1043" name="직선 연결선 1042">
                        <a:extLst>
                          <a:ext uri="{FF2B5EF4-FFF2-40B4-BE49-F238E27FC236}">
                            <a16:creationId xmlns:a16="http://schemas.microsoft.com/office/drawing/2014/main" id="{E7958138-A9BE-33EC-B412-D3656C6FB3E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4" name="직선 연결선 1043">
                        <a:extLst>
                          <a:ext uri="{FF2B5EF4-FFF2-40B4-BE49-F238E27FC236}">
                            <a16:creationId xmlns:a16="http://schemas.microsoft.com/office/drawing/2014/main" id="{B5FAEDF2-18A8-4C58-B8AC-6B537452FC9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42" name="직선 연결선 1041">
                      <a:extLst>
                        <a:ext uri="{FF2B5EF4-FFF2-40B4-BE49-F238E27FC236}">
                          <a16:creationId xmlns:a16="http://schemas.microsoft.com/office/drawing/2014/main" id="{8C1DD717-AF6A-822C-11BE-3CB1CAB157C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40" name="직선 연결선 1039">
                    <a:extLst>
                      <a:ext uri="{FF2B5EF4-FFF2-40B4-BE49-F238E27FC236}">
                        <a16:creationId xmlns:a16="http://schemas.microsoft.com/office/drawing/2014/main" id="{35F4C3B3-C060-7A5B-AED8-72ADA91D82D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3" name="그룹 1032">
                  <a:extLst>
                    <a:ext uri="{FF2B5EF4-FFF2-40B4-BE49-F238E27FC236}">
                      <a16:creationId xmlns:a16="http://schemas.microsoft.com/office/drawing/2014/main" id="{68F0B42F-22A8-7E4B-1F93-04D55E5B8197}"/>
                    </a:ext>
                  </a:extLst>
                </p:cNvPr>
                <p:cNvGrpSpPr/>
                <p:nvPr/>
              </p:nvGrpSpPr>
              <p:grpSpPr>
                <a:xfrm>
                  <a:off x="4722981" y="4391632"/>
                  <a:ext cx="72000" cy="146277"/>
                  <a:chOff x="3250176" y="2637183"/>
                  <a:chExt cx="179694" cy="146277"/>
                </a:xfrm>
              </p:grpSpPr>
              <p:grpSp>
                <p:nvGrpSpPr>
                  <p:cNvPr id="1035" name="그룹 1034">
                    <a:extLst>
                      <a:ext uri="{FF2B5EF4-FFF2-40B4-BE49-F238E27FC236}">
                        <a16:creationId xmlns:a16="http://schemas.microsoft.com/office/drawing/2014/main" id="{B9D2E402-4188-001F-BBBE-6733063FE553}"/>
                      </a:ext>
                    </a:extLst>
                  </p:cNvPr>
                  <p:cNvGrpSpPr/>
                  <p:nvPr/>
                </p:nvGrpSpPr>
                <p:grpSpPr>
                  <a:xfrm>
                    <a:off x="3250176" y="2637183"/>
                    <a:ext cx="178824" cy="144000"/>
                    <a:chOff x="5453592" y="2641965"/>
                    <a:chExt cx="178824" cy="144000"/>
                  </a:xfrm>
                </p:grpSpPr>
                <p:cxnSp>
                  <p:nvCxnSpPr>
                    <p:cNvPr id="1037" name="직선 연결선 1036">
                      <a:extLst>
                        <a:ext uri="{FF2B5EF4-FFF2-40B4-BE49-F238E27FC236}">
                          <a16:creationId xmlns:a16="http://schemas.microsoft.com/office/drawing/2014/main" id="{3205A4FF-D556-78F5-841A-2AA96AA9D9A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8" name="직선 연결선 1037">
                      <a:extLst>
                        <a:ext uri="{FF2B5EF4-FFF2-40B4-BE49-F238E27FC236}">
                          <a16:creationId xmlns:a16="http://schemas.microsoft.com/office/drawing/2014/main" id="{2AC670AE-CBBB-C679-8653-7A9E1E0D79C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36" name="직선 연결선 1035">
                    <a:extLst>
                      <a:ext uri="{FF2B5EF4-FFF2-40B4-BE49-F238E27FC236}">
                        <a16:creationId xmlns:a16="http://schemas.microsoft.com/office/drawing/2014/main" id="{03398053-EC1F-4FE0-25C2-DE78CB99B79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34" name="직선 연결선 1033">
                  <a:extLst>
                    <a:ext uri="{FF2B5EF4-FFF2-40B4-BE49-F238E27FC236}">
                      <a16:creationId xmlns:a16="http://schemas.microsoft.com/office/drawing/2014/main" id="{8A40848D-EEB5-F879-C58E-EAFF6889C619}"/>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107" name="직선 연결선 1106">
              <a:extLst>
                <a:ext uri="{FF2B5EF4-FFF2-40B4-BE49-F238E27FC236}">
                  <a16:creationId xmlns:a16="http://schemas.microsoft.com/office/drawing/2014/main" id="{6A28A87D-95BC-C14C-0682-54805C41F3C5}"/>
                </a:ext>
              </a:extLst>
            </p:cNvPr>
            <p:cNvCxnSpPr>
              <a:cxnSpLocks/>
            </p:cNvCxnSpPr>
            <p:nvPr/>
          </p:nvCxnSpPr>
          <p:spPr>
            <a:xfrm flipV="1">
              <a:off x="3789160" y="4549925"/>
              <a:ext cx="7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10" name="그룹 1109">
              <a:extLst>
                <a:ext uri="{FF2B5EF4-FFF2-40B4-BE49-F238E27FC236}">
                  <a16:creationId xmlns:a16="http://schemas.microsoft.com/office/drawing/2014/main" id="{D2A0EC81-D086-101F-CF3B-0F3313188745}"/>
                </a:ext>
              </a:extLst>
            </p:cNvPr>
            <p:cNvGrpSpPr/>
            <p:nvPr/>
          </p:nvGrpSpPr>
          <p:grpSpPr>
            <a:xfrm>
              <a:off x="2816565" y="4163444"/>
              <a:ext cx="843703" cy="150569"/>
              <a:chOff x="2752717" y="4385438"/>
              <a:chExt cx="843703" cy="150569"/>
            </a:xfrm>
          </p:grpSpPr>
          <p:grpSp>
            <p:nvGrpSpPr>
              <p:cNvPr id="1111" name="그룹 1110">
                <a:extLst>
                  <a:ext uri="{FF2B5EF4-FFF2-40B4-BE49-F238E27FC236}">
                    <a16:creationId xmlns:a16="http://schemas.microsoft.com/office/drawing/2014/main" id="{4A3F96E8-6284-9F14-AD0F-538B9D8FDC9D}"/>
                  </a:ext>
                </a:extLst>
              </p:cNvPr>
              <p:cNvGrpSpPr/>
              <p:nvPr/>
            </p:nvGrpSpPr>
            <p:grpSpPr>
              <a:xfrm>
                <a:off x="2752717" y="4386023"/>
                <a:ext cx="419075" cy="149984"/>
                <a:chOff x="4408576" y="4387925"/>
                <a:chExt cx="419075" cy="149984"/>
              </a:xfrm>
            </p:grpSpPr>
            <p:grpSp>
              <p:nvGrpSpPr>
                <p:cNvPr id="1139" name="그룹 1138">
                  <a:extLst>
                    <a:ext uri="{FF2B5EF4-FFF2-40B4-BE49-F238E27FC236}">
                      <a16:creationId xmlns:a16="http://schemas.microsoft.com/office/drawing/2014/main" id="{39EB8ED2-F871-665A-A269-E1B1DB5E981E}"/>
                    </a:ext>
                  </a:extLst>
                </p:cNvPr>
                <p:cNvGrpSpPr/>
                <p:nvPr/>
              </p:nvGrpSpPr>
              <p:grpSpPr>
                <a:xfrm>
                  <a:off x="4408576" y="4388533"/>
                  <a:ext cx="72000" cy="146277"/>
                  <a:chOff x="3250176" y="2637183"/>
                  <a:chExt cx="179694" cy="146277"/>
                </a:xfrm>
              </p:grpSpPr>
              <p:grpSp>
                <p:nvGrpSpPr>
                  <p:cNvPr id="1161" name="그룹 1160">
                    <a:extLst>
                      <a:ext uri="{FF2B5EF4-FFF2-40B4-BE49-F238E27FC236}">
                        <a16:creationId xmlns:a16="http://schemas.microsoft.com/office/drawing/2014/main" id="{DB46CDB7-79C6-BBB3-FAA4-A21748B541AA}"/>
                      </a:ext>
                    </a:extLst>
                  </p:cNvPr>
                  <p:cNvGrpSpPr/>
                  <p:nvPr/>
                </p:nvGrpSpPr>
                <p:grpSpPr>
                  <a:xfrm>
                    <a:off x="3250176" y="2637183"/>
                    <a:ext cx="178824" cy="144000"/>
                    <a:chOff x="5453592" y="2641965"/>
                    <a:chExt cx="178824" cy="144000"/>
                  </a:xfrm>
                </p:grpSpPr>
                <p:cxnSp>
                  <p:nvCxnSpPr>
                    <p:cNvPr id="1163" name="직선 연결선 1162">
                      <a:extLst>
                        <a:ext uri="{FF2B5EF4-FFF2-40B4-BE49-F238E27FC236}">
                          <a16:creationId xmlns:a16="http://schemas.microsoft.com/office/drawing/2014/main" id="{83E11918-4AED-865C-8FCD-CA78D1F0E04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4" name="직선 연결선 1163">
                      <a:extLst>
                        <a:ext uri="{FF2B5EF4-FFF2-40B4-BE49-F238E27FC236}">
                          <a16:creationId xmlns:a16="http://schemas.microsoft.com/office/drawing/2014/main" id="{D4F06E82-2E83-5B0A-F945-4EB0CF2EF9C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62" name="직선 연결선 1161">
                    <a:extLst>
                      <a:ext uri="{FF2B5EF4-FFF2-40B4-BE49-F238E27FC236}">
                        <a16:creationId xmlns:a16="http://schemas.microsoft.com/office/drawing/2014/main" id="{78FA2FFE-F2C1-C482-7F5E-66FD86C5E9C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0" name="직선 연결선 1139">
                  <a:extLst>
                    <a:ext uri="{FF2B5EF4-FFF2-40B4-BE49-F238E27FC236}">
                      <a16:creationId xmlns:a16="http://schemas.microsoft.com/office/drawing/2014/main" id="{CE2A070F-B806-477F-0E8C-A526340DC85F}"/>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41" name="그룹 1140">
                  <a:extLst>
                    <a:ext uri="{FF2B5EF4-FFF2-40B4-BE49-F238E27FC236}">
                      <a16:creationId xmlns:a16="http://schemas.microsoft.com/office/drawing/2014/main" id="{A4881C24-C9DF-ED15-1255-2EA6273EB192}"/>
                    </a:ext>
                  </a:extLst>
                </p:cNvPr>
                <p:cNvGrpSpPr/>
                <p:nvPr/>
              </p:nvGrpSpPr>
              <p:grpSpPr>
                <a:xfrm>
                  <a:off x="4515485" y="4387925"/>
                  <a:ext cx="101416" cy="146277"/>
                  <a:chOff x="4545844" y="3971199"/>
                  <a:chExt cx="101416" cy="146277"/>
                </a:xfrm>
              </p:grpSpPr>
              <p:grpSp>
                <p:nvGrpSpPr>
                  <p:cNvPr id="1155" name="그룹 1154">
                    <a:extLst>
                      <a:ext uri="{FF2B5EF4-FFF2-40B4-BE49-F238E27FC236}">
                        <a16:creationId xmlns:a16="http://schemas.microsoft.com/office/drawing/2014/main" id="{D4359C2F-DC7F-50D6-74CB-77A219EF89F0}"/>
                      </a:ext>
                    </a:extLst>
                  </p:cNvPr>
                  <p:cNvGrpSpPr/>
                  <p:nvPr/>
                </p:nvGrpSpPr>
                <p:grpSpPr>
                  <a:xfrm>
                    <a:off x="4545844" y="3971199"/>
                    <a:ext cx="35826" cy="146277"/>
                    <a:chOff x="3250176" y="2637183"/>
                    <a:chExt cx="178824" cy="146277"/>
                  </a:xfrm>
                </p:grpSpPr>
                <p:grpSp>
                  <p:nvGrpSpPr>
                    <p:cNvPr id="1157" name="그룹 1156">
                      <a:extLst>
                        <a:ext uri="{FF2B5EF4-FFF2-40B4-BE49-F238E27FC236}">
                          <a16:creationId xmlns:a16="http://schemas.microsoft.com/office/drawing/2014/main" id="{10BF1F4F-5FF0-4081-ED62-EBF587B73D2E}"/>
                        </a:ext>
                      </a:extLst>
                    </p:cNvPr>
                    <p:cNvGrpSpPr/>
                    <p:nvPr/>
                  </p:nvGrpSpPr>
                  <p:grpSpPr>
                    <a:xfrm>
                      <a:off x="3250176" y="2637183"/>
                      <a:ext cx="178824" cy="144000"/>
                      <a:chOff x="5453592" y="2641965"/>
                      <a:chExt cx="178824" cy="144000"/>
                    </a:xfrm>
                  </p:grpSpPr>
                  <p:cxnSp>
                    <p:nvCxnSpPr>
                      <p:cNvPr id="1159" name="직선 연결선 1158">
                        <a:extLst>
                          <a:ext uri="{FF2B5EF4-FFF2-40B4-BE49-F238E27FC236}">
                            <a16:creationId xmlns:a16="http://schemas.microsoft.com/office/drawing/2014/main" id="{3B83B634-A921-11D7-BD40-5B540BB0CCB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0" name="직선 연결선 1159">
                        <a:extLst>
                          <a:ext uri="{FF2B5EF4-FFF2-40B4-BE49-F238E27FC236}">
                            <a16:creationId xmlns:a16="http://schemas.microsoft.com/office/drawing/2014/main" id="{76FDADC4-0CF4-2A17-D798-D8D67301914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8" name="직선 연결선 1157">
                      <a:extLst>
                        <a:ext uri="{FF2B5EF4-FFF2-40B4-BE49-F238E27FC236}">
                          <a16:creationId xmlns:a16="http://schemas.microsoft.com/office/drawing/2014/main" id="{CBE1A283-D41F-8E7F-96C5-3AF0082628D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6" name="직선 연결선 1155">
                    <a:extLst>
                      <a:ext uri="{FF2B5EF4-FFF2-40B4-BE49-F238E27FC236}">
                        <a16:creationId xmlns:a16="http://schemas.microsoft.com/office/drawing/2014/main" id="{B3A061DA-1751-CB2D-A453-15E961E7E91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42" name="그룹 1141">
                  <a:extLst>
                    <a:ext uri="{FF2B5EF4-FFF2-40B4-BE49-F238E27FC236}">
                      <a16:creationId xmlns:a16="http://schemas.microsoft.com/office/drawing/2014/main" id="{231A4A75-C27E-8BB2-D30C-C98B97EE48E6}"/>
                    </a:ext>
                  </a:extLst>
                </p:cNvPr>
                <p:cNvGrpSpPr/>
                <p:nvPr/>
              </p:nvGrpSpPr>
              <p:grpSpPr>
                <a:xfrm>
                  <a:off x="4616003" y="4389306"/>
                  <a:ext cx="101416" cy="146277"/>
                  <a:chOff x="4545844" y="3971199"/>
                  <a:chExt cx="101416" cy="146277"/>
                </a:xfrm>
              </p:grpSpPr>
              <p:grpSp>
                <p:nvGrpSpPr>
                  <p:cNvPr id="1149" name="그룹 1148">
                    <a:extLst>
                      <a:ext uri="{FF2B5EF4-FFF2-40B4-BE49-F238E27FC236}">
                        <a16:creationId xmlns:a16="http://schemas.microsoft.com/office/drawing/2014/main" id="{9E914FCD-7E2E-47BE-014E-D7CB1EA2FCC3}"/>
                      </a:ext>
                    </a:extLst>
                  </p:cNvPr>
                  <p:cNvGrpSpPr/>
                  <p:nvPr/>
                </p:nvGrpSpPr>
                <p:grpSpPr>
                  <a:xfrm>
                    <a:off x="4545844" y="3971199"/>
                    <a:ext cx="35826" cy="146277"/>
                    <a:chOff x="3250176" y="2637183"/>
                    <a:chExt cx="178824" cy="146277"/>
                  </a:xfrm>
                </p:grpSpPr>
                <p:grpSp>
                  <p:nvGrpSpPr>
                    <p:cNvPr id="1151" name="그룹 1150">
                      <a:extLst>
                        <a:ext uri="{FF2B5EF4-FFF2-40B4-BE49-F238E27FC236}">
                          <a16:creationId xmlns:a16="http://schemas.microsoft.com/office/drawing/2014/main" id="{FF584797-F8AD-01D5-57AC-F2BA538A05F4}"/>
                        </a:ext>
                      </a:extLst>
                    </p:cNvPr>
                    <p:cNvGrpSpPr/>
                    <p:nvPr/>
                  </p:nvGrpSpPr>
                  <p:grpSpPr>
                    <a:xfrm>
                      <a:off x="3250176" y="2637183"/>
                      <a:ext cx="178824" cy="144000"/>
                      <a:chOff x="5453592" y="2641965"/>
                      <a:chExt cx="178824" cy="144000"/>
                    </a:xfrm>
                  </p:grpSpPr>
                  <p:cxnSp>
                    <p:nvCxnSpPr>
                      <p:cNvPr id="1153" name="직선 연결선 1152">
                        <a:extLst>
                          <a:ext uri="{FF2B5EF4-FFF2-40B4-BE49-F238E27FC236}">
                            <a16:creationId xmlns:a16="http://schemas.microsoft.com/office/drawing/2014/main" id="{E7CEC647-30D2-3D25-A5F2-808980C39D8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4" name="직선 연결선 1153">
                        <a:extLst>
                          <a:ext uri="{FF2B5EF4-FFF2-40B4-BE49-F238E27FC236}">
                            <a16:creationId xmlns:a16="http://schemas.microsoft.com/office/drawing/2014/main" id="{5300FA9B-4F0E-282E-5698-E301EDFA997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2" name="직선 연결선 1151">
                      <a:extLst>
                        <a:ext uri="{FF2B5EF4-FFF2-40B4-BE49-F238E27FC236}">
                          <a16:creationId xmlns:a16="http://schemas.microsoft.com/office/drawing/2014/main" id="{2EA75D62-125E-6A7B-4C69-5C80E108DF4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0" name="직선 연결선 1149">
                    <a:extLst>
                      <a:ext uri="{FF2B5EF4-FFF2-40B4-BE49-F238E27FC236}">
                        <a16:creationId xmlns:a16="http://schemas.microsoft.com/office/drawing/2014/main" id="{302A0CE1-2922-4F02-B5E4-12D44816E03C}"/>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43" name="그룹 1142">
                  <a:extLst>
                    <a:ext uri="{FF2B5EF4-FFF2-40B4-BE49-F238E27FC236}">
                      <a16:creationId xmlns:a16="http://schemas.microsoft.com/office/drawing/2014/main" id="{7A82AC76-6348-2D79-9AD2-3AA083AC03FD}"/>
                    </a:ext>
                  </a:extLst>
                </p:cNvPr>
                <p:cNvGrpSpPr/>
                <p:nvPr/>
              </p:nvGrpSpPr>
              <p:grpSpPr>
                <a:xfrm>
                  <a:off x="4722981" y="4391632"/>
                  <a:ext cx="72000" cy="146277"/>
                  <a:chOff x="3250176" y="2637183"/>
                  <a:chExt cx="179694" cy="146277"/>
                </a:xfrm>
              </p:grpSpPr>
              <p:grpSp>
                <p:nvGrpSpPr>
                  <p:cNvPr id="1145" name="그룹 1144">
                    <a:extLst>
                      <a:ext uri="{FF2B5EF4-FFF2-40B4-BE49-F238E27FC236}">
                        <a16:creationId xmlns:a16="http://schemas.microsoft.com/office/drawing/2014/main" id="{C18D4145-3746-B9E2-31A2-8EB27B54A662}"/>
                      </a:ext>
                    </a:extLst>
                  </p:cNvPr>
                  <p:cNvGrpSpPr/>
                  <p:nvPr/>
                </p:nvGrpSpPr>
                <p:grpSpPr>
                  <a:xfrm>
                    <a:off x="3250176" y="2637183"/>
                    <a:ext cx="178824" cy="144000"/>
                    <a:chOff x="5453592" y="2641965"/>
                    <a:chExt cx="178824" cy="144000"/>
                  </a:xfrm>
                </p:grpSpPr>
                <p:cxnSp>
                  <p:nvCxnSpPr>
                    <p:cNvPr id="1147" name="직선 연결선 1146">
                      <a:extLst>
                        <a:ext uri="{FF2B5EF4-FFF2-40B4-BE49-F238E27FC236}">
                          <a16:creationId xmlns:a16="http://schemas.microsoft.com/office/drawing/2014/main" id="{F502F327-5D34-E564-8D06-199F4AB4FE2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8" name="직선 연결선 1147">
                      <a:extLst>
                        <a:ext uri="{FF2B5EF4-FFF2-40B4-BE49-F238E27FC236}">
                          <a16:creationId xmlns:a16="http://schemas.microsoft.com/office/drawing/2014/main" id="{A4F9053F-D40A-49B7-3D70-C4E565D8C77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6" name="직선 연결선 1145">
                    <a:extLst>
                      <a:ext uri="{FF2B5EF4-FFF2-40B4-BE49-F238E27FC236}">
                        <a16:creationId xmlns:a16="http://schemas.microsoft.com/office/drawing/2014/main" id="{D8B28C94-54CE-4147-63FE-DC85AFAF787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4" name="직선 연결선 1143">
                  <a:extLst>
                    <a:ext uri="{FF2B5EF4-FFF2-40B4-BE49-F238E27FC236}">
                      <a16:creationId xmlns:a16="http://schemas.microsoft.com/office/drawing/2014/main" id="{E52DE7C9-EA32-739F-5C17-F566C64FACC7}"/>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12" name="그룹 1111">
                <a:extLst>
                  <a:ext uri="{FF2B5EF4-FFF2-40B4-BE49-F238E27FC236}">
                    <a16:creationId xmlns:a16="http://schemas.microsoft.com/office/drawing/2014/main" id="{54272B94-64AD-E9FE-94C7-31C57103222F}"/>
                  </a:ext>
                </a:extLst>
              </p:cNvPr>
              <p:cNvGrpSpPr/>
              <p:nvPr/>
            </p:nvGrpSpPr>
            <p:grpSpPr>
              <a:xfrm>
                <a:off x="3177345" y="4385438"/>
                <a:ext cx="419075" cy="149984"/>
                <a:chOff x="4408576" y="4387925"/>
                <a:chExt cx="419075" cy="149984"/>
              </a:xfrm>
            </p:grpSpPr>
            <p:grpSp>
              <p:nvGrpSpPr>
                <p:cNvPr id="1113" name="그룹 1112">
                  <a:extLst>
                    <a:ext uri="{FF2B5EF4-FFF2-40B4-BE49-F238E27FC236}">
                      <a16:creationId xmlns:a16="http://schemas.microsoft.com/office/drawing/2014/main" id="{D06DCB88-80FF-9182-5CA5-674C999E6A8D}"/>
                    </a:ext>
                  </a:extLst>
                </p:cNvPr>
                <p:cNvGrpSpPr/>
                <p:nvPr/>
              </p:nvGrpSpPr>
              <p:grpSpPr>
                <a:xfrm>
                  <a:off x="4408576" y="4388533"/>
                  <a:ext cx="72000" cy="146277"/>
                  <a:chOff x="3250176" y="2637183"/>
                  <a:chExt cx="179694" cy="146277"/>
                </a:xfrm>
              </p:grpSpPr>
              <p:grpSp>
                <p:nvGrpSpPr>
                  <p:cNvPr id="1135" name="그룹 1134">
                    <a:extLst>
                      <a:ext uri="{FF2B5EF4-FFF2-40B4-BE49-F238E27FC236}">
                        <a16:creationId xmlns:a16="http://schemas.microsoft.com/office/drawing/2014/main" id="{38ECDA14-AB6A-332F-FF62-BBA4EFD60A02}"/>
                      </a:ext>
                    </a:extLst>
                  </p:cNvPr>
                  <p:cNvGrpSpPr/>
                  <p:nvPr/>
                </p:nvGrpSpPr>
                <p:grpSpPr>
                  <a:xfrm>
                    <a:off x="3250176" y="2637183"/>
                    <a:ext cx="178824" cy="144000"/>
                    <a:chOff x="5453592" y="2641965"/>
                    <a:chExt cx="178824" cy="144000"/>
                  </a:xfrm>
                </p:grpSpPr>
                <p:cxnSp>
                  <p:nvCxnSpPr>
                    <p:cNvPr id="1137" name="직선 연결선 1136">
                      <a:extLst>
                        <a:ext uri="{FF2B5EF4-FFF2-40B4-BE49-F238E27FC236}">
                          <a16:creationId xmlns:a16="http://schemas.microsoft.com/office/drawing/2014/main" id="{4942D6FA-DD7B-526B-A168-7441669DC2A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8" name="직선 연결선 1137">
                      <a:extLst>
                        <a:ext uri="{FF2B5EF4-FFF2-40B4-BE49-F238E27FC236}">
                          <a16:creationId xmlns:a16="http://schemas.microsoft.com/office/drawing/2014/main" id="{EF35FB34-2F55-2684-8AE1-A880060FEC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36" name="직선 연결선 1135">
                    <a:extLst>
                      <a:ext uri="{FF2B5EF4-FFF2-40B4-BE49-F238E27FC236}">
                        <a16:creationId xmlns:a16="http://schemas.microsoft.com/office/drawing/2014/main" id="{4549F4B4-144B-82CA-18F0-C0E3121F66E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14" name="직선 연결선 1113">
                  <a:extLst>
                    <a:ext uri="{FF2B5EF4-FFF2-40B4-BE49-F238E27FC236}">
                      <a16:creationId xmlns:a16="http://schemas.microsoft.com/office/drawing/2014/main" id="{73B10264-AF97-8107-F537-7ECBC3D81FD6}"/>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15" name="그룹 1114">
                  <a:extLst>
                    <a:ext uri="{FF2B5EF4-FFF2-40B4-BE49-F238E27FC236}">
                      <a16:creationId xmlns:a16="http://schemas.microsoft.com/office/drawing/2014/main" id="{D302BDCB-8314-9572-51E5-DD390B4C5A21}"/>
                    </a:ext>
                  </a:extLst>
                </p:cNvPr>
                <p:cNvGrpSpPr/>
                <p:nvPr/>
              </p:nvGrpSpPr>
              <p:grpSpPr>
                <a:xfrm>
                  <a:off x="4515485" y="4387925"/>
                  <a:ext cx="101416" cy="146277"/>
                  <a:chOff x="4545844" y="3971199"/>
                  <a:chExt cx="101416" cy="146277"/>
                </a:xfrm>
              </p:grpSpPr>
              <p:grpSp>
                <p:nvGrpSpPr>
                  <p:cNvPr id="1129" name="그룹 1128">
                    <a:extLst>
                      <a:ext uri="{FF2B5EF4-FFF2-40B4-BE49-F238E27FC236}">
                        <a16:creationId xmlns:a16="http://schemas.microsoft.com/office/drawing/2014/main" id="{A1359098-354D-6105-3E29-627EBA50C648}"/>
                      </a:ext>
                    </a:extLst>
                  </p:cNvPr>
                  <p:cNvGrpSpPr/>
                  <p:nvPr/>
                </p:nvGrpSpPr>
                <p:grpSpPr>
                  <a:xfrm>
                    <a:off x="4545844" y="3971199"/>
                    <a:ext cx="35826" cy="146277"/>
                    <a:chOff x="3250176" y="2637183"/>
                    <a:chExt cx="178824" cy="146277"/>
                  </a:xfrm>
                </p:grpSpPr>
                <p:grpSp>
                  <p:nvGrpSpPr>
                    <p:cNvPr id="1131" name="그룹 1130">
                      <a:extLst>
                        <a:ext uri="{FF2B5EF4-FFF2-40B4-BE49-F238E27FC236}">
                          <a16:creationId xmlns:a16="http://schemas.microsoft.com/office/drawing/2014/main" id="{BBB54C3D-12B0-0274-6E18-6B94069575CE}"/>
                        </a:ext>
                      </a:extLst>
                    </p:cNvPr>
                    <p:cNvGrpSpPr/>
                    <p:nvPr/>
                  </p:nvGrpSpPr>
                  <p:grpSpPr>
                    <a:xfrm>
                      <a:off x="3250176" y="2637183"/>
                      <a:ext cx="178824" cy="144000"/>
                      <a:chOff x="5453592" y="2641965"/>
                      <a:chExt cx="178824" cy="144000"/>
                    </a:xfrm>
                  </p:grpSpPr>
                  <p:cxnSp>
                    <p:nvCxnSpPr>
                      <p:cNvPr id="1133" name="직선 연결선 1132">
                        <a:extLst>
                          <a:ext uri="{FF2B5EF4-FFF2-40B4-BE49-F238E27FC236}">
                            <a16:creationId xmlns:a16="http://schemas.microsoft.com/office/drawing/2014/main" id="{01AD5DF4-E21B-1397-AE48-4FD951805E8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4" name="직선 연결선 1133">
                        <a:extLst>
                          <a:ext uri="{FF2B5EF4-FFF2-40B4-BE49-F238E27FC236}">
                            <a16:creationId xmlns:a16="http://schemas.microsoft.com/office/drawing/2014/main" id="{A6E11000-D404-9EC8-33B8-4D53C14FC54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32" name="직선 연결선 1131">
                      <a:extLst>
                        <a:ext uri="{FF2B5EF4-FFF2-40B4-BE49-F238E27FC236}">
                          <a16:creationId xmlns:a16="http://schemas.microsoft.com/office/drawing/2014/main" id="{D9A1485E-E611-3853-17A1-CA21C1509C6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30" name="직선 연결선 1129">
                    <a:extLst>
                      <a:ext uri="{FF2B5EF4-FFF2-40B4-BE49-F238E27FC236}">
                        <a16:creationId xmlns:a16="http://schemas.microsoft.com/office/drawing/2014/main" id="{CF34593E-A40F-D47C-6A2A-9BC3D63076AF}"/>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16" name="그룹 1115">
                  <a:extLst>
                    <a:ext uri="{FF2B5EF4-FFF2-40B4-BE49-F238E27FC236}">
                      <a16:creationId xmlns:a16="http://schemas.microsoft.com/office/drawing/2014/main" id="{4660CEB7-6B1A-7953-6C97-10CF2F025908}"/>
                    </a:ext>
                  </a:extLst>
                </p:cNvPr>
                <p:cNvGrpSpPr/>
                <p:nvPr/>
              </p:nvGrpSpPr>
              <p:grpSpPr>
                <a:xfrm>
                  <a:off x="4616003" y="4389306"/>
                  <a:ext cx="101416" cy="146277"/>
                  <a:chOff x="4545844" y="3971199"/>
                  <a:chExt cx="101416" cy="146277"/>
                </a:xfrm>
              </p:grpSpPr>
              <p:grpSp>
                <p:nvGrpSpPr>
                  <p:cNvPr id="1123" name="그룹 1122">
                    <a:extLst>
                      <a:ext uri="{FF2B5EF4-FFF2-40B4-BE49-F238E27FC236}">
                        <a16:creationId xmlns:a16="http://schemas.microsoft.com/office/drawing/2014/main" id="{85670FF8-1B8D-50C2-0891-6024E052EDD2}"/>
                      </a:ext>
                    </a:extLst>
                  </p:cNvPr>
                  <p:cNvGrpSpPr/>
                  <p:nvPr/>
                </p:nvGrpSpPr>
                <p:grpSpPr>
                  <a:xfrm>
                    <a:off x="4545844" y="3971199"/>
                    <a:ext cx="35826" cy="146277"/>
                    <a:chOff x="3250176" y="2637183"/>
                    <a:chExt cx="178824" cy="146277"/>
                  </a:xfrm>
                </p:grpSpPr>
                <p:grpSp>
                  <p:nvGrpSpPr>
                    <p:cNvPr id="1125" name="그룹 1124">
                      <a:extLst>
                        <a:ext uri="{FF2B5EF4-FFF2-40B4-BE49-F238E27FC236}">
                          <a16:creationId xmlns:a16="http://schemas.microsoft.com/office/drawing/2014/main" id="{2B6CE5ED-6000-98EA-B703-20DF7D383EAB}"/>
                        </a:ext>
                      </a:extLst>
                    </p:cNvPr>
                    <p:cNvGrpSpPr/>
                    <p:nvPr/>
                  </p:nvGrpSpPr>
                  <p:grpSpPr>
                    <a:xfrm>
                      <a:off x="3250176" y="2637183"/>
                      <a:ext cx="178824" cy="144000"/>
                      <a:chOff x="5453592" y="2641965"/>
                      <a:chExt cx="178824" cy="144000"/>
                    </a:xfrm>
                  </p:grpSpPr>
                  <p:cxnSp>
                    <p:nvCxnSpPr>
                      <p:cNvPr id="1127" name="직선 연결선 1126">
                        <a:extLst>
                          <a:ext uri="{FF2B5EF4-FFF2-40B4-BE49-F238E27FC236}">
                            <a16:creationId xmlns:a16="http://schemas.microsoft.com/office/drawing/2014/main" id="{AC4E8B9D-1205-9E75-4907-8AD851A76F7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8" name="직선 연결선 1127">
                        <a:extLst>
                          <a:ext uri="{FF2B5EF4-FFF2-40B4-BE49-F238E27FC236}">
                            <a16:creationId xmlns:a16="http://schemas.microsoft.com/office/drawing/2014/main" id="{53488648-0D54-2485-67D0-978BC14DC3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6" name="직선 연결선 1125">
                      <a:extLst>
                        <a:ext uri="{FF2B5EF4-FFF2-40B4-BE49-F238E27FC236}">
                          <a16:creationId xmlns:a16="http://schemas.microsoft.com/office/drawing/2014/main" id="{91F64217-0C9D-3513-BED3-FA9CC2A67D8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4" name="직선 연결선 1123">
                    <a:extLst>
                      <a:ext uri="{FF2B5EF4-FFF2-40B4-BE49-F238E27FC236}">
                        <a16:creationId xmlns:a16="http://schemas.microsoft.com/office/drawing/2014/main" id="{91950001-40D7-D894-7840-5559434F5D6A}"/>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17" name="그룹 1116">
                  <a:extLst>
                    <a:ext uri="{FF2B5EF4-FFF2-40B4-BE49-F238E27FC236}">
                      <a16:creationId xmlns:a16="http://schemas.microsoft.com/office/drawing/2014/main" id="{DC628808-CBF5-0B69-1954-93E755326DFF}"/>
                    </a:ext>
                  </a:extLst>
                </p:cNvPr>
                <p:cNvGrpSpPr/>
                <p:nvPr/>
              </p:nvGrpSpPr>
              <p:grpSpPr>
                <a:xfrm>
                  <a:off x="4722981" y="4391632"/>
                  <a:ext cx="72000" cy="146277"/>
                  <a:chOff x="3250176" y="2637183"/>
                  <a:chExt cx="179694" cy="146277"/>
                </a:xfrm>
              </p:grpSpPr>
              <p:grpSp>
                <p:nvGrpSpPr>
                  <p:cNvPr id="1119" name="그룹 1118">
                    <a:extLst>
                      <a:ext uri="{FF2B5EF4-FFF2-40B4-BE49-F238E27FC236}">
                        <a16:creationId xmlns:a16="http://schemas.microsoft.com/office/drawing/2014/main" id="{CB90796C-27B6-2DD6-2DC1-CC74647044D2}"/>
                      </a:ext>
                    </a:extLst>
                  </p:cNvPr>
                  <p:cNvGrpSpPr/>
                  <p:nvPr/>
                </p:nvGrpSpPr>
                <p:grpSpPr>
                  <a:xfrm>
                    <a:off x="3250176" y="2637183"/>
                    <a:ext cx="178824" cy="144000"/>
                    <a:chOff x="5453592" y="2641965"/>
                    <a:chExt cx="178824" cy="144000"/>
                  </a:xfrm>
                </p:grpSpPr>
                <p:cxnSp>
                  <p:nvCxnSpPr>
                    <p:cNvPr id="1121" name="직선 연결선 1120">
                      <a:extLst>
                        <a:ext uri="{FF2B5EF4-FFF2-40B4-BE49-F238E27FC236}">
                          <a16:creationId xmlns:a16="http://schemas.microsoft.com/office/drawing/2014/main" id="{0D7F2C80-0CE0-234B-0719-31EE8BECD92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2" name="직선 연결선 1121">
                      <a:extLst>
                        <a:ext uri="{FF2B5EF4-FFF2-40B4-BE49-F238E27FC236}">
                          <a16:creationId xmlns:a16="http://schemas.microsoft.com/office/drawing/2014/main" id="{1E580423-4BA6-71A5-647B-B03A76CDAAE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0" name="직선 연결선 1119">
                    <a:extLst>
                      <a:ext uri="{FF2B5EF4-FFF2-40B4-BE49-F238E27FC236}">
                        <a16:creationId xmlns:a16="http://schemas.microsoft.com/office/drawing/2014/main" id="{DE7FCF86-18A5-98E8-6138-205253FDEA6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18" name="직선 연결선 1117">
                  <a:extLst>
                    <a:ext uri="{FF2B5EF4-FFF2-40B4-BE49-F238E27FC236}">
                      <a16:creationId xmlns:a16="http://schemas.microsoft.com/office/drawing/2014/main" id="{53D92B61-69CE-3C3B-BE5E-4B0416F1156F}"/>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165" name="그룹 1164">
              <a:extLst>
                <a:ext uri="{FF2B5EF4-FFF2-40B4-BE49-F238E27FC236}">
                  <a16:creationId xmlns:a16="http://schemas.microsoft.com/office/drawing/2014/main" id="{00CA8235-97F6-E774-7485-E89F9D19F31E}"/>
                </a:ext>
              </a:extLst>
            </p:cNvPr>
            <p:cNvGrpSpPr/>
            <p:nvPr/>
          </p:nvGrpSpPr>
          <p:grpSpPr>
            <a:xfrm>
              <a:off x="2819624" y="3945253"/>
              <a:ext cx="843703" cy="150569"/>
              <a:chOff x="2752717" y="4385438"/>
              <a:chExt cx="843703" cy="150569"/>
            </a:xfrm>
          </p:grpSpPr>
          <p:grpSp>
            <p:nvGrpSpPr>
              <p:cNvPr id="1166" name="그룹 1165">
                <a:extLst>
                  <a:ext uri="{FF2B5EF4-FFF2-40B4-BE49-F238E27FC236}">
                    <a16:creationId xmlns:a16="http://schemas.microsoft.com/office/drawing/2014/main" id="{272631B1-2449-822D-B2F5-4602B7034D33}"/>
                  </a:ext>
                </a:extLst>
              </p:cNvPr>
              <p:cNvGrpSpPr/>
              <p:nvPr/>
            </p:nvGrpSpPr>
            <p:grpSpPr>
              <a:xfrm>
                <a:off x="2752717" y="4386023"/>
                <a:ext cx="419075" cy="149984"/>
                <a:chOff x="4408576" y="4387925"/>
                <a:chExt cx="419075" cy="149984"/>
              </a:xfrm>
            </p:grpSpPr>
            <p:grpSp>
              <p:nvGrpSpPr>
                <p:cNvPr id="1194" name="그룹 1193">
                  <a:extLst>
                    <a:ext uri="{FF2B5EF4-FFF2-40B4-BE49-F238E27FC236}">
                      <a16:creationId xmlns:a16="http://schemas.microsoft.com/office/drawing/2014/main" id="{C253F12E-1C50-FDC7-9D93-49DDE9AC3293}"/>
                    </a:ext>
                  </a:extLst>
                </p:cNvPr>
                <p:cNvGrpSpPr/>
                <p:nvPr/>
              </p:nvGrpSpPr>
              <p:grpSpPr>
                <a:xfrm>
                  <a:off x="4408576" y="4388533"/>
                  <a:ext cx="72000" cy="146277"/>
                  <a:chOff x="3250176" y="2637183"/>
                  <a:chExt cx="179694" cy="146277"/>
                </a:xfrm>
              </p:grpSpPr>
              <p:grpSp>
                <p:nvGrpSpPr>
                  <p:cNvPr id="1216" name="그룹 1215">
                    <a:extLst>
                      <a:ext uri="{FF2B5EF4-FFF2-40B4-BE49-F238E27FC236}">
                        <a16:creationId xmlns:a16="http://schemas.microsoft.com/office/drawing/2014/main" id="{0D78AFD9-8FD7-57B9-509E-805FD05B5D2D}"/>
                      </a:ext>
                    </a:extLst>
                  </p:cNvPr>
                  <p:cNvGrpSpPr/>
                  <p:nvPr/>
                </p:nvGrpSpPr>
                <p:grpSpPr>
                  <a:xfrm>
                    <a:off x="3250176" y="2637183"/>
                    <a:ext cx="178824" cy="144000"/>
                    <a:chOff x="5453592" y="2641965"/>
                    <a:chExt cx="178824" cy="144000"/>
                  </a:xfrm>
                </p:grpSpPr>
                <p:cxnSp>
                  <p:nvCxnSpPr>
                    <p:cNvPr id="1218" name="직선 연결선 1217">
                      <a:extLst>
                        <a:ext uri="{FF2B5EF4-FFF2-40B4-BE49-F238E27FC236}">
                          <a16:creationId xmlns:a16="http://schemas.microsoft.com/office/drawing/2014/main" id="{EA8B03F2-CC70-4A15-4EDF-7E25CD93E57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9" name="직선 연결선 1218">
                      <a:extLst>
                        <a:ext uri="{FF2B5EF4-FFF2-40B4-BE49-F238E27FC236}">
                          <a16:creationId xmlns:a16="http://schemas.microsoft.com/office/drawing/2014/main" id="{4EFE9B53-EEAE-028E-34E1-E71EEE43E9A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7" name="직선 연결선 1216">
                    <a:extLst>
                      <a:ext uri="{FF2B5EF4-FFF2-40B4-BE49-F238E27FC236}">
                        <a16:creationId xmlns:a16="http://schemas.microsoft.com/office/drawing/2014/main" id="{83CE8A47-65CA-CE6B-B1C2-0A0B1E7D713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95" name="직선 연결선 1194">
                  <a:extLst>
                    <a:ext uri="{FF2B5EF4-FFF2-40B4-BE49-F238E27FC236}">
                      <a16:creationId xmlns:a16="http://schemas.microsoft.com/office/drawing/2014/main" id="{67F86B84-E62D-734F-9460-1438FBECDB6B}"/>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6" name="그룹 1195">
                  <a:extLst>
                    <a:ext uri="{FF2B5EF4-FFF2-40B4-BE49-F238E27FC236}">
                      <a16:creationId xmlns:a16="http://schemas.microsoft.com/office/drawing/2014/main" id="{BA354180-D71D-255C-1E64-8B3F4D1621D4}"/>
                    </a:ext>
                  </a:extLst>
                </p:cNvPr>
                <p:cNvGrpSpPr/>
                <p:nvPr/>
              </p:nvGrpSpPr>
              <p:grpSpPr>
                <a:xfrm>
                  <a:off x="4515485" y="4387925"/>
                  <a:ext cx="101416" cy="146277"/>
                  <a:chOff x="4545844" y="3971199"/>
                  <a:chExt cx="101416" cy="146277"/>
                </a:xfrm>
              </p:grpSpPr>
              <p:grpSp>
                <p:nvGrpSpPr>
                  <p:cNvPr id="1210" name="그룹 1209">
                    <a:extLst>
                      <a:ext uri="{FF2B5EF4-FFF2-40B4-BE49-F238E27FC236}">
                        <a16:creationId xmlns:a16="http://schemas.microsoft.com/office/drawing/2014/main" id="{03866816-3FDE-3B50-EF7A-FA33B246FC23}"/>
                      </a:ext>
                    </a:extLst>
                  </p:cNvPr>
                  <p:cNvGrpSpPr/>
                  <p:nvPr/>
                </p:nvGrpSpPr>
                <p:grpSpPr>
                  <a:xfrm>
                    <a:off x="4545844" y="3971199"/>
                    <a:ext cx="35826" cy="146277"/>
                    <a:chOff x="3250176" y="2637183"/>
                    <a:chExt cx="178824" cy="146277"/>
                  </a:xfrm>
                </p:grpSpPr>
                <p:grpSp>
                  <p:nvGrpSpPr>
                    <p:cNvPr id="1212" name="그룹 1211">
                      <a:extLst>
                        <a:ext uri="{FF2B5EF4-FFF2-40B4-BE49-F238E27FC236}">
                          <a16:creationId xmlns:a16="http://schemas.microsoft.com/office/drawing/2014/main" id="{5C3F961B-7866-87C0-A1BF-D3AA9D8C779F}"/>
                        </a:ext>
                      </a:extLst>
                    </p:cNvPr>
                    <p:cNvGrpSpPr/>
                    <p:nvPr/>
                  </p:nvGrpSpPr>
                  <p:grpSpPr>
                    <a:xfrm>
                      <a:off x="3250176" y="2637183"/>
                      <a:ext cx="178824" cy="144000"/>
                      <a:chOff x="5453592" y="2641965"/>
                      <a:chExt cx="178824" cy="144000"/>
                    </a:xfrm>
                  </p:grpSpPr>
                  <p:cxnSp>
                    <p:nvCxnSpPr>
                      <p:cNvPr id="1214" name="직선 연결선 1213">
                        <a:extLst>
                          <a:ext uri="{FF2B5EF4-FFF2-40B4-BE49-F238E27FC236}">
                            <a16:creationId xmlns:a16="http://schemas.microsoft.com/office/drawing/2014/main" id="{EF271251-011A-6698-9340-A7669AA5B4B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5" name="직선 연결선 1214">
                        <a:extLst>
                          <a:ext uri="{FF2B5EF4-FFF2-40B4-BE49-F238E27FC236}">
                            <a16:creationId xmlns:a16="http://schemas.microsoft.com/office/drawing/2014/main" id="{1B9EB483-0B5E-39F4-BA98-30041EA1CFE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3" name="직선 연결선 1212">
                      <a:extLst>
                        <a:ext uri="{FF2B5EF4-FFF2-40B4-BE49-F238E27FC236}">
                          <a16:creationId xmlns:a16="http://schemas.microsoft.com/office/drawing/2014/main" id="{1280FBAB-D2B8-D4FB-7C89-76F86F8F4CC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1" name="직선 연결선 1210">
                    <a:extLst>
                      <a:ext uri="{FF2B5EF4-FFF2-40B4-BE49-F238E27FC236}">
                        <a16:creationId xmlns:a16="http://schemas.microsoft.com/office/drawing/2014/main" id="{4D4F1EBD-BB39-E9B5-EAB1-42E0559DFC6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7" name="그룹 1196">
                  <a:extLst>
                    <a:ext uri="{FF2B5EF4-FFF2-40B4-BE49-F238E27FC236}">
                      <a16:creationId xmlns:a16="http://schemas.microsoft.com/office/drawing/2014/main" id="{A8D87D94-7A8D-AF3C-D236-4726DC5038BE}"/>
                    </a:ext>
                  </a:extLst>
                </p:cNvPr>
                <p:cNvGrpSpPr/>
                <p:nvPr/>
              </p:nvGrpSpPr>
              <p:grpSpPr>
                <a:xfrm>
                  <a:off x="4616003" y="4389306"/>
                  <a:ext cx="101416" cy="146277"/>
                  <a:chOff x="4545844" y="3971199"/>
                  <a:chExt cx="101416" cy="146277"/>
                </a:xfrm>
              </p:grpSpPr>
              <p:grpSp>
                <p:nvGrpSpPr>
                  <p:cNvPr id="1204" name="그룹 1203">
                    <a:extLst>
                      <a:ext uri="{FF2B5EF4-FFF2-40B4-BE49-F238E27FC236}">
                        <a16:creationId xmlns:a16="http://schemas.microsoft.com/office/drawing/2014/main" id="{208442E3-C5B0-E0FD-F5CC-37B3DEB99CAB}"/>
                      </a:ext>
                    </a:extLst>
                  </p:cNvPr>
                  <p:cNvGrpSpPr/>
                  <p:nvPr/>
                </p:nvGrpSpPr>
                <p:grpSpPr>
                  <a:xfrm>
                    <a:off x="4545844" y="3971199"/>
                    <a:ext cx="35826" cy="146277"/>
                    <a:chOff x="3250176" y="2637183"/>
                    <a:chExt cx="178824" cy="146277"/>
                  </a:xfrm>
                </p:grpSpPr>
                <p:grpSp>
                  <p:nvGrpSpPr>
                    <p:cNvPr id="1206" name="그룹 1205">
                      <a:extLst>
                        <a:ext uri="{FF2B5EF4-FFF2-40B4-BE49-F238E27FC236}">
                          <a16:creationId xmlns:a16="http://schemas.microsoft.com/office/drawing/2014/main" id="{35F0127B-EE61-21D3-646F-D6717907EE74}"/>
                        </a:ext>
                      </a:extLst>
                    </p:cNvPr>
                    <p:cNvGrpSpPr/>
                    <p:nvPr/>
                  </p:nvGrpSpPr>
                  <p:grpSpPr>
                    <a:xfrm>
                      <a:off x="3250176" y="2637183"/>
                      <a:ext cx="178824" cy="144000"/>
                      <a:chOff x="5453592" y="2641965"/>
                      <a:chExt cx="178824" cy="144000"/>
                    </a:xfrm>
                  </p:grpSpPr>
                  <p:cxnSp>
                    <p:nvCxnSpPr>
                      <p:cNvPr id="1208" name="직선 연결선 1207">
                        <a:extLst>
                          <a:ext uri="{FF2B5EF4-FFF2-40B4-BE49-F238E27FC236}">
                            <a16:creationId xmlns:a16="http://schemas.microsoft.com/office/drawing/2014/main" id="{A1947665-B0AD-B464-7726-3E543404CC6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9" name="직선 연결선 1208">
                        <a:extLst>
                          <a:ext uri="{FF2B5EF4-FFF2-40B4-BE49-F238E27FC236}">
                            <a16:creationId xmlns:a16="http://schemas.microsoft.com/office/drawing/2014/main" id="{840A1E76-5CDC-6A04-6F9F-19005EF3B91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07" name="직선 연결선 1206">
                      <a:extLst>
                        <a:ext uri="{FF2B5EF4-FFF2-40B4-BE49-F238E27FC236}">
                          <a16:creationId xmlns:a16="http://schemas.microsoft.com/office/drawing/2014/main" id="{709E2AD7-E0B6-36D4-DCE1-329EE420D75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05" name="직선 연결선 1204">
                    <a:extLst>
                      <a:ext uri="{FF2B5EF4-FFF2-40B4-BE49-F238E27FC236}">
                        <a16:creationId xmlns:a16="http://schemas.microsoft.com/office/drawing/2014/main" id="{6E46BB19-0DF1-A291-2C04-D7B930FCC25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8" name="그룹 1197">
                  <a:extLst>
                    <a:ext uri="{FF2B5EF4-FFF2-40B4-BE49-F238E27FC236}">
                      <a16:creationId xmlns:a16="http://schemas.microsoft.com/office/drawing/2014/main" id="{D64F69BC-41A7-25B6-FE19-013C92F48D93}"/>
                    </a:ext>
                  </a:extLst>
                </p:cNvPr>
                <p:cNvGrpSpPr/>
                <p:nvPr/>
              </p:nvGrpSpPr>
              <p:grpSpPr>
                <a:xfrm>
                  <a:off x="4722981" y="4391632"/>
                  <a:ext cx="72000" cy="146277"/>
                  <a:chOff x="3250176" y="2637183"/>
                  <a:chExt cx="179694" cy="146277"/>
                </a:xfrm>
              </p:grpSpPr>
              <p:grpSp>
                <p:nvGrpSpPr>
                  <p:cNvPr id="1200" name="그룹 1199">
                    <a:extLst>
                      <a:ext uri="{FF2B5EF4-FFF2-40B4-BE49-F238E27FC236}">
                        <a16:creationId xmlns:a16="http://schemas.microsoft.com/office/drawing/2014/main" id="{5F99365D-9D44-32B6-85D1-5C084FC067F3}"/>
                      </a:ext>
                    </a:extLst>
                  </p:cNvPr>
                  <p:cNvGrpSpPr/>
                  <p:nvPr/>
                </p:nvGrpSpPr>
                <p:grpSpPr>
                  <a:xfrm>
                    <a:off x="3250176" y="2637183"/>
                    <a:ext cx="178824" cy="144000"/>
                    <a:chOff x="5453592" y="2641965"/>
                    <a:chExt cx="178824" cy="144000"/>
                  </a:xfrm>
                </p:grpSpPr>
                <p:cxnSp>
                  <p:nvCxnSpPr>
                    <p:cNvPr id="1202" name="직선 연결선 1201">
                      <a:extLst>
                        <a:ext uri="{FF2B5EF4-FFF2-40B4-BE49-F238E27FC236}">
                          <a16:creationId xmlns:a16="http://schemas.microsoft.com/office/drawing/2014/main" id="{44C3D36B-0165-1B6B-20B5-ABFC79208D2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3" name="직선 연결선 1202">
                      <a:extLst>
                        <a:ext uri="{FF2B5EF4-FFF2-40B4-BE49-F238E27FC236}">
                          <a16:creationId xmlns:a16="http://schemas.microsoft.com/office/drawing/2014/main" id="{6B304D8C-FB85-8CFF-D160-D1B571AAAC7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01" name="직선 연결선 1200">
                    <a:extLst>
                      <a:ext uri="{FF2B5EF4-FFF2-40B4-BE49-F238E27FC236}">
                        <a16:creationId xmlns:a16="http://schemas.microsoft.com/office/drawing/2014/main" id="{29DFC5D7-F563-0BE2-2AC1-465AA9006815}"/>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99" name="직선 연결선 1198">
                  <a:extLst>
                    <a:ext uri="{FF2B5EF4-FFF2-40B4-BE49-F238E27FC236}">
                      <a16:creationId xmlns:a16="http://schemas.microsoft.com/office/drawing/2014/main" id="{FC3B887E-24D8-E522-4596-D006E572D9ED}"/>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67" name="그룹 1166">
                <a:extLst>
                  <a:ext uri="{FF2B5EF4-FFF2-40B4-BE49-F238E27FC236}">
                    <a16:creationId xmlns:a16="http://schemas.microsoft.com/office/drawing/2014/main" id="{E7E9F70B-7458-F9CC-54CB-808D14A84D3F}"/>
                  </a:ext>
                </a:extLst>
              </p:cNvPr>
              <p:cNvGrpSpPr/>
              <p:nvPr/>
            </p:nvGrpSpPr>
            <p:grpSpPr>
              <a:xfrm>
                <a:off x="3177345" y="4385438"/>
                <a:ext cx="419075" cy="149984"/>
                <a:chOff x="4408576" y="4387925"/>
                <a:chExt cx="419075" cy="149984"/>
              </a:xfrm>
            </p:grpSpPr>
            <p:grpSp>
              <p:nvGrpSpPr>
                <p:cNvPr id="1168" name="그룹 1167">
                  <a:extLst>
                    <a:ext uri="{FF2B5EF4-FFF2-40B4-BE49-F238E27FC236}">
                      <a16:creationId xmlns:a16="http://schemas.microsoft.com/office/drawing/2014/main" id="{84136CC4-943F-FAB3-D3F1-3F83E538AA38}"/>
                    </a:ext>
                  </a:extLst>
                </p:cNvPr>
                <p:cNvGrpSpPr/>
                <p:nvPr/>
              </p:nvGrpSpPr>
              <p:grpSpPr>
                <a:xfrm>
                  <a:off x="4408576" y="4388533"/>
                  <a:ext cx="72000" cy="146277"/>
                  <a:chOff x="3250176" y="2637183"/>
                  <a:chExt cx="179694" cy="146277"/>
                </a:xfrm>
              </p:grpSpPr>
              <p:grpSp>
                <p:nvGrpSpPr>
                  <p:cNvPr id="1190" name="그룹 1189">
                    <a:extLst>
                      <a:ext uri="{FF2B5EF4-FFF2-40B4-BE49-F238E27FC236}">
                        <a16:creationId xmlns:a16="http://schemas.microsoft.com/office/drawing/2014/main" id="{C6D3AAFC-1F73-7D92-9C4C-EA87517F0CFA}"/>
                      </a:ext>
                    </a:extLst>
                  </p:cNvPr>
                  <p:cNvGrpSpPr/>
                  <p:nvPr/>
                </p:nvGrpSpPr>
                <p:grpSpPr>
                  <a:xfrm>
                    <a:off x="3250176" y="2637183"/>
                    <a:ext cx="178824" cy="144000"/>
                    <a:chOff x="5453592" y="2641965"/>
                    <a:chExt cx="178824" cy="144000"/>
                  </a:xfrm>
                </p:grpSpPr>
                <p:cxnSp>
                  <p:nvCxnSpPr>
                    <p:cNvPr id="1192" name="직선 연결선 1191">
                      <a:extLst>
                        <a:ext uri="{FF2B5EF4-FFF2-40B4-BE49-F238E27FC236}">
                          <a16:creationId xmlns:a16="http://schemas.microsoft.com/office/drawing/2014/main" id="{16E3454B-EFCB-7F34-4A61-F78B7DFC7EE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3" name="직선 연결선 1192">
                      <a:extLst>
                        <a:ext uri="{FF2B5EF4-FFF2-40B4-BE49-F238E27FC236}">
                          <a16:creationId xmlns:a16="http://schemas.microsoft.com/office/drawing/2014/main" id="{76B54688-8009-2EEC-9690-9A7ADE92977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91" name="직선 연결선 1190">
                    <a:extLst>
                      <a:ext uri="{FF2B5EF4-FFF2-40B4-BE49-F238E27FC236}">
                        <a16:creationId xmlns:a16="http://schemas.microsoft.com/office/drawing/2014/main" id="{CD580D69-6578-1367-FE33-8FBB0E326EC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69" name="직선 연결선 1168">
                  <a:extLst>
                    <a:ext uri="{FF2B5EF4-FFF2-40B4-BE49-F238E27FC236}">
                      <a16:creationId xmlns:a16="http://schemas.microsoft.com/office/drawing/2014/main" id="{F12CA0DF-266C-062D-FD55-CD0066A6BC9E}"/>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70" name="그룹 1169">
                  <a:extLst>
                    <a:ext uri="{FF2B5EF4-FFF2-40B4-BE49-F238E27FC236}">
                      <a16:creationId xmlns:a16="http://schemas.microsoft.com/office/drawing/2014/main" id="{8DB35944-1F7C-D5CE-D7D2-0BD281F52E0D}"/>
                    </a:ext>
                  </a:extLst>
                </p:cNvPr>
                <p:cNvGrpSpPr/>
                <p:nvPr/>
              </p:nvGrpSpPr>
              <p:grpSpPr>
                <a:xfrm>
                  <a:off x="4515485" y="4387925"/>
                  <a:ext cx="101416" cy="146277"/>
                  <a:chOff x="4545844" y="3971199"/>
                  <a:chExt cx="101416" cy="146277"/>
                </a:xfrm>
              </p:grpSpPr>
              <p:grpSp>
                <p:nvGrpSpPr>
                  <p:cNvPr id="1184" name="그룹 1183">
                    <a:extLst>
                      <a:ext uri="{FF2B5EF4-FFF2-40B4-BE49-F238E27FC236}">
                        <a16:creationId xmlns:a16="http://schemas.microsoft.com/office/drawing/2014/main" id="{4ED71812-450D-D438-5213-C73648A4D490}"/>
                      </a:ext>
                    </a:extLst>
                  </p:cNvPr>
                  <p:cNvGrpSpPr/>
                  <p:nvPr/>
                </p:nvGrpSpPr>
                <p:grpSpPr>
                  <a:xfrm>
                    <a:off x="4545844" y="3971199"/>
                    <a:ext cx="35826" cy="146277"/>
                    <a:chOff x="3250176" y="2637183"/>
                    <a:chExt cx="178824" cy="146277"/>
                  </a:xfrm>
                </p:grpSpPr>
                <p:grpSp>
                  <p:nvGrpSpPr>
                    <p:cNvPr id="1186" name="그룹 1185">
                      <a:extLst>
                        <a:ext uri="{FF2B5EF4-FFF2-40B4-BE49-F238E27FC236}">
                          <a16:creationId xmlns:a16="http://schemas.microsoft.com/office/drawing/2014/main" id="{4A350765-70A7-3CF9-46B8-D2113452277D}"/>
                        </a:ext>
                      </a:extLst>
                    </p:cNvPr>
                    <p:cNvGrpSpPr/>
                    <p:nvPr/>
                  </p:nvGrpSpPr>
                  <p:grpSpPr>
                    <a:xfrm>
                      <a:off x="3250176" y="2637183"/>
                      <a:ext cx="178824" cy="144000"/>
                      <a:chOff x="5453592" y="2641965"/>
                      <a:chExt cx="178824" cy="144000"/>
                    </a:xfrm>
                  </p:grpSpPr>
                  <p:cxnSp>
                    <p:nvCxnSpPr>
                      <p:cNvPr id="1188" name="직선 연결선 1187">
                        <a:extLst>
                          <a:ext uri="{FF2B5EF4-FFF2-40B4-BE49-F238E27FC236}">
                            <a16:creationId xmlns:a16="http://schemas.microsoft.com/office/drawing/2014/main" id="{7F1690E4-75AD-2086-FF42-1454CFCE503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9" name="직선 연결선 1188">
                        <a:extLst>
                          <a:ext uri="{FF2B5EF4-FFF2-40B4-BE49-F238E27FC236}">
                            <a16:creationId xmlns:a16="http://schemas.microsoft.com/office/drawing/2014/main" id="{ADAE5FAE-7C23-9674-7A8E-E9E6B55850F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7" name="직선 연결선 1186">
                      <a:extLst>
                        <a:ext uri="{FF2B5EF4-FFF2-40B4-BE49-F238E27FC236}">
                          <a16:creationId xmlns:a16="http://schemas.microsoft.com/office/drawing/2014/main" id="{57D8A4D4-06A4-388C-CA24-7325FE9AD07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5" name="직선 연결선 1184">
                    <a:extLst>
                      <a:ext uri="{FF2B5EF4-FFF2-40B4-BE49-F238E27FC236}">
                        <a16:creationId xmlns:a16="http://schemas.microsoft.com/office/drawing/2014/main" id="{897102A7-AE7C-82C2-DD5C-EFE3470FD86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71" name="그룹 1170">
                  <a:extLst>
                    <a:ext uri="{FF2B5EF4-FFF2-40B4-BE49-F238E27FC236}">
                      <a16:creationId xmlns:a16="http://schemas.microsoft.com/office/drawing/2014/main" id="{CC82839C-48F3-ABCC-7C03-8A96125F889A}"/>
                    </a:ext>
                  </a:extLst>
                </p:cNvPr>
                <p:cNvGrpSpPr/>
                <p:nvPr/>
              </p:nvGrpSpPr>
              <p:grpSpPr>
                <a:xfrm>
                  <a:off x="4616003" y="4389306"/>
                  <a:ext cx="101416" cy="146277"/>
                  <a:chOff x="4545844" y="3971199"/>
                  <a:chExt cx="101416" cy="146277"/>
                </a:xfrm>
              </p:grpSpPr>
              <p:grpSp>
                <p:nvGrpSpPr>
                  <p:cNvPr id="1178" name="그룹 1177">
                    <a:extLst>
                      <a:ext uri="{FF2B5EF4-FFF2-40B4-BE49-F238E27FC236}">
                        <a16:creationId xmlns:a16="http://schemas.microsoft.com/office/drawing/2014/main" id="{D48CC219-AD91-B816-9023-5D9ED0A24AFC}"/>
                      </a:ext>
                    </a:extLst>
                  </p:cNvPr>
                  <p:cNvGrpSpPr/>
                  <p:nvPr/>
                </p:nvGrpSpPr>
                <p:grpSpPr>
                  <a:xfrm>
                    <a:off x="4545844" y="3971199"/>
                    <a:ext cx="35826" cy="146277"/>
                    <a:chOff x="3250176" y="2637183"/>
                    <a:chExt cx="178824" cy="146277"/>
                  </a:xfrm>
                </p:grpSpPr>
                <p:grpSp>
                  <p:nvGrpSpPr>
                    <p:cNvPr id="1180" name="그룹 1179">
                      <a:extLst>
                        <a:ext uri="{FF2B5EF4-FFF2-40B4-BE49-F238E27FC236}">
                          <a16:creationId xmlns:a16="http://schemas.microsoft.com/office/drawing/2014/main" id="{72EB3379-3C10-DDDF-B955-1B2DDE829111}"/>
                        </a:ext>
                      </a:extLst>
                    </p:cNvPr>
                    <p:cNvGrpSpPr/>
                    <p:nvPr/>
                  </p:nvGrpSpPr>
                  <p:grpSpPr>
                    <a:xfrm>
                      <a:off x="3250176" y="2637183"/>
                      <a:ext cx="178824" cy="144000"/>
                      <a:chOff x="5453592" y="2641965"/>
                      <a:chExt cx="178824" cy="144000"/>
                    </a:xfrm>
                  </p:grpSpPr>
                  <p:cxnSp>
                    <p:nvCxnSpPr>
                      <p:cNvPr id="1182" name="직선 연결선 1181">
                        <a:extLst>
                          <a:ext uri="{FF2B5EF4-FFF2-40B4-BE49-F238E27FC236}">
                            <a16:creationId xmlns:a16="http://schemas.microsoft.com/office/drawing/2014/main" id="{4EDA1737-CB36-D449-5BE0-8DCC5083F5D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3" name="직선 연결선 1182">
                        <a:extLst>
                          <a:ext uri="{FF2B5EF4-FFF2-40B4-BE49-F238E27FC236}">
                            <a16:creationId xmlns:a16="http://schemas.microsoft.com/office/drawing/2014/main" id="{2DC2C78F-29D0-B186-FBF8-D74EC9C0828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1" name="직선 연결선 1180">
                      <a:extLst>
                        <a:ext uri="{FF2B5EF4-FFF2-40B4-BE49-F238E27FC236}">
                          <a16:creationId xmlns:a16="http://schemas.microsoft.com/office/drawing/2014/main" id="{950319AA-5F70-399C-0A5C-6BFB9273CEF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79" name="직선 연결선 1178">
                    <a:extLst>
                      <a:ext uri="{FF2B5EF4-FFF2-40B4-BE49-F238E27FC236}">
                        <a16:creationId xmlns:a16="http://schemas.microsoft.com/office/drawing/2014/main" id="{90B91708-E869-1A1C-A906-401DEE15096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72" name="그룹 1171">
                  <a:extLst>
                    <a:ext uri="{FF2B5EF4-FFF2-40B4-BE49-F238E27FC236}">
                      <a16:creationId xmlns:a16="http://schemas.microsoft.com/office/drawing/2014/main" id="{8FCE47DB-B120-B01D-21D3-E7A73D4A8CFE}"/>
                    </a:ext>
                  </a:extLst>
                </p:cNvPr>
                <p:cNvGrpSpPr/>
                <p:nvPr/>
              </p:nvGrpSpPr>
              <p:grpSpPr>
                <a:xfrm>
                  <a:off x="4722981" y="4391632"/>
                  <a:ext cx="72000" cy="146277"/>
                  <a:chOff x="3250176" y="2637183"/>
                  <a:chExt cx="179694" cy="146277"/>
                </a:xfrm>
              </p:grpSpPr>
              <p:grpSp>
                <p:nvGrpSpPr>
                  <p:cNvPr id="1174" name="그룹 1173">
                    <a:extLst>
                      <a:ext uri="{FF2B5EF4-FFF2-40B4-BE49-F238E27FC236}">
                        <a16:creationId xmlns:a16="http://schemas.microsoft.com/office/drawing/2014/main" id="{CBB1E12E-F26A-47D8-5084-F281B030D55D}"/>
                      </a:ext>
                    </a:extLst>
                  </p:cNvPr>
                  <p:cNvGrpSpPr/>
                  <p:nvPr/>
                </p:nvGrpSpPr>
                <p:grpSpPr>
                  <a:xfrm>
                    <a:off x="3250176" y="2637183"/>
                    <a:ext cx="178824" cy="144000"/>
                    <a:chOff x="5453592" y="2641965"/>
                    <a:chExt cx="178824" cy="144000"/>
                  </a:xfrm>
                </p:grpSpPr>
                <p:cxnSp>
                  <p:nvCxnSpPr>
                    <p:cNvPr id="1176" name="직선 연결선 1175">
                      <a:extLst>
                        <a:ext uri="{FF2B5EF4-FFF2-40B4-BE49-F238E27FC236}">
                          <a16:creationId xmlns:a16="http://schemas.microsoft.com/office/drawing/2014/main" id="{A16CBDD5-407D-6F0E-8182-589D8D6EF2B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7" name="직선 연결선 1176">
                      <a:extLst>
                        <a:ext uri="{FF2B5EF4-FFF2-40B4-BE49-F238E27FC236}">
                          <a16:creationId xmlns:a16="http://schemas.microsoft.com/office/drawing/2014/main" id="{A9C4AD7C-12EB-3745-A095-6D9EA9B99B5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75" name="직선 연결선 1174">
                    <a:extLst>
                      <a:ext uri="{FF2B5EF4-FFF2-40B4-BE49-F238E27FC236}">
                        <a16:creationId xmlns:a16="http://schemas.microsoft.com/office/drawing/2014/main" id="{E044133A-0DB0-11DD-2128-DCDC3C7FFFF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73" name="직선 연결선 1172">
                  <a:extLst>
                    <a:ext uri="{FF2B5EF4-FFF2-40B4-BE49-F238E27FC236}">
                      <a16:creationId xmlns:a16="http://schemas.microsoft.com/office/drawing/2014/main" id="{ACA9813B-7739-1DBD-B58B-A8D487036B9B}"/>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23" name="직선 연결선 1222">
              <a:extLst>
                <a:ext uri="{FF2B5EF4-FFF2-40B4-BE49-F238E27FC236}">
                  <a16:creationId xmlns:a16="http://schemas.microsoft.com/office/drawing/2014/main" id="{06A38DDF-C97D-4173-2598-85858387925C}"/>
                </a:ext>
              </a:extLst>
            </p:cNvPr>
            <p:cNvCxnSpPr>
              <a:cxnSpLocks/>
            </p:cNvCxnSpPr>
            <p:nvPr/>
          </p:nvCxnSpPr>
          <p:spPr>
            <a:xfrm flipV="1">
              <a:off x="3790032" y="4320727"/>
              <a:ext cx="7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4" name="직선 연결선 1223">
              <a:extLst>
                <a:ext uri="{FF2B5EF4-FFF2-40B4-BE49-F238E27FC236}">
                  <a16:creationId xmlns:a16="http://schemas.microsoft.com/office/drawing/2014/main" id="{940F3BF4-EDA6-8DA4-B5A3-55FA022BDA32}"/>
                </a:ext>
              </a:extLst>
            </p:cNvPr>
            <p:cNvCxnSpPr>
              <a:cxnSpLocks/>
            </p:cNvCxnSpPr>
            <p:nvPr/>
          </p:nvCxnSpPr>
          <p:spPr>
            <a:xfrm flipV="1">
              <a:off x="3788044" y="4099873"/>
              <a:ext cx="7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27" name="그룹 1226">
              <a:extLst>
                <a:ext uri="{FF2B5EF4-FFF2-40B4-BE49-F238E27FC236}">
                  <a16:creationId xmlns:a16="http://schemas.microsoft.com/office/drawing/2014/main" id="{0FA94DD6-8FC4-8F98-F7E4-D4EF272410F0}"/>
                </a:ext>
              </a:extLst>
            </p:cNvPr>
            <p:cNvGrpSpPr/>
            <p:nvPr/>
          </p:nvGrpSpPr>
          <p:grpSpPr>
            <a:xfrm>
              <a:off x="3707387" y="4491259"/>
              <a:ext cx="36000" cy="108000"/>
              <a:chOff x="2385358" y="4750780"/>
              <a:chExt cx="72460" cy="161138"/>
            </a:xfrm>
          </p:grpSpPr>
          <p:sp>
            <p:nvSpPr>
              <p:cNvPr id="1225" name="자유형: 도형 1224">
                <a:extLst>
                  <a:ext uri="{FF2B5EF4-FFF2-40B4-BE49-F238E27FC236}">
                    <a16:creationId xmlns:a16="http://schemas.microsoft.com/office/drawing/2014/main" id="{30FCD70A-26ED-658B-D60D-D85822D9A28C}"/>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26" name="자유형: 도형 1225">
                <a:extLst>
                  <a:ext uri="{FF2B5EF4-FFF2-40B4-BE49-F238E27FC236}">
                    <a16:creationId xmlns:a16="http://schemas.microsoft.com/office/drawing/2014/main" id="{C740647D-B373-034B-49F8-21DC6A6E1B0B}"/>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28" name="그룹 1227">
              <a:extLst>
                <a:ext uri="{FF2B5EF4-FFF2-40B4-BE49-F238E27FC236}">
                  <a16:creationId xmlns:a16="http://schemas.microsoft.com/office/drawing/2014/main" id="{A5187530-92E0-CDD8-7B25-B671B35F06A3}"/>
                </a:ext>
              </a:extLst>
            </p:cNvPr>
            <p:cNvGrpSpPr/>
            <p:nvPr/>
          </p:nvGrpSpPr>
          <p:grpSpPr>
            <a:xfrm>
              <a:off x="3704951" y="4240554"/>
              <a:ext cx="36000" cy="108000"/>
              <a:chOff x="2385358" y="4750780"/>
              <a:chExt cx="72460" cy="161138"/>
            </a:xfrm>
          </p:grpSpPr>
          <p:sp>
            <p:nvSpPr>
              <p:cNvPr id="1229" name="자유형: 도형 1228">
                <a:extLst>
                  <a:ext uri="{FF2B5EF4-FFF2-40B4-BE49-F238E27FC236}">
                    <a16:creationId xmlns:a16="http://schemas.microsoft.com/office/drawing/2014/main" id="{D38F5BCB-65D0-AB75-5B40-C9409F2B3D1D}"/>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0" name="자유형: 도형 1229">
                <a:extLst>
                  <a:ext uri="{FF2B5EF4-FFF2-40B4-BE49-F238E27FC236}">
                    <a16:creationId xmlns:a16="http://schemas.microsoft.com/office/drawing/2014/main" id="{29C6ACE2-CF09-AFEB-4ADC-4C08F68623E4}"/>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31" name="그룹 1230">
              <a:extLst>
                <a:ext uri="{FF2B5EF4-FFF2-40B4-BE49-F238E27FC236}">
                  <a16:creationId xmlns:a16="http://schemas.microsoft.com/office/drawing/2014/main" id="{1FE5E88C-5B79-CBD4-F94C-71B476DAC2C3}"/>
                </a:ext>
              </a:extLst>
            </p:cNvPr>
            <p:cNvGrpSpPr/>
            <p:nvPr/>
          </p:nvGrpSpPr>
          <p:grpSpPr>
            <a:xfrm>
              <a:off x="3701959" y="4022497"/>
              <a:ext cx="36000" cy="108000"/>
              <a:chOff x="2385358" y="4750780"/>
              <a:chExt cx="72460" cy="161138"/>
            </a:xfrm>
          </p:grpSpPr>
          <p:sp>
            <p:nvSpPr>
              <p:cNvPr id="1232" name="자유형: 도형 1231">
                <a:extLst>
                  <a:ext uri="{FF2B5EF4-FFF2-40B4-BE49-F238E27FC236}">
                    <a16:creationId xmlns:a16="http://schemas.microsoft.com/office/drawing/2014/main" id="{86E0B155-2024-BF00-C397-C763921F528C}"/>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3" name="자유형: 도형 1232">
                <a:extLst>
                  <a:ext uri="{FF2B5EF4-FFF2-40B4-BE49-F238E27FC236}">
                    <a16:creationId xmlns:a16="http://schemas.microsoft.com/office/drawing/2014/main" id="{A1B70BDE-C995-8942-88B3-8FB663341A40}"/>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1235" name="직선 연결선 1234">
              <a:extLst>
                <a:ext uri="{FF2B5EF4-FFF2-40B4-BE49-F238E27FC236}">
                  <a16:creationId xmlns:a16="http://schemas.microsoft.com/office/drawing/2014/main" id="{FE636523-84DD-3C83-0B0B-6E81AB8E77DD}"/>
                </a:ext>
              </a:extLst>
            </p:cNvPr>
            <p:cNvCxnSpPr/>
            <p:nvPr/>
          </p:nvCxnSpPr>
          <p:spPr>
            <a:xfrm>
              <a:off x="4545108" y="2833261"/>
              <a:ext cx="0" cy="1836000"/>
            </a:xfrm>
            <a:prstGeom prst="line">
              <a:avLst/>
            </a:prstGeom>
            <a:ln w="3175">
              <a:solidFill>
                <a:srgbClr val="0033CC"/>
              </a:solidFill>
              <a:prstDash val="dash"/>
            </a:ln>
          </p:spPr>
          <p:style>
            <a:lnRef idx="1">
              <a:schemeClr val="accent1"/>
            </a:lnRef>
            <a:fillRef idx="0">
              <a:schemeClr val="accent1"/>
            </a:fillRef>
            <a:effectRef idx="0">
              <a:schemeClr val="accent1"/>
            </a:effectRef>
            <a:fontRef idx="minor">
              <a:schemeClr val="tx1"/>
            </a:fontRef>
          </p:style>
        </p:cxnSp>
        <p:sp>
          <p:nvSpPr>
            <p:cNvPr id="163" name="직사각형 162">
              <a:extLst>
                <a:ext uri="{FF2B5EF4-FFF2-40B4-BE49-F238E27FC236}">
                  <a16:creationId xmlns:a16="http://schemas.microsoft.com/office/drawing/2014/main" id="{A08BF9F4-94CC-1335-CF68-6575D4D5E08A}"/>
                </a:ext>
              </a:extLst>
            </p:cNvPr>
            <p:cNvSpPr/>
            <p:nvPr/>
          </p:nvSpPr>
          <p:spPr>
            <a:xfrm>
              <a:off x="5806564" y="3028366"/>
              <a:ext cx="142610" cy="1567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9" name="자유형: 도형 1238">
              <a:extLst>
                <a:ext uri="{FF2B5EF4-FFF2-40B4-BE49-F238E27FC236}">
                  <a16:creationId xmlns:a16="http://schemas.microsoft.com/office/drawing/2014/main" id="{55D3D28B-C32C-BB70-F72F-75FCFF753062}"/>
                </a:ext>
              </a:extLst>
            </p:cNvPr>
            <p:cNvSpPr/>
            <p:nvPr/>
          </p:nvSpPr>
          <p:spPr>
            <a:xfrm>
              <a:off x="2644652" y="3654414"/>
              <a:ext cx="214685" cy="246490"/>
            </a:xfrm>
            <a:custGeom>
              <a:avLst/>
              <a:gdLst>
                <a:gd name="connsiteX0" fmla="*/ 0 w 214685"/>
                <a:gd name="connsiteY0" fmla="*/ 0 h 246490"/>
                <a:gd name="connsiteX1" fmla="*/ 155050 w 214685"/>
                <a:gd name="connsiteY1" fmla="*/ 123245 h 246490"/>
                <a:gd name="connsiteX2" fmla="*/ 214685 w 214685"/>
                <a:gd name="connsiteY2" fmla="*/ 246490 h 246490"/>
              </a:gdLst>
              <a:ahLst/>
              <a:cxnLst>
                <a:cxn ang="0">
                  <a:pos x="connsiteX0" y="connsiteY0"/>
                </a:cxn>
                <a:cxn ang="0">
                  <a:pos x="connsiteX1" y="connsiteY1"/>
                </a:cxn>
                <a:cxn ang="0">
                  <a:pos x="connsiteX2" y="connsiteY2"/>
                </a:cxn>
              </a:cxnLst>
              <a:rect l="l" t="t" r="r" b="b"/>
              <a:pathLst>
                <a:path w="214685" h="246490">
                  <a:moveTo>
                    <a:pt x="0" y="0"/>
                  </a:moveTo>
                  <a:cubicBezTo>
                    <a:pt x="59634" y="41081"/>
                    <a:pt x="119269" y="82163"/>
                    <a:pt x="155050" y="123245"/>
                  </a:cubicBezTo>
                  <a:cubicBezTo>
                    <a:pt x="190831" y="164327"/>
                    <a:pt x="202758" y="205408"/>
                    <a:pt x="214685" y="246490"/>
                  </a:cubicBezTo>
                </a:path>
              </a:pathLst>
            </a:custGeom>
            <a:noFill/>
            <a:ln w="3175">
              <a:solidFill>
                <a:schemeClr val="tx1"/>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41" name="자유형: 도형 1240">
              <a:extLst>
                <a:ext uri="{FF2B5EF4-FFF2-40B4-BE49-F238E27FC236}">
                  <a16:creationId xmlns:a16="http://schemas.microsoft.com/office/drawing/2014/main" id="{4606EA3B-1B2A-16CF-186B-6392B879361B}"/>
                </a:ext>
              </a:extLst>
            </p:cNvPr>
            <p:cNvSpPr/>
            <p:nvPr/>
          </p:nvSpPr>
          <p:spPr>
            <a:xfrm>
              <a:off x="4457258" y="2998431"/>
              <a:ext cx="244350" cy="942230"/>
            </a:xfrm>
            <a:custGeom>
              <a:avLst/>
              <a:gdLst>
                <a:gd name="connsiteX0" fmla="*/ 91731 w 244350"/>
                <a:gd name="connsiteY0" fmla="*/ 0 h 942230"/>
                <a:gd name="connsiteX1" fmla="*/ 242806 w 244350"/>
                <a:gd name="connsiteY1" fmla="*/ 373712 h 942230"/>
                <a:gd name="connsiteX2" fmla="*/ 8242 w 244350"/>
                <a:gd name="connsiteY2" fmla="*/ 747423 h 942230"/>
                <a:gd name="connsiteX3" fmla="*/ 75828 w 244350"/>
                <a:gd name="connsiteY3" fmla="*/ 942230 h 942230"/>
              </a:gdLst>
              <a:ahLst/>
              <a:cxnLst>
                <a:cxn ang="0">
                  <a:pos x="connsiteX0" y="connsiteY0"/>
                </a:cxn>
                <a:cxn ang="0">
                  <a:pos x="connsiteX1" y="connsiteY1"/>
                </a:cxn>
                <a:cxn ang="0">
                  <a:pos x="connsiteX2" y="connsiteY2"/>
                </a:cxn>
                <a:cxn ang="0">
                  <a:pos x="connsiteX3" y="connsiteY3"/>
                </a:cxn>
              </a:cxnLst>
              <a:rect l="l" t="t" r="r" b="b"/>
              <a:pathLst>
                <a:path w="244350" h="942230">
                  <a:moveTo>
                    <a:pt x="91731" y="0"/>
                  </a:moveTo>
                  <a:cubicBezTo>
                    <a:pt x="174226" y="124571"/>
                    <a:pt x="256721" y="249142"/>
                    <a:pt x="242806" y="373712"/>
                  </a:cubicBezTo>
                  <a:cubicBezTo>
                    <a:pt x="228891" y="498282"/>
                    <a:pt x="36072" y="652670"/>
                    <a:pt x="8242" y="747423"/>
                  </a:cubicBezTo>
                  <a:cubicBezTo>
                    <a:pt x="-19588" y="842176"/>
                    <a:pt x="28120" y="892203"/>
                    <a:pt x="75828" y="942230"/>
                  </a:cubicBezTo>
                </a:path>
              </a:pathLst>
            </a:custGeom>
            <a:noFill/>
            <a:ln w="3175">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53" name="TextBox 2452">
              <a:extLst>
                <a:ext uri="{FF2B5EF4-FFF2-40B4-BE49-F238E27FC236}">
                  <a16:creationId xmlns:a16="http://schemas.microsoft.com/office/drawing/2014/main" id="{1FA0401C-29B5-C7C3-D3C7-FE37BA0295D5}"/>
                </a:ext>
              </a:extLst>
            </p:cNvPr>
            <p:cNvSpPr txBox="1"/>
            <p:nvPr/>
          </p:nvSpPr>
          <p:spPr>
            <a:xfrm>
              <a:off x="4740579" y="3767901"/>
              <a:ext cx="798617" cy="200055"/>
            </a:xfrm>
            <a:prstGeom prst="rect">
              <a:avLst/>
            </a:prstGeom>
            <a:noFill/>
          </p:spPr>
          <p:txBody>
            <a:bodyPr wrap="none" rtlCol="0">
              <a:spAutoFit/>
            </a:bodyPr>
            <a:lstStyle/>
            <a:p>
              <a:r>
                <a:rPr lang="en-US" altLang="ko-KR" sz="700" dirty="0"/>
                <a:t>SYNC-AUTO-GEN</a:t>
              </a:r>
              <a:endParaRPr lang="ko-KR" altLang="en-US" sz="700" dirty="0"/>
            </a:p>
          </p:txBody>
        </p:sp>
        <p:sp>
          <p:nvSpPr>
            <p:cNvPr id="2454" name="TextBox 2453">
              <a:extLst>
                <a:ext uri="{FF2B5EF4-FFF2-40B4-BE49-F238E27FC236}">
                  <a16:creationId xmlns:a16="http://schemas.microsoft.com/office/drawing/2014/main" id="{DB50B8AE-1F5F-CA50-2218-699A2E1F6E97}"/>
                </a:ext>
              </a:extLst>
            </p:cNvPr>
            <p:cNvSpPr txBox="1"/>
            <p:nvPr/>
          </p:nvSpPr>
          <p:spPr>
            <a:xfrm>
              <a:off x="2834988" y="3749865"/>
              <a:ext cx="559769" cy="200055"/>
            </a:xfrm>
            <a:prstGeom prst="rect">
              <a:avLst/>
            </a:prstGeom>
            <a:noFill/>
          </p:spPr>
          <p:txBody>
            <a:bodyPr wrap="none" rtlCol="0">
              <a:spAutoFit/>
            </a:bodyPr>
            <a:lstStyle/>
            <a:p>
              <a:r>
                <a:rPr lang="en-US" altLang="ko-KR" sz="700" dirty="0"/>
                <a:t>SYNC-GEN</a:t>
              </a:r>
              <a:endParaRPr lang="ko-KR" altLang="en-US" sz="700" dirty="0"/>
            </a:p>
          </p:txBody>
        </p:sp>
      </p:grpSp>
      <p:sp>
        <p:nvSpPr>
          <p:cNvPr id="3" name="자유형: 도형 2">
            <a:extLst>
              <a:ext uri="{FF2B5EF4-FFF2-40B4-BE49-F238E27FC236}">
                <a16:creationId xmlns:a16="http://schemas.microsoft.com/office/drawing/2014/main" id="{6C3F56FC-2262-0612-F485-73B6CF026B15}"/>
              </a:ext>
            </a:extLst>
          </p:cNvPr>
          <p:cNvSpPr/>
          <p:nvPr/>
        </p:nvSpPr>
        <p:spPr>
          <a:xfrm>
            <a:off x="3884319" y="6706224"/>
            <a:ext cx="244350" cy="942230"/>
          </a:xfrm>
          <a:custGeom>
            <a:avLst/>
            <a:gdLst>
              <a:gd name="connsiteX0" fmla="*/ 91731 w 244350"/>
              <a:gd name="connsiteY0" fmla="*/ 0 h 942230"/>
              <a:gd name="connsiteX1" fmla="*/ 242806 w 244350"/>
              <a:gd name="connsiteY1" fmla="*/ 373712 h 942230"/>
              <a:gd name="connsiteX2" fmla="*/ 8242 w 244350"/>
              <a:gd name="connsiteY2" fmla="*/ 747423 h 942230"/>
              <a:gd name="connsiteX3" fmla="*/ 75828 w 244350"/>
              <a:gd name="connsiteY3" fmla="*/ 942230 h 942230"/>
            </a:gdLst>
            <a:ahLst/>
            <a:cxnLst>
              <a:cxn ang="0">
                <a:pos x="connsiteX0" y="connsiteY0"/>
              </a:cxn>
              <a:cxn ang="0">
                <a:pos x="connsiteX1" y="connsiteY1"/>
              </a:cxn>
              <a:cxn ang="0">
                <a:pos x="connsiteX2" y="connsiteY2"/>
              </a:cxn>
              <a:cxn ang="0">
                <a:pos x="connsiteX3" y="connsiteY3"/>
              </a:cxn>
            </a:cxnLst>
            <a:rect l="l" t="t" r="r" b="b"/>
            <a:pathLst>
              <a:path w="244350" h="942230">
                <a:moveTo>
                  <a:pt x="91731" y="0"/>
                </a:moveTo>
                <a:cubicBezTo>
                  <a:pt x="174226" y="124571"/>
                  <a:pt x="256721" y="249142"/>
                  <a:pt x="242806" y="373712"/>
                </a:cubicBezTo>
                <a:cubicBezTo>
                  <a:pt x="228891" y="498282"/>
                  <a:pt x="36072" y="652670"/>
                  <a:pt x="8242" y="747423"/>
                </a:cubicBezTo>
                <a:cubicBezTo>
                  <a:pt x="-19588" y="842176"/>
                  <a:pt x="28120" y="892203"/>
                  <a:pt x="75828" y="942230"/>
                </a:cubicBezTo>
              </a:path>
            </a:pathLst>
          </a:custGeom>
          <a:noFill/>
          <a:ln w="3175">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2619821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13545" y="827008"/>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4" y="1612565"/>
            <a:ext cx="6052494" cy="969496"/>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Local-read command is used to read the register data from all XD-12 devices daisied in a channel of the XC-24. Unlike the Local-write or Global-write command, the Local-</a:t>
            </a:r>
            <a:r>
              <a:rPr lang="en-US" altLang="ko-KR" sz="900" dirty="0">
                <a:solidFill>
                  <a:srgbClr val="000000"/>
                </a:solidFill>
                <a:latin typeface="Arial" panose="020B0604020202020204" pitchFamily="34" charset="0"/>
                <a:cs typeface="Arial" panose="020B0604020202020204" pitchFamily="34" charset="0"/>
              </a:rPr>
              <a:t>read command can be used to read the register data of the XD-12 devices regardless of </a:t>
            </a:r>
            <a:r>
              <a:rPr lang="en-US" altLang="ko-KR" sz="900" b="0" i="0" dirty="0">
                <a:solidFill>
                  <a:srgbClr val="000000"/>
                </a:solidFill>
                <a:effectLst/>
                <a:latin typeface="Arial" panose="020B0604020202020204" pitchFamily="34" charset="0"/>
                <a:cs typeface="Arial" panose="020B0604020202020204" pitchFamily="34" charset="0"/>
              </a:rPr>
              <a:t>whether the data is the same or different. The data to be read-out from the XD-12 devices are stored into the </a:t>
            </a:r>
            <a:r>
              <a:rPr lang="en-US" altLang="ko-KR" sz="900" dirty="0">
                <a:solidFill>
                  <a:srgbClr val="000000"/>
                </a:solidFill>
                <a:latin typeface="Arial" panose="020B0604020202020204" pitchFamily="34" charset="0"/>
                <a:cs typeface="Arial" panose="020B0604020202020204" pitchFamily="34" charset="0"/>
              </a:rPr>
              <a:t>LOCAL-RW DATA registers sequentially like the Figure 10.  The </a:t>
            </a:r>
            <a:r>
              <a:rPr lang="en-US" altLang="ko-KR" sz="900" dirty="0">
                <a:latin typeface="Arial" panose="020B0604020202020204" pitchFamily="34" charset="0"/>
                <a:cs typeface="Arial" panose="020B0604020202020204" pitchFamily="34" charset="0"/>
              </a:rPr>
              <a:t>START bit of the LOCAL-READ COMMAND register should be set with desired address to be read-out for beginning this command.  It is careful that the LOCAL-RW POINTER RESET register must be set necessarily to 1 for the next transaction after the current Local read command execution is completed or before the next Local-read command will start again.</a:t>
            </a: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Local-read</a:t>
            </a:r>
          </a:p>
        </p:txBody>
      </p:sp>
      <p:sp>
        <p:nvSpPr>
          <p:cNvPr id="403" name="TextBox 402">
            <a:extLst>
              <a:ext uri="{FF2B5EF4-FFF2-40B4-BE49-F238E27FC236}">
                <a16:creationId xmlns:a16="http://schemas.microsoft.com/office/drawing/2014/main" id="{183C087A-5960-A6C4-9E76-2B0F7AEB11AC}"/>
              </a:ext>
            </a:extLst>
          </p:cNvPr>
          <p:cNvSpPr txBox="1"/>
          <p:nvPr/>
        </p:nvSpPr>
        <p:spPr>
          <a:xfrm>
            <a:off x="418325" y="5803580"/>
            <a:ext cx="6139824" cy="2077492"/>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LOCAL</a:t>
            </a:r>
            <a:r>
              <a:rPr lang="en-US" altLang="ko-KR" sz="900" b="0" i="0" dirty="0">
                <a:solidFill>
                  <a:srgbClr val="000000"/>
                </a:solidFill>
                <a:effectLst/>
                <a:latin typeface="Arial" panose="020B0604020202020204" pitchFamily="34" charset="0"/>
                <a:cs typeface="Arial" panose="020B0604020202020204" pitchFamily="34" charset="0"/>
              </a:rPr>
              <a:t>-READ COMMAND register consists of </a:t>
            </a:r>
            <a:r>
              <a:rPr lang="en-US" altLang="ko-KR" sz="900" dirty="0">
                <a:solidFill>
                  <a:srgbClr val="000000"/>
                </a:solidFill>
                <a:latin typeface="Arial" panose="020B0604020202020204" pitchFamily="34" charset="0"/>
                <a:cs typeface="Arial" panose="020B0604020202020204" pitchFamily="34" charset="0"/>
              </a:rPr>
              <a:t>ADDRESS </a:t>
            </a:r>
            <a:r>
              <a:rPr lang="en-US" altLang="ko-KR" sz="900" b="0" i="0" dirty="0">
                <a:solidFill>
                  <a:srgbClr val="000000"/>
                </a:solidFill>
                <a:effectLst/>
                <a:latin typeface="Arial" panose="020B0604020202020204" pitchFamily="34" charset="0"/>
                <a:cs typeface="Arial" panose="020B0604020202020204" pitchFamily="34" charset="0"/>
              </a:rPr>
              <a:t>6 bits, CH_SEG 2 bits and START 1 bit. </a:t>
            </a:r>
            <a:r>
              <a:rPr lang="en-US" altLang="ko-KR" sz="900" dirty="0">
                <a:solidFill>
                  <a:srgbClr val="000000"/>
                </a:solidFill>
                <a:latin typeface="Arial" panose="020B0604020202020204" pitchFamily="34" charset="0"/>
                <a:cs typeface="Arial" panose="020B0604020202020204" pitchFamily="34" charset="0"/>
              </a:rPr>
              <a:t>The ADDRESS is the register address of the XD-12 to be accessed.  If the START bit is set with the ADDRESS together, the Local-read command begins the execution simultaneously in all activated channels, and the command streams repeat continuously for the number of daisied XD-12.  The number of daisied devices can be determined by the DAISY SIZE register of each channel. The max number of daisied devices per channel is 31. The channel segment bits, CH_SEG, are used to decide on which channels are activated for this command, because this command can be performed 8 channels at a time.</a:t>
            </a:r>
          </a:p>
          <a:p>
            <a:pPr algn="just"/>
            <a:r>
              <a:rPr lang="en-US" altLang="ko-KR" sz="900" dirty="0">
                <a:solidFill>
                  <a:srgbClr val="000000"/>
                </a:solidFill>
                <a:latin typeface="Arial" panose="020B0604020202020204" pitchFamily="34" charset="0"/>
                <a:cs typeface="Arial" panose="020B0604020202020204" pitchFamily="34" charset="0"/>
              </a:rPr>
              <a:t>The LOCAL-RW DATA registers are divided into a total of 8 port group and each port has a total of 16 registers.  Unlike the Local-write command, the first data register in the port is mapped to the last located XD-12 in daisied order and the second data register is mapped to the second located XD-12 from the back, and so on.  Although the data registers in a port are a total 16, the XC-24 can support over 16 daisied devices in a channel by using the LOCAL-READ RECEIVE POINTER and LOCAL-RW DIFFERENCE POINTER.  The LOCAL-RD RECEIVE DIFF POINTER of the LOCAL-RW DIFFERENCE POINTER shows how many data are filled up in the LOCAL-RW DATA buffers.  </a:t>
            </a:r>
            <a:r>
              <a:rPr lang="en-US" altLang="ko-KR" sz="900" b="0" i="0" dirty="0">
                <a:solidFill>
                  <a:srgbClr val="000000"/>
                </a:solidFill>
                <a:effectLst/>
                <a:latin typeface="Arial" panose="020B0604020202020204" pitchFamily="34" charset="0"/>
                <a:cs typeface="Arial" panose="020B0604020202020204" pitchFamily="34" charset="0"/>
              </a:rPr>
              <a:t>A value of 0 means that the LOCAL-RW DATA buffers are empty, so you must wait for the buffers to be refilled, and if the value is greater than 16, it means that the LOCAL-RW DATA buffers have been overwritten, so you must drag out the buffers before they are overflowed.  Refer to the Table 3. and the Figure 10. for the mapping scheme.</a:t>
            </a:r>
            <a:endParaRPr lang="en-US" altLang="ko-KR" sz="900" dirty="0">
              <a:solidFill>
                <a:srgbClr val="000000"/>
              </a:solidFill>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DAE3D768-E78C-A263-A2C2-BFD7A2F037D9}"/>
              </a:ext>
            </a:extLst>
          </p:cNvPr>
          <p:cNvSpPr txBox="1"/>
          <p:nvPr/>
        </p:nvSpPr>
        <p:spPr>
          <a:xfrm>
            <a:off x="2360181" y="5135963"/>
            <a:ext cx="2354171"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13. The sequence of Local-read command</a:t>
            </a:r>
          </a:p>
        </p:txBody>
      </p:sp>
      <p:sp>
        <p:nvSpPr>
          <p:cNvPr id="50" name="직사각형 49">
            <a:extLst>
              <a:ext uri="{FF2B5EF4-FFF2-40B4-BE49-F238E27FC236}">
                <a16:creationId xmlns:a16="http://schemas.microsoft.com/office/drawing/2014/main" id="{B9EBE257-873C-7CB5-B46B-106502A40B44}"/>
              </a:ext>
            </a:extLst>
          </p:cNvPr>
          <p:cNvSpPr/>
          <p:nvPr/>
        </p:nvSpPr>
        <p:spPr>
          <a:xfrm>
            <a:off x="5150695" y="1141978"/>
            <a:ext cx="144275" cy="1831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0" name="그룹 9">
            <a:extLst>
              <a:ext uri="{FF2B5EF4-FFF2-40B4-BE49-F238E27FC236}">
                <a16:creationId xmlns:a16="http://schemas.microsoft.com/office/drawing/2014/main" id="{7BD58EF9-8881-1665-DC8A-361479B2009D}"/>
              </a:ext>
            </a:extLst>
          </p:cNvPr>
          <p:cNvGrpSpPr/>
          <p:nvPr/>
        </p:nvGrpSpPr>
        <p:grpSpPr>
          <a:xfrm>
            <a:off x="659855" y="2751575"/>
            <a:ext cx="5688245" cy="2172217"/>
            <a:chOff x="659855" y="2751575"/>
            <a:chExt cx="5688245" cy="2172217"/>
          </a:xfrm>
        </p:grpSpPr>
        <p:cxnSp>
          <p:nvCxnSpPr>
            <p:cNvPr id="77" name="직선 연결선 76">
              <a:extLst>
                <a:ext uri="{FF2B5EF4-FFF2-40B4-BE49-F238E27FC236}">
                  <a16:creationId xmlns:a16="http://schemas.microsoft.com/office/drawing/2014/main" id="{A9107EAF-583A-CA86-BBAA-FF72BBB7E48E}"/>
                </a:ext>
              </a:extLst>
            </p:cNvPr>
            <p:cNvCxnSpPr/>
            <p:nvPr/>
          </p:nvCxnSpPr>
          <p:spPr>
            <a:xfrm>
              <a:off x="1046650" y="2890339"/>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BDD9960F-84EA-AF8C-BE41-BDB0C603F2AD}"/>
                </a:ext>
              </a:extLst>
            </p:cNvPr>
            <p:cNvCxnSpPr>
              <a:cxnSpLocks/>
            </p:cNvCxnSpPr>
            <p:nvPr/>
          </p:nvCxnSpPr>
          <p:spPr>
            <a:xfrm>
              <a:off x="1224450" y="289404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37FB28F2-DDDD-6E3D-0EA5-4D0646F47186}"/>
                </a:ext>
              </a:extLst>
            </p:cNvPr>
            <p:cNvCxnSpPr>
              <a:cxnSpLocks/>
            </p:cNvCxnSpPr>
            <p:nvPr/>
          </p:nvCxnSpPr>
          <p:spPr>
            <a:xfrm flipV="1">
              <a:off x="1224450" y="3037808"/>
              <a:ext cx="11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0A94329C-B496-4285-7867-1832370979AA}"/>
                </a:ext>
              </a:extLst>
            </p:cNvPr>
            <p:cNvSpPr/>
            <p:nvPr/>
          </p:nvSpPr>
          <p:spPr>
            <a:xfrm>
              <a:off x="1239890" y="3202606"/>
              <a:ext cx="108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LOCAL-READ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8" name="직선 연결선 107">
              <a:extLst>
                <a:ext uri="{FF2B5EF4-FFF2-40B4-BE49-F238E27FC236}">
                  <a16:creationId xmlns:a16="http://schemas.microsoft.com/office/drawing/2014/main" id="{4936B1AC-3EC4-0D9A-62B0-07B59A026C13}"/>
                </a:ext>
              </a:extLst>
            </p:cNvPr>
            <p:cNvCxnSpPr>
              <a:cxnSpLocks/>
            </p:cNvCxnSpPr>
            <p:nvPr/>
          </p:nvCxnSpPr>
          <p:spPr>
            <a:xfrm flipV="1">
              <a:off x="1056100" y="3418346"/>
              <a:ext cx="529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직사각형 129">
              <a:extLst>
                <a:ext uri="{FF2B5EF4-FFF2-40B4-BE49-F238E27FC236}">
                  <a16:creationId xmlns:a16="http://schemas.microsoft.com/office/drawing/2014/main" id="{D0D50348-8192-6884-6B83-DA230051ED8F}"/>
                </a:ext>
              </a:extLst>
            </p:cNvPr>
            <p:cNvSpPr/>
            <p:nvPr/>
          </p:nvSpPr>
          <p:spPr>
            <a:xfrm>
              <a:off x="672286" y="2939551"/>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4" name="직사각형 133">
              <a:extLst>
                <a:ext uri="{FF2B5EF4-FFF2-40B4-BE49-F238E27FC236}">
                  <a16:creationId xmlns:a16="http://schemas.microsoft.com/office/drawing/2014/main" id="{A282E6B1-46DB-3C82-53D5-CBC73FED8416}"/>
                </a:ext>
              </a:extLst>
            </p:cNvPr>
            <p:cNvSpPr/>
            <p:nvPr/>
          </p:nvSpPr>
          <p:spPr>
            <a:xfrm>
              <a:off x="681737" y="3316065"/>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5" name="직선 연결선 104">
              <a:extLst>
                <a:ext uri="{FF2B5EF4-FFF2-40B4-BE49-F238E27FC236}">
                  <a16:creationId xmlns:a16="http://schemas.microsoft.com/office/drawing/2014/main" id="{40238E3F-12A1-0642-5012-37D7E7173932}"/>
                </a:ext>
              </a:extLst>
            </p:cNvPr>
            <p:cNvCxnSpPr/>
            <p:nvPr/>
          </p:nvCxnSpPr>
          <p:spPr>
            <a:xfrm>
              <a:off x="2340638" y="2896446"/>
              <a:ext cx="1990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27171997-FB3A-2F0B-3696-F61D6F4F6ED5}"/>
                </a:ext>
              </a:extLst>
            </p:cNvPr>
            <p:cNvCxnSpPr>
              <a:cxnSpLocks/>
            </p:cNvCxnSpPr>
            <p:nvPr/>
          </p:nvCxnSpPr>
          <p:spPr>
            <a:xfrm>
              <a:off x="2343158" y="2896446"/>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0" name="직선 연결선 399">
              <a:extLst>
                <a:ext uri="{FF2B5EF4-FFF2-40B4-BE49-F238E27FC236}">
                  <a16:creationId xmlns:a16="http://schemas.microsoft.com/office/drawing/2014/main" id="{FF3616E3-9C35-FFF9-DDBE-CE1CD95EE069}"/>
                </a:ext>
              </a:extLst>
            </p:cNvPr>
            <p:cNvCxnSpPr>
              <a:cxnSpLocks/>
            </p:cNvCxnSpPr>
            <p:nvPr/>
          </p:nvCxnSpPr>
          <p:spPr>
            <a:xfrm>
              <a:off x="4330849" y="2898723"/>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직선 연결선 4">
              <a:extLst>
                <a:ext uri="{FF2B5EF4-FFF2-40B4-BE49-F238E27FC236}">
                  <a16:creationId xmlns:a16="http://schemas.microsoft.com/office/drawing/2014/main" id="{A7F366FA-0814-9A04-D41F-D7EEFBDAF484}"/>
                </a:ext>
              </a:extLst>
            </p:cNvPr>
            <p:cNvCxnSpPr>
              <a:cxnSpLocks/>
            </p:cNvCxnSpPr>
            <p:nvPr/>
          </p:nvCxnSpPr>
          <p:spPr>
            <a:xfrm flipV="1">
              <a:off x="1026442" y="4230054"/>
              <a:ext cx="133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B5881562-0A39-F01A-E986-4499AF3F9B63}"/>
                </a:ext>
              </a:extLst>
            </p:cNvPr>
            <p:cNvSpPr/>
            <p:nvPr/>
          </p:nvSpPr>
          <p:spPr>
            <a:xfrm>
              <a:off x="672286" y="412703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53" name="직선 연결선 52">
              <a:extLst>
                <a:ext uri="{FF2B5EF4-FFF2-40B4-BE49-F238E27FC236}">
                  <a16:creationId xmlns:a16="http://schemas.microsoft.com/office/drawing/2014/main" id="{05820A77-0860-9A7B-5268-DB1B011DD260}"/>
                </a:ext>
              </a:extLst>
            </p:cNvPr>
            <p:cNvCxnSpPr>
              <a:cxnSpLocks/>
            </p:cNvCxnSpPr>
            <p:nvPr/>
          </p:nvCxnSpPr>
          <p:spPr>
            <a:xfrm flipV="1">
              <a:off x="1026714" y="4450417"/>
              <a:ext cx="133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직사각형 53">
              <a:extLst>
                <a:ext uri="{FF2B5EF4-FFF2-40B4-BE49-F238E27FC236}">
                  <a16:creationId xmlns:a16="http://schemas.microsoft.com/office/drawing/2014/main" id="{D8971CDD-4662-4AC4-6654-D1542B84823E}"/>
                </a:ext>
              </a:extLst>
            </p:cNvPr>
            <p:cNvSpPr/>
            <p:nvPr/>
          </p:nvSpPr>
          <p:spPr>
            <a:xfrm>
              <a:off x="664980" y="434739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94" name="직선 연결선 93">
              <a:extLst>
                <a:ext uri="{FF2B5EF4-FFF2-40B4-BE49-F238E27FC236}">
                  <a16:creationId xmlns:a16="http://schemas.microsoft.com/office/drawing/2014/main" id="{EC5B5183-BE97-02BD-8340-4BE9E3CBF8D1}"/>
                </a:ext>
              </a:extLst>
            </p:cNvPr>
            <p:cNvCxnSpPr>
              <a:cxnSpLocks/>
            </p:cNvCxnSpPr>
            <p:nvPr/>
          </p:nvCxnSpPr>
          <p:spPr>
            <a:xfrm flipV="1">
              <a:off x="1026641" y="4691233"/>
              <a:ext cx="133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직사각형 94">
              <a:extLst>
                <a:ext uri="{FF2B5EF4-FFF2-40B4-BE49-F238E27FC236}">
                  <a16:creationId xmlns:a16="http://schemas.microsoft.com/office/drawing/2014/main" id="{5B70841A-C832-62DC-FE5E-426E1DB7196A}"/>
                </a:ext>
              </a:extLst>
            </p:cNvPr>
            <p:cNvSpPr/>
            <p:nvPr/>
          </p:nvSpPr>
          <p:spPr>
            <a:xfrm>
              <a:off x="659855" y="4588215"/>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31" name="직선 연결선 130">
              <a:extLst>
                <a:ext uri="{FF2B5EF4-FFF2-40B4-BE49-F238E27FC236}">
                  <a16:creationId xmlns:a16="http://schemas.microsoft.com/office/drawing/2014/main" id="{75BCB402-AAC2-7BA6-B5EF-52B0575EB003}"/>
                </a:ext>
              </a:extLst>
            </p:cNvPr>
            <p:cNvCxnSpPr>
              <a:cxnSpLocks/>
            </p:cNvCxnSpPr>
            <p:nvPr/>
          </p:nvCxnSpPr>
          <p:spPr>
            <a:xfrm>
              <a:off x="3110152" y="4684197"/>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6" name="그룹 95">
              <a:extLst>
                <a:ext uri="{FF2B5EF4-FFF2-40B4-BE49-F238E27FC236}">
                  <a16:creationId xmlns:a16="http://schemas.microsoft.com/office/drawing/2014/main" id="{E60B6030-3037-C738-E432-E99933DEEF08}"/>
                </a:ext>
              </a:extLst>
            </p:cNvPr>
            <p:cNvGrpSpPr/>
            <p:nvPr/>
          </p:nvGrpSpPr>
          <p:grpSpPr>
            <a:xfrm>
              <a:off x="2355350" y="4545946"/>
              <a:ext cx="72000" cy="146277"/>
              <a:chOff x="3250176" y="2637183"/>
              <a:chExt cx="179694" cy="146277"/>
            </a:xfrm>
          </p:grpSpPr>
          <p:grpSp>
            <p:nvGrpSpPr>
              <p:cNvPr id="97" name="그룹 96">
                <a:extLst>
                  <a:ext uri="{FF2B5EF4-FFF2-40B4-BE49-F238E27FC236}">
                    <a16:creationId xmlns:a16="http://schemas.microsoft.com/office/drawing/2014/main" id="{91D1CCED-1E8E-99DE-2EBE-8A821FFCAAEC}"/>
                  </a:ext>
                </a:extLst>
              </p:cNvPr>
              <p:cNvGrpSpPr/>
              <p:nvPr/>
            </p:nvGrpSpPr>
            <p:grpSpPr>
              <a:xfrm>
                <a:off x="3250176" y="2637183"/>
                <a:ext cx="178824" cy="144000"/>
                <a:chOff x="5453592" y="2641965"/>
                <a:chExt cx="178824" cy="144000"/>
              </a:xfrm>
            </p:grpSpPr>
            <p:cxnSp>
              <p:nvCxnSpPr>
                <p:cNvPr id="99" name="직선 연결선 98">
                  <a:extLst>
                    <a:ext uri="{FF2B5EF4-FFF2-40B4-BE49-F238E27FC236}">
                      <a16:creationId xmlns:a16="http://schemas.microsoft.com/office/drawing/2014/main" id="{0BD54ED7-B704-972C-DB1F-51140A4CA6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A374304B-1931-5DC9-6BFA-9C99DDE887D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직선 연결선 97">
                <a:extLst>
                  <a:ext uri="{FF2B5EF4-FFF2-40B4-BE49-F238E27FC236}">
                    <a16:creationId xmlns:a16="http://schemas.microsoft.com/office/drawing/2014/main" id="{DF6A4001-E240-D25E-0874-0F0B4D40867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직선 연결선 100">
              <a:extLst>
                <a:ext uri="{FF2B5EF4-FFF2-40B4-BE49-F238E27FC236}">
                  <a16:creationId xmlns:a16="http://schemas.microsoft.com/office/drawing/2014/main" id="{0EF72381-9504-ABB0-97FD-5104B7632229}"/>
                </a:ext>
              </a:extLst>
            </p:cNvPr>
            <p:cNvCxnSpPr>
              <a:cxnSpLocks/>
            </p:cNvCxnSpPr>
            <p:nvPr/>
          </p:nvCxnSpPr>
          <p:spPr>
            <a:xfrm>
              <a:off x="2427001" y="468994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 name="그룹 101">
              <a:extLst>
                <a:ext uri="{FF2B5EF4-FFF2-40B4-BE49-F238E27FC236}">
                  <a16:creationId xmlns:a16="http://schemas.microsoft.com/office/drawing/2014/main" id="{E77D638C-37BD-3E87-77C1-AE2398B6137E}"/>
                </a:ext>
              </a:extLst>
            </p:cNvPr>
            <p:cNvGrpSpPr/>
            <p:nvPr/>
          </p:nvGrpSpPr>
          <p:grpSpPr>
            <a:xfrm>
              <a:off x="2465592" y="4545914"/>
              <a:ext cx="72000" cy="144289"/>
              <a:chOff x="3250176" y="2637183"/>
              <a:chExt cx="179694" cy="144289"/>
            </a:xfrm>
          </p:grpSpPr>
          <p:grpSp>
            <p:nvGrpSpPr>
              <p:cNvPr id="103" name="그룹 102">
                <a:extLst>
                  <a:ext uri="{FF2B5EF4-FFF2-40B4-BE49-F238E27FC236}">
                    <a16:creationId xmlns:a16="http://schemas.microsoft.com/office/drawing/2014/main" id="{CD8CE03B-49D1-1015-9510-1511FF96EDC6}"/>
                  </a:ext>
                </a:extLst>
              </p:cNvPr>
              <p:cNvGrpSpPr/>
              <p:nvPr/>
            </p:nvGrpSpPr>
            <p:grpSpPr>
              <a:xfrm>
                <a:off x="3250176" y="2637183"/>
                <a:ext cx="178824" cy="144000"/>
                <a:chOff x="5453592" y="2641965"/>
                <a:chExt cx="178824" cy="144000"/>
              </a:xfrm>
            </p:grpSpPr>
            <p:cxnSp>
              <p:nvCxnSpPr>
                <p:cNvPr id="110" name="직선 연결선 109">
                  <a:extLst>
                    <a:ext uri="{FF2B5EF4-FFF2-40B4-BE49-F238E27FC236}">
                      <a16:creationId xmlns:a16="http://schemas.microsoft.com/office/drawing/2014/main" id="{3EF3E6CC-82D6-1503-510D-026FB14C789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직선 연결선 110">
                  <a:extLst>
                    <a:ext uri="{FF2B5EF4-FFF2-40B4-BE49-F238E27FC236}">
                      <a16:creationId xmlns:a16="http://schemas.microsoft.com/office/drawing/2014/main" id="{41A5B9DB-5656-B688-EFB6-C1602A23A3C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 name="직선 연결선 108">
                <a:extLst>
                  <a:ext uri="{FF2B5EF4-FFF2-40B4-BE49-F238E27FC236}">
                    <a16:creationId xmlns:a16="http://schemas.microsoft.com/office/drawing/2014/main" id="{70578B90-E220-A4AF-AE8A-80FDA63EFD13}"/>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 name="직선 연결선 111">
              <a:extLst>
                <a:ext uri="{FF2B5EF4-FFF2-40B4-BE49-F238E27FC236}">
                  <a16:creationId xmlns:a16="http://schemas.microsoft.com/office/drawing/2014/main" id="{7339C193-7741-64DD-A440-15EEEBF21416}"/>
                </a:ext>
              </a:extLst>
            </p:cNvPr>
            <p:cNvCxnSpPr>
              <a:cxnSpLocks/>
            </p:cNvCxnSpPr>
            <p:nvPr/>
          </p:nvCxnSpPr>
          <p:spPr>
            <a:xfrm>
              <a:off x="2537243" y="468748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그룹 112">
              <a:extLst>
                <a:ext uri="{FF2B5EF4-FFF2-40B4-BE49-F238E27FC236}">
                  <a16:creationId xmlns:a16="http://schemas.microsoft.com/office/drawing/2014/main" id="{4F46D713-8DDB-ED47-A8D7-B0FA40B9B4E4}"/>
                </a:ext>
              </a:extLst>
            </p:cNvPr>
            <p:cNvGrpSpPr/>
            <p:nvPr/>
          </p:nvGrpSpPr>
          <p:grpSpPr>
            <a:xfrm>
              <a:off x="2575394" y="4543754"/>
              <a:ext cx="72000" cy="145699"/>
              <a:chOff x="3250176" y="2635484"/>
              <a:chExt cx="179694" cy="145699"/>
            </a:xfrm>
          </p:grpSpPr>
          <p:grpSp>
            <p:nvGrpSpPr>
              <p:cNvPr id="114" name="그룹 113">
                <a:extLst>
                  <a:ext uri="{FF2B5EF4-FFF2-40B4-BE49-F238E27FC236}">
                    <a16:creationId xmlns:a16="http://schemas.microsoft.com/office/drawing/2014/main" id="{331CB2B6-C70E-BB77-75A2-FD1BE7ED34A8}"/>
                  </a:ext>
                </a:extLst>
              </p:cNvPr>
              <p:cNvGrpSpPr/>
              <p:nvPr/>
            </p:nvGrpSpPr>
            <p:grpSpPr>
              <a:xfrm>
                <a:off x="3250176" y="2637183"/>
                <a:ext cx="178824" cy="144000"/>
                <a:chOff x="5453592" y="2641965"/>
                <a:chExt cx="178824" cy="144000"/>
              </a:xfrm>
            </p:grpSpPr>
            <p:cxnSp>
              <p:nvCxnSpPr>
                <p:cNvPr id="116" name="직선 연결선 115">
                  <a:extLst>
                    <a:ext uri="{FF2B5EF4-FFF2-40B4-BE49-F238E27FC236}">
                      <a16:creationId xmlns:a16="http://schemas.microsoft.com/office/drawing/2014/main" id="{C84B0971-C9E0-B18B-A374-523E76DB8EB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a:extLst>
                    <a:ext uri="{FF2B5EF4-FFF2-40B4-BE49-F238E27FC236}">
                      <a16:creationId xmlns:a16="http://schemas.microsoft.com/office/drawing/2014/main" id="{457CD7C5-3828-258B-9B48-3F7C9606548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 name="직선 연결선 114">
                <a:extLst>
                  <a:ext uri="{FF2B5EF4-FFF2-40B4-BE49-F238E27FC236}">
                    <a16:creationId xmlns:a16="http://schemas.microsoft.com/office/drawing/2014/main" id="{04E86A35-2F52-192A-C217-7962C9353BCB}"/>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 name="직선 연결선 117">
              <a:extLst>
                <a:ext uri="{FF2B5EF4-FFF2-40B4-BE49-F238E27FC236}">
                  <a16:creationId xmlns:a16="http://schemas.microsoft.com/office/drawing/2014/main" id="{5E9BF1BF-64EC-1465-718C-8EACD8F5E9C5}"/>
                </a:ext>
              </a:extLst>
            </p:cNvPr>
            <p:cNvCxnSpPr>
              <a:cxnSpLocks/>
            </p:cNvCxnSpPr>
            <p:nvPr/>
          </p:nvCxnSpPr>
          <p:spPr>
            <a:xfrm>
              <a:off x="2650970" y="468806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그룹 118">
              <a:extLst>
                <a:ext uri="{FF2B5EF4-FFF2-40B4-BE49-F238E27FC236}">
                  <a16:creationId xmlns:a16="http://schemas.microsoft.com/office/drawing/2014/main" id="{BC886D67-9FCF-E7D9-FAEC-E2464912CAE0}"/>
                </a:ext>
              </a:extLst>
            </p:cNvPr>
            <p:cNvGrpSpPr/>
            <p:nvPr/>
          </p:nvGrpSpPr>
          <p:grpSpPr>
            <a:xfrm>
              <a:off x="2688540" y="4542326"/>
              <a:ext cx="35826" cy="146277"/>
              <a:chOff x="3250176" y="2637183"/>
              <a:chExt cx="178824" cy="146277"/>
            </a:xfrm>
          </p:grpSpPr>
          <p:grpSp>
            <p:nvGrpSpPr>
              <p:cNvPr id="120" name="그룹 119">
                <a:extLst>
                  <a:ext uri="{FF2B5EF4-FFF2-40B4-BE49-F238E27FC236}">
                    <a16:creationId xmlns:a16="http://schemas.microsoft.com/office/drawing/2014/main" id="{2ED205CA-88B1-06A0-6064-C8AA04033D09}"/>
                  </a:ext>
                </a:extLst>
              </p:cNvPr>
              <p:cNvGrpSpPr/>
              <p:nvPr/>
            </p:nvGrpSpPr>
            <p:grpSpPr>
              <a:xfrm>
                <a:off x="3250176" y="2637183"/>
                <a:ext cx="178824" cy="144000"/>
                <a:chOff x="5453592" y="2641965"/>
                <a:chExt cx="178824" cy="144000"/>
              </a:xfrm>
            </p:grpSpPr>
            <p:cxnSp>
              <p:nvCxnSpPr>
                <p:cNvPr id="122" name="직선 연결선 121">
                  <a:extLst>
                    <a:ext uri="{FF2B5EF4-FFF2-40B4-BE49-F238E27FC236}">
                      <a16:creationId xmlns:a16="http://schemas.microsoft.com/office/drawing/2014/main" id="{E0CA3E92-1652-A698-32D2-41CD050395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8FD82A6B-8740-DD02-2E82-7E4215242AF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 name="직선 연결선 120">
                <a:extLst>
                  <a:ext uri="{FF2B5EF4-FFF2-40B4-BE49-F238E27FC236}">
                    <a16:creationId xmlns:a16="http://schemas.microsoft.com/office/drawing/2014/main" id="{71789545-C898-E716-DB24-5EF8522CD3A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4" name="직선 연결선 123">
              <a:extLst>
                <a:ext uri="{FF2B5EF4-FFF2-40B4-BE49-F238E27FC236}">
                  <a16:creationId xmlns:a16="http://schemas.microsoft.com/office/drawing/2014/main" id="{3F4FF278-DE97-F17D-66C1-79D7454A1A77}"/>
                </a:ext>
              </a:extLst>
            </p:cNvPr>
            <p:cNvCxnSpPr>
              <a:cxnSpLocks/>
            </p:cNvCxnSpPr>
            <p:nvPr/>
          </p:nvCxnSpPr>
          <p:spPr>
            <a:xfrm>
              <a:off x="2726344" y="4685496"/>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6" name="그룹 125">
              <a:extLst>
                <a:ext uri="{FF2B5EF4-FFF2-40B4-BE49-F238E27FC236}">
                  <a16:creationId xmlns:a16="http://schemas.microsoft.com/office/drawing/2014/main" id="{D404274A-BB65-350B-5728-E9F522D4D4D9}"/>
                </a:ext>
              </a:extLst>
            </p:cNvPr>
            <p:cNvGrpSpPr/>
            <p:nvPr/>
          </p:nvGrpSpPr>
          <p:grpSpPr>
            <a:xfrm>
              <a:off x="2800420" y="4540804"/>
              <a:ext cx="214954" cy="141758"/>
              <a:chOff x="5453592" y="2641965"/>
              <a:chExt cx="178824" cy="144000"/>
            </a:xfrm>
          </p:grpSpPr>
          <p:cxnSp>
            <p:nvCxnSpPr>
              <p:cNvPr id="128" name="직선 연결선 127">
                <a:extLst>
                  <a:ext uri="{FF2B5EF4-FFF2-40B4-BE49-F238E27FC236}">
                    <a16:creationId xmlns:a16="http://schemas.microsoft.com/office/drawing/2014/main" id="{374B156E-3780-F27A-29A6-90FB1B9B55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a:extLst>
                  <a:ext uri="{FF2B5EF4-FFF2-40B4-BE49-F238E27FC236}">
                    <a16:creationId xmlns:a16="http://schemas.microsoft.com/office/drawing/2014/main" id="{8FB1EB47-EDFD-9045-A9EB-2E788542F8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 name="직선 연결선 51">
              <a:extLst>
                <a:ext uri="{FF2B5EF4-FFF2-40B4-BE49-F238E27FC236}">
                  <a16:creationId xmlns:a16="http://schemas.microsoft.com/office/drawing/2014/main" id="{5E608D04-7DB4-CD00-3E80-CFF6245F25F4}"/>
                </a:ext>
              </a:extLst>
            </p:cNvPr>
            <p:cNvCxnSpPr>
              <a:cxnSpLocks/>
            </p:cNvCxnSpPr>
            <p:nvPr/>
          </p:nvCxnSpPr>
          <p:spPr>
            <a:xfrm>
              <a:off x="4778151" y="29017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직사각형 145">
              <a:extLst>
                <a:ext uri="{FF2B5EF4-FFF2-40B4-BE49-F238E27FC236}">
                  <a16:creationId xmlns:a16="http://schemas.microsoft.com/office/drawing/2014/main" id="{25DCE635-25EE-57C1-BCA1-23F46967C037}"/>
                </a:ext>
              </a:extLst>
            </p:cNvPr>
            <p:cNvSpPr/>
            <p:nvPr/>
          </p:nvSpPr>
          <p:spPr>
            <a:xfrm>
              <a:off x="4840349" y="3202346"/>
              <a:ext cx="126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LOCAL-RW POINTER RESET</a:t>
              </a:r>
            </a:p>
            <a:p>
              <a:pPr algn="ctr"/>
              <a:r>
                <a:rPr lang="en-US" altLang="ko-KR" sz="700" dirty="0">
                  <a:solidFill>
                    <a:schemeClr val="tx1"/>
                  </a:solidFill>
                  <a:latin typeface="Arial" panose="020B0604020202020204" pitchFamily="34" charset="0"/>
                  <a:cs typeface="Arial" panose="020B0604020202020204" pitchFamily="34" charset="0"/>
                </a:rPr>
                <a:t>transmit</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44" name="그룹 443">
              <a:extLst>
                <a:ext uri="{FF2B5EF4-FFF2-40B4-BE49-F238E27FC236}">
                  <a16:creationId xmlns:a16="http://schemas.microsoft.com/office/drawing/2014/main" id="{E95BA5E9-91F5-19A5-B40B-0B1F0F882DE1}"/>
                </a:ext>
              </a:extLst>
            </p:cNvPr>
            <p:cNvGrpSpPr/>
            <p:nvPr/>
          </p:nvGrpSpPr>
          <p:grpSpPr>
            <a:xfrm>
              <a:off x="2365421" y="4306554"/>
              <a:ext cx="72000" cy="146277"/>
              <a:chOff x="3250176" y="2637183"/>
              <a:chExt cx="179694" cy="146277"/>
            </a:xfrm>
          </p:grpSpPr>
          <p:grpSp>
            <p:nvGrpSpPr>
              <p:cNvPr id="470" name="그룹 469">
                <a:extLst>
                  <a:ext uri="{FF2B5EF4-FFF2-40B4-BE49-F238E27FC236}">
                    <a16:creationId xmlns:a16="http://schemas.microsoft.com/office/drawing/2014/main" id="{1C10D972-E1D6-1327-96C4-4EA18E1A5439}"/>
                  </a:ext>
                </a:extLst>
              </p:cNvPr>
              <p:cNvGrpSpPr/>
              <p:nvPr/>
            </p:nvGrpSpPr>
            <p:grpSpPr>
              <a:xfrm>
                <a:off x="3250176" y="2637183"/>
                <a:ext cx="178824" cy="144000"/>
                <a:chOff x="5453592" y="2641965"/>
                <a:chExt cx="178824" cy="144000"/>
              </a:xfrm>
            </p:grpSpPr>
            <p:cxnSp>
              <p:nvCxnSpPr>
                <p:cNvPr id="472" name="직선 연결선 471">
                  <a:extLst>
                    <a:ext uri="{FF2B5EF4-FFF2-40B4-BE49-F238E27FC236}">
                      <a16:creationId xmlns:a16="http://schemas.microsoft.com/office/drawing/2014/main" id="{FDCD611A-6677-31CB-FCFE-87202ED676F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3" name="직선 연결선 472">
                  <a:extLst>
                    <a:ext uri="{FF2B5EF4-FFF2-40B4-BE49-F238E27FC236}">
                      <a16:creationId xmlns:a16="http://schemas.microsoft.com/office/drawing/2014/main" id="{D75A7B3E-08EF-29FE-2607-E7B63218A6D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71" name="직선 연결선 470">
                <a:extLst>
                  <a:ext uri="{FF2B5EF4-FFF2-40B4-BE49-F238E27FC236}">
                    <a16:creationId xmlns:a16="http://schemas.microsoft.com/office/drawing/2014/main" id="{81883457-0ADC-F965-90E4-3251895FB47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5" name="직선 연결선 444">
              <a:extLst>
                <a:ext uri="{FF2B5EF4-FFF2-40B4-BE49-F238E27FC236}">
                  <a16:creationId xmlns:a16="http://schemas.microsoft.com/office/drawing/2014/main" id="{BC66B3EB-C5DC-F700-151A-C8EB8C3E7FCF}"/>
                </a:ext>
              </a:extLst>
            </p:cNvPr>
            <p:cNvCxnSpPr>
              <a:cxnSpLocks/>
            </p:cNvCxnSpPr>
            <p:nvPr/>
          </p:nvCxnSpPr>
          <p:spPr>
            <a:xfrm>
              <a:off x="2437072" y="445055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6" name="그룹 445">
              <a:extLst>
                <a:ext uri="{FF2B5EF4-FFF2-40B4-BE49-F238E27FC236}">
                  <a16:creationId xmlns:a16="http://schemas.microsoft.com/office/drawing/2014/main" id="{A38D780E-C9E4-B654-7336-904F31984D71}"/>
                </a:ext>
              </a:extLst>
            </p:cNvPr>
            <p:cNvGrpSpPr/>
            <p:nvPr/>
          </p:nvGrpSpPr>
          <p:grpSpPr>
            <a:xfrm>
              <a:off x="2475663" y="4306522"/>
              <a:ext cx="72000" cy="144289"/>
              <a:chOff x="3250176" y="2637183"/>
              <a:chExt cx="179694" cy="144289"/>
            </a:xfrm>
          </p:grpSpPr>
          <p:grpSp>
            <p:nvGrpSpPr>
              <p:cNvPr id="466" name="그룹 465">
                <a:extLst>
                  <a:ext uri="{FF2B5EF4-FFF2-40B4-BE49-F238E27FC236}">
                    <a16:creationId xmlns:a16="http://schemas.microsoft.com/office/drawing/2014/main" id="{A6459231-CE06-FB74-6CB7-D1CF7D489BA8}"/>
                  </a:ext>
                </a:extLst>
              </p:cNvPr>
              <p:cNvGrpSpPr/>
              <p:nvPr/>
            </p:nvGrpSpPr>
            <p:grpSpPr>
              <a:xfrm>
                <a:off x="3250176" y="2637183"/>
                <a:ext cx="178824" cy="144000"/>
                <a:chOff x="5453592" y="2641965"/>
                <a:chExt cx="178824" cy="144000"/>
              </a:xfrm>
            </p:grpSpPr>
            <p:cxnSp>
              <p:nvCxnSpPr>
                <p:cNvPr id="468" name="직선 연결선 467">
                  <a:extLst>
                    <a:ext uri="{FF2B5EF4-FFF2-40B4-BE49-F238E27FC236}">
                      <a16:creationId xmlns:a16="http://schemas.microsoft.com/office/drawing/2014/main" id="{87294162-CCCF-F464-AF14-C6F4ACEE113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직선 연결선 468">
                  <a:extLst>
                    <a:ext uri="{FF2B5EF4-FFF2-40B4-BE49-F238E27FC236}">
                      <a16:creationId xmlns:a16="http://schemas.microsoft.com/office/drawing/2014/main" id="{2F2E58D2-B213-EAB9-4ABA-277A7277D22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7" name="직선 연결선 466">
                <a:extLst>
                  <a:ext uri="{FF2B5EF4-FFF2-40B4-BE49-F238E27FC236}">
                    <a16:creationId xmlns:a16="http://schemas.microsoft.com/office/drawing/2014/main" id="{4C8DE5BE-2EF8-4A64-2B5C-674148756369}"/>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7" name="직선 연결선 446">
              <a:extLst>
                <a:ext uri="{FF2B5EF4-FFF2-40B4-BE49-F238E27FC236}">
                  <a16:creationId xmlns:a16="http://schemas.microsoft.com/office/drawing/2014/main" id="{281402F6-A4C8-9BD2-13C6-4B4512F97C15}"/>
                </a:ext>
              </a:extLst>
            </p:cNvPr>
            <p:cNvCxnSpPr>
              <a:cxnSpLocks/>
            </p:cNvCxnSpPr>
            <p:nvPr/>
          </p:nvCxnSpPr>
          <p:spPr>
            <a:xfrm>
              <a:off x="2547314" y="4448092"/>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8" name="그룹 447">
              <a:extLst>
                <a:ext uri="{FF2B5EF4-FFF2-40B4-BE49-F238E27FC236}">
                  <a16:creationId xmlns:a16="http://schemas.microsoft.com/office/drawing/2014/main" id="{29388159-DD25-A15D-E590-1EE898F01329}"/>
                </a:ext>
              </a:extLst>
            </p:cNvPr>
            <p:cNvGrpSpPr/>
            <p:nvPr/>
          </p:nvGrpSpPr>
          <p:grpSpPr>
            <a:xfrm>
              <a:off x="2585465" y="4304362"/>
              <a:ext cx="72000" cy="145699"/>
              <a:chOff x="3250176" y="2635484"/>
              <a:chExt cx="179694" cy="145699"/>
            </a:xfrm>
          </p:grpSpPr>
          <p:grpSp>
            <p:nvGrpSpPr>
              <p:cNvPr id="462" name="그룹 461">
                <a:extLst>
                  <a:ext uri="{FF2B5EF4-FFF2-40B4-BE49-F238E27FC236}">
                    <a16:creationId xmlns:a16="http://schemas.microsoft.com/office/drawing/2014/main" id="{9C8D09B8-4349-1965-807F-98EB48495BD9}"/>
                  </a:ext>
                </a:extLst>
              </p:cNvPr>
              <p:cNvGrpSpPr/>
              <p:nvPr/>
            </p:nvGrpSpPr>
            <p:grpSpPr>
              <a:xfrm>
                <a:off x="3250176" y="2637183"/>
                <a:ext cx="178824" cy="144000"/>
                <a:chOff x="5453592" y="2641965"/>
                <a:chExt cx="178824" cy="144000"/>
              </a:xfrm>
            </p:grpSpPr>
            <p:cxnSp>
              <p:nvCxnSpPr>
                <p:cNvPr id="464" name="직선 연결선 463">
                  <a:extLst>
                    <a:ext uri="{FF2B5EF4-FFF2-40B4-BE49-F238E27FC236}">
                      <a16:creationId xmlns:a16="http://schemas.microsoft.com/office/drawing/2014/main" id="{C145C782-8754-8DC6-0EA0-4BAB1CA8ABD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5" name="직선 연결선 464">
                  <a:extLst>
                    <a:ext uri="{FF2B5EF4-FFF2-40B4-BE49-F238E27FC236}">
                      <a16:creationId xmlns:a16="http://schemas.microsoft.com/office/drawing/2014/main" id="{F9AF5560-6BFC-02CE-1F69-4DD4E096E41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3" name="직선 연결선 462">
                <a:extLst>
                  <a:ext uri="{FF2B5EF4-FFF2-40B4-BE49-F238E27FC236}">
                    <a16:creationId xmlns:a16="http://schemas.microsoft.com/office/drawing/2014/main" id="{08F5723B-A339-492C-B415-1E48A5027969}"/>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9" name="직선 연결선 448">
              <a:extLst>
                <a:ext uri="{FF2B5EF4-FFF2-40B4-BE49-F238E27FC236}">
                  <a16:creationId xmlns:a16="http://schemas.microsoft.com/office/drawing/2014/main" id="{75260760-B208-AA9B-85E0-3CAB206CAA6F}"/>
                </a:ext>
              </a:extLst>
            </p:cNvPr>
            <p:cNvCxnSpPr>
              <a:cxnSpLocks/>
            </p:cNvCxnSpPr>
            <p:nvPr/>
          </p:nvCxnSpPr>
          <p:spPr>
            <a:xfrm>
              <a:off x="2661041" y="444866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50" name="그룹 449">
              <a:extLst>
                <a:ext uri="{FF2B5EF4-FFF2-40B4-BE49-F238E27FC236}">
                  <a16:creationId xmlns:a16="http://schemas.microsoft.com/office/drawing/2014/main" id="{0EFE349F-E63C-CCAE-926E-6C442CA32BA7}"/>
                </a:ext>
              </a:extLst>
            </p:cNvPr>
            <p:cNvGrpSpPr/>
            <p:nvPr/>
          </p:nvGrpSpPr>
          <p:grpSpPr>
            <a:xfrm>
              <a:off x="2698611" y="4302934"/>
              <a:ext cx="35826" cy="146277"/>
              <a:chOff x="3250176" y="2637183"/>
              <a:chExt cx="178824" cy="146277"/>
            </a:xfrm>
          </p:grpSpPr>
          <p:grpSp>
            <p:nvGrpSpPr>
              <p:cNvPr id="458" name="그룹 457">
                <a:extLst>
                  <a:ext uri="{FF2B5EF4-FFF2-40B4-BE49-F238E27FC236}">
                    <a16:creationId xmlns:a16="http://schemas.microsoft.com/office/drawing/2014/main" id="{49322E86-47DC-EAD1-EF0C-07603B3F2DB9}"/>
                  </a:ext>
                </a:extLst>
              </p:cNvPr>
              <p:cNvGrpSpPr/>
              <p:nvPr/>
            </p:nvGrpSpPr>
            <p:grpSpPr>
              <a:xfrm>
                <a:off x="3250176" y="2637183"/>
                <a:ext cx="178824" cy="144000"/>
                <a:chOff x="5453592" y="2641965"/>
                <a:chExt cx="178824" cy="144000"/>
              </a:xfrm>
            </p:grpSpPr>
            <p:cxnSp>
              <p:nvCxnSpPr>
                <p:cNvPr id="460" name="직선 연결선 459">
                  <a:extLst>
                    <a:ext uri="{FF2B5EF4-FFF2-40B4-BE49-F238E27FC236}">
                      <a16:creationId xmlns:a16="http://schemas.microsoft.com/office/drawing/2014/main" id="{98F29443-4809-3472-4C8B-AC2A0A4B71A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1" name="직선 연결선 460">
                  <a:extLst>
                    <a:ext uri="{FF2B5EF4-FFF2-40B4-BE49-F238E27FC236}">
                      <a16:creationId xmlns:a16="http://schemas.microsoft.com/office/drawing/2014/main" id="{C80D50E6-572A-4E22-0397-38AD967B42F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59" name="직선 연결선 458">
                <a:extLst>
                  <a:ext uri="{FF2B5EF4-FFF2-40B4-BE49-F238E27FC236}">
                    <a16:creationId xmlns:a16="http://schemas.microsoft.com/office/drawing/2014/main" id="{324331A8-3671-B6AC-1FB2-8CC7DAED1FF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51" name="직선 연결선 450">
              <a:extLst>
                <a:ext uri="{FF2B5EF4-FFF2-40B4-BE49-F238E27FC236}">
                  <a16:creationId xmlns:a16="http://schemas.microsoft.com/office/drawing/2014/main" id="{807B29DC-0E08-6A6E-AFC4-DAA014E86365}"/>
                </a:ext>
              </a:extLst>
            </p:cNvPr>
            <p:cNvCxnSpPr>
              <a:cxnSpLocks/>
            </p:cNvCxnSpPr>
            <p:nvPr/>
          </p:nvCxnSpPr>
          <p:spPr>
            <a:xfrm>
              <a:off x="2736415" y="4446104"/>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54" name="그룹 453">
              <a:extLst>
                <a:ext uri="{FF2B5EF4-FFF2-40B4-BE49-F238E27FC236}">
                  <a16:creationId xmlns:a16="http://schemas.microsoft.com/office/drawing/2014/main" id="{556C6A21-9241-9729-10F6-8B132F63C516}"/>
                </a:ext>
              </a:extLst>
            </p:cNvPr>
            <p:cNvGrpSpPr/>
            <p:nvPr/>
          </p:nvGrpSpPr>
          <p:grpSpPr>
            <a:xfrm>
              <a:off x="2810491" y="4301412"/>
              <a:ext cx="214954" cy="141758"/>
              <a:chOff x="5453592" y="2641965"/>
              <a:chExt cx="178824" cy="144000"/>
            </a:xfrm>
          </p:grpSpPr>
          <p:cxnSp>
            <p:nvCxnSpPr>
              <p:cNvPr id="456" name="직선 연결선 455">
                <a:extLst>
                  <a:ext uri="{FF2B5EF4-FFF2-40B4-BE49-F238E27FC236}">
                    <a16:creationId xmlns:a16="http://schemas.microsoft.com/office/drawing/2014/main" id="{684100A3-39B3-E86E-C044-EF6C60B7796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직선 연결선 456">
                <a:extLst>
                  <a:ext uri="{FF2B5EF4-FFF2-40B4-BE49-F238E27FC236}">
                    <a16:creationId xmlns:a16="http://schemas.microsoft.com/office/drawing/2014/main" id="{83F2AD5D-5405-1FEE-F14C-1CBA711000C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5" name="그룹 474">
              <a:extLst>
                <a:ext uri="{FF2B5EF4-FFF2-40B4-BE49-F238E27FC236}">
                  <a16:creationId xmlns:a16="http://schemas.microsoft.com/office/drawing/2014/main" id="{F95B58A4-5661-5F72-01B8-7BAC75745F34}"/>
                </a:ext>
              </a:extLst>
            </p:cNvPr>
            <p:cNvGrpSpPr/>
            <p:nvPr/>
          </p:nvGrpSpPr>
          <p:grpSpPr>
            <a:xfrm>
              <a:off x="2362930" y="4092456"/>
              <a:ext cx="72000" cy="146277"/>
              <a:chOff x="3250176" y="2637183"/>
              <a:chExt cx="179694" cy="146277"/>
            </a:xfrm>
          </p:grpSpPr>
          <p:grpSp>
            <p:nvGrpSpPr>
              <p:cNvPr id="501" name="그룹 500">
                <a:extLst>
                  <a:ext uri="{FF2B5EF4-FFF2-40B4-BE49-F238E27FC236}">
                    <a16:creationId xmlns:a16="http://schemas.microsoft.com/office/drawing/2014/main" id="{11B40559-67CB-FB14-D4B1-9590F58666DD}"/>
                  </a:ext>
                </a:extLst>
              </p:cNvPr>
              <p:cNvGrpSpPr/>
              <p:nvPr/>
            </p:nvGrpSpPr>
            <p:grpSpPr>
              <a:xfrm>
                <a:off x="3250176" y="2637183"/>
                <a:ext cx="178824" cy="144000"/>
                <a:chOff x="5453592" y="2641965"/>
                <a:chExt cx="178824" cy="144000"/>
              </a:xfrm>
            </p:grpSpPr>
            <p:cxnSp>
              <p:nvCxnSpPr>
                <p:cNvPr id="503" name="직선 연결선 502">
                  <a:extLst>
                    <a:ext uri="{FF2B5EF4-FFF2-40B4-BE49-F238E27FC236}">
                      <a16:creationId xmlns:a16="http://schemas.microsoft.com/office/drawing/2014/main" id="{8E1934E9-A719-C745-6BF6-496D7450489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4" name="직선 연결선 503">
                  <a:extLst>
                    <a:ext uri="{FF2B5EF4-FFF2-40B4-BE49-F238E27FC236}">
                      <a16:creationId xmlns:a16="http://schemas.microsoft.com/office/drawing/2014/main" id="{F91ABD72-6457-10A0-FB73-29726A4A3C3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02" name="직선 연결선 501">
                <a:extLst>
                  <a:ext uri="{FF2B5EF4-FFF2-40B4-BE49-F238E27FC236}">
                    <a16:creationId xmlns:a16="http://schemas.microsoft.com/office/drawing/2014/main" id="{05965E58-B149-C460-3D8D-15513250457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76" name="직선 연결선 475">
              <a:extLst>
                <a:ext uri="{FF2B5EF4-FFF2-40B4-BE49-F238E27FC236}">
                  <a16:creationId xmlns:a16="http://schemas.microsoft.com/office/drawing/2014/main" id="{3558B4EB-11CC-5773-5487-BF93D2F3F80C}"/>
                </a:ext>
              </a:extLst>
            </p:cNvPr>
            <p:cNvCxnSpPr>
              <a:cxnSpLocks/>
            </p:cNvCxnSpPr>
            <p:nvPr/>
          </p:nvCxnSpPr>
          <p:spPr>
            <a:xfrm>
              <a:off x="2434581" y="423645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7" name="그룹 476">
              <a:extLst>
                <a:ext uri="{FF2B5EF4-FFF2-40B4-BE49-F238E27FC236}">
                  <a16:creationId xmlns:a16="http://schemas.microsoft.com/office/drawing/2014/main" id="{D228C076-6B70-5631-3FBF-0B400BF7500A}"/>
                </a:ext>
              </a:extLst>
            </p:cNvPr>
            <p:cNvGrpSpPr/>
            <p:nvPr/>
          </p:nvGrpSpPr>
          <p:grpSpPr>
            <a:xfrm>
              <a:off x="2473172" y="4092424"/>
              <a:ext cx="72000" cy="144289"/>
              <a:chOff x="3250176" y="2637183"/>
              <a:chExt cx="179694" cy="144289"/>
            </a:xfrm>
          </p:grpSpPr>
          <p:grpSp>
            <p:nvGrpSpPr>
              <p:cNvPr id="497" name="그룹 496">
                <a:extLst>
                  <a:ext uri="{FF2B5EF4-FFF2-40B4-BE49-F238E27FC236}">
                    <a16:creationId xmlns:a16="http://schemas.microsoft.com/office/drawing/2014/main" id="{20226B82-0402-5CA5-46BE-862837B397A3}"/>
                  </a:ext>
                </a:extLst>
              </p:cNvPr>
              <p:cNvGrpSpPr/>
              <p:nvPr/>
            </p:nvGrpSpPr>
            <p:grpSpPr>
              <a:xfrm>
                <a:off x="3250176" y="2637183"/>
                <a:ext cx="178824" cy="144000"/>
                <a:chOff x="5453592" y="2641965"/>
                <a:chExt cx="178824" cy="144000"/>
              </a:xfrm>
            </p:grpSpPr>
            <p:cxnSp>
              <p:nvCxnSpPr>
                <p:cNvPr id="499" name="직선 연결선 498">
                  <a:extLst>
                    <a:ext uri="{FF2B5EF4-FFF2-40B4-BE49-F238E27FC236}">
                      <a16:creationId xmlns:a16="http://schemas.microsoft.com/office/drawing/2014/main" id="{9F18DE97-482C-DB6D-B047-9A84797743A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0" name="직선 연결선 499">
                  <a:extLst>
                    <a:ext uri="{FF2B5EF4-FFF2-40B4-BE49-F238E27FC236}">
                      <a16:creationId xmlns:a16="http://schemas.microsoft.com/office/drawing/2014/main" id="{9FC76F54-8C4A-84B9-1930-55B3D161684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8" name="직선 연결선 497">
                <a:extLst>
                  <a:ext uri="{FF2B5EF4-FFF2-40B4-BE49-F238E27FC236}">
                    <a16:creationId xmlns:a16="http://schemas.microsoft.com/office/drawing/2014/main" id="{0942512A-CD2C-2732-F560-49594BBA4F55}"/>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78" name="직선 연결선 477">
              <a:extLst>
                <a:ext uri="{FF2B5EF4-FFF2-40B4-BE49-F238E27FC236}">
                  <a16:creationId xmlns:a16="http://schemas.microsoft.com/office/drawing/2014/main" id="{17E9648B-5DE6-0549-5A1C-7E8BA48B53ED}"/>
                </a:ext>
              </a:extLst>
            </p:cNvPr>
            <p:cNvCxnSpPr>
              <a:cxnSpLocks/>
            </p:cNvCxnSpPr>
            <p:nvPr/>
          </p:nvCxnSpPr>
          <p:spPr>
            <a:xfrm>
              <a:off x="2544823" y="423399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9" name="그룹 478">
              <a:extLst>
                <a:ext uri="{FF2B5EF4-FFF2-40B4-BE49-F238E27FC236}">
                  <a16:creationId xmlns:a16="http://schemas.microsoft.com/office/drawing/2014/main" id="{BCEC50F4-1D26-F875-9A60-D583F63DEF02}"/>
                </a:ext>
              </a:extLst>
            </p:cNvPr>
            <p:cNvGrpSpPr/>
            <p:nvPr/>
          </p:nvGrpSpPr>
          <p:grpSpPr>
            <a:xfrm>
              <a:off x="2582974" y="4090264"/>
              <a:ext cx="72000" cy="145699"/>
              <a:chOff x="3250176" y="2635484"/>
              <a:chExt cx="179694" cy="145699"/>
            </a:xfrm>
          </p:grpSpPr>
          <p:grpSp>
            <p:nvGrpSpPr>
              <p:cNvPr id="493" name="그룹 492">
                <a:extLst>
                  <a:ext uri="{FF2B5EF4-FFF2-40B4-BE49-F238E27FC236}">
                    <a16:creationId xmlns:a16="http://schemas.microsoft.com/office/drawing/2014/main" id="{7030F683-DD6B-C51A-2C26-901C4D57D28D}"/>
                  </a:ext>
                </a:extLst>
              </p:cNvPr>
              <p:cNvGrpSpPr/>
              <p:nvPr/>
            </p:nvGrpSpPr>
            <p:grpSpPr>
              <a:xfrm>
                <a:off x="3250176" y="2637183"/>
                <a:ext cx="178824" cy="144000"/>
                <a:chOff x="5453592" y="2641965"/>
                <a:chExt cx="178824" cy="144000"/>
              </a:xfrm>
            </p:grpSpPr>
            <p:cxnSp>
              <p:nvCxnSpPr>
                <p:cNvPr id="495" name="직선 연결선 494">
                  <a:extLst>
                    <a:ext uri="{FF2B5EF4-FFF2-40B4-BE49-F238E27FC236}">
                      <a16:creationId xmlns:a16="http://schemas.microsoft.com/office/drawing/2014/main" id="{7851B6CE-1DD8-1371-5B7A-0AB1F4E2DE8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직선 연결선 495">
                  <a:extLst>
                    <a:ext uri="{FF2B5EF4-FFF2-40B4-BE49-F238E27FC236}">
                      <a16:creationId xmlns:a16="http://schemas.microsoft.com/office/drawing/2014/main" id="{D368AAF8-B345-B323-3698-1C573C6D18A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4" name="직선 연결선 493">
                <a:extLst>
                  <a:ext uri="{FF2B5EF4-FFF2-40B4-BE49-F238E27FC236}">
                    <a16:creationId xmlns:a16="http://schemas.microsoft.com/office/drawing/2014/main" id="{BE06FAD2-5ED5-A6BA-3E17-E948860232AD}"/>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0" name="직선 연결선 479">
              <a:extLst>
                <a:ext uri="{FF2B5EF4-FFF2-40B4-BE49-F238E27FC236}">
                  <a16:creationId xmlns:a16="http://schemas.microsoft.com/office/drawing/2014/main" id="{E94E599C-8BC1-5DB2-3EDD-381AB7441F9F}"/>
                </a:ext>
              </a:extLst>
            </p:cNvPr>
            <p:cNvCxnSpPr>
              <a:cxnSpLocks/>
            </p:cNvCxnSpPr>
            <p:nvPr/>
          </p:nvCxnSpPr>
          <p:spPr>
            <a:xfrm>
              <a:off x="2658550" y="423457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1" name="그룹 480">
              <a:extLst>
                <a:ext uri="{FF2B5EF4-FFF2-40B4-BE49-F238E27FC236}">
                  <a16:creationId xmlns:a16="http://schemas.microsoft.com/office/drawing/2014/main" id="{EF5302AE-9E6F-A9B0-AD29-926D6F0918E4}"/>
                </a:ext>
              </a:extLst>
            </p:cNvPr>
            <p:cNvGrpSpPr/>
            <p:nvPr/>
          </p:nvGrpSpPr>
          <p:grpSpPr>
            <a:xfrm>
              <a:off x="2696120" y="4088836"/>
              <a:ext cx="35826" cy="146277"/>
              <a:chOff x="3250176" y="2637183"/>
              <a:chExt cx="178824" cy="146277"/>
            </a:xfrm>
          </p:grpSpPr>
          <p:grpSp>
            <p:nvGrpSpPr>
              <p:cNvPr id="489" name="그룹 488">
                <a:extLst>
                  <a:ext uri="{FF2B5EF4-FFF2-40B4-BE49-F238E27FC236}">
                    <a16:creationId xmlns:a16="http://schemas.microsoft.com/office/drawing/2014/main" id="{8232C26A-9AA4-7AB8-E8BE-2764E7D0BCA1}"/>
                  </a:ext>
                </a:extLst>
              </p:cNvPr>
              <p:cNvGrpSpPr/>
              <p:nvPr/>
            </p:nvGrpSpPr>
            <p:grpSpPr>
              <a:xfrm>
                <a:off x="3250176" y="2637183"/>
                <a:ext cx="178824" cy="144000"/>
                <a:chOff x="5453592" y="2641965"/>
                <a:chExt cx="178824" cy="144000"/>
              </a:xfrm>
            </p:grpSpPr>
            <p:cxnSp>
              <p:nvCxnSpPr>
                <p:cNvPr id="491" name="직선 연결선 490">
                  <a:extLst>
                    <a:ext uri="{FF2B5EF4-FFF2-40B4-BE49-F238E27FC236}">
                      <a16:creationId xmlns:a16="http://schemas.microsoft.com/office/drawing/2014/main" id="{FB716ACA-6DE3-63C8-5632-F1E390808E8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2" name="직선 연결선 491">
                  <a:extLst>
                    <a:ext uri="{FF2B5EF4-FFF2-40B4-BE49-F238E27FC236}">
                      <a16:creationId xmlns:a16="http://schemas.microsoft.com/office/drawing/2014/main" id="{7AD71854-7748-8302-78DB-1C475E8857C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0" name="직선 연결선 489">
                <a:extLst>
                  <a:ext uri="{FF2B5EF4-FFF2-40B4-BE49-F238E27FC236}">
                    <a16:creationId xmlns:a16="http://schemas.microsoft.com/office/drawing/2014/main" id="{A72D1C81-9857-D14E-23A3-AF94ADB8BE4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2" name="직선 연결선 481">
              <a:extLst>
                <a:ext uri="{FF2B5EF4-FFF2-40B4-BE49-F238E27FC236}">
                  <a16:creationId xmlns:a16="http://schemas.microsoft.com/office/drawing/2014/main" id="{F9FA902E-4663-FB57-55E9-DA92E024295B}"/>
                </a:ext>
              </a:extLst>
            </p:cNvPr>
            <p:cNvCxnSpPr>
              <a:cxnSpLocks/>
            </p:cNvCxnSpPr>
            <p:nvPr/>
          </p:nvCxnSpPr>
          <p:spPr>
            <a:xfrm>
              <a:off x="2733924" y="4232006"/>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5" name="그룹 484">
              <a:extLst>
                <a:ext uri="{FF2B5EF4-FFF2-40B4-BE49-F238E27FC236}">
                  <a16:creationId xmlns:a16="http://schemas.microsoft.com/office/drawing/2014/main" id="{8C942066-F029-DE3B-64DB-7EBFF821F2EA}"/>
                </a:ext>
              </a:extLst>
            </p:cNvPr>
            <p:cNvGrpSpPr/>
            <p:nvPr/>
          </p:nvGrpSpPr>
          <p:grpSpPr>
            <a:xfrm>
              <a:off x="2808000" y="4087314"/>
              <a:ext cx="214954" cy="141758"/>
              <a:chOff x="5453592" y="2641965"/>
              <a:chExt cx="178824" cy="144000"/>
            </a:xfrm>
          </p:grpSpPr>
          <p:cxnSp>
            <p:nvCxnSpPr>
              <p:cNvPr id="487" name="직선 연결선 486">
                <a:extLst>
                  <a:ext uri="{FF2B5EF4-FFF2-40B4-BE49-F238E27FC236}">
                    <a16:creationId xmlns:a16="http://schemas.microsoft.com/office/drawing/2014/main" id="{D5BE3EDB-10B6-ACE5-FEDA-621755694AA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8" name="직선 연결선 487">
                <a:extLst>
                  <a:ext uri="{FF2B5EF4-FFF2-40B4-BE49-F238E27FC236}">
                    <a16:creationId xmlns:a16="http://schemas.microsoft.com/office/drawing/2014/main" id="{6E835E8D-6A70-7DD1-B25B-6C85B560C85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84" name="TextBox 483">
              <a:extLst>
                <a:ext uri="{FF2B5EF4-FFF2-40B4-BE49-F238E27FC236}">
                  <a16:creationId xmlns:a16="http://schemas.microsoft.com/office/drawing/2014/main" id="{8AAF61A1-A2ED-7610-CCE5-6BF910D93407}"/>
                </a:ext>
              </a:extLst>
            </p:cNvPr>
            <p:cNvSpPr txBox="1"/>
            <p:nvPr/>
          </p:nvSpPr>
          <p:spPr>
            <a:xfrm>
              <a:off x="2749465" y="4066751"/>
              <a:ext cx="360996" cy="200055"/>
            </a:xfrm>
            <a:prstGeom prst="rect">
              <a:avLst/>
            </a:prstGeom>
            <a:noFill/>
          </p:spPr>
          <p:txBody>
            <a:bodyPr wrap="none" rtlCol="0">
              <a:spAutoFit/>
            </a:bodyPr>
            <a:lstStyle/>
            <a:p>
              <a:r>
                <a:rPr lang="en-US" altLang="ko-KR" sz="700" dirty="0"/>
                <a:t>Addr</a:t>
              </a:r>
              <a:endParaRPr lang="ko-KR" altLang="en-US" sz="700" dirty="0"/>
            </a:p>
          </p:txBody>
        </p:sp>
        <p:grpSp>
          <p:nvGrpSpPr>
            <p:cNvPr id="506" name="그룹 505">
              <a:extLst>
                <a:ext uri="{FF2B5EF4-FFF2-40B4-BE49-F238E27FC236}">
                  <a16:creationId xmlns:a16="http://schemas.microsoft.com/office/drawing/2014/main" id="{85CC59C9-4769-E692-C11A-104E98511FFD}"/>
                </a:ext>
              </a:extLst>
            </p:cNvPr>
            <p:cNvGrpSpPr/>
            <p:nvPr/>
          </p:nvGrpSpPr>
          <p:grpSpPr>
            <a:xfrm>
              <a:off x="3050317" y="4614210"/>
              <a:ext cx="36000" cy="108000"/>
              <a:chOff x="2385358" y="4750780"/>
              <a:chExt cx="72460" cy="161138"/>
            </a:xfrm>
          </p:grpSpPr>
          <p:sp>
            <p:nvSpPr>
              <p:cNvPr id="507" name="자유형: 도형 506">
                <a:extLst>
                  <a:ext uri="{FF2B5EF4-FFF2-40B4-BE49-F238E27FC236}">
                    <a16:creationId xmlns:a16="http://schemas.microsoft.com/office/drawing/2014/main" id="{94ABFD30-50B4-3E62-1F6A-EACAB4F4E509}"/>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08" name="자유형: 도형 507">
                <a:extLst>
                  <a:ext uri="{FF2B5EF4-FFF2-40B4-BE49-F238E27FC236}">
                    <a16:creationId xmlns:a16="http://schemas.microsoft.com/office/drawing/2014/main" id="{50B0B820-3158-69D8-C004-EBF0630D1D5B}"/>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509" name="그룹 508">
              <a:extLst>
                <a:ext uri="{FF2B5EF4-FFF2-40B4-BE49-F238E27FC236}">
                  <a16:creationId xmlns:a16="http://schemas.microsoft.com/office/drawing/2014/main" id="{C82FB63C-2624-4312-736F-2870A8732861}"/>
                </a:ext>
              </a:extLst>
            </p:cNvPr>
            <p:cNvGrpSpPr/>
            <p:nvPr/>
          </p:nvGrpSpPr>
          <p:grpSpPr>
            <a:xfrm>
              <a:off x="3047881" y="4363505"/>
              <a:ext cx="36000" cy="108000"/>
              <a:chOff x="2385358" y="4750780"/>
              <a:chExt cx="72460" cy="161138"/>
            </a:xfrm>
          </p:grpSpPr>
          <p:sp>
            <p:nvSpPr>
              <p:cNvPr id="510" name="자유형: 도형 509">
                <a:extLst>
                  <a:ext uri="{FF2B5EF4-FFF2-40B4-BE49-F238E27FC236}">
                    <a16:creationId xmlns:a16="http://schemas.microsoft.com/office/drawing/2014/main" id="{6A762616-E7B7-51FD-4834-AFF0FE57D146}"/>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11" name="자유형: 도형 510">
                <a:extLst>
                  <a:ext uri="{FF2B5EF4-FFF2-40B4-BE49-F238E27FC236}">
                    <a16:creationId xmlns:a16="http://schemas.microsoft.com/office/drawing/2014/main" id="{A83B6306-444A-646C-E25B-5DEF088FFC56}"/>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512" name="그룹 511">
              <a:extLst>
                <a:ext uri="{FF2B5EF4-FFF2-40B4-BE49-F238E27FC236}">
                  <a16:creationId xmlns:a16="http://schemas.microsoft.com/office/drawing/2014/main" id="{53C60A35-1F36-44B0-8C33-8CEEB9A2C0BD}"/>
                </a:ext>
              </a:extLst>
            </p:cNvPr>
            <p:cNvGrpSpPr/>
            <p:nvPr/>
          </p:nvGrpSpPr>
          <p:grpSpPr>
            <a:xfrm>
              <a:off x="3044889" y="4145448"/>
              <a:ext cx="36000" cy="108000"/>
              <a:chOff x="2385358" y="4750780"/>
              <a:chExt cx="72460" cy="161138"/>
            </a:xfrm>
          </p:grpSpPr>
          <p:sp>
            <p:nvSpPr>
              <p:cNvPr id="513" name="자유형: 도형 512">
                <a:extLst>
                  <a:ext uri="{FF2B5EF4-FFF2-40B4-BE49-F238E27FC236}">
                    <a16:creationId xmlns:a16="http://schemas.microsoft.com/office/drawing/2014/main" id="{59418E53-67F4-883C-C91D-126AF18D214D}"/>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14" name="자유형: 도형 513">
                <a:extLst>
                  <a:ext uri="{FF2B5EF4-FFF2-40B4-BE49-F238E27FC236}">
                    <a16:creationId xmlns:a16="http://schemas.microsoft.com/office/drawing/2014/main" id="{43E526F8-F389-9731-6FDC-BF943DB206D8}"/>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516" name="그룹 515">
              <a:extLst>
                <a:ext uri="{FF2B5EF4-FFF2-40B4-BE49-F238E27FC236}">
                  <a16:creationId xmlns:a16="http://schemas.microsoft.com/office/drawing/2014/main" id="{53C1C866-424B-DF37-361D-22582BFEE33B}"/>
                </a:ext>
              </a:extLst>
            </p:cNvPr>
            <p:cNvGrpSpPr/>
            <p:nvPr/>
          </p:nvGrpSpPr>
          <p:grpSpPr>
            <a:xfrm>
              <a:off x="3224583" y="4538474"/>
              <a:ext cx="72000" cy="146277"/>
              <a:chOff x="3250176" y="2637183"/>
              <a:chExt cx="179694" cy="146277"/>
            </a:xfrm>
          </p:grpSpPr>
          <p:grpSp>
            <p:nvGrpSpPr>
              <p:cNvPr id="517" name="그룹 516">
                <a:extLst>
                  <a:ext uri="{FF2B5EF4-FFF2-40B4-BE49-F238E27FC236}">
                    <a16:creationId xmlns:a16="http://schemas.microsoft.com/office/drawing/2014/main" id="{A4623FE4-BF95-8846-8ABF-FE32A22B3950}"/>
                  </a:ext>
                </a:extLst>
              </p:cNvPr>
              <p:cNvGrpSpPr/>
              <p:nvPr/>
            </p:nvGrpSpPr>
            <p:grpSpPr>
              <a:xfrm>
                <a:off x="3250176" y="2637183"/>
                <a:ext cx="178824" cy="144000"/>
                <a:chOff x="5453592" y="2641965"/>
                <a:chExt cx="178824" cy="144000"/>
              </a:xfrm>
            </p:grpSpPr>
            <p:cxnSp>
              <p:nvCxnSpPr>
                <p:cNvPr id="519" name="직선 연결선 518">
                  <a:extLst>
                    <a:ext uri="{FF2B5EF4-FFF2-40B4-BE49-F238E27FC236}">
                      <a16:creationId xmlns:a16="http://schemas.microsoft.com/office/drawing/2014/main" id="{241EA37C-9770-E948-83F1-3BB27DC0397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직선 연결선 519">
                  <a:extLst>
                    <a:ext uri="{FF2B5EF4-FFF2-40B4-BE49-F238E27FC236}">
                      <a16:creationId xmlns:a16="http://schemas.microsoft.com/office/drawing/2014/main" id="{B8CA5A80-71CD-002B-3865-6C4EDC3B099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8" name="직선 연결선 517">
                <a:extLst>
                  <a:ext uri="{FF2B5EF4-FFF2-40B4-BE49-F238E27FC236}">
                    <a16:creationId xmlns:a16="http://schemas.microsoft.com/office/drawing/2014/main" id="{9D01BE0A-3093-1144-E1CF-6E65FFBED7B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1" name="직선 연결선 520">
              <a:extLst>
                <a:ext uri="{FF2B5EF4-FFF2-40B4-BE49-F238E27FC236}">
                  <a16:creationId xmlns:a16="http://schemas.microsoft.com/office/drawing/2014/main" id="{7188AFCF-FD74-C1DE-E832-FA1CA5AF3194}"/>
                </a:ext>
              </a:extLst>
            </p:cNvPr>
            <p:cNvCxnSpPr>
              <a:cxnSpLocks/>
            </p:cNvCxnSpPr>
            <p:nvPr/>
          </p:nvCxnSpPr>
          <p:spPr>
            <a:xfrm>
              <a:off x="3296234" y="468247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2" name="그룹 521">
              <a:extLst>
                <a:ext uri="{FF2B5EF4-FFF2-40B4-BE49-F238E27FC236}">
                  <a16:creationId xmlns:a16="http://schemas.microsoft.com/office/drawing/2014/main" id="{DE6923E6-03D9-ED7D-DDA5-BD8CE34575DE}"/>
                </a:ext>
              </a:extLst>
            </p:cNvPr>
            <p:cNvGrpSpPr/>
            <p:nvPr/>
          </p:nvGrpSpPr>
          <p:grpSpPr>
            <a:xfrm>
              <a:off x="3334825" y="4538442"/>
              <a:ext cx="72000" cy="144289"/>
              <a:chOff x="3250176" y="2637183"/>
              <a:chExt cx="179694" cy="144289"/>
            </a:xfrm>
          </p:grpSpPr>
          <p:grpSp>
            <p:nvGrpSpPr>
              <p:cNvPr id="523" name="그룹 522">
                <a:extLst>
                  <a:ext uri="{FF2B5EF4-FFF2-40B4-BE49-F238E27FC236}">
                    <a16:creationId xmlns:a16="http://schemas.microsoft.com/office/drawing/2014/main" id="{93CF2FF2-BA2C-A997-ED1F-5BEE0FFEF5CA}"/>
                  </a:ext>
                </a:extLst>
              </p:cNvPr>
              <p:cNvGrpSpPr/>
              <p:nvPr/>
            </p:nvGrpSpPr>
            <p:grpSpPr>
              <a:xfrm>
                <a:off x="3250176" y="2637183"/>
                <a:ext cx="178824" cy="144000"/>
                <a:chOff x="5453592" y="2641965"/>
                <a:chExt cx="178824" cy="144000"/>
              </a:xfrm>
            </p:grpSpPr>
            <p:cxnSp>
              <p:nvCxnSpPr>
                <p:cNvPr id="525" name="직선 연결선 524">
                  <a:extLst>
                    <a:ext uri="{FF2B5EF4-FFF2-40B4-BE49-F238E27FC236}">
                      <a16:creationId xmlns:a16="http://schemas.microsoft.com/office/drawing/2014/main" id="{BE4714F1-4CE1-3275-B291-FDE48A94BC6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직선 연결선 525">
                  <a:extLst>
                    <a:ext uri="{FF2B5EF4-FFF2-40B4-BE49-F238E27FC236}">
                      <a16:creationId xmlns:a16="http://schemas.microsoft.com/office/drawing/2014/main" id="{7DE6379D-CB86-BFBE-6D4E-CF07205A90E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4" name="직선 연결선 523">
                <a:extLst>
                  <a:ext uri="{FF2B5EF4-FFF2-40B4-BE49-F238E27FC236}">
                    <a16:creationId xmlns:a16="http://schemas.microsoft.com/office/drawing/2014/main" id="{46EEC4C8-F6AE-72C5-6BCB-5C7666485295}"/>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7" name="직선 연결선 526">
              <a:extLst>
                <a:ext uri="{FF2B5EF4-FFF2-40B4-BE49-F238E27FC236}">
                  <a16:creationId xmlns:a16="http://schemas.microsoft.com/office/drawing/2014/main" id="{61F51E3E-0B64-C88E-C88F-59CB7CCC3F22}"/>
                </a:ext>
              </a:extLst>
            </p:cNvPr>
            <p:cNvCxnSpPr>
              <a:cxnSpLocks/>
            </p:cNvCxnSpPr>
            <p:nvPr/>
          </p:nvCxnSpPr>
          <p:spPr>
            <a:xfrm>
              <a:off x="3406476" y="4680012"/>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8" name="그룹 527">
              <a:extLst>
                <a:ext uri="{FF2B5EF4-FFF2-40B4-BE49-F238E27FC236}">
                  <a16:creationId xmlns:a16="http://schemas.microsoft.com/office/drawing/2014/main" id="{2CF60BA4-FB0F-2AB5-FF1A-C6597EEAA28C}"/>
                </a:ext>
              </a:extLst>
            </p:cNvPr>
            <p:cNvGrpSpPr/>
            <p:nvPr/>
          </p:nvGrpSpPr>
          <p:grpSpPr>
            <a:xfrm>
              <a:off x="3444627" y="4536282"/>
              <a:ext cx="72000" cy="145699"/>
              <a:chOff x="3250176" y="2635484"/>
              <a:chExt cx="179694" cy="145699"/>
            </a:xfrm>
          </p:grpSpPr>
          <p:grpSp>
            <p:nvGrpSpPr>
              <p:cNvPr id="529" name="그룹 528">
                <a:extLst>
                  <a:ext uri="{FF2B5EF4-FFF2-40B4-BE49-F238E27FC236}">
                    <a16:creationId xmlns:a16="http://schemas.microsoft.com/office/drawing/2014/main" id="{44113061-060F-6C8E-CFAC-AE104FD7A6B9}"/>
                  </a:ext>
                </a:extLst>
              </p:cNvPr>
              <p:cNvGrpSpPr/>
              <p:nvPr/>
            </p:nvGrpSpPr>
            <p:grpSpPr>
              <a:xfrm>
                <a:off x="3250176" y="2637183"/>
                <a:ext cx="178824" cy="144000"/>
                <a:chOff x="5453592" y="2641965"/>
                <a:chExt cx="178824" cy="144000"/>
              </a:xfrm>
            </p:grpSpPr>
            <p:cxnSp>
              <p:nvCxnSpPr>
                <p:cNvPr id="531" name="직선 연결선 530">
                  <a:extLst>
                    <a:ext uri="{FF2B5EF4-FFF2-40B4-BE49-F238E27FC236}">
                      <a16:creationId xmlns:a16="http://schemas.microsoft.com/office/drawing/2014/main" id="{E38C218F-D024-8F0A-E95A-6195CAFF3AD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2" name="직선 연결선 531">
                  <a:extLst>
                    <a:ext uri="{FF2B5EF4-FFF2-40B4-BE49-F238E27FC236}">
                      <a16:creationId xmlns:a16="http://schemas.microsoft.com/office/drawing/2014/main" id="{98E7764B-D87A-7110-26D3-622C0B15E76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0" name="직선 연결선 529">
                <a:extLst>
                  <a:ext uri="{FF2B5EF4-FFF2-40B4-BE49-F238E27FC236}">
                    <a16:creationId xmlns:a16="http://schemas.microsoft.com/office/drawing/2014/main" id="{D4338067-EF61-419F-A7BA-6C5205F21793}"/>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3" name="직선 연결선 532">
              <a:extLst>
                <a:ext uri="{FF2B5EF4-FFF2-40B4-BE49-F238E27FC236}">
                  <a16:creationId xmlns:a16="http://schemas.microsoft.com/office/drawing/2014/main" id="{4B189D0F-98E4-D985-2E69-67FB20062DFB}"/>
                </a:ext>
              </a:extLst>
            </p:cNvPr>
            <p:cNvCxnSpPr>
              <a:cxnSpLocks/>
            </p:cNvCxnSpPr>
            <p:nvPr/>
          </p:nvCxnSpPr>
          <p:spPr>
            <a:xfrm>
              <a:off x="3520203" y="468058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34" name="그룹 533">
              <a:extLst>
                <a:ext uri="{FF2B5EF4-FFF2-40B4-BE49-F238E27FC236}">
                  <a16:creationId xmlns:a16="http://schemas.microsoft.com/office/drawing/2014/main" id="{FF8A1EC2-6C66-B903-FC2F-20B58A3817F9}"/>
                </a:ext>
              </a:extLst>
            </p:cNvPr>
            <p:cNvGrpSpPr/>
            <p:nvPr/>
          </p:nvGrpSpPr>
          <p:grpSpPr>
            <a:xfrm>
              <a:off x="3557773" y="4534854"/>
              <a:ext cx="35826" cy="146277"/>
              <a:chOff x="3250176" y="2637183"/>
              <a:chExt cx="178824" cy="146277"/>
            </a:xfrm>
          </p:grpSpPr>
          <p:grpSp>
            <p:nvGrpSpPr>
              <p:cNvPr id="535" name="그룹 534">
                <a:extLst>
                  <a:ext uri="{FF2B5EF4-FFF2-40B4-BE49-F238E27FC236}">
                    <a16:creationId xmlns:a16="http://schemas.microsoft.com/office/drawing/2014/main" id="{37D6A55B-EC78-5001-6199-A4AED6FF021C}"/>
                  </a:ext>
                </a:extLst>
              </p:cNvPr>
              <p:cNvGrpSpPr/>
              <p:nvPr/>
            </p:nvGrpSpPr>
            <p:grpSpPr>
              <a:xfrm>
                <a:off x="3250176" y="2637183"/>
                <a:ext cx="178824" cy="144000"/>
                <a:chOff x="5453592" y="2641965"/>
                <a:chExt cx="178824" cy="144000"/>
              </a:xfrm>
            </p:grpSpPr>
            <p:cxnSp>
              <p:nvCxnSpPr>
                <p:cNvPr id="537" name="직선 연결선 536">
                  <a:extLst>
                    <a:ext uri="{FF2B5EF4-FFF2-40B4-BE49-F238E27FC236}">
                      <a16:creationId xmlns:a16="http://schemas.microsoft.com/office/drawing/2014/main" id="{D06BE0AF-01C0-454D-2388-249A6993ECF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직선 연결선 537">
                  <a:extLst>
                    <a:ext uri="{FF2B5EF4-FFF2-40B4-BE49-F238E27FC236}">
                      <a16:creationId xmlns:a16="http://schemas.microsoft.com/office/drawing/2014/main" id="{74C4B51A-362A-2B5A-171F-9212BDD6E03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6" name="직선 연결선 535">
                <a:extLst>
                  <a:ext uri="{FF2B5EF4-FFF2-40B4-BE49-F238E27FC236}">
                    <a16:creationId xmlns:a16="http://schemas.microsoft.com/office/drawing/2014/main" id="{9F58DAD8-C5FB-7917-B697-B0A69CCB3D7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9" name="직선 연결선 538">
              <a:extLst>
                <a:ext uri="{FF2B5EF4-FFF2-40B4-BE49-F238E27FC236}">
                  <a16:creationId xmlns:a16="http://schemas.microsoft.com/office/drawing/2014/main" id="{6E74721A-D30F-1124-DDB1-1D7DAB786D6B}"/>
                </a:ext>
              </a:extLst>
            </p:cNvPr>
            <p:cNvCxnSpPr>
              <a:cxnSpLocks/>
            </p:cNvCxnSpPr>
            <p:nvPr/>
          </p:nvCxnSpPr>
          <p:spPr>
            <a:xfrm>
              <a:off x="3595577" y="4678024"/>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0" name="그룹 539">
              <a:extLst>
                <a:ext uri="{FF2B5EF4-FFF2-40B4-BE49-F238E27FC236}">
                  <a16:creationId xmlns:a16="http://schemas.microsoft.com/office/drawing/2014/main" id="{61016980-1247-3510-0EC1-9FC493BE8718}"/>
                </a:ext>
              </a:extLst>
            </p:cNvPr>
            <p:cNvGrpSpPr/>
            <p:nvPr/>
          </p:nvGrpSpPr>
          <p:grpSpPr>
            <a:xfrm>
              <a:off x="3669653" y="4533332"/>
              <a:ext cx="214954" cy="141758"/>
              <a:chOff x="5453592" y="2641965"/>
              <a:chExt cx="178824" cy="144000"/>
            </a:xfrm>
          </p:grpSpPr>
          <p:cxnSp>
            <p:nvCxnSpPr>
              <p:cNvPr id="541" name="직선 연결선 540">
                <a:extLst>
                  <a:ext uri="{FF2B5EF4-FFF2-40B4-BE49-F238E27FC236}">
                    <a16:creationId xmlns:a16="http://schemas.microsoft.com/office/drawing/2014/main" id="{77D6D4D3-6287-3763-9E20-A6D5E9032D4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직선 연결선 541">
                <a:extLst>
                  <a:ext uri="{FF2B5EF4-FFF2-40B4-BE49-F238E27FC236}">
                    <a16:creationId xmlns:a16="http://schemas.microsoft.com/office/drawing/2014/main" id="{CDD5D9F5-4830-F2C0-E829-4D9AED606C0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3" name="그룹 542">
              <a:extLst>
                <a:ext uri="{FF2B5EF4-FFF2-40B4-BE49-F238E27FC236}">
                  <a16:creationId xmlns:a16="http://schemas.microsoft.com/office/drawing/2014/main" id="{C59084C1-4DF5-2D74-C5FD-AFEFE70EF9BE}"/>
                </a:ext>
              </a:extLst>
            </p:cNvPr>
            <p:cNvGrpSpPr/>
            <p:nvPr/>
          </p:nvGrpSpPr>
          <p:grpSpPr>
            <a:xfrm>
              <a:off x="3234654" y="4299082"/>
              <a:ext cx="72000" cy="146277"/>
              <a:chOff x="3250176" y="2637183"/>
              <a:chExt cx="179694" cy="146277"/>
            </a:xfrm>
          </p:grpSpPr>
          <p:grpSp>
            <p:nvGrpSpPr>
              <p:cNvPr id="544" name="그룹 543">
                <a:extLst>
                  <a:ext uri="{FF2B5EF4-FFF2-40B4-BE49-F238E27FC236}">
                    <a16:creationId xmlns:a16="http://schemas.microsoft.com/office/drawing/2014/main" id="{A6379A22-827D-2B9F-CBCE-A153825929BD}"/>
                  </a:ext>
                </a:extLst>
              </p:cNvPr>
              <p:cNvGrpSpPr/>
              <p:nvPr/>
            </p:nvGrpSpPr>
            <p:grpSpPr>
              <a:xfrm>
                <a:off x="3250176" y="2637183"/>
                <a:ext cx="178824" cy="144000"/>
                <a:chOff x="5453592" y="2641965"/>
                <a:chExt cx="178824" cy="144000"/>
              </a:xfrm>
            </p:grpSpPr>
            <p:cxnSp>
              <p:nvCxnSpPr>
                <p:cNvPr id="546" name="직선 연결선 545">
                  <a:extLst>
                    <a:ext uri="{FF2B5EF4-FFF2-40B4-BE49-F238E27FC236}">
                      <a16:creationId xmlns:a16="http://schemas.microsoft.com/office/drawing/2014/main" id="{EAFA5B64-A699-05EA-B081-88C2D73B68C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직선 연결선 546">
                  <a:extLst>
                    <a:ext uri="{FF2B5EF4-FFF2-40B4-BE49-F238E27FC236}">
                      <a16:creationId xmlns:a16="http://schemas.microsoft.com/office/drawing/2014/main" id="{220A4934-E098-04A8-A47D-29CFF314F72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5" name="직선 연결선 544">
                <a:extLst>
                  <a:ext uri="{FF2B5EF4-FFF2-40B4-BE49-F238E27FC236}">
                    <a16:creationId xmlns:a16="http://schemas.microsoft.com/office/drawing/2014/main" id="{E748B92C-A646-1FB1-5F16-87AC4AE6F34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8" name="직선 연결선 547">
              <a:extLst>
                <a:ext uri="{FF2B5EF4-FFF2-40B4-BE49-F238E27FC236}">
                  <a16:creationId xmlns:a16="http://schemas.microsoft.com/office/drawing/2014/main" id="{3BD31027-9523-E983-D38D-D81557E2F72B}"/>
                </a:ext>
              </a:extLst>
            </p:cNvPr>
            <p:cNvCxnSpPr>
              <a:cxnSpLocks/>
            </p:cNvCxnSpPr>
            <p:nvPr/>
          </p:nvCxnSpPr>
          <p:spPr>
            <a:xfrm>
              <a:off x="3306305" y="4443082"/>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9" name="그룹 548">
              <a:extLst>
                <a:ext uri="{FF2B5EF4-FFF2-40B4-BE49-F238E27FC236}">
                  <a16:creationId xmlns:a16="http://schemas.microsoft.com/office/drawing/2014/main" id="{E729A796-6332-D973-AEF0-0E3D053FF8A8}"/>
                </a:ext>
              </a:extLst>
            </p:cNvPr>
            <p:cNvGrpSpPr/>
            <p:nvPr/>
          </p:nvGrpSpPr>
          <p:grpSpPr>
            <a:xfrm>
              <a:off x="3344896" y="4299050"/>
              <a:ext cx="72000" cy="144289"/>
              <a:chOff x="3250176" y="2637183"/>
              <a:chExt cx="179694" cy="144289"/>
            </a:xfrm>
          </p:grpSpPr>
          <p:grpSp>
            <p:nvGrpSpPr>
              <p:cNvPr id="550" name="그룹 549">
                <a:extLst>
                  <a:ext uri="{FF2B5EF4-FFF2-40B4-BE49-F238E27FC236}">
                    <a16:creationId xmlns:a16="http://schemas.microsoft.com/office/drawing/2014/main" id="{9E3924E8-D994-E6CF-2890-C7860E711DAB}"/>
                  </a:ext>
                </a:extLst>
              </p:cNvPr>
              <p:cNvGrpSpPr/>
              <p:nvPr/>
            </p:nvGrpSpPr>
            <p:grpSpPr>
              <a:xfrm>
                <a:off x="3250176" y="2637183"/>
                <a:ext cx="178824" cy="144000"/>
                <a:chOff x="5453592" y="2641965"/>
                <a:chExt cx="178824" cy="144000"/>
              </a:xfrm>
            </p:grpSpPr>
            <p:cxnSp>
              <p:nvCxnSpPr>
                <p:cNvPr id="552" name="직선 연결선 551">
                  <a:extLst>
                    <a:ext uri="{FF2B5EF4-FFF2-40B4-BE49-F238E27FC236}">
                      <a16:creationId xmlns:a16="http://schemas.microsoft.com/office/drawing/2014/main" id="{E67E61B2-2875-35D4-3C0B-FCDCD43D24F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3" name="직선 연결선 552">
                  <a:extLst>
                    <a:ext uri="{FF2B5EF4-FFF2-40B4-BE49-F238E27FC236}">
                      <a16:creationId xmlns:a16="http://schemas.microsoft.com/office/drawing/2014/main" id="{F95885BC-E65A-0F3B-A95A-C082D93B666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1" name="직선 연결선 550">
                <a:extLst>
                  <a:ext uri="{FF2B5EF4-FFF2-40B4-BE49-F238E27FC236}">
                    <a16:creationId xmlns:a16="http://schemas.microsoft.com/office/drawing/2014/main" id="{D01262EE-AF35-1606-D725-273789E33445}"/>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4" name="직선 연결선 553">
              <a:extLst>
                <a:ext uri="{FF2B5EF4-FFF2-40B4-BE49-F238E27FC236}">
                  <a16:creationId xmlns:a16="http://schemas.microsoft.com/office/drawing/2014/main" id="{C1623A06-C240-54ED-1CA0-66C4E69F231D}"/>
                </a:ext>
              </a:extLst>
            </p:cNvPr>
            <p:cNvCxnSpPr>
              <a:cxnSpLocks/>
            </p:cNvCxnSpPr>
            <p:nvPr/>
          </p:nvCxnSpPr>
          <p:spPr>
            <a:xfrm>
              <a:off x="3416547" y="444062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5" name="그룹 554">
              <a:extLst>
                <a:ext uri="{FF2B5EF4-FFF2-40B4-BE49-F238E27FC236}">
                  <a16:creationId xmlns:a16="http://schemas.microsoft.com/office/drawing/2014/main" id="{ADFB4D2B-4745-5A7C-3063-E157FB7292A2}"/>
                </a:ext>
              </a:extLst>
            </p:cNvPr>
            <p:cNvGrpSpPr/>
            <p:nvPr/>
          </p:nvGrpSpPr>
          <p:grpSpPr>
            <a:xfrm>
              <a:off x="3454698" y="4296890"/>
              <a:ext cx="72000" cy="145699"/>
              <a:chOff x="3250176" y="2635484"/>
              <a:chExt cx="179694" cy="145699"/>
            </a:xfrm>
          </p:grpSpPr>
          <p:grpSp>
            <p:nvGrpSpPr>
              <p:cNvPr id="556" name="그룹 555">
                <a:extLst>
                  <a:ext uri="{FF2B5EF4-FFF2-40B4-BE49-F238E27FC236}">
                    <a16:creationId xmlns:a16="http://schemas.microsoft.com/office/drawing/2014/main" id="{7580994A-60F8-B46B-C9F9-5EA375C1421D}"/>
                  </a:ext>
                </a:extLst>
              </p:cNvPr>
              <p:cNvGrpSpPr/>
              <p:nvPr/>
            </p:nvGrpSpPr>
            <p:grpSpPr>
              <a:xfrm>
                <a:off x="3250176" y="2637183"/>
                <a:ext cx="178824" cy="144000"/>
                <a:chOff x="5453592" y="2641965"/>
                <a:chExt cx="178824" cy="144000"/>
              </a:xfrm>
            </p:grpSpPr>
            <p:cxnSp>
              <p:nvCxnSpPr>
                <p:cNvPr id="558" name="직선 연결선 557">
                  <a:extLst>
                    <a:ext uri="{FF2B5EF4-FFF2-40B4-BE49-F238E27FC236}">
                      <a16:creationId xmlns:a16="http://schemas.microsoft.com/office/drawing/2014/main" id="{2568BCDD-2315-5952-6CEE-6E9B24713B1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직선 연결선 558">
                  <a:extLst>
                    <a:ext uri="{FF2B5EF4-FFF2-40B4-BE49-F238E27FC236}">
                      <a16:creationId xmlns:a16="http://schemas.microsoft.com/office/drawing/2014/main" id="{9AF04366-B4C9-C142-017B-ED491980B7F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7" name="직선 연결선 556">
                <a:extLst>
                  <a:ext uri="{FF2B5EF4-FFF2-40B4-BE49-F238E27FC236}">
                    <a16:creationId xmlns:a16="http://schemas.microsoft.com/office/drawing/2014/main" id="{7F704053-7163-F8C3-EA02-304E9644B438}"/>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0" name="직선 연결선 559">
              <a:extLst>
                <a:ext uri="{FF2B5EF4-FFF2-40B4-BE49-F238E27FC236}">
                  <a16:creationId xmlns:a16="http://schemas.microsoft.com/office/drawing/2014/main" id="{6BA74C1D-F200-0EEE-ECB9-2DA513D0BD95}"/>
                </a:ext>
              </a:extLst>
            </p:cNvPr>
            <p:cNvCxnSpPr>
              <a:cxnSpLocks/>
            </p:cNvCxnSpPr>
            <p:nvPr/>
          </p:nvCxnSpPr>
          <p:spPr>
            <a:xfrm>
              <a:off x="3530274" y="444119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1" name="그룹 560">
              <a:extLst>
                <a:ext uri="{FF2B5EF4-FFF2-40B4-BE49-F238E27FC236}">
                  <a16:creationId xmlns:a16="http://schemas.microsoft.com/office/drawing/2014/main" id="{76777A8E-4196-5699-857B-EA6CB242AECD}"/>
                </a:ext>
              </a:extLst>
            </p:cNvPr>
            <p:cNvGrpSpPr/>
            <p:nvPr/>
          </p:nvGrpSpPr>
          <p:grpSpPr>
            <a:xfrm>
              <a:off x="3567844" y="4295462"/>
              <a:ext cx="35826" cy="146277"/>
              <a:chOff x="3250176" y="2637183"/>
              <a:chExt cx="178824" cy="146277"/>
            </a:xfrm>
          </p:grpSpPr>
          <p:grpSp>
            <p:nvGrpSpPr>
              <p:cNvPr id="562" name="그룹 561">
                <a:extLst>
                  <a:ext uri="{FF2B5EF4-FFF2-40B4-BE49-F238E27FC236}">
                    <a16:creationId xmlns:a16="http://schemas.microsoft.com/office/drawing/2014/main" id="{5D6E808F-572F-DD2B-9FFC-4628857E245B}"/>
                  </a:ext>
                </a:extLst>
              </p:cNvPr>
              <p:cNvGrpSpPr/>
              <p:nvPr/>
            </p:nvGrpSpPr>
            <p:grpSpPr>
              <a:xfrm>
                <a:off x="3250176" y="2637183"/>
                <a:ext cx="178824" cy="144000"/>
                <a:chOff x="5453592" y="2641965"/>
                <a:chExt cx="178824" cy="144000"/>
              </a:xfrm>
            </p:grpSpPr>
            <p:cxnSp>
              <p:nvCxnSpPr>
                <p:cNvPr id="564" name="직선 연결선 563">
                  <a:extLst>
                    <a:ext uri="{FF2B5EF4-FFF2-40B4-BE49-F238E27FC236}">
                      <a16:creationId xmlns:a16="http://schemas.microsoft.com/office/drawing/2014/main" id="{54536DB6-5CF0-762F-9788-D646C7F00A2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직선 연결선 564">
                  <a:extLst>
                    <a:ext uri="{FF2B5EF4-FFF2-40B4-BE49-F238E27FC236}">
                      <a16:creationId xmlns:a16="http://schemas.microsoft.com/office/drawing/2014/main" id="{09C54942-484A-8ADA-4B13-4DCAAFAB7EB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3" name="직선 연결선 562">
                <a:extLst>
                  <a:ext uri="{FF2B5EF4-FFF2-40B4-BE49-F238E27FC236}">
                    <a16:creationId xmlns:a16="http://schemas.microsoft.com/office/drawing/2014/main" id="{DA0EA1DC-8502-F280-6EC9-A9FFB549274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6" name="직선 연결선 565">
              <a:extLst>
                <a:ext uri="{FF2B5EF4-FFF2-40B4-BE49-F238E27FC236}">
                  <a16:creationId xmlns:a16="http://schemas.microsoft.com/office/drawing/2014/main" id="{61EB964B-0B87-053B-067A-8C681697D56F}"/>
                </a:ext>
              </a:extLst>
            </p:cNvPr>
            <p:cNvCxnSpPr>
              <a:cxnSpLocks/>
            </p:cNvCxnSpPr>
            <p:nvPr/>
          </p:nvCxnSpPr>
          <p:spPr>
            <a:xfrm>
              <a:off x="3605648" y="4438632"/>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7" name="그룹 566">
              <a:extLst>
                <a:ext uri="{FF2B5EF4-FFF2-40B4-BE49-F238E27FC236}">
                  <a16:creationId xmlns:a16="http://schemas.microsoft.com/office/drawing/2014/main" id="{B2C8BAD8-547F-876C-D1B9-055B4B1740C0}"/>
                </a:ext>
              </a:extLst>
            </p:cNvPr>
            <p:cNvGrpSpPr/>
            <p:nvPr/>
          </p:nvGrpSpPr>
          <p:grpSpPr>
            <a:xfrm>
              <a:off x="3679724" y="4293940"/>
              <a:ext cx="214954" cy="141758"/>
              <a:chOff x="5453592" y="2641965"/>
              <a:chExt cx="178824" cy="144000"/>
            </a:xfrm>
          </p:grpSpPr>
          <p:cxnSp>
            <p:nvCxnSpPr>
              <p:cNvPr id="568" name="직선 연결선 567">
                <a:extLst>
                  <a:ext uri="{FF2B5EF4-FFF2-40B4-BE49-F238E27FC236}">
                    <a16:creationId xmlns:a16="http://schemas.microsoft.com/office/drawing/2014/main" id="{24907B9D-E6F7-DAC1-E31A-4EB6605376B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직선 연결선 568">
                <a:extLst>
                  <a:ext uri="{FF2B5EF4-FFF2-40B4-BE49-F238E27FC236}">
                    <a16:creationId xmlns:a16="http://schemas.microsoft.com/office/drawing/2014/main" id="{96281C17-F607-17A6-BA26-8F1E50EFA91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0" name="그룹 569">
              <a:extLst>
                <a:ext uri="{FF2B5EF4-FFF2-40B4-BE49-F238E27FC236}">
                  <a16:creationId xmlns:a16="http://schemas.microsoft.com/office/drawing/2014/main" id="{D830E6D2-3BF9-A195-2E4F-DDCC9E4C96A7}"/>
                </a:ext>
              </a:extLst>
            </p:cNvPr>
            <p:cNvGrpSpPr/>
            <p:nvPr/>
          </p:nvGrpSpPr>
          <p:grpSpPr>
            <a:xfrm>
              <a:off x="3232163" y="4084984"/>
              <a:ext cx="72000" cy="146277"/>
              <a:chOff x="3250176" y="2637183"/>
              <a:chExt cx="179694" cy="146277"/>
            </a:xfrm>
          </p:grpSpPr>
          <p:grpSp>
            <p:nvGrpSpPr>
              <p:cNvPr id="571" name="그룹 570">
                <a:extLst>
                  <a:ext uri="{FF2B5EF4-FFF2-40B4-BE49-F238E27FC236}">
                    <a16:creationId xmlns:a16="http://schemas.microsoft.com/office/drawing/2014/main" id="{8D7915E6-4046-E51D-34D8-E360A8DEA5D6}"/>
                  </a:ext>
                </a:extLst>
              </p:cNvPr>
              <p:cNvGrpSpPr/>
              <p:nvPr/>
            </p:nvGrpSpPr>
            <p:grpSpPr>
              <a:xfrm>
                <a:off x="3250176" y="2637183"/>
                <a:ext cx="178824" cy="144000"/>
                <a:chOff x="5453592" y="2641965"/>
                <a:chExt cx="178824" cy="144000"/>
              </a:xfrm>
            </p:grpSpPr>
            <p:cxnSp>
              <p:nvCxnSpPr>
                <p:cNvPr id="573" name="직선 연결선 572">
                  <a:extLst>
                    <a:ext uri="{FF2B5EF4-FFF2-40B4-BE49-F238E27FC236}">
                      <a16:creationId xmlns:a16="http://schemas.microsoft.com/office/drawing/2014/main" id="{B0648F0B-955E-3D82-4E62-43A5A5B5047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4" name="직선 연결선 573">
                  <a:extLst>
                    <a:ext uri="{FF2B5EF4-FFF2-40B4-BE49-F238E27FC236}">
                      <a16:creationId xmlns:a16="http://schemas.microsoft.com/office/drawing/2014/main" id="{1AC92897-D5F1-F8E2-D332-3DC2C4A6728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2" name="직선 연결선 571">
                <a:extLst>
                  <a:ext uri="{FF2B5EF4-FFF2-40B4-BE49-F238E27FC236}">
                    <a16:creationId xmlns:a16="http://schemas.microsoft.com/office/drawing/2014/main" id="{6C2CEDEE-D3A3-102B-E634-7F712D9F946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5" name="직선 연결선 574">
              <a:extLst>
                <a:ext uri="{FF2B5EF4-FFF2-40B4-BE49-F238E27FC236}">
                  <a16:creationId xmlns:a16="http://schemas.microsoft.com/office/drawing/2014/main" id="{58629FD5-5D3A-5B05-73A8-EC32D73C6537}"/>
                </a:ext>
              </a:extLst>
            </p:cNvPr>
            <p:cNvCxnSpPr>
              <a:cxnSpLocks/>
            </p:cNvCxnSpPr>
            <p:nvPr/>
          </p:nvCxnSpPr>
          <p:spPr>
            <a:xfrm>
              <a:off x="3303814" y="422898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6" name="그룹 575">
              <a:extLst>
                <a:ext uri="{FF2B5EF4-FFF2-40B4-BE49-F238E27FC236}">
                  <a16:creationId xmlns:a16="http://schemas.microsoft.com/office/drawing/2014/main" id="{D3BE413E-408C-18E5-2B67-7B302192E290}"/>
                </a:ext>
              </a:extLst>
            </p:cNvPr>
            <p:cNvGrpSpPr/>
            <p:nvPr/>
          </p:nvGrpSpPr>
          <p:grpSpPr>
            <a:xfrm>
              <a:off x="3342405" y="4084952"/>
              <a:ext cx="72000" cy="144289"/>
              <a:chOff x="3250176" y="2637183"/>
              <a:chExt cx="179694" cy="144289"/>
            </a:xfrm>
          </p:grpSpPr>
          <p:grpSp>
            <p:nvGrpSpPr>
              <p:cNvPr id="577" name="그룹 576">
                <a:extLst>
                  <a:ext uri="{FF2B5EF4-FFF2-40B4-BE49-F238E27FC236}">
                    <a16:creationId xmlns:a16="http://schemas.microsoft.com/office/drawing/2014/main" id="{5F4259C9-0ADF-6D2A-8D6A-C612CD597BF3}"/>
                  </a:ext>
                </a:extLst>
              </p:cNvPr>
              <p:cNvGrpSpPr/>
              <p:nvPr/>
            </p:nvGrpSpPr>
            <p:grpSpPr>
              <a:xfrm>
                <a:off x="3250176" y="2637183"/>
                <a:ext cx="178824" cy="144000"/>
                <a:chOff x="5453592" y="2641965"/>
                <a:chExt cx="178824" cy="144000"/>
              </a:xfrm>
            </p:grpSpPr>
            <p:cxnSp>
              <p:nvCxnSpPr>
                <p:cNvPr id="579" name="직선 연결선 578">
                  <a:extLst>
                    <a:ext uri="{FF2B5EF4-FFF2-40B4-BE49-F238E27FC236}">
                      <a16:creationId xmlns:a16="http://schemas.microsoft.com/office/drawing/2014/main" id="{58C87E0F-B3D8-D08B-9CF3-603D27BF819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직선 연결선 579">
                  <a:extLst>
                    <a:ext uri="{FF2B5EF4-FFF2-40B4-BE49-F238E27FC236}">
                      <a16:creationId xmlns:a16="http://schemas.microsoft.com/office/drawing/2014/main" id="{F1D9C10F-782A-96E8-F8A3-0233E70F628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8" name="직선 연결선 577">
                <a:extLst>
                  <a:ext uri="{FF2B5EF4-FFF2-40B4-BE49-F238E27FC236}">
                    <a16:creationId xmlns:a16="http://schemas.microsoft.com/office/drawing/2014/main" id="{434A31A2-8BBD-90BA-0794-C5F18778D13F}"/>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1" name="직선 연결선 580">
              <a:extLst>
                <a:ext uri="{FF2B5EF4-FFF2-40B4-BE49-F238E27FC236}">
                  <a16:creationId xmlns:a16="http://schemas.microsoft.com/office/drawing/2014/main" id="{EA65703D-A99C-0FEE-117E-05D30B01C5E2}"/>
                </a:ext>
              </a:extLst>
            </p:cNvPr>
            <p:cNvCxnSpPr>
              <a:cxnSpLocks/>
            </p:cNvCxnSpPr>
            <p:nvPr/>
          </p:nvCxnSpPr>
          <p:spPr>
            <a:xfrm>
              <a:off x="3414056" y="4226522"/>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2" name="그룹 581">
              <a:extLst>
                <a:ext uri="{FF2B5EF4-FFF2-40B4-BE49-F238E27FC236}">
                  <a16:creationId xmlns:a16="http://schemas.microsoft.com/office/drawing/2014/main" id="{9788CA41-1DE6-FF1D-9F24-CE9ECA5C1E8B}"/>
                </a:ext>
              </a:extLst>
            </p:cNvPr>
            <p:cNvGrpSpPr/>
            <p:nvPr/>
          </p:nvGrpSpPr>
          <p:grpSpPr>
            <a:xfrm>
              <a:off x="3452207" y="4082792"/>
              <a:ext cx="72000" cy="145699"/>
              <a:chOff x="3250176" y="2635484"/>
              <a:chExt cx="179694" cy="145699"/>
            </a:xfrm>
          </p:grpSpPr>
          <p:grpSp>
            <p:nvGrpSpPr>
              <p:cNvPr id="583" name="그룹 582">
                <a:extLst>
                  <a:ext uri="{FF2B5EF4-FFF2-40B4-BE49-F238E27FC236}">
                    <a16:creationId xmlns:a16="http://schemas.microsoft.com/office/drawing/2014/main" id="{AC756402-B390-15C4-B03C-C888C79669E9}"/>
                  </a:ext>
                </a:extLst>
              </p:cNvPr>
              <p:cNvGrpSpPr/>
              <p:nvPr/>
            </p:nvGrpSpPr>
            <p:grpSpPr>
              <a:xfrm>
                <a:off x="3250176" y="2637183"/>
                <a:ext cx="178824" cy="144000"/>
                <a:chOff x="5453592" y="2641965"/>
                <a:chExt cx="178824" cy="144000"/>
              </a:xfrm>
            </p:grpSpPr>
            <p:cxnSp>
              <p:nvCxnSpPr>
                <p:cNvPr id="585" name="직선 연결선 584">
                  <a:extLst>
                    <a:ext uri="{FF2B5EF4-FFF2-40B4-BE49-F238E27FC236}">
                      <a16:creationId xmlns:a16="http://schemas.microsoft.com/office/drawing/2014/main" id="{B0334847-DB4B-5A81-2CC5-22A299367D8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직선 연결선 585">
                  <a:extLst>
                    <a:ext uri="{FF2B5EF4-FFF2-40B4-BE49-F238E27FC236}">
                      <a16:creationId xmlns:a16="http://schemas.microsoft.com/office/drawing/2014/main" id="{C716A8ED-93EE-744A-F11D-82D08B00728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4" name="직선 연결선 583">
                <a:extLst>
                  <a:ext uri="{FF2B5EF4-FFF2-40B4-BE49-F238E27FC236}">
                    <a16:creationId xmlns:a16="http://schemas.microsoft.com/office/drawing/2014/main" id="{401F4B91-3CFD-8E56-82E8-012AED2E2AEA}"/>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7" name="직선 연결선 586">
              <a:extLst>
                <a:ext uri="{FF2B5EF4-FFF2-40B4-BE49-F238E27FC236}">
                  <a16:creationId xmlns:a16="http://schemas.microsoft.com/office/drawing/2014/main" id="{55238C50-87F7-8E59-EE74-18A8F44EAA8A}"/>
                </a:ext>
              </a:extLst>
            </p:cNvPr>
            <p:cNvCxnSpPr>
              <a:cxnSpLocks/>
            </p:cNvCxnSpPr>
            <p:nvPr/>
          </p:nvCxnSpPr>
          <p:spPr>
            <a:xfrm>
              <a:off x="3527783" y="422709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8" name="그룹 587">
              <a:extLst>
                <a:ext uri="{FF2B5EF4-FFF2-40B4-BE49-F238E27FC236}">
                  <a16:creationId xmlns:a16="http://schemas.microsoft.com/office/drawing/2014/main" id="{195D3655-4B49-4819-5F64-2983C0CC9452}"/>
                </a:ext>
              </a:extLst>
            </p:cNvPr>
            <p:cNvGrpSpPr/>
            <p:nvPr/>
          </p:nvGrpSpPr>
          <p:grpSpPr>
            <a:xfrm>
              <a:off x="3565353" y="4081364"/>
              <a:ext cx="35826" cy="146277"/>
              <a:chOff x="3250176" y="2637183"/>
              <a:chExt cx="178824" cy="146277"/>
            </a:xfrm>
          </p:grpSpPr>
          <p:grpSp>
            <p:nvGrpSpPr>
              <p:cNvPr id="589" name="그룹 588">
                <a:extLst>
                  <a:ext uri="{FF2B5EF4-FFF2-40B4-BE49-F238E27FC236}">
                    <a16:creationId xmlns:a16="http://schemas.microsoft.com/office/drawing/2014/main" id="{5345D48D-E47C-2CAA-81F0-C1DE0F29FEDE}"/>
                  </a:ext>
                </a:extLst>
              </p:cNvPr>
              <p:cNvGrpSpPr/>
              <p:nvPr/>
            </p:nvGrpSpPr>
            <p:grpSpPr>
              <a:xfrm>
                <a:off x="3250176" y="2637183"/>
                <a:ext cx="178824" cy="144000"/>
                <a:chOff x="5453592" y="2641965"/>
                <a:chExt cx="178824" cy="144000"/>
              </a:xfrm>
            </p:grpSpPr>
            <p:cxnSp>
              <p:nvCxnSpPr>
                <p:cNvPr id="591" name="직선 연결선 590">
                  <a:extLst>
                    <a:ext uri="{FF2B5EF4-FFF2-40B4-BE49-F238E27FC236}">
                      <a16:creationId xmlns:a16="http://schemas.microsoft.com/office/drawing/2014/main" id="{DF18F356-90CA-B2E2-C38B-165898CEE77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직선 연결선 591">
                  <a:extLst>
                    <a:ext uri="{FF2B5EF4-FFF2-40B4-BE49-F238E27FC236}">
                      <a16:creationId xmlns:a16="http://schemas.microsoft.com/office/drawing/2014/main" id="{7CE7BB92-DF09-77F1-9B73-601AA5080BF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0" name="직선 연결선 589">
                <a:extLst>
                  <a:ext uri="{FF2B5EF4-FFF2-40B4-BE49-F238E27FC236}">
                    <a16:creationId xmlns:a16="http://schemas.microsoft.com/office/drawing/2014/main" id="{09EDDC38-5E5D-2956-E13F-977A92FEC75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3" name="직선 연결선 592">
              <a:extLst>
                <a:ext uri="{FF2B5EF4-FFF2-40B4-BE49-F238E27FC236}">
                  <a16:creationId xmlns:a16="http://schemas.microsoft.com/office/drawing/2014/main" id="{55EF5F77-60E3-4482-0F88-84CE04C8E39F}"/>
                </a:ext>
              </a:extLst>
            </p:cNvPr>
            <p:cNvCxnSpPr>
              <a:cxnSpLocks/>
            </p:cNvCxnSpPr>
            <p:nvPr/>
          </p:nvCxnSpPr>
          <p:spPr>
            <a:xfrm>
              <a:off x="3603157" y="4224534"/>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4" name="그룹 593">
              <a:extLst>
                <a:ext uri="{FF2B5EF4-FFF2-40B4-BE49-F238E27FC236}">
                  <a16:creationId xmlns:a16="http://schemas.microsoft.com/office/drawing/2014/main" id="{76E93651-14CF-4F82-FC6A-581573316157}"/>
                </a:ext>
              </a:extLst>
            </p:cNvPr>
            <p:cNvGrpSpPr/>
            <p:nvPr/>
          </p:nvGrpSpPr>
          <p:grpSpPr>
            <a:xfrm>
              <a:off x="3677233" y="4079842"/>
              <a:ext cx="214954" cy="141758"/>
              <a:chOff x="5453592" y="2641965"/>
              <a:chExt cx="178824" cy="144000"/>
            </a:xfrm>
          </p:grpSpPr>
          <p:cxnSp>
            <p:nvCxnSpPr>
              <p:cNvPr id="595" name="직선 연결선 594">
                <a:extLst>
                  <a:ext uri="{FF2B5EF4-FFF2-40B4-BE49-F238E27FC236}">
                    <a16:creationId xmlns:a16="http://schemas.microsoft.com/office/drawing/2014/main" id="{9674ECE9-6244-BC87-6D86-079E14E1F86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직선 연결선 595">
                <a:extLst>
                  <a:ext uri="{FF2B5EF4-FFF2-40B4-BE49-F238E27FC236}">
                    <a16:creationId xmlns:a16="http://schemas.microsoft.com/office/drawing/2014/main" id="{42DC5ED3-BEC4-FFEB-A975-10A5D1DCA0F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7" name="TextBox 596">
              <a:extLst>
                <a:ext uri="{FF2B5EF4-FFF2-40B4-BE49-F238E27FC236}">
                  <a16:creationId xmlns:a16="http://schemas.microsoft.com/office/drawing/2014/main" id="{C6300B20-1EAD-1CBB-3EB8-5D06270CA622}"/>
                </a:ext>
              </a:extLst>
            </p:cNvPr>
            <p:cNvSpPr txBox="1"/>
            <p:nvPr/>
          </p:nvSpPr>
          <p:spPr>
            <a:xfrm>
              <a:off x="3618698" y="4059279"/>
              <a:ext cx="356188" cy="200055"/>
            </a:xfrm>
            <a:prstGeom prst="rect">
              <a:avLst/>
            </a:prstGeom>
            <a:noFill/>
          </p:spPr>
          <p:txBody>
            <a:bodyPr wrap="none" rtlCol="0">
              <a:spAutoFit/>
            </a:bodyPr>
            <a:lstStyle/>
            <a:p>
              <a:r>
                <a:rPr lang="en-US" altLang="ko-KR" sz="700" dirty="0"/>
                <a:t>Data</a:t>
              </a:r>
              <a:endParaRPr lang="ko-KR" altLang="en-US" sz="700" dirty="0"/>
            </a:p>
          </p:txBody>
        </p:sp>
        <p:grpSp>
          <p:nvGrpSpPr>
            <p:cNvPr id="598" name="그룹 597">
              <a:extLst>
                <a:ext uri="{FF2B5EF4-FFF2-40B4-BE49-F238E27FC236}">
                  <a16:creationId xmlns:a16="http://schemas.microsoft.com/office/drawing/2014/main" id="{C9A01C5B-F33D-C1D7-E86C-8981BE8B0435}"/>
                </a:ext>
              </a:extLst>
            </p:cNvPr>
            <p:cNvGrpSpPr/>
            <p:nvPr/>
          </p:nvGrpSpPr>
          <p:grpSpPr>
            <a:xfrm>
              <a:off x="3919550" y="4606738"/>
              <a:ext cx="36000" cy="108000"/>
              <a:chOff x="2385358" y="4750780"/>
              <a:chExt cx="72460" cy="161138"/>
            </a:xfrm>
          </p:grpSpPr>
          <p:sp>
            <p:nvSpPr>
              <p:cNvPr id="599" name="자유형: 도형 598">
                <a:extLst>
                  <a:ext uri="{FF2B5EF4-FFF2-40B4-BE49-F238E27FC236}">
                    <a16:creationId xmlns:a16="http://schemas.microsoft.com/office/drawing/2014/main" id="{E8668486-5CBD-7F8D-183D-AD01627A5EB2}"/>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00" name="자유형: 도형 599">
                <a:extLst>
                  <a:ext uri="{FF2B5EF4-FFF2-40B4-BE49-F238E27FC236}">
                    <a16:creationId xmlns:a16="http://schemas.microsoft.com/office/drawing/2014/main" id="{5A7843A8-C939-6EF3-7BC7-5020F41439AB}"/>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601" name="그룹 600">
              <a:extLst>
                <a:ext uri="{FF2B5EF4-FFF2-40B4-BE49-F238E27FC236}">
                  <a16:creationId xmlns:a16="http://schemas.microsoft.com/office/drawing/2014/main" id="{8F9AC55D-895E-80F5-349F-D2EDF899928F}"/>
                </a:ext>
              </a:extLst>
            </p:cNvPr>
            <p:cNvGrpSpPr/>
            <p:nvPr/>
          </p:nvGrpSpPr>
          <p:grpSpPr>
            <a:xfrm>
              <a:off x="3917114" y="4356033"/>
              <a:ext cx="36000" cy="108000"/>
              <a:chOff x="2385358" y="4750780"/>
              <a:chExt cx="72460" cy="161138"/>
            </a:xfrm>
          </p:grpSpPr>
          <p:sp>
            <p:nvSpPr>
              <p:cNvPr id="602" name="자유형: 도형 601">
                <a:extLst>
                  <a:ext uri="{FF2B5EF4-FFF2-40B4-BE49-F238E27FC236}">
                    <a16:creationId xmlns:a16="http://schemas.microsoft.com/office/drawing/2014/main" id="{E8F0E83B-7662-3FFB-02D1-04FEF0C1542A}"/>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03" name="자유형: 도형 602">
                <a:extLst>
                  <a:ext uri="{FF2B5EF4-FFF2-40B4-BE49-F238E27FC236}">
                    <a16:creationId xmlns:a16="http://schemas.microsoft.com/office/drawing/2014/main" id="{B31D1064-795F-F295-6FB7-16E6BEADBF9F}"/>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604" name="그룹 603">
              <a:extLst>
                <a:ext uri="{FF2B5EF4-FFF2-40B4-BE49-F238E27FC236}">
                  <a16:creationId xmlns:a16="http://schemas.microsoft.com/office/drawing/2014/main" id="{412C657E-4FFA-A81B-3905-5FB6E25D78E2}"/>
                </a:ext>
              </a:extLst>
            </p:cNvPr>
            <p:cNvGrpSpPr/>
            <p:nvPr/>
          </p:nvGrpSpPr>
          <p:grpSpPr>
            <a:xfrm>
              <a:off x="3914122" y="4137976"/>
              <a:ext cx="36000" cy="108000"/>
              <a:chOff x="2385358" y="4750780"/>
              <a:chExt cx="72460" cy="161138"/>
            </a:xfrm>
          </p:grpSpPr>
          <p:sp>
            <p:nvSpPr>
              <p:cNvPr id="605" name="자유형: 도형 604">
                <a:extLst>
                  <a:ext uri="{FF2B5EF4-FFF2-40B4-BE49-F238E27FC236}">
                    <a16:creationId xmlns:a16="http://schemas.microsoft.com/office/drawing/2014/main" id="{80398928-0053-2910-52C7-861570893ABF}"/>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06" name="자유형: 도형 605">
                <a:extLst>
                  <a:ext uri="{FF2B5EF4-FFF2-40B4-BE49-F238E27FC236}">
                    <a16:creationId xmlns:a16="http://schemas.microsoft.com/office/drawing/2014/main" id="{9E8C0AF0-45E3-8F19-6F9E-D71DF8734B06}"/>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607" name="직선 연결선 606">
              <a:extLst>
                <a:ext uri="{FF2B5EF4-FFF2-40B4-BE49-F238E27FC236}">
                  <a16:creationId xmlns:a16="http://schemas.microsoft.com/office/drawing/2014/main" id="{F5AD1EEC-2B87-BB76-3253-B746DCFFD5A4}"/>
                </a:ext>
              </a:extLst>
            </p:cNvPr>
            <p:cNvCxnSpPr>
              <a:cxnSpLocks/>
            </p:cNvCxnSpPr>
            <p:nvPr/>
          </p:nvCxnSpPr>
          <p:spPr>
            <a:xfrm>
              <a:off x="3123281" y="4445853"/>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8" name="직선 연결선 607">
              <a:extLst>
                <a:ext uri="{FF2B5EF4-FFF2-40B4-BE49-F238E27FC236}">
                  <a16:creationId xmlns:a16="http://schemas.microsoft.com/office/drawing/2014/main" id="{41C635FC-D61B-341D-FD6E-9D4517EC1223}"/>
                </a:ext>
              </a:extLst>
            </p:cNvPr>
            <p:cNvCxnSpPr>
              <a:cxnSpLocks/>
            </p:cNvCxnSpPr>
            <p:nvPr/>
          </p:nvCxnSpPr>
          <p:spPr>
            <a:xfrm>
              <a:off x="3127512" y="4228491"/>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직선 연결선 610">
              <a:extLst>
                <a:ext uri="{FF2B5EF4-FFF2-40B4-BE49-F238E27FC236}">
                  <a16:creationId xmlns:a16="http://schemas.microsoft.com/office/drawing/2014/main" id="{CFCB5BA1-BE71-77B7-F925-C788ADC3C84E}"/>
                </a:ext>
              </a:extLst>
            </p:cNvPr>
            <p:cNvCxnSpPr>
              <a:cxnSpLocks/>
            </p:cNvCxnSpPr>
            <p:nvPr/>
          </p:nvCxnSpPr>
          <p:spPr>
            <a:xfrm flipV="1">
              <a:off x="1041292" y="3621235"/>
              <a:ext cx="529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12" name="직사각형 611">
              <a:extLst>
                <a:ext uri="{FF2B5EF4-FFF2-40B4-BE49-F238E27FC236}">
                  <a16:creationId xmlns:a16="http://schemas.microsoft.com/office/drawing/2014/main" id="{34473701-A111-81C2-3C08-74D63B9814F0}"/>
                </a:ext>
              </a:extLst>
            </p:cNvPr>
            <p:cNvSpPr/>
            <p:nvPr/>
          </p:nvSpPr>
          <p:spPr>
            <a:xfrm>
              <a:off x="672286" y="358444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MISO</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16" name="그룹 615">
              <a:extLst>
                <a:ext uri="{FF2B5EF4-FFF2-40B4-BE49-F238E27FC236}">
                  <a16:creationId xmlns:a16="http://schemas.microsoft.com/office/drawing/2014/main" id="{08AA2A62-FFCF-DE78-F1C9-5B530A84193D}"/>
                </a:ext>
              </a:extLst>
            </p:cNvPr>
            <p:cNvGrpSpPr/>
            <p:nvPr/>
          </p:nvGrpSpPr>
          <p:grpSpPr>
            <a:xfrm>
              <a:off x="4333372" y="2897390"/>
              <a:ext cx="185352" cy="144000"/>
              <a:chOff x="3480376" y="2770111"/>
              <a:chExt cx="185352" cy="144000"/>
            </a:xfrm>
          </p:grpSpPr>
          <p:cxnSp>
            <p:nvCxnSpPr>
              <p:cNvPr id="140" name="직선 연결선 139">
                <a:extLst>
                  <a:ext uri="{FF2B5EF4-FFF2-40B4-BE49-F238E27FC236}">
                    <a16:creationId xmlns:a16="http://schemas.microsoft.com/office/drawing/2014/main" id="{0E516D99-5E51-21EE-B54F-666B164D1E39}"/>
                  </a:ext>
                </a:extLst>
              </p:cNvPr>
              <p:cNvCxnSpPr>
                <a:cxnSpLocks/>
              </p:cNvCxnSpPr>
              <p:nvPr/>
            </p:nvCxnSpPr>
            <p:spPr>
              <a:xfrm>
                <a:off x="3629728" y="2770640"/>
                <a:ext cx="36000" cy="5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5" name="그룹 614">
                <a:extLst>
                  <a:ext uri="{FF2B5EF4-FFF2-40B4-BE49-F238E27FC236}">
                    <a16:creationId xmlns:a16="http://schemas.microsoft.com/office/drawing/2014/main" id="{E2FFF856-BCDB-9D85-EB51-D05602684715}"/>
                  </a:ext>
                </a:extLst>
              </p:cNvPr>
              <p:cNvGrpSpPr/>
              <p:nvPr/>
            </p:nvGrpSpPr>
            <p:grpSpPr>
              <a:xfrm>
                <a:off x="3480376" y="2770111"/>
                <a:ext cx="145976" cy="144000"/>
                <a:chOff x="3480376" y="2770111"/>
                <a:chExt cx="145976" cy="144000"/>
              </a:xfrm>
            </p:grpSpPr>
            <p:cxnSp>
              <p:nvCxnSpPr>
                <p:cNvPr id="396" name="직선 연결선 395">
                  <a:extLst>
                    <a:ext uri="{FF2B5EF4-FFF2-40B4-BE49-F238E27FC236}">
                      <a16:creationId xmlns:a16="http://schemas.microsoft.com/office/drawing/2014/main" id="{8AEFCC38-F48C-F295-9861-6476CD2D0CF6}"/>
                    </a:ext>
                  </a:extLst>
                </p:cNvPr>
                <p:cNvCxnSpPr>
                  <a:cxnSpLocks/>
                </p:cNvCxnSpPr>
                <p:nvPr/>
              </p:nvCxnSpPr>
              <p:spPr>
                <a:xfrm>
                  <a:off x="3480376" y="2909884"/>
                  <a:ext cx="14129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4" name="직선 연결선 613">
                  <a:extLst>
                    <a:ext uri="{FF2B5EF4-FFF2-40B4-BE49-F238E27FC236}">
                      <a16:creationId xmlns:a16="http://schemas.microsoft.com/office/drawing/2014/main" id="{A0EF32F0-A373-4115-35A3-78674D12F3C6}"/>
                    </a:ext>
                  </a:extLst>
                </p:cNvPr>
                <p:cNvCxnSpPr>
                  <a:cxnSpLocks/>
                </p:cNvCxnSpPr>
                <p:nvPr/>
              </p:nvCxnSpPr>
              <p:spPr>
                <a:xfrm>
                  <a:off x="3626352" y="277011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10" name="직사각형 609">
              <a:extLst>
                <a:ext uri="{FF2B5EF4-FFF2-40B4-BE49-F238E27FC236}">
                  <a16:creationId xmlns:a16="http://schemas.microsoft.com/office/drawing/2014/main" id="{0767716B-7295-4A4F-B13C-66A3A781D9AF}"/>
                </a:ext>
              </a:extLst>
            </p:cNvPr>
            <p:cNvSpPr/>
            <p:nvPr/>
          </p:nvSpPr>
          <p:spPr>
            <a:xfrm>
              <a:off x="4351763" y="3529216"/>
              <a:ext cx="141078" cy="180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618" name="직선 연결선 617">
              <a:extLst>
                <a:ext uri="{FF2B5EF4-FFF2-40B4-BE49-F238E27FC236}">
                  <a16:creationId xmlns:a16="http://schemas.microsoft.com/office/drawing/2014/main" id="{0C665CE5-D5D1-3691-95C4-862D3D4D8B3D}"/>
                </a:ext>
              </a:extLst>
            </p:cNvPr>
            <p:cNvCxnSpPr>
              <a:cxnSpLocks/>
            </p:cNvCxnSpPr>
            <p:nvPr/>
          </p:nvCxnSpPr>
          <p:spPr>
            <a:xfrm>
              <a:off x="4670091" y="2899245"/>
              <a:ext cx="108000" cy="5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9" name="그룹 618">
              <a:extLst>
                <a:ext uri="{FF2B5EF4-FFF2-40B4-BE49-F238E27FC236}">
                  <a16:creationId xmlns:a16="http://schemas.microsoft.com/office/drawing/2014/main" id="{63EA9FF7-4927-9CBC-D4DD-B6C7F90D954A}"/>
                </a:ext>
              </a:extLst>
            </p:cNvPr>
            <p:cNvGrpSpPr/>
            <p:nvPr/>
          </p:nvGrpSpPr>
          <p:grpSpPr>
            <a:xfrm>
              <a:off x="4520739" y="2898716"/>
              <a:ext cx="145976" cy="144000"/>
              <a:chOff x="3480376" y="2770111"/>
              <a:chExt cx="145976" cy="144000"/>
            </a:xfrm>
          </p:grpSpPr>
          <p:cxnSp>
            <p:nvCxnSpPr>
              <p:cNvPr id="620" name="직선 연결선 619">
                <a:extLst>
                  <a:ext uri="{FF2B5EF4-FFF2-40B4-BE49-F238E27FC236}">
                    <a16:creationId xmlns:a16="http://schemas.microsoft.com/office/drawing/2014/main" id="{5EF416B7-8204-14E7-945D-DD21628AB7F1}"/>
                  </a:ext>
                </a:extLst>
              </p:cNvPr>
              <p:cNvCxnSpPr>
                <a:cxnSpLocks/>
              </p:cNvCxnSpPr>
              <p:nvPr/>
            </p:nvCxnSpPr>
            <p:spPr>
              <a:xfrm>
                <a:off x="3480376" y="2909884"/>
                <a:ext cx="14129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1" name="직선 연결선 620">
                <a:extLst>
                  <a:ext uri="{FF2B5EF4-FFF2-40B4-BE49-F238E27FC236}">
                    <a16:creationId xmlns:a16="http://schemas.microsoft.com/office/drawing/2014/main" id="{EEF4828D-065F-E095-7D98-B33B6A8D009A}"/>
                  </a:ext>
                </a:extLst>
              </p:cNvPr>
              <p:cNvCxnSpPr>
                <a:cxnSpLocks/>
              </p:cNvCxnSpPr>
              <p:nvPr/>
            </p:nvCxnSpPr>
            <p:spPr>
              <a:xfrm>
                <a:off x="3626352" y="277011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22" name="직선 연결선 621">
              <a:extLst>
                <a:ext uri="{FF2B5EF4-FFF2-40B4-BE49-F238E27FC236}">
                  <a16:creationId xmlns:a16="http://schemas.microsoft.com/office/drawing/2014/main" id="{33F93153-5F74-4093-03D0-6DC0E9F7B86C}"/>
                </a:ext>
              </a:extLst>
            </p:cNvPr>
            <p:cNvCxnSpPr>
              <a:cxnSpLocks/>
            </p:cNvCxnSpPr>
            <p:nvPr/>
          </p:nvCxnSpPr>
          <p:spPr>
            <a:xfrm>
              <a:off x="4520739" y="28948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27" name="직사각형 626">
              <a:extLst>
                <a:ext uri="{FF2B5EF4-FFF2-40B4-BE49-F238E27FC236}">
                  <a16:creationId xmlns:a16="http://schemas.microsoft.com/office/drawing/2014/main" id="{8B4182B6-A576-C04D-9616-508576C87153}"/>
                </a:ext>
              </a:extLst>
            </p:cNvPr>
            <p:cNvSpPr/>
            <p:nvPr/>
          </p:nvSpPr>
          <p:spPr>
            <a:xfrm>
              <a:off x="4554203" y="3532456"/>
              <a:ext cx="141078" cy="180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32" name="그룹 631">
              <a:extLst>
                <a:ext uri="{FF2B5EF4-FFF2-40B4-BE49-F238E27FC236}">
                  <a16:creationId xmlns:a16="http://schemas.microsoft.com/office/drawing/2014/main" id="{6E4EBAD2-540D-8B85-818C-945F7CCA219C}"/>
                </a:ext>
              </a:extLst>
            </p:cNvPr>
            <p:cNvGrpSpPr/>
            <p:nvPr/>
          </p:nvGrpSpPr>
          <p:grpSpPr>
            <a:xfrm>
              <a:off x="6121443" y="2900381"/>
              <a:ext cx="214568" cy="144000"/>
              <a:chOff x="5453592" y="2641965"/>
              <a:chExt cx="178824" cy="144000"/>
            </a:xfrm>
          </p:grpSpPr>
          <p:cxnSp>
            <p:nvCxnSpPr>
              <p:cNvPr id="634" name="직선 연결선 633">
                <a:extLst>
                  <a:ext uri="{FF2B5EF4-FFF2-40B4-BE49-F238E27FC236}">
                    <a16:creationId xmlns:a16="http://schemas.microsoft.com/office/drawing/2014/main" id="{C90E02F7-1159-D0A4-8814-AB45595A82E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직선 연결선 634">
                <a:extLst>
                  <a:ext uri="{FF2B5EF4-FFF2-40B4-BE49-F238E27FC236}">
                    <a16:creationId xmlns:a16="http://schemas.microsoft.com/office/drawing/2014/main" id="{CCEA4545-D8CD-3FFE-C589-E7EBFB4D801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6" name="직선 연결선 635">
              <a:extLst>
                <a:ext uri="{FF2B5EF4-FFF2-40B4-BE49-F238E27FC236}">
                  <a16:creationId xmlns:a16="http://schemas.microsoft.com/office/drawing/2014/main" id="{08CF25AB-02A1-EB0D-168C-151EAEF6608C}"/>
                </a:ext>
              </a:extLst>
            </p:cNvPr>
            <p:cNvCxnSpPr>
              <a:cxnSpLocks/>
            </p:cNvCxnSpPr>
            <p:nvPr/>
          </p:nvCxnSpPr>
          <p:spPr>
            <a:xfrm>
              <a:off x="4777281" y="3040446"/>
              <a:ext cx="134437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직선 연결선 639">
              <a:extLst>
                <a:ext uri="{FF2B5EF4-FFF2-40B4-BE49-F238E27FC236}">
                  <a16:creationId xmlns:a16="http://schemas.microsoft.com/office/drawing/2014/main" id="{180D19D4-59BB-3845-793D-BA85CC19F6C1}"/>
                </a:ext>
              </a:extLst>
            </p:cNvPr>
            <p:cNvCxnSpPr>
              <a:cxnSpLocks/>
            </p:cNvCxnSpPr>
            <p:nvPr/>
          </p:nvCxnSpPr>
          <p:spPr>
            <a:xfrm>
              <a:off x="3956289" y="4231840"/>
              <a:ext cx="23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직선 연결선 643">
              <a:extLst>
                <a:ext uri="{FF2B5EF4-FFF2-40B4-BE49-F238E27FC236}">
                  <a16:creationId xmlns:a16="http://schemas.microsoft.com/office/drawing/2014/main" id="{DBC76241-3CD4-DB0E-3073-08153E5AB359}"/>
                </a:ext>
              </a:extLst>
            </p:cNvPr>
            <p:cNvCxnSpPr>
              <a:cxnSpLocks/>
            </p:cNvCxnSpPr>
            <p:nvPr/>
          </p:nvCxnSpPr>
          <p:spPr>
            <a:xfrm>
              <a:off x="3962987" y="4435699"/>
              <a:ext cx="23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직선 연결선 644">
              <a:extLst>
                <a:ext uri="{FF2B5EF4-FFF2-40B4-BE49-F238E27FC236}">
                  <a16:creationId xmlns:a16="http://schemas.microsoft.com/office/drawing/2014/main" id="{D031172B-2D5D-FF6E-B30F-5540AE9D75F1}"/>
                </a:ext>
              </a:extLst>
            </p:cNvPr>
            <p:cNvCxnSpPr>
              <a:cxnSpLocks/>
            </p:cNvCxnSpPr>
            <p:nvPr/>
          </p:nvCxnSpPr>
          <p:spPr>
            <a:xfrm>
              <a:off x="3962997" y="4678632"/>
              <a:ext cx="23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47" name="자유형: 도형 646">
              <a:extLst>
                <a:ext uri="{FF2B5EF4-FFF2-40B4-BE49-F238E27FC236}">
                  <a16:creationId xmlns:a16="http://schemas.microsoft.com/office/drawing/2014/main" id="{33205625-EF71-E893-AFC8-200D9BF8A512}"/>
                </a:ext>
              </a:extLst>
            </p:cNvPr>
            <p:cNvSpPr/>
            <p:nvPr/>
          </p:nvSpPr>
          <p:spPr>
            <a:xfrm>
              <a:off x="2185317" y="3352800"/>
              <a:ext cx="277675" cy="731691"/>
            </a:xfrm>
            <a:custGeom>
              <a:avLst/>
              <a:gdLst>
                <a:gd name="connsiteX0" fmla="*/ 115755 w 252664"/>
                <a:gd name="connsiteY0" fmla="*/ 0 h 726831"/>
                <a:gd name="connsiteX1" fmla="*/ 249733 w 252664"/>
                <a:gd name="connsiteY1" fmla="*/ 180870 h 726831"/>
                <a:gd name="connsiteX2" fmla="*/ 1873 w 252664"/>
                <a:gd name="connsiteY2" fmla="*/ 499068 h 726831"/>
                <a:gd name="connsiteX3" fmla="*/ 155948 w 252664"/>
                <a:gd name="connsiteY3" fmla="*/ 726831 h 726831"/>
              </a:gdLst>
              <a:ahLst/>
              <a:cxnLst>
                <a:cxn ang="0">
                  <a:pos x="connsiteX0" y="connsiteY0"/>
                </a:cxn>
                <a:cxn ang="0">
                  <a:pos x="connsiteX1" y="connsiteY1"/>
                </a:cxn>
                <a:cxn ang="0">
                  <a:pos x="connsiteX2" y="connsiteY2"/>
                </a:cxn>
                <a:cxn ang="0">
                  <a:pos x="connsiteX3" y="connsiteY3"/>
                </a:cxn>
              </a:cxnLst>
              <a:rect l="l" t="t" r="r" b="b"/>
              <a:pathLst>
                <a:path w="252664" h="726831">
                  <a:moveTo>
                    <a:pt x="115755" y="0"/>
                  </a:moveTo>
                  <a:cubicBezTo>
                    <a:pt x="192234" y="48846"/>
                    <a:pt x="268713" y="97692"/>
                    <a:pt x="249733" y="180870"/>
                  </a:cubicBezTo>
                  <a:cubicBezTo>
                    <a:pt x="230753" y="264048"/>
                    <a:pt x="17504" y="408075"/>
                    <a:pt x="1873" y="499068"/>
                  </a:cubicBezTo>
                  <a:cubicBezTo>
                    <a:pt x="-13758" y="590061"/>
                    <a:pt x="71095" y="658446"/>
                    <a:pt x="155948" y="726831"/>
                  </a:cubicBezTo>
                </a:path>
              </a:pathLst>
            </a:custGeom>
            <a:noFill/>
            <a:ln w="3175">
              <a:solidFill>
                <a:schemeClr val="tx1"/>
              </a:solidFill>
              <a:prstDash val="dash"/>
              <a:headEnd type="oval"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49" name="자유형: 도형 648">
              <a:extLst>
                <a:ext uri="{FF2B5EF4-FFF2-40B4-BE49-F238E27FC236}">
                  <a16:creationId xmlns:a16="http://schemas.microsoft.com/office/drawing/2014/main" id="{ED09EFB6-676F-267F-9582-DA38E8EECE57}"/>
                </a:ext>
              </a:extLst>
            </p:cNvPr>
            <p:cNvSpPr/>
            <p:nvPr/>
          </p:nvSpPr>
          <p:spPr>
            <a:xfrm>
              <a:off x="3090484" y="3891848"/>
              <a:ext cx="180000" cy="72000"/>
            </a:xfrm>
            <a:custGeom>
              <a:avLst/>
              <a:gdLst>
                <a:gd name="connsiteX0" fmla="*/ 0 w 254558"/>
                <a:gd name="connsiteY0" fmla="*/ 97152 h 103851"/>
                <a:gd name="connsiteX1" fmla="*/ 100483 w 254558"/>
                <a:gd name="connsiteY1" fmla="*/ 18 h 103851"/>
                <a:gd name="connsiteX2" fmla="*/ 254558 w 254558"/>
                <a:gd name="connsiteY2" fmla="*/ 103851 h 103851"/>
              </a:gdLst>
              <a:ahLst/>
              <a:cxnLst>
                <a:cxn ang="0">
                  <a:pos x="connsiteX0" y="connsiteY0"/>
                </a:cxn>
                <a:cxn ang="0">
                  <a:pos x="connsiteX1" y="connsiteY1"/>
                </a:cxn>
                <a:cxn ang="0">
                  <a:pos x="connsiteX2" y="connsiteY2"/>
                </a:cxn>
              </a:cxnLst>
              <a:rect l="l" t="t" r="r" b="b"/>
              <a:pathLst>
                <a:path w="254558" h="103851">
                  <a:moveTo>
                    <a:pt x="0" y="97152"/>
                  </a:moveTo>
                  <a:cubicBezTo>
                    <a:pt x="29028" y="48026"/>
                    <a:pt x="58057" y="-1099"/>
                    <a:pt x="100483" y="18"/>
                  </a:cubicBezTo>
                  <a:cubicBezTo>
                    <a:pt x="142909" y="1134"/>
                    <a:pt x="198733" y="52492"/>
                    <a:pt x="254558" y="103851"/>
                  </a:cubicBezTo>
                </a:path>
              </a:pathLst>
            </a:custGeom>
            <a:noFill/>
            <a:ln w="3175">
              <a:prstDash val="dash"/>
              <a:headEnd type="none"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50" name="자유형: 도형 649">
              <a:extLst>
                <a:ext uri="{FF2B5EF4-FFF2-40B4-BE49-F238E27FC236}">
                  <a16:creationId xmlns:a16="http://schemas.microsoft.com/office/drawing/2014/main" id="{A7C7DE56-18C2-6472-4860-3B3C991CE38B}"/>
                </a:ext>
              </a:extLst>
            </p:cNvPr>
            <p:cNvSpPr/>
            <p:nvPr/>
          </p:nvSpPr>
          <p:spPr>
            <a:xfrm>
              <a:off x="3853874" y="3653823"/>
              <a:ext cx="470051" cy="459273"/>
            </a:xfrm>
            <a:custGeom>
              <a:avLst/>
              <a:gdLst>
                <a:gd name="connsiteX0" fmla="*/ 0 w 150725"/>
                <a:gd name="connsiteY0" fmla="*/ 401934 h 401934"/>
                <a:gd name="connsiteX1" fmla="*/ 26796 w 150725"/>
                <a:gd name="connsiteY1" fmla="*/ 157424 h 401934"/>
                <a:gd name="connsiteX2" fmla="*/ 150725 w 150725"/>
                <a:gd name="connsiteY2" fmla="*/ 0 h 401934"/>
              </a:gdLst>
              <a:ahLst/>
              <a:cxnLst>
                <a:cxn ang="0">
                  <a:pos x="connsiteX0" y="connsiteY0"/>
                </a:cxn>
                <a:cxn ang="0">
                  <a:pos x="connsiteX1" y="connsiteY1"/>
                </a:cxn>
                <a:cxn ang="0">
                  <a:pos x="connsiteX2" y="connsiteY2"/>
                </a:cxn>
              </a:cxnLst>
              <a:rect l="l" t="t" r="r" b="b"/>
              <a:pathLst>
                <a:path w="150725" h="401934">
                  <a:moveTo>
                    <a:pt x="0" y="401934"/>
                  </a:moveTo>
                  <a:cubicBezTo>
                    <a:pt x="837" y="313173"/>
                    <a:pt x="1675" y="224413"/>
                    <a:pt x="26796" y="157424"/>
                  </a:cubicBezTo>
                  <a:cubicBezTo>
                    <a:pt x="51917" y="90435"/>
                    <a:pt x="101321" y="45217"/>
                    <a:pt x="150725" y="0"/>
                  </a:cubicBezTo>
                </a:path>
              </a:pathLst>
            </a:custGeom>
            <a:noFill/>
            <a:ln w="3175">
              <a:solidFill>
                <a:schemeClr val="tx1"/>
              </a:solidFill>
              <a:prstDash val="dash"/>
              <a:headEnd type="oval"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51" name="TextBox 650">
              <a:extLst>
                <a:ext uri="{FF2B5EF4-FFF2-40B4-BE49-F238E27FC236}">
                  <a16:creationId xmlns:a16="http://schemas.microsoft.com/office/drawing/2014/main" id="{CE1207D9-14B4-6590-C6BF-7F34B669267B}"/>
                </a:ext>
              </a:extLst>
            </p:cNvPr>
            <p:cNvSpPr txBox="1"/>
            <p:nvPr/>
          </p:nvSpPr>
          <p:spPr>
            <a:xfrm>
              <a:off x="2229404" y="3915545"/>
              <a:ext cx="966931" cy="184666"/>
            </a:xfrm>
            <a:prstGeom prst="rect">
              <a:avLst/>
            </a:prstGeom>
            <a:noFill/>
          </p:spPr>
          <p:txBody>
            <a:bodyPr wrap="none" rtlCol="0">
              <a:spAutoFit/>
            </a:bodyPr>
            <a:lstStyle/>
            <a:p>
              <a:r>
                <a:rPr lang="en-US" altLang="ko-KR" sz="600" dirty="0"/>
                <a:t>LOCAL-READ COMMAND</a:t>
              </a:r>
              <a:endParaRPr lang="ko-KR" altLang="en-US" sz="600" dirty="0"/>
            </a:p>
          </p:txBody>
        </p:sp>
        <p:sp>
          <p:nvSpPr>
            <p:cNvPr id="652" name="TextBox 651">
              <a:extLst>
                <a:ext uri="{FF2B5EF4-FFF2-40B4-BE49-F238E27FC236}">
                  <a16:creationId xmlns:a16="http://schemas.microsoft.com/office/drawing/2014/main" id="{5EED20EB-50F6-DC75-5D7A-54085D387EF4}"/>
                </a:ext>
              </a:extLst>
            </p:cNvPr>
            <p:cNvSpPr txBox="1"/>
            <p:nvPr/>
          </p:nvSpPr>
          <p:spPr>
            <a:xfrm>
              <a:off x="3168875" y="3920722"/>
              <a:ext cx="774571" cy="184666"/>
            </a:xfrm>
            <a:prstGeom prst="rect">
              <a:avLst/>
            </a:prstGeom>
            <a:noFill/>
          </p:spPr>
          <p:txBody>
            <a:bodyPr wrap="none" rtlCol="0">
              <a:spAutoFit/>
            </a:bodyPr>
            <a:lstStyle/>
            <a:p>
              <a:r>
                <a:rPr lang="en-US" altLang="ko-KR" sz="600" dirty="0"/>
                <a:t>LOCAL-READ-BACK</a:t>
              </a:r>
              <a:endParaRPr lang="ko-KR" altLang="en-US" sz="600" dirty="0"/>
            </a:p>
          </p:txBody>
        </p:sp>
        <p:cxnSp>
          <p:nvCxnSpPr>
            <p:cNvPr id="7" name="직선 연결선 6">
              <a:extLst>
                <a:ext uri="{FF2B5EF4-FFF2-40B4-BE49-F238E27FC236}">
                  <a16:creationId xmlns:a16="http://schemas.microsoft.com/office/drawing/2014/main" id="{932606F9-019E-1D97-43BB-A44369FBAF2B}"/>
                </a:ext>
              </a:extLst>
            </p:cNvPr>
            <p:cNvCxnSpPr/>
            <p:nvPr/>
          </p:nvCxnSpPr>
          <p:spPr>
            <a:xfrm>
              <a:off x="4005286" y="3122192"/>
              <a:ext cx="0" cy="1661375"/>
            </a:xfrm>
            <a:prstGeom prst="line">
              <a:avLst/>
            </a:prstGeom>
            <a:ln w="3175">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9501783-A56A-D126-F688-A4425A84C289}"/>
                </a:ext>
              </a:extLst>
            </p:cNvPr>
            <p:cNvSpPr txBox="1"/>
            <p:nvPr/>
          </p:nvSpPr>
          <p:spPr>
            <a:xfrm>
              <a:off x="3773876" y="4739126"/>
              <a:ext cx="708848" cy="184666"/>
            </a:xfrm>
            <a:prstGeom prst="rect">
              <a:avLst/>
            </a:prstGeom>
            <a:noFill/>
          </p:spPr>
          <p:txBody>
            <a:bodyPr wrap="none" rtlCol="0">
              <a:spAutoFit/>
            </a:bodyPr>
            <a:lstStyle/>
            <a:p>
              <a:r>
                <a:rPr lang="en-US" altLang="ko-KR" sz="600" dirty="0"/>
                <a:t>Local-Read Done</a:t>
              </a:r>
              <a:endParaRPr lang="ko-KR" altLang="en-US" sz="600" dirty="0"/>
            </a:p>
          </p:txBody>
        </p:sp>
        <p:sp>
          <p:nvSpPr>
            <p:cNvPr id="3" name="TextBox 2">
              <a:extLst>
                <a:ext uri="{FF2B5EF4-FFF2-40B4-BE49-F238E27FC236}">
                  <a16:creationId xmlns:a16="http://schemas.microsoft.com/office/drawing/2014/main" id="{59854B08-8BC2-DCA3-CE57-D0A016483C42}"/>
                </a:ext>
              </a:extLst>
            </p:cNvPr>
            <p:cNvSpPr txBox="1"/>
            <p:nvPr/>
          </p:nvSpPr>
          <p:spPr>
            <a:xfrm>
              <a:off x="4297487" y="2751575"/>
              <a:ext cx="453970" cy="184666"/>
            </a:xfrm>
            <a:prstGeom prst="rect">
              <a:avLst/>
            </a:prstGeom>
            <a:noFill/>
          </p:spPr>
          <p:txBody>
            <a:bodyPr wrap="none" rtlCol="0">
              <a:spAutoFit/>
            </a:bodyPr>
            <a:lstStyle/>
            <a:p>
              <a:r>
                <a:rPr lang="en-US" altLang="ko-KR" sz="600" dirty="0"/>
                <a:t>SPI Read</a:t>
              </a:r>
              <a:endParaRPr lang="ko-KR" altLang="en-US" sz="600" dirty="0"/>
            </a:p>
          </p:txBody>
        </p:sp>
      </p:grpSp>
    </p:spTree>
    <p:extLst>
      <p:ext uri="{BB962C8B-B14F-4D97-AF65-F5344CB8AC3E}">
        <p14:creationId xmlns:p14="http://schemas.microsoft.com/office/powerpoint/2010/main" val="2806894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F6C0621E-EFEA-2205-631D-3B924F782C1B}"/>
              </a:ext>
            </a:extLst>
          </p:cNvPr>
          <p:cNvSpPr txBox="1"/>
          <p:nvPr/>
        </p:nvSpPr>
        <p:spPr>
          <a:xfrm>
            <a:off x="425119" y="827629"/>
            <a:ext cx="6108426"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993C8E08-3048-2B62-48EB-F2316CD723D7}"/>
              </a:ext>
            </a:extLst>
          </p:cNvPr>
          <p:cNvSpPr txBox="1"/>
          <p:nvPr/>
        </p:nvSpPr>
        <p:spPr>
          <a:xfrm>
            <a:off x="404813" y="1612565"/>
            <a:ext cx="6048621" cy="1384995"/>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Local Dimming data of the next frame should be transmitted to the XC-24 through the SPI and the XC-24 should complete to transfer the LD data to the XD-12 devices before assertion of the next frame sync.  And then, the LD data will be started to dimming-out by the XC-12 devices at the next frame sync.  The LD_WR_POINTER of the LD WR POINTER register will be increased one by one in line unit whenever the LD data are written to the XC-24 LD data buffers through the SPI and see the Figure 5. for the amount of one line LD.  The LD_RD_POINTER will be increased one by one whenever the XC-24 transmits the amount of one LD data to the XD-12 devices. The LD_DIFF_POINTER is a value of the LD_WR_POINTER minus the LD_RD_POINTER, so the value is useful to check how many LD data remains in the internal LD buffers.</a:t>
            </a:r>
          </a:p>
          <a:p>
            <a:pPr algn="just"/>
            <a:r>
              <a:rPr lang="en-US" altLang="ko-KR" sz="900" dirty="0">
                <a:solidFill>
                  <a:srgbClr val="000000"/>
                </a:solidFill>
                <a:latin typeface="Arial" panose="020B0604020202020204" pitchFamily="34" charset="0"/>
                <a:cs typeface="Arial" panose="020B0604020202020204" pitchFamily="34" charset="0"/>
              </a:rPr>
              <a:t>If the LD_TANS_START_POINTER value becomes equal to the LD_DIFF_POINTER, then the XC-24 starts sending the LD data to the XD-12 devices automatically until the LD_DIFF_POINTER value becomes to 0.</a:t>
            </a:r>
          </a:p>
        </p:txBody>
      </p:sp>
      <p:sp>
        <p:nvSpPr>
          <p:cNvPr id="34" name="TextBox 33">
            <a:extLst>
              <a:ext uri="{FF2B5EF4-FFF2-40B4-BE49-F238E27FC236}">
                <a16:creationId xmlns:a16="http://schemas.microsoft.com/office/drawing/2014/main" id="{51ED1939-7C0C-8D8A-151E-EB40FFAE6E18}"/>
              </a:ext>
            </a:extLst>
          </p:cNvPr>
          <p:cNvSpPr txBox="1"/>
          <p:nvPr/>
        </p:nvSpPr>
        <p:spPr>
          <a:xfrm>
            <a:off x="404811" y="1266807"/>
            <a:ext cx="603964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Sequence of Local Dimming data transfer</a:t>
            </a:r>
          </a:p>
        </p:txBody>
      </p:sp>
      <p:grpSp>
        <p:nvGrpSpPr>
          <p:cNvPr id="128" name="그룹 127">
            <a:extLst>
              <a:ext uri="{FF2B5EF4-FFF2-40B4-BE49-F238E27FC236}">
                <a16:creationId xmlns:a16="http://schemas.microsoft.com/office/drawing/2014/main" id="{3B3D57A9-82C8-E71C-3823-96A28CE921CF}"/>
              </a:ext>
            </a:extLst>
          </p:cNvPr>
          <p:cNvGrpSpPr/>
          <p:nvPr/>
        </p:nvGrpSpPr>
        <p:grpSpPr>
          <a:xfrm>
            <a:off x="557590" y="3746100"/>
            <a:ext cx="5787617" cy="2892444"/>
            <a:chOff x="557590" y="3750649"/>
            <a:chExt cx="5787617" cy="2892444"/>
          </a:xfrm>
        </p:grpSpPr>
        <p:sp>
          <p:nvSpPr>
            <p:cNvPr id="55" name="TextBox 54">
              <a:extLst>
                <a:ext uri="{FF2B5EF4-FFF2-40B4-BE49-F238E27FC236}">
                  <a16:creationId xmlns:a16="http://schemas.microsoft.com/office/drawing/2014/main" id="{3130A542-84BA-FA51-A00B-772DE43B158A}"/>
                </a:ext>
              </a:extLst>
            </p:cNvPr>
            <p:cNvSpPr txBox="1"/>
            <p:nvPr/>
          </p:nvSpPr>
          <p:spPr>
            <a:xfrm>
              <a:off x="2107393" y="6427649"/>
              <a:ext cx="2708434"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14. The sequence of Local dimming Data transfer</a:t>
              </a:r>
            </a:p>
          </p:txBody>
        </p:sp>
        <p:grpSp>
          <p:nvGrpSpPr>
            <p:cNvPr id="127" name="그룹 126">
              <a:extLst>
                <a:ext uri="{FF2B5EF4-FFF2-40B4-BE49-F238E27FC236}">
                  <a16:creationId xmlns:a16="http://schemas.microsoft.com/office/drawing/2014/main" id="{701716F3-0035-7FD3-550B-0886CC1897D7}"/>
                </a:ext>
              </a:extLst>
            </p:cNvPr>
            <p:cNvGrpSpPr/>
            <p:nvPr/>
          </p:nvGrpSpPr>
          <p:grpSpPr>
            <a:xfrm>
              <a:off x="557590" y="3750649"/>
              <a:ext cx="5787617" cy="2254065"/>
              <a:chOff x="404811" y="3769503"/>
              <a:chExt cx="5787617" cy="2254065"/>
            </a:xfrm>
          </p:grpSpPr>
          <p:cxnSp>
            <p:nvCxnSpPr>
              <p:cNvPr id="60" name="직선 화살표 연결선 59">
                <a:extLst>
                  <a:ext uri="{FF2B5EF4-FFF2-40B4-BE49-F238E27FC236}">
                    <a16:creationId xmlns:a16="http://schemas.microsoft.com/office/drawing/2014/main" id="{FAC9990B-A0B6-77EE-DA00-4C0A69AA60D5}"/>
                  </a:ext>
                </a:extLst>
              </p:cNvPr>
              <p:cNvCxnSpPr>
                <a:cxnSpLocks/>
              </p:cNvCxnSpPr>
              <p:nvPr/>
            </p:nvCxnSpPr>
            <p:spPr>
              <a:xfrm>
                <a:off x="1867051" y="4281926"/>
                <a:ext cx="0" cy="90000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DEF344A3-D393-6F0B-CCBF-ECB0CC3AA652}"/>
                  </a:ext>
                </a:extLst>
              </p:cNvPr>
              <p:cNvCxnSpPr>
                <a:cxnSpLocks/>
              </p:cNvCxnSpPr>
              <p:nvPr/>
            </p:nvCxnSpPr>
            <p:spPr>
              <a:xfrm flipH="1">
                <a:off x="1074333" y="3916279"/>
                <a:ext cx="18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5A381CC9-7B69-E4E0-73FC-968C9BFCFD41}"/>
                  </a:ext>
                </a:extLst>
              </p:cNvPr>
              <p:cNvCxnSpPr/>
              <p:nvPr/>
            </p:nvCxnSpPr>
            <p:spPr>
              <a:xfrm>
                <a:off x="1254333" y="377197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7CD78BE6-2A92-AB0F-A476-7E99C6777424}"/>
                  </a:ext>
                </a:extLst>
              </p:cNvPr>
              <p:cNvCxnSpPr/>
              <p:nvPr/>
            </p:nvCxnSpPr>
            <p:spPr>
              <a:xfrm>
                <a:off x="1364367" y="377197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8F5D36BD-AFBC-B733-CFD5-F05B771C5A58}"/>
                  </a:ext>
                </a:extLst>
              </p:cNvPr>
              <p:cNvCxnSpPr>
                <a:cxnSpLocks/>
              </p:cNvCxnSpPr>
              <p:nvPr/>
            </p:nvCxnSpPr>
            <p:spPr>
              <a:xfrm flipH="1">
                <a:off x="1254333" y="3769503"/>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C0AD804C-B835-8881-B20D-57289990A101}"/>
                  </a:ext>
                </a:extLst>
              </p:cNvPr>
              <p:cNvCxnSpPr>
                <a:cxnSpLocks/>
              </p:cNvCxnSpPr>
              <p:nvPr/>
            </p:nvCxnSpPr>
            <p:spPr>
              <a:xfrm flipH="1">
                <a:off x="1362333" y="3917692"/>
                <a:ext cx="338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3E57C39-B124-C5A9-0B5D-B8E457185351}"/>
                  </a:ext>
                </a:extLst>
              </p:cNvPr>
              <p:cNvCxnSpPr>
                <a:cxnSpLocks/>
              </p:cNvCxnSpPr>
              <p:nvPr/>
            </p:nvCxnSpPr>
            <p:spPr>
              <a:xfrm flipH="1">
                <a:off x="4857928" y="3918620"/>
                <a:ext cx="129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95912DA2-9A16-8C30-746A-5AB323301AC6}"/>
                  </a:ext>
                </a:extLst>
              </p:cNvPr>
              <p:cNvGrpSpPr/>
              <p:nvPr/>
            </p:nvGrpSpPr>
            <p:grpSpPr>
              <a:xfrm>
                <a:off x="4744628" y="3775763"/>
                <a:ext cx="110034" cy="146467"/>
                <a:chOff x="5604725" y="4776340"/>
                <a:chExt cx="110034" cy="146467"/>
              </a:xfrm>
            </p:grpSpPr>
            <p:cxnSp>
              <p:nvCxnSpPr>
                <p:cNvPr id="111" name="직선 연결선 110">
                  <a:extLst>
                    <a:ext uri="{FF2B5EF4-FFF2-40B4-BE49-F238E27FC236}">
                      <a16:creationId xmlns:a16="http://schemas.microsoft.com/office/drawing/2014/main" id="{E4032DEB-732B-3FDD-6A4C-C2DC1A49F648}"/>
                    </a:ext>
                  </a:extLst>
                </p:cNvPr>
                <p:cNvCxnSpPr/>
                <p:nvPr/>
              </p:nvCxnSpPr>
              <p:spPr>
                <a:xfrm>
                  <a:off x="5604725" y="477880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직선 연결선 111">
                  <a:extLst>
                    <a:ext uri="{FF2B5EF4-FFF2-40B4-BE49-F238E27FC236}">
                      <a16:creationId xmlns:a16="http://schemas.microsoft.com/office/drawing/2014/main" id="{078D60F8-BFB7-4236-6D69-B391D3D412B0}"/>
                    </a:ext>
                  </a:extLst>
                </p:cNvPr>
                <p:cNvCxnSpPr/>
                <p:nvPr/>
              </p:nvCxnSpPr>
              <p:spPr>
                <a:xfrm>
                  <a:off x="5714759" y="477880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직선 연결선 112">
                  <a:extLst>
                    <a:ext uri="{FF2B5EF4-FFF2-40B4-BE49-F238E27FC236}">
                      <a16:creationId xmlns:a16="http://schemas.microsoft.com/office/drawing/2014/main" id="{F15C11F2-24C9-7CE7-9774-824156A68E95}"/>
                    </a:ext>
                  </a:extLst>
                </p:cNvPr>
                <p:cNvCxnSpPr>
                  <a:cxnSpLocks/>
                </p:cNvCxnSpPr>
                <p:nvPr/>
              </p:nvCxnSpPr>
              <p:spPr>
                <a:xfrm flipH="1">
                  <a:off x="5604725" y="4776340"/>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직사각형 67">
                <a:extLst>
                  <a:ext uri="{FF2B5EF4-FFF2-40B4-BE49-F238E27FC236}">
                    <a16:creationId xmlns:a16="http://schemas.microsoft.com/office/drawing/2014/main" id="{83FC6014-B482-9891-2206-8170D079D010}"/>
                  </a:ext>
                </a:extLst>
              </p:cNvPr>
              <p:cNvSpPr/>
              <p:nvPr/>
            </p:nvSpPr>
            <p:spPr>
              <a:xfrm>
                <a:off x="1532246" y="4004375"/>
                <a:ext cx="751809" cy="270000"/>
              </a:xfrm>
              <a:prstGeom prst="rect">
                <a:avLst/>
              </a:prstGeom>
              <a:solidFill>
                <a:schemeClr val="accent2">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Data transfer</a:t>
                </a:r>
              </a:p>
              <a:p>
                <a:pPr algn="ctr"/>
                <a:r>
                  <a:rPr lang="en-US" altLang="ko-KR" sz="600" dirty="0">
                    <a:solidFill>
                      <a:schemeClr val="tx1"/>
                    </a:solidFill>
                    <a:latin typeface="Arial" panose="020B0604020202020204" pitchFamily="34" charset="0"/>
                    <a:cs typeface="Arial" panose="020B0604020202020204" pitchFamily="34" charset="0"/>
                  </a:rPr>
                  <a:t>(frame #1-1)</a:t>
                </a:r>
              </a:p>
            </p:txBody>
          </p:sp>
          <p:sp>
            <p:nvSpPr>
              <p:cNvPr id="70" name="직사각형 69">
                <a:extLst>
                  <a:ext uri="{FF2B5EF4-FFF2-40B4-BE49-F238E27FC236}">
                    <a16:creationId xmlns:a16="http://schemas.microsoft.com/office/drawing/2014/main" id="{C3E8D735-D7E4-181E-8871-2E5D09B370C3}"/>
                  </a:ext>
                </a:extLst>
              </p:cNvPr>
              <p:cNvSpPr/>
              <p:nvPr/>
            </p:nvSpPr>
            <p:spPr>
              <a:xfrm>
                <a:off x="1246653" y="3785595"/>
                <a:ext cx="128660"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#1</a:t>
                </a:r>
              </a:p>
            </p:txBody>
          </p:sp>
          <p:sp>
            <p:nvSpPr>
              <p:cNvPr id="71" name="직사각형 70">
                <a:extLst>
                  <a:ext uri="{FF2B5EF4-FFF2-40B4-BE49-F238E27FC236}">
                    <a16:creationId xmlns:a16="http://schemas.microsoft.com/office/drawing/2014/main" id="{B7D26A69-4ADC-81CC-D2BD-3F0718253CE9}"/>
                  </a:ext>
                </a:extLst>
              </p:cNvPr>
              <p:cNvSpPr/>
              <p:nvPr/>
            </p:nvSpPr>
            <p:spPr>
              <a:xfrm>
                <a:off x="758631" y="3797707"/>
                <a:ext cx="270468"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VSYNC</a:t>
                </a:r>
              </a:p>
            </p:txBody>
          </p:sp>
          <p:sp>
            <p:nvSpPr>
              <p:cNvPr id="72" name="직사각형 71">
                <a:extLst>
                  <a:ext uri="{FF2B5EF4-FFF2-40B4-BE49-F238E27FC236}">
                    <a16:creationId xmlns:a16="http://schemas.microsoft.com/office/drawing/2014/main" id="{F71EEA42-3D69-85EA-51B6-DCE2D516A5D3}"/>
                  </a:ext>
                </a:extLst>
              </p:cNvPr>
              <p:cNvSpPr/>
              <p:nvPr/>
            </p:nvSpPr>
            <p:spPr>
              <a:xfrm>
                <a:off x="4734381" y="3790895"/>
                <a:ext cx="128660"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#2</a:t>
                </a:r>
              </a:p>
            </p:txBody>
          </p:sp>
          <p:sp>
            <p:nvSpPr>
              <p:cNvPr id="76" name="직사각형 75">
                <a:extLst>
                  <a:ext uri="{FF2B5EF4-FFF2-40B4-BE49-F238E27FC236}">
                    <a16:creationId xmlns:a16="http://schemas.microsoft.com/office/drawing/2014/main" id="{EA70EC24-06A2-A680-6F58-C7D75A2F58E7}"/>
                  </a:ext>
                </a:extLst>
              </p:cNvPr>
              <p:cNvSpPr/>
              <p:nvPr/>
            </p:nvSpPr>
            <p:spPr>
              <a:xfrm>
                <a:off x="1863437" y="5176547"/>
                <a:ext cx="2567536" cy="270000"/>
              </a:xfrm>
              <a:prstGeom prst="rect">
                <a:avLst/>
              </a:prstGeom>
              <a:solidFill>
                <a:srgbClr val="CCFFFF"/>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TRANSFER</a:t>
                </a:r>
              </a:p>
              <a:p>
                <a:pPr algn="ctr"/>
                <a:r>
                  <a:rPr lang="en-US" altLang="ko-KR" sz="600" dirty="0">
                    <a:solidFill>
                      <a:schemeClr val="tx1"/>
                    </a:solidFill>
                    <a:latin typeface="Arial" panose="020B0604020202020204" pitchFamily="34" charset="0"/>
                    <a:cs typeface="Arial" panose="020B0604020202020204" pitchFamily="34" charset="0"/>
                  </a:rPr>
                  <a:t>(frame #1)</a:t>
                </a:r>
              </a:p>
            </p:txBody>
          </p:sp>
          <p:cxnSp>
            <p:nvCxnSpPr>
              <p:cNvPr id="77" name="직선 연결선 76">
                <a:extLst>
                  <a:ext uri="{FF2B5EF4-FFF2-40B4-BE49-F238E27FC236}">
                    <a16:creationId xmlns:a16="http://schemas.microsoft.com/office/drawing/2014/main" id="{C881F3CB-DA76-8F90-347C-ADA58DD9FB8A}"/>
                  </a:ext>
                </a:extLst>
              </p:cNvPr>
              <p:cNvCxnSpPr>
                <a:cxnSpLocks/>
              </p:cNvCxnSpPr>
              <p:nvPr/>
            </p:nvCxnSpPr>
            <p:spPr>
              <a:xfrm flipH="1">
                <a:off x="1074333" y="5445314"/>
                <a:ext cx="50795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직사각형 77">
                <a:extLst>
                  <a:ext uri="{FF2B5EF4-FFF2-40B4-BE49-F238E27FC236}">
                    <a16:creationId xmlns:a16="http://schemas.microsoft.com/office/drawing/2014/main" id="{332A1944-1BB1-BEA8-C013-A7CD8DCD5CDC}"/>
                  </a:ext>
                </a:extLst>
              </p:cNvPr>
              <p:cNvSpPr/>
              <p:nvPr/>
            </p:nvSpPr>
            <p:spPr>
              <a:xfrm>
                <a:off x="758631" y="5332427"/>
                <a:ext cx="270468"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D</a:t>
                </a:r>
                <a:r>
                  <a:rPr lang="en-US" altLang="ko-KR" sz="600" baseline="-25000" dirty="0">
                    <a:solidFill>
                      <a:schemeClr val="tx1"/>
                    </a:solidFill>
                    <a:latin typeface="Arial" panose="020B0604020202020204" pitchFamily="34" charset="0"/>
                    <a:cs typeface="Arial" panose="020B0604020202020204" pitchFamily="34" charset="0"/>
                  </a:rPr>
                  <a:t>IO </a:t>
                </a:r>
                <a:r>
                  <a:rPr lang="en-US" altLang="ko-KR" sz="600" dirty="0">
                    <a:solidFill>
                      <a:schemeClr val="tx1"/>
                    </a:solidFill>
                    <a:latin typeface="Arial" panose="020B0604020202020204" pitchFamily="34" charset="0"/>
                    <a:cs typeface="Arial" panose="020B0604020202020204" pitchFamily="34" charset="0"/>
                  </a:rPr>
                  <a:t>#x</a:t>
                </a:r>
                <a:endParaRPr lang="en-US" altLang="ko-KR" sz="600" baseline="-25000" dirty="0">
                  <a:solidFill>
                    <a:schemeClr val="tx1"/>
                  </a:solidFill>
                  <a:latin typeface="Arial" panose="020B0604020202020204" pitchFamily="34" charset="0"/>
                  <a:cs typeface="Arial" panose="020B0604020202020204" pitchFamily="34" charset="0"/>
                </a:endParaRPr>
              </a:p>
            </p:txBody>
          </p:sp>
          <p:cxnSp>
            <p:nvCxnSpPr>
              <p:cNvPr id="79" name="직선 연결선 78">
                <a:extLst>
                  <a:ext uri="{FF2B5EF4-FFF2-40B4-BE49-F238E27FC236}">
                    <a16:creationId xmlns:a16="http://schemas.microsoft.com/office/drawing/2014/main" id="{0FBF919B-7195-0982-FA1F-5776B060EA63}"/>
                  </a:ext>
                </a:extLst>
              </p:cNvPr>
              <p:cNvCxnSpPr>
                <a:cxnSpLocks/>
              </p:cNvCxnSpPr>
              <p:nvPr/>
            </p:nvCxnSpPr>
            <p:spPr>
              <a:xfrm flipH="1">
                <a:off x="1074333" y="4274245"/>
                <a:ext cx="50795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직사각형 79">
                <a:extLst>
                  <a:ext uri="{FF2B5EF4-FFF2-40B4-BE49-F238E27FC236}">
                    <a16:creationId xmlns:a16="http://schemas.microsoft.com/office/drawing/2014/main" id="{CBE9E44A-C5B3-B944-DF34-3EBA25028A54}"/>
                  </a:ext>
                </a:extLst>
              </p:cNvPr>
              <p:cNvSpPr/>
              <p:nvPr/>
            </p:nvSpPr>
            <p:spPr>
              <a:xfrm>
                <a:off x="758631" y="4166365"/>
                <a:ext cx="270468"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SPI I/F</a:t>
                </a:r>
              </a:p>
            </p:txBody>
          </p:sp>
          <p:sp>
            <p:nvSpPr>
              <p:cNvPr id="83" name="직사각형 82">
                <a:extLst>
                  <a:ext uri="{FF2B5EF4-FFF2-40B4-BE49-F238E27FC236}">
                    <a16:creationId xmlns:a16="http://schemas.microsoft.com/office/drawing/2014/main" id="{3770DB27-15A4-4FC3-46FC-9EE9E3E28B65}"/>
                  </a:ext>
                </a:extLst>
              </p:cNvPr>
              <p:cNvSpPr/>
              <p:nvPr/>
            </p:nvSpPr>
            <p:spPr>
              <a:xfrm>
                <a:off x="5478486" y="4004375"/>
                <a:ext cx="662736" cy="270000"/>
              </a:xfrm>
              <a:prstGeom prst="rect">
                <a:avLst/>
              </a:prstGeom>
              <a:solidFill>
                <a:schemeClr val="accent2">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Data transfer</a:t>
                </a:r>
              </a:p>
              <a:p>
                <a:pPr algn="ctr"/>
                <a:r>
                  <a:rPr lang="en-US" altLang="ko-KR" sz="600" dirty="0">
                    <a:solidFill>
                      <a:schemeClr val="tx1"/>
                    </a:solidFill>
                    <a:latin typeface="Arial" panose="020B0604020202020204" pitchFamily="34" charset="0"/>
                    <a:cs typeface="Arial" panose="020B0604020202020204" pitchFamily="34" charset="0"/>
                  </a:rPr>
                  <a:t>(frame #2-1)</a:t>
                </a:r>
              </a:p>
            </p:txBody>
          </p:sp>
          <p:sp>
            <p:nvSpPr>
              <p:cNvPr id="85" name="직사각형 84">
                <a:extLst>
                  <a:ext uri="{FF2B5EF4-FFF2-40B4-BE49-F238E27FC236}">
                    <a16:creationId xmlns:a16="http://schemas.microsoft.com/office/drawing/2014/main" id="{60261AAA-9508-F4CD-B303-1B3D083DE775}"/>
                  </a:ext>
                </a:extLst>
              </p:cNvPr>
              <p:cNvSpPr/>
              <p:nvPr/>
            </p:nvSpPr>
            <p:spPr>
              <a:xfrm>
                <a:off x="404811" y="5750959"/>
                <a:ext cx="624288"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Local dimming out</a:t>
                </a:r>
              </a:p>
              <a:p>
                <a:pPr algn="r"/>
                <a:r>
                  <a:rPr lang="en-US" altLang="ko-KR" sz="600" dirty="0">
                    <a:solidFill>
                      <a:schemeClr val="tx1"/>
                    </a:solidFill>
                    <a:latin typeface="Arial" panose="020B0604020202020204" pitchFamily="34" charset="0"/>
                    <a:cs typeface="Arial" panose="020B0604020202020204" pitchFamily="34" charset="0"/>
                  </a:rPr>
                  <a:t>(of XD-12)</a:t>
                </a:r>
              </a:p>
            </p:txBody>
          </p:sp>
          <p:cxnSp>
            <p:nvCxnSpPr>
              <p:cNvPr id="86" name="직선 연결선 85">
                <a:extLst>
                  <a:ext uri="{FF2B5EF4-FFF2-40B4-BE49-F238E27FC236}">
                    <a16:creationId xmlns:a16="http://schemas.microsoft.com/office/drawing/2014/main" id="{DEA4EC0A-0BFE-177A-6EDA-88997370B413}"/>
                  </a:ext>
                </a:extLst>
              </p:cNvPr>
              <p:cNvCxnSpPr>
                <a:cxnSpLocks/>
              </p:cNvCxnSpPr>
              <p:nvPr/>
            </p:nvCxnSpPr>
            <p:spPr>
              <a:xfrm flipH="1">
                <a:off x="1074333" y="5876623"/>
                <a:ext cx="50795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직사각형 86">
                <a:extLst>
                  <a:ext uri="{FF2B5EF4-FFF2-40B4-BE49-F238E27FC236}">
                    <a16:creationId xmlns:a16="http://schemas.microsoft.com/office/drawing/2014/main" id="{3CBF587B-4814-CB9E-9757-F0118EB17082}"/>
                  </a:ext>
                </a:extLst>
              </p:cNvPr>
              <p:cNvSpPr/>
              <p:nvPr/>
            </p:nvSpPr>
            <p:spPr>
              <a:xfrm>
                <a:off x="4744628" y="5606863"/>
                <a:ext cx="1409300" cy="270000"/>
              </a:xfrm>
              <a:prstGeom prst="rect">
                <a:avLst/>
              </a:prstGeom>
              <a:solidFill>
                <a:srgbClr val="FFFFCC"/>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Local dimming out</a:t>
                </a:r>
              </a:p>
              <a:p>
                <a:pPr algn="ctr"/>
                <a:r>
                  <a:rPr lang="en-US" altLang="ko-KR" sz="600" dirty="0">
                    <a:solidFill>
                      <a:schemeClr val="tx1"/>
                    </a:solidFill>
                    <a:latin typeface="Arial" panose="020B0604020202020204" pitchFamily="34" charset="0"/>
                    <a:cs typeface="Arial" panose="020B0604020202020204" pitchFamily="34" charset="0"/>
                  </a:rPr>
                  <a:t>(frame #1)</a:t>
                </a:r>
              </a:p>
            </p:txBody>
          </p:sp>
          <p:sp>
            <p:nvSpPr>
              <p:cNvPr id="88" name="직사각형 87">
                <a:extLst>
                  <a:ext uri="{FF2B5EF4-FFF2-40B4-BE49-F238E27FC236}">
                    <a16:creationId xmlns:a16="http://schemas.microsoft.com/office/drawing/2014/main" id="{FABC781A-8202-5DC6-74AA-D272A917FA7F}"/>
                  </a:ext>
                </a:extLst>
              </p:cNvPr>
              <p:cNvSpPr/>
              <p:nvPr/>
            </p:nvSpPr>
            <p:spPr>
              <a:xfrm>
                <a:off x="6139806" y="3934644"/>
                <a:ext cx="52622" cy="197938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altLang="ko-KR" sz="600" dirty="0">
                  <a:solidFill>
                    <a:schemeClr val="tx1"/>
                  </a:solidFill>
                  <a:latin typeface="Arial" panose="020B0604020202020204" pitchFamily="34" charset="0"/>
                  <a:cs typeface="Arial" panose="020B0604020202020204" pitchFamily="34" charset="0"/>
                </a:endParaRPr>
              </a:p>
            </p:txBody>
          </p:sp>
          <p:sp>
            <p:nvSpPr>
              <p:cNvPr id="106" name="TextBox 105">
                <a:extLst>
                  <a:ext uri="{FF2B5EF4-FFF2-40B4-BE49-F238E27FC236}">
                    <a16:creationId xmlns:a16="http://schemas.microsoft.com/office/drawing/2014/main" id="{47F5ACC9-00CE-D22A-E316-4E9C7100BBCC}"/>
                  </a:ext>
                </a:extLst>
              </p:cNvPr>
              <p:cNvSpPr txBox="1"/>
              <p:nvPr/>
            </p:nvSpPr>
            <p:spPr>
              <a:xfrm>
                <a:off x="1491146" y="4489340"/>
                <a:ext cx="751809"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LD_WR_POINTER=</a:t>
                </a:r>
                <a:r>
                  <a:rPr lang="en-US" altLang="ko-KR" sz="600" i="1" dirty="0">
                    <a:latin typeface="Arial" panose="020B0604020202020204" pitchFamily="34" charset="0"/>
                    <a:cs typeface="Arial" panose="020B0604020202020204" pitchFamily="34" charset="0"/>
                  </a:rPr>
                  <a:t>k</a:t>
                </a:r>
                <a:endParaRPr lang="ko-KR" altLang="en-US" sz="600" i="1" dirty="0">
                  <a:latin typeface="Arial" panose="020B0604020202020204" pitchFamily="34" charset="0"/>
                  <a:cs typeface="Arial" panose="020B0604020202020204" pitchFamily="34" charset="0"/>
                </a:endParaRPr>
              </a:p>
            </p:txBody>
          </p:sp>
          <p:sp>
            <p:nvSpPr>
              <p:cNvPr id="107" name="TextBox 106">
                <a:extLst>
                  <a:ext uri="{FF2B5EF4-FFF2-40B4-BE49-F238E27FC236}">
                    <a16:creationId xmlns:a16="http://schemas.microsoft.com/office/drawing/2014/main" id="{1FDCC26C-D579-B472-2A88-466969260DDC}"/>
                  </a:ext>
                </a:extLst>
              </p:cNvPr>
              <p:cNvSpPr txBox="1"/>
              <p:nvPr/>
            </p:nvSpPr>
            <p:spPr>
              <a:xfrm>
                <a:off x="1284208" y="5625204"/>
                <a:ext cx="1166987"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LD_TRANS_START_POINTER=</a:t>
                </a:r>
                <a:r>
                  <a:rPr lang="en-US" altLang="ko-KR" sz="600" i="1" dirty="0">
                    <a:latin typeface="Arial" panose="020B0604020202020204" pitchFamily="34" charset="0"/>
                    <a:cs typeface="Arial" panose="020B0604020202020204" pitchFamily="34" charset="0"/>
                  </a:rPr>
                  <a:t>k</a:t>
                </a:r>
                <a:endParaRPr lang="ko-KR" altLang="en-US" sz="600" i="1" dirty="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25D234E9-EC6E-3926-1C08-F75F07B2304E}"/>
                  </a:ext>
                </a:extLst>
              </p:cNvPr>
              <p:cNvSpPr txBox="1"/>
              <p:nvPr/>
            </p:nvSpPr>
            <p:spPr>
              <a:xfrm>
                <a:off x="2492301" y="4829618"/>
                <a:ext cx="875240"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LD_DIFF_POINTER=</a:t>
                </a:r>
                <a:r>
                  <a:rPr lang="en-US" altLang="ko-KR" sz="600" i="1" dirty="0">
                    <a:latin typeface="Arial" panose="020B0604020202020204" pitchFamily="34" charset="0"/>
                    <a:cs typeface="Arial" panose="020B0604020202020204" pitchFamily="34" charset="0"/>
                  </a:rPr>
                  <a:t>m-n</a:t>
                </a:r>
                <a:endParaRPr lang="ko-KR" altLang="en-US" sz="600" i="1" dirty="0">
                  <a:latin typeface="Arial" panose="020B0604020202020204" pitchFamily="34" charset="0"/>
                  <a:cs typeface="Arial" panose="020B0604020202020204" pitchFamily="34" charset="0"/>
                </a:endParaRPr>
              </a:p>
            </p:txBody>
          </p:sp>
          <p:cxnSp>
            <p:nvCxnSpPr>
              <p:cNvPr id="109" name="직선 화살표 연결선 108">
                <a:extLst>
                  <a:ext uri="{FF2B5EF4-FFF2-40B4-BE49-F238E27FC236}">
                    <a16:creationId xmlns:a16="http://schemas.microsoft.com/office/drawing/2014/main" id="{C9F5B569-94AE-9BB7-6765-F7836B03EF93}"/>
                  </a:ext>
                </a:extLst>
              </p:cNvPr>
              <p:cNvCxnSpPr>
                <a:cxnSpLocks/>
                <a:endCxn id="87" idx="1"/>
              </p:cNvCxnSpPr>
              <p:nvPr/>
            </p:nvCxnSpPr>
            <p:spPr>
              <a:xfrm>
                <a:off x="3534759" y="5332427"/>
                <a:ext cx="1209869" cy="409436"/>
              </a:xfrm>
              <a:prstGeom prst="straightConnector1">
                <a:avLst/>
              </a:prstGeom>
              <a:ln w="3175">
                <a:solidFill>
                  <a:srgbClr val="FF00FF"/>
                </a:solidFill>
                <a:prstDash val="dash"/>
                <a:headEnd type="oval" w="sm" len="sm"/>
                <a:tailEnd type="arrow" w="sm" len="sm"/>
              </a:ln>
            </p:spPr>
            <p:style>
              <a:lnRef idx="1">
                <a:schemeClr val="accent1"/>
              </a:lnRef>
              <a:fillRef idx="0">
                <a:schemeClr val="accent1"/>
              </a:fillRef>
              <a:effectRef idx="0">
                <a:schemeClr val="accent1"/>
              </a:effectRef>
              <a:fontRef idx="minor">
                <a:schemeClr val="tx1"/>
              </a:fontRef>
            </p:style>
          </p:cxnSp>
          <p:cxnSp>
            <p:nvCxnSpPr>
              <p:cNvPr id="110" name="직선 화살표 연결선 109">
                <a:extLst>
                  <a:ext uri="{FF2B5EF4-FFF2-40B4-BE49-F238E27FC236}">
                    <a16:creationId xmlns:a16="http://schemas.microsoft.com/office/drawing/2014/main" id="{A01EE7E3-C9A5-1900-4234-01E1148B6F24}"/>
                  </a:ext>
                </a:extLst>
              </p:cNvPr>
              <p:cNvCxnSpPr>
                <a:cxnSpLocks/>
              </p:cNvCxnSpPr>
              <p:nvPr/>
            </p:nvCxnSpPr>
            <p:spPr>
              <a:xfrm>
                <a:off x="1863392" y="5448486"/>
                <a:ext cx="0" cy="18000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54932901-1125-4138-0C95-4C5DF902D632}"/>
                  </a:ext>
                </a:extLst>
              </p:cNvPr>
              <p:cNvCxnSpPr>
                <a:cxnSpLocks/>
              </p:cNvCxnSpPr>
              <p:nvPr/>
            </p:nvCxnSpPr>
            <p:spPr>
              <a:xfrm flipV="1">
                <a:off x="1254333" y="3969182"/>
                <a:ext cx="0" cy="205200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B5325F1F-9BF5-7D93-8957-2AC049D92455}"/>
                  </a:ext>
                </a:extLst>
              </p:cNvPr>
              <p:cNvSpPr/>
              <p:nvPr/>
            </p:nvSpPr>
            <p:spPr>
              <a:xfrm>
                <a:off x="2406788" y="4011926"/>
                <a:ext cx="751809" cy="270000"/>
              </a:xfrm>
              <a:prstGeom prst="rect">
                <a:avLst/>
              </a:prstGeom>
              <a:solidFill>
                <a:schemeClr val="accent2">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Data transfer</a:t>
                </a:r>
              </a:p>
              <a:p>
                <a:pPr algn="ctr"/>
                <a:r>
                  <a:rPr lang="en-US" altLang="ko-KR" sz="600" dirty="0">
                    <a:solidFill>
                      <a:schemeClr val="tx1"/>
                    </a:solidFill>
                    <a:latin typeface="Arial" panose="020B0604020202020204" pitchFamily="34" charset="0"/>
                    <a:cs typeface="Arial" panose="020B0604020202020204" pitchFamily="34" charset="0"/>
                  </a:rPr>
                  <a:t>(frame #1-2)</a:t>
                </a:r>
              </a:p>
            </p:txBody>
          </p:sp>
          <p:sp>
            <p:nvSpPr>
              <p:cNvPr id="117" name="직사각형 116">
                <a:extLst>
                  <a:ext uri="{FF2B5EF4-FFF2-40B4-BE49-F238E27FC236}">
                    <a16:creationId xmlns:a16="http://schemas.microsoft.com/office/drawing/2014/main" id="{4929B468-130B-6C0A-C3A0-34F303033AEE}"/>
                  </a:ext>
                </a:extLst>
              </p:cNvPr>
              <p:cNvSpPr/>
              <p:nvPr/>
            </p:nvSpPr>
            <p:spPr>
              <a:xfrm>
                <a:off x="3285839" y="4011926"/>
                <a:ext cx="751809" cy="270000"/>
              </a:xfrm>
              <a:prstGeom prst="rect">
                <a:avLst/>
              </a:prstGeom>
              <a:solidFill>
                <a:schemeClr val="accent2">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Data transfer</a:t>
                </a:r>
              </a:p>
              <a:p>
                <a:pPr algn="ctr"/>
                <a:r>
                  <a:rPr lang="en-US" altLang="ko-KR" sz="600" dirty="0">
                    <a:solidFill>
                      <a:schemeClr val="tx1"/>
                    </a:solidFill>
                    <a:latin typeface="Arial" panose="020B0604020202020204" pitchFamily="34" charset="0"/>
                    <a:cs typeface="Arial" panose="020B0604020202020204" pitchFamily="34" charset="0"/>
                  </a:rPr>
                  <a:t>(frame #1-n)</a:t>
                </a:r>
              </a:p>
            </p:txBody>
          </p:sp>
          <p:cxnSp>
            <p:nvCxnSpPr>
              <p:cNvPr id="122" name="직선 화살표 연결선 121">
                <a:extLst>
                  <a:ext uri="{FF2B5EF4-FFF2-40B4-BE49-F238E27FC236}">
                    <a16:creationId xmlns:a16="http://schemas.microsoft.com/office/drawing/2014/main" id="{FC966EEF-F8AC-13C1-5F0A-7A1C63D7C32F}"/>
                  </a:ext>
                </a:extLst>
              </p:cNvPr>
              <p:cNvCxnSpPr>
                <a:cxnSpLocks/>
              </p:cNvCxnSpPr>
              <p:nvPr/>
            </p:nvCxnSpPr>
            <p:spPr>
              <a:xfrm flipV="1">
                <a:off x="4743479" y="3971568"/>
                <a:ext cx="0" cy="205200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23" name="직선 화살표 연결선 122">
                <a:extLst>
                  <a:ext uri="{FF2B5EF4-FFF2-40B4-BE49-F238E27FC236}">
                    <a16:creationId xmlns:a16="http://schemas.microsoft.com/office/drawing/2014/main" id="{3F575AF0-A139-9563-9361-1A4CB733932A}"/>
                  </a:ext>
                </a:extLst>
              </p:cNvPr>
              <p:cNvCxnSpPr>
                <a:cxnSpLocks/>
              </p:cNvCxnSpPr>
              <p:nvPr/>
            </p:nvCxnSpPr>
            <p:spPr>
              <a:xfrm>
                <a:off x="2925742" y="5448486"/>
                <a:ext cx="0" cy="18000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F2270586-54F9-8D5D-D74E-DFEAB0411F17}"/>
                  </a:ext>
                </a:extLst>
              </p:cNvPr>
              <p:cNvSpPr txBox="1"/>
              <p:nvPr/>
            </p:nvSpPr>
            <p:spPr>
              <a:xfrm>
                <a:off x="2565403" y="5625203"/>
                <a:ext cx="727764"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LD_RD_POINTER=</a:t>
                </a:r>
                <a:r>
                  <a:rPr lang="en-US" altLang="ko-KR" sz="600" i="1" dirty="0">
                    <a:latin typeface="Arial" panose="020B0604020202020204" pitchFamily="34" charset="0"/>
                    <a:cs typeface="Arial" panose="020B0604020202020204" pitchFamily="34" charset="0"/>
                  </a:rPr>
                  <a:t>n</a:t>
                </a:r>
                <a:endParaRPr lang="ko-KR" altLang="en-US" sz="600" i="1" dirty="0">
                  <a:latin typeface="Arial" panose="020B0604020202020204" pitchFamily="34" charset="0"/>
                  <a:cs typeface="Arial" panose="020B0604020202020204" pitchFamily="34" charset="0"/>
                </a:endParaRPr>
              </a:p>
            </p:txBody>
          </p:sp>
          <p:cxnSp>
            <p:nvCxnSpPr>
              <p:cNvPr id="125" name="직선 화살표 연결선 124">
                <a:extLst>
                  <a:ext uri="{FF2B5EF4-FFF2-40B4-BE49-F238E27FC236}">
                    <a16:creationId xmlns:a16="http://schemas.microsoft.com/office/drawing/2014/main" id="{39B978EB-61C6-F1DF-E10B-E885E092025A}"/>
                  </a:ext>
                </a:extLst>
              </p:cNvPr>
              <p:cNvCxnSpPr>
                <a:cxnSpLocks/>
              </p:cNvCxnSpPr>
              <p:nvPr/>
            </p:nvCxnSpPr>
            <p:spPr>
              <a:xfrm>
                <a:off x="2924851" y="4281926"/>
                <a:ext cx="0" cy="90000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7DE0F209-37A0-249C-22C0-5C02390339DE}"/>
                  </a:ext>
                </a:extLst>
              </p:cNvPr>
              <p:cNvSpPr txBox="1"/>
              <p:nvPr/>
            </p:nvSpPr>
            <p:spPr>
              <a:xfrm>
                <a:off x="2544198" y="4494374"/>
                <a:ext cx="764633"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LD_WR_POINTER=</a:t>
                </a:r>
                <a:r>
                  <a:rPr lang="en-US" altLang="ko-KR" sz="600" i="1" dirty="0">
                    <a:latin typeface="Arial" panose="020B0604020202020204" pitchFamily="34" charset="0"/>
                    <a:cs typeface="Arial" panose="020B0604020202020204" pitchFamily="34" charset="0"/>
                  </a:rPr>
                  <a:t>m</a:t>
                </a:r>
                <a:endParaRPr lang="ko-KR" altLang="en-US" sz="600" i="1" dirty="0">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2518830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표 6">
            <a:extLst>
              <a:ext uri="{FF2B5EF4-FFF2-40B4-BE49-F238E27FC236}">
                <a16:creationId xmlns:a16="http://schemas.microsoft.com/office/drawing/2014/main" id="{DD686590-D17D-C596-D75C-845952B2EDB8}"/>
              </a:ext>
            </a:extLst>
          </p:cNvPr>
          <p:cNvGraphicFramePr>
            <a:graphicFrameLocks noGrp="1"/>
          </p:cNvGraphicFramePr>
          <p:nvPr/>
        </p:nvGraphicFramePr>
        <p:xfrm>
          <a:off x="1939209" y="4957433"/>
          <a:ext cx="3248587" cy="340067"/>
        </p:xfrm>
        <a:graphic>
          <a:graphicData uri="http://schemas.openxmlformats.org/drawingml/2006/table">
            <a:tbl>
              <a:tblPr firstRow="1" bandRow="1">
                <a:tableStyleId>{5C22544A-7EE6-4342-B048-85BDC9FD1C3A}</a:tableStyleId>
              </a:tblPr>
              <a:tblGrid>
                <a:gridCol w="623793">
                  <a:extLst>
                    <a:ext uri="{9D8B030D-6E8A-4147-A177-3AD203B41FA5}">
                      <a16:colId xmlns:a16="http://schemas.microsoft.com/office/drawing/2014/main" val="1037286305"/>
                    </a:ext>
                  </a:extLst>
                </a:gridCol>
                <a:gridCol w="61833">
                  <a:extLst>
                    <a:ext uri="{9D8B030D-6E8A-4147-A177-3AD203B41FA5}">
                      <a16:colId xmlns:a16="http://schemas.microsoft.com/office/drawing/2014/main" val="530528814"/>
                    </a:ext>
                  </a:extLst>
                </a:gridCol>
                <a:gridCol w="623793">
                  <a:extLst>
                    <a:ext uri="{9D8B030D-6E8A-4147-A177-3AD203B41FA5}">
                      <a16:colId xmlns:a16="http://schemas.microsoft.com/office/drawing/2014/main" val="3340661124"/>
                    </a:ext>
                  </a:extLst>
                </a:gridCol>
                <a:gridCol w="61833">
                  <a:extLst>
                    <a:ext uri="{9D8B030D-6E8A-4147-A177-3AD203B41FA5}">
                      <a16:colId xmlns:a16="http://schemas.microsoft.com/office/drawing/2014/main" val="1635880923"/>
                    </a:ext>
                  </a:extLst>
                </a:gridCol>
                <a:gridCol w="623793">
                  <a:extLst>
                    <a:ext uri="{9D8B030D-6E8A-4147-A177-3AD203B41FA5}">
                      <a16:colId xmlns:a16="http://schemas.microsoft.com/office/drawing/2014/main" val="2146912518"/>
                    </a:ext>
                  </a:extLst>
                </a:gridCol>
                <a:gridCol w="646547">
                  <a:extLst>
                    <a:ext uri="{9D8B030D-6E8A-4147-A177-3AD203B41FA5}">
                      <a16:colId xmlns:a16="http://schemas.microsoft.com/office/drawing/2014/main" val="1291337477"/>
                    </a:ext>
                  </a:extLst>
                </a:gridCol>
                <a:gridCol w="606995">
                  <a:extLst>
                    <a:ext uri="{9D8B030D-6E8A-4147-A177-3AD203B41FA5}">
                      <a16:colId xmlns:a16="http://schemas.microsoft.com/office/drawing/2014/main" val="1720884376"/>
                    </a:ext>
                  </a:extLst>
                </a:gridCol>
              </a:tblGrid>
              <a:tr h="340067">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2634899726"/>
                  </a:ext>
                </a:extLst>
              </a:tr>
            </a:tbl>
          </a:graphicData>
        </a:graphic>
      </p:graphicFrame>
      <p:graphicFrame>
        <p:nvGraphicFramePr>
          <p:cNvPr id="69" name="표 6">
            <a:extLst>
              <a:ext uri="{FF2B5EF4-FFF2-40B4-BE49-F238E27FC236}">
                <a16:creationId xmlns:a16="http://schemas.microsoft.com/office/drawing/2014/main" id="{45E1438F-A55C-C378-0491-7E23B2322C99}"/>
              </a:ext>
            </a:extLst>
          </p:cNvPr>
          <p:cNvGraphicFramePr>
            <a:graphicFrameLocks noGrp="1"/>
          </p:cNvGraphicFramePr>
          <p:nvPr/>
        </p:nvGraphicFramePr>
        <p:xfrm>
          <a:off x="1939118" y="3333761"/>
          <a:ext cx="3253888" cy="1285600"/>
        </p:xfrm>
        <a:graphic>
          <a:graphicData uri="http://schemas.openxmlformats.org/drawingml/2006/table">
            <a:tbl>
              <a:tblPr firstRow="1" bandRow="1">
                <a:tableStyleId>{5C22544A-7EE6-4342-B048-85BDC9FD1C3A}</a:tableStyleId>
              </a:tblPr>
              <a:tblGrid>
                <a:gridCol w="619242">
                  <a:extLst>
                    <a:ext uri="{9D8B030D-6E8A-4147-A177-3AD203B41FA5}">
                      <a16:colId xmlns:a16="http://schemas.microsoft.com/office/drawing/2014/main" val="1037286305"/>
                    </a:ext>
                  </a:extLst>
                </a:gridCol>
                <a:gridCol w="67735">
                  <a:extLst>
                    <a:ext uri="{9D8B030D-6E8A-4147-A177-3AD203B41FA5}">
                      <a16:colId xmlns:a16="http://schemas.microsoft.com/office/drawing/2014/main" val="4289061909"/>
                    </a:ext>
                  </a:extLst>
                </a:gridCol>
                <a:gridCol w="619242">
                  <a:extLst>
                    <a:ext uri="{9D8B030D-6E8A-4147-A177-3AD203B41FA5}">
                      <a16:colId xmlns:a16="http://schemas.microsoft.com/office/drawing/2014/main" val="3340661124"/>
                    </a:ext>
                  </a:extLst>
                </a:gridCol>
                <a:gridCol w="67735">
                  <a:extLst>
                    <a:ext uri="{9D8B030D-6E8A-4147-A177-3AD203B41FA5}">
                      <a16:colId xmlns:a16="http://schemas.microsoft.com/office/drawing/2014/main" val="2969158022"/>
                    </a:ext>
                  </a:extLst>
                </a:gridCol>
                <a:gridCol w="619242">
                  <a:extLst>
                    <a:ext uri="{9D8B030D-6E8A-4147-A177-3AD203B41FA5}">
                      <a16:colId xmlns:a16="http://schemas.microsoft.com/office/drawing/2014/main" val="3325968780"/>
                    </a:ext>
                  </a:extLst>
                </a:gridCol>
                <a:gridCol w="647060">
                  <a:extLst>
                    <a:ext uri="{9D8B030D-6E8A-4147-A177-3AD203B41FA5}">
                      <a16:colId xmlns:a16="http://schemas.microsoft.com/office/drawing/2014/main" val="3214331387"/>
                    </a:ext>
                  </a:extLst>
                </a:gridCol>
                <a:gridCol w="613632">
                  <a:extLst>
                    <a:ext uri="{9D8B030D-6E8A-4147-A177-3AD203B41FA5}">
                      <a16:colId xmlns:a16="http://schemas.microsoft.com/office/drawing/2014/main" val="2777817410"/>
                    </a:ext>
                  </a:extLst>
                </a:gridCol>
              </a:tblGrid>
              <a:tr h="138873">
                <a:tc gridSpan="7">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XD-12 drivers daisied in each channel</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64029"/>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53304"/>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n-1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016957542"/>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n-2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l-1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916459607"/>
                  </a:ext>
                </a:extLst>
              </a:tr>
              <a:tr h="313489">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78057892"/>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94494678"/>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pSp>
        <p:nvGrpSpPr>
          <p:cNvPr id="31" name="그룹 30">
            <a:extLst>
              <a:ext uri="{FF2B5EF4-FFF2-40B4-BE49-F238E27FC236}">
                <a16:creationId xmlns:a16="http://schemas.microsoft.com/office/drawing/2014/main" id="{33E0826E-5F60-1D94-C935-A1B1DDAB8921}"/>
              </a:ext>
            </a:extLst>
          </p:cNvPr>
          <p:cNvGrpSpPr/>
          <p:nvPr/>
        </p:nvGrpSpPr>
        <p:grpSpPr>
          <a:xfrm>
            <a:off x="2269033" y="5094593"/>
            <a:ext cx="2625782" cy="523677"/>
            <a:chOff x="1525586" y="4680431"/>
            <a:chExt cx="2625782" cy="523677"/>
          </a:xfrm>
        </p:grpSpPr>
        <p:cxnSp>
          <p:nvCxnSpPr>
            <p:cNvPr id="47" name="직선 화살표 연결선 46">
              <a:extLst>
                <a:ext uri="{FF2B5EF4-FFF2-40B4-BE49-F238E27FC236}">
                  <a16:creationId xmlns:a16="http://schemas.microsoft.com/office/drawing/2014/main" id="{EBFE7BEF-4575-141B-B044-E78B07BAC3B0}"/>
                </a:ext>
              </a:extLst>
            </p:cNvPr>
            <p:cNvCxnSpPr/>
            <p:nvPr/>
          </p:nvCxnSpPr>
          <p:spPr>
            <a:xfrm>
              <a:off x="1525586" y="488382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CA53549-025F-79C3-82B1-C075E6679B47}"/>
                </a:ext>
              </a:extLst>
            </p:cNvPr>
            <p:cNvCxnSpPr/>
            <p:nvPr/>
          </p:nvCxnSpPr>
          <p:spPr>
            <a:xfrm>
              <a:off x="2212562" y="4886269"/>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30FE158A-F771-65E7-5ED6-640CB82494A4}"/>
                </a:ext>
              </a:extLst>
            </p:cNvPr>
            <p:cNvCxnSpPr/>
            <p:nvPr/>
          </p:nvCxnSpPr>
          <p:spPr>
            <a:xfrm>
              <a:off x="2886129" y="488382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86462269-2FAA-A0EA-58A9-9BE51E44DC26}"/>
                </a:ext>
              </a:extLst>
            </p:cNvPr>
            <p:cNvCxnSpPr/>
            <p:nvPr/>
          </p:nvCxnSpPr>
          <p:spPr>
            <a:xfrm>
              <a:off x="4151368" y="488382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162" name="그룹 161">
              <a:extLst>
                <a:ext uri="{FF2B5EF4-FFF2-40B4-BE49-F238E27FC236}">
                  <a16:creationId xmlns:a16="http://schemas.microsoft.com/office/drawing/2014/main" id="{B8991C1E-F4D9-4F8B-927B-2D54104695B1}"/>
                </a:ext>
              </a:extLst>
            </p:cNvPr>
            <p:cNvGrpSpPr/>
            <p:nvPr/>
          </p:nvGrpSpPr>
          <p:grpSpPr>
            <a:xfrm rot="16200000">
              <a:off x="3495217" y="4587666"/>
              <a:ext cx="28800" cy="214330"/>
              <a:chOff x="3376562" y="3782164"/>
              <a:chExt cx="28800" cy="214330"/>
            </a:xfrm>
          </p:grpSpPr>
          <p:sp>
            <p:nvSpPr>
              <p:cNvPr id="92" name="타원 91">
                <a:extLst>
                  <a:ext uri="{FF2B5EF4-FFF2-40B4-BE49-F238E27FC236}">
                    <a16:creationId xmlns:a16="http://schemas.microsoft.com/office/drawing/2014/main" id="{B4B0EAA1-55DF-48A6-91B1-31D8CE810622}"/>
                  </a:ext>
                </a:extLst>
              </p:cNvPr>
              <p:cNvSpPr/>
              <p:nvPr/>
            </p:nvSpPr>
            <p:spPr>
              <a:xfrm>
                <a:off x="337656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3" name="타원 92">
                <a:extLst>
                  <a:ext uri="{FF2B5EF4-FFF2-40B4-BE49-F238E27FC236}">
                    <a16:creationId xmlns:a16="http://schemas.microsoft.com/office/drawing/2014/main" id="{47B43A85-EFD1-38EE-6169-889624BD7558}"/>
                  </a:ext>
                </a:extLst>
              </p:cNvPr>
              <p:cNvSpPr/>
              <p:nvPr/>
            </p:nvSpPr>
            <p:spPr>
              <a:xfrm>
                <a:off x="337656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4" name="타원 93">
                <a:extLst>
                  <a:ext uri="{FF2B5EF4-FFF2-40B4-BE49-F238E27FC236}">
                    <a16:creationId xmlns:a16="http://schemas.microsoft.com/office/drawing/2014/main" id="{8CA90430-8A99-256A-60D6-E34466A33558}"/>
                  </a:ext>
                </a:extLst>
              </p:cNvPr>
              <p:cNvSpPr/>
              <p:nvPr/>
            </p:nvSpPr>
            <p:spPr>
              <a:xfrm>
                <a:off x="337656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aphicFrame>
        <p:nvGraphicFramePr>
          <p:cNvPr id="154" name="표 6">
            <a:extLst>
              <a:ext uri="{FF2B5EF4-FFF2-40B4-BE49-F238E27FC236}">
                <a16:creationId xmlns:a16="http://schemas.microsoft.com/office/drawing/2014/main" id="{BCE723D6-D3E8-4C8E-4C5E-3B6D8EC4F7B2}"/>
              </a:ext>
            </a:extLst>
          </p:cNvPr>
          <p:cNvGraphicFramePr>
            <a:graphicFrameLocks noGrp="1"/>
          </p:cNvGraphicFramePr>
          <p:nvPr/>
        </p:nvGraphicFramePr>
        <p:xfrm>
          <a:off x="1360402" y="5617403"/>
          <a:ext cx="3824789" cy="928917"/>
        </p:xfrm>
        <a:graphic>
          <a:graphicData uri="http://schemas.openxmlformats.org/drawingml/2006/table">
            <a:tbl>
              <a:tblPr firstRow="1" bandRow="1">
                <a:tableStyleId>{5C22544A-7EE6-4342-B048-85BDC9FD1C3A}</a:tableStyleId>
              </a:tblPr>
              <a:tblGrid>
                <a:gridCol w="580011">
                  <a:extLst>
                    <a:ext uri="{9D8B030D-6E8A-4147-A177-3AD203B41FA5}">
                      <a16:colId xmlns:a16="http://schemas.microsoft.com/office/drawing/2014/main" val="3318574675"/>
                    </a:ext>
                  </a:extLst>
                </a:gridCol>
                <a:gridCol w="616657">
                  <a:extLst>
                    <a:ext uri="{9D8B030D-6E8A-4147-A177-3AD203B41FA5}">
                      <a16:colId xmlns:a16="http://schemas.microsoft.com/office/drawing/2014/main" val="1037286305"/>
                    </a:ext>
                  </a:extLst>
                </a:gridCol>
                <a:gridCol w="61400">
                  <a:extLst>
                    <a:ext uri="{9D8B030D-6E8A-4147-A177-3AD203B41FA5}">
                      <a16:colId xmlns:a16="http://schemas.microsoft.com/office/drawing/2014/main" val="2063085555"/>
                    </a:ext>
                  </a:extLst>
                </a:gridCol>
                <a:gridCol w="621555">
                  <a:extLst>
                    <a:ext uri="{9D8B030D-6E8A-4147-A177-3AD203B41FA5}">
                      <a16:colId xmlns:a16="http://schemas.microsoft.com/office/drawing/2014/main" val="3340661124"/>
                    </a:ext>
                  </a:extLst>
                </a:gridCol>
                <a:gridCol w="61400">
                  <a:extLst>
                    <a:ext uri="{9D8B030D-6E8A-4147-A177-3AD203B41FA5}">
                      <a16:colId xmlns:a16="http://schemas.microsoft.com/office/drawing/2014/main" val="2642307584"/>
                    </a:ext>
                  </a:extLst>
                </a:gridCol>
                <a:gridCol w="629142">
                  <a:extLst>
                    <a:ext uri="{9D8B030D-6E8A-4147-A177-3AD203B41FA5}">
                      <a16:colId xmlns:a16="http://schemas.microsoft.com/office/drawing/2014/main" val="2146912518"/>
                    </a:ext>
                  </a:extLst>
                </a:gridCol>
                <a:gridCol w="645024">
                  <a:extLst>
                    <a:ext uri="{9D8B030D-6E8A-4147-A177-3AD203B41FA5}">
                      <a16:colId xmlns:a16="http://schemas.microsoft.com/office/drawing/2014/main" val="3075362027"/>
                    </a:ext>
                  </a:extLst>
                </a:gridCol>
                <a:gridCol w="609600">
                  <a:extLst>
                    <a:ext uri="{9D8B030D-6E8A-4147-A177-3AD203B41FA5}">
                      <a16:colId xmlns:a16="http://schemas.microsoft.com/office/drawing/2014/main" val="2777817410"/>
                    </a:ext>
                  </a:extLst>
                </a:gridCol>
              </a:tblGrid>
              <a:tr h="14629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Block 1</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buffer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53304"/>
                  </a:ext>
                </a:extLst>
              </a:tr>
              <a:tr h="146296">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2</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buffer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146296">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3</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buffer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343733">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146296">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32</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buffer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494678"/>
                  </a:ext>
                </a:extLst>
              </a:tr>
            </a:tbl>
          </a:graphicData>
        </a:graphic>
      </p:graphicFrame>
      <p:grpSp>
        <p:nvGrpSpPr>
          <p:cNvPr id="204" name="그룹 203">
            <a:extLst>
              <a:ext uri="{FF2B5EF4-FFF2-40B4-BE49-F238E27FC236}">
                <a16:creationId xmlns:a16="http://schemas.microsoft.com/office/drawing/2014/main" id="{B952DB37-DF10-77B4-9EA0-86FBEB78EE20}"/>
              </a:ext>
            </a:extLst>
          </p:cNvPr>
          <p:cNvGrpSpPr/>
          <p:nvPr/>
        </p:nvGrpSpPr>
        <p:grpSpPr>
          <a:xfrm>
            <a:off x="2211433" y="6109737"/>
            <a:ext cx="2668982" cy="216454"/>
            <a:chOff x="1511186" y="5961826"/>
            <a:chExt cx="2668982" cy="216454"/>
          </a:xfrm>
        </p:grpSpPr>
        <p:grpSp>
          <p:nvGrpSpPr>
            <p:cNvPr id="166" name="그룹 165">
              <a:extLst>
                <a:ext uri="{FF2B5EF4-FFF2-40B4-BE49-F238E27FC236}">
                  <a16:creationId xmlns:a16="http://schemas.microsoft.com/office/drawing/2014/main" id="{1114DC5F-17C6-F991-9EF7-515D5322F46D}"/>
                </a:ext>
              </a:extLst>
            </p:cNvPr>
            <p:cNvGrpSpPr/>
            <p:nvPr/>
          </p:nvGrpSpPr>
          <p:grpSpPr>
            <a:xfrm>
              <a:off x="1511186" y="5961826"/>
              <a:ext cx="28800" cy="214330"/>
              <a:chOff x="1270712" y="3782164"/>
              <a:chExt cx="28800" cy="214330"/>
            </a:xfrm>
          </p:grpSpPr>
          <p:sp>
            <p:nvSpPr>
              <p:cNvPr id="179" name="타원 178">
                <a:extLst>
                  <a:ext uri="{FF2B5EF4-FFF2-40B4-BE49-F238E27FC236}">
                    <a16:creationId xmlns:a16="http://schemas.microsoft.com/office/drawing/2014/main" id="{A83BB55B-B0DA-BADC-497D-4F49A55EEE89}"/>
                  </a:ext>
                </a:extLst>
              </p:cNvPr>
              <p:cNvSpPr/>
              <p:nvPr/>
            </p:nvSpPr>
            <p:spPr>
              <a:xfrm>
                <a:off x="127071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0" name="타원 179">
                <a:extLst>
                  <a:ext uri="{FF2B5EF4-FFF2-40B4-BE49-F238E27FC236}">
                    <a16:creationId xmlns:a16="http://schemas.microsoft.com/office/drawing/2014/main" id="{92C2E1DB-9138-1772-C6CC-D1C0C4A4F4EA}"/>
                  </a:ext>
                </a:extLst>
              </p:cNvPr>
              <p:cNvSpPr/>
              <p:nvPr/>
            </p:nvSpPr>
            <p:spPr>
              <a:xfrm>
                <a:off x="127071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1" name="타원 180">
                <a:extLst>
                  <a:ext uri="{FF2B5EF4-FFF2-40B4-BE49-F238E27FC236}">
                    <a16:creationId xmlns:a16="http://schemas.microsoft.com/office/drawing/2014/main" id="{C08E0EEC-A6B8-39C1-DB63-FE7F79F76FCD}"/>
                  </a:ext>
                </a:extLst>
              </p:cNvPr>
              <p:cNvSpPr/>
              <p:nvPr/>
            </p:nvSpPr>
            <p:spPr>
              <a:xfrm>
                <a:off x="127071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7" name="그룹 166">
              <a:extLst>
                <a:ext uri="{FF2B5EF4-FFF2-40B4-BE49-F238E27FC236}">
                  <a16:creationId xmlns:a16="http://schemas.microsoft.com/office/drawing/2014/main" id="{41D40EC4-8B13-F795-4E01-84A2FF1FBCBC}"/>
                </a:ext>
              </a:extLst>
            </p:cNvPr>
            <p:cNvGrpSpPr/>
            <p:nvPr/>
          </p:nvGrpSpPr>
          <p:grpSpPr>
            <a:xfrm>
              <a:off x="2199742" y="5963950"/>
              <a:ext cx="28800" cy="214330"/>
              <a:chOff x="1996381" y="3782164"/>
              <a:chExt cx="28800" cy="214330"/>
            </a:xfrm>
          </p:grpSpPr>
          <p:sp>
            <p:nvSpPr>
              <p:cNvPr id="176" name="타원 175">
                <a:extLst>
                  <a:ext uri="{FF2B5EF4-FFF2-40B4-BE49-F238E27FC236}">
                    <a16:creationId xmlns:a16="http://schemas.microsoft.com/office/drawing/2014/main" id="{AB6E8A41-FB3B-2B14-3CD6-C512857A096B}"/>
                  </a:ext>
                </a:extLst>
              </p:cNvPr>
              <p:cNvSpPr/>
              <p:nvPr/>
            </p:nvSpPr>
            <p:spPr>
              <a:xfrm>
                <a:off x="1996381"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7" name="타원 176">
                <a:extLst>
                  <a:ext uri="{FF2B5EF4-FFF2-40B4-BE49-F238E27FC236}">
                    <a16:creationId xmlns:a16="http://schemas.microsoft.com/office/drawing/2014/main" id="{4F92EEEF-451C-34D1-8BB8-CCC557FA64AD}"/>
                  </a:ext>
                </a:extLst>
              </p:cNvPr>
              <p:cNvSpPr/>
              <p:nvPr/>
            </p:nvSpPr>
            <p:spPr>
              <a:xfrm>
                <a:off x="1996381"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8" name="타원 177">
                <a:extLst>
                  <a:ext uri="{FF2B5EF4-FFF2-40B4-BE49-F238E27FC236}">
                    <a16:creationId xmlns:a16="http://schemas.microsoft.com/office/drawing/2014/main" id="{3D662120-5307-EAB9-960F-390EB9E87882}"/>
                  </a:ext>
                </a:extLst>
              </p:cNvPr>
              <p:cNvSpPr/>
              <p:nvPr/>
            </p:nvSpPr>
            <p:spPr>
              <a:xfrm>
                <a:off x="1996381"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8" name="그룹 167">
              <a:extLst>
                <a:ext uri="{FF2B5EF4-FFF2-40B4-BE49-F238E27FC236}">
                  <a16:creationId xmlns:a16="http://schemas.microsoft.com/office/drawing/2014/main" id="{F26A7729-C085-E0CA-F81B-BC1D27306A5F}"/>
                </a:ext>
              </a:extLst>
            </p:cNvPr>
            <p:cNvGrpSpPr/>
            <p:nvPr/>
          </p:nvGrpSpPr>
          <p:grpSpPr>
            <a:xfrm>
              <a:off x="2886129" y="5961826"/>
              <a:ext cx="28800" cy="214330"/>
              <a:chOff x="2679872" y="3782164"/>
              <a:chExt cx="28800" cy="214330"/>
            </a:xfrm>
          </p:grpSpPr>
          <p:sp>
            <p:nvSpPr>
              <p:cNvPr id="173" name="타원 172">
                <a:extLst>
                  <a:ext uri="{FF2B5EF4-FFF2-40B4-BE49-F238E27FC236}">
                    <a16:creationId xmlns:a16="http://schemas.microsoft.com/office/drawing/2014/main" id="{BB7645D7-3BB7-D958-CB53-54650A95EE78}"/>
                  </a:ext>
                </a:extLst>
              </p:cNvPr>
              <p:cNvSpPr/>
              <p:nvPr/>
            </p:nvSpPr>
            <p:spPr>
              <a:xfrm>
                <a:off x="267987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4" name="타원 173">
                <a:extLst>
                  <a:ext uri="{FF2B5EF4-FFF2-40B4-BE49-F238E27FC236}">
                    <a16:creationId xmlns:a16="http://schemas.microsoft.com/office/drawing/2014/main" id="{115D4DA1-86DD-EF70-23A1-CF3E547B7AC6}"/>
                  </a:ext>
                </a:extLst>
              </p:cNvPr>
              <p:cNvSpPr/>
              <p:nvPr/>
            </p:nvSpPr>
            <p:spPr>
              <a:xfrm>
                <a:off x="267987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5" name="타원 174">
                <a:extLst>
                  <a:ext uri="{FF2B5EF4-FFF2-40B4-BE49-F238E27FC236}">
                    <a16:creationId xmlns:a16="http://schemas.microsoft.com/office/drawing/2014/main" id="{0B6726D6-06F3-AC60-F2F6-6CC6778A5B78}"/>
                  </a:ext>
                </a:extLst>
              </p:cNvPr>
              <p:cNvSpPr/>
              <p:nvPr/>
            </p:nvSpPr>
            <p:spPr>
              <a:xfrm>
                <a:off x="267987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9" name="그룹 168">
              <a:extLst>
                <a:ext uri="{FF2B5EF4-FFF2-40B4-BE49-F238E27FC236}">
                  <a16:creationId xmlns:a16="http://schemas.microsoft.com/office/drawing/2014/main" id="{69614960-A000-8503-E0B3-4B59872BA450}"/>
                </a:ext>
              </a:extLst>
            </p:cNvPr>
            <p:cNvGrpSpPr/>
            <p:nvPr/>
          </p:nvGrpSpPr>
          <p:grpSpPr>
            <a:xfrm>
              <a:off x="4151368" y="5961826"/>
              <a:ext cx="28800" cy="214330"/>
              <a:chOff x="4058219" y="3782164"/>
              <a:chExt cx="28800" cy="214330"/>
            </a:xfrm>
          </p:grpSpPr>
          <p:sp>
            <p:nvSpPr>
              <p:cNvPr id="170" name="타원 169">
                <a:extLst>
                  <a:ext uri="{FF2B5EF4-FFF2-40B4-BE49-F238E27FC236}">
                    <a16:creationId xmlns:a16="http://schemas.microsoft.com/office/drawing/2014/main" id="{142C74C7-6470-E2FD-00AF-9A29B497150B}"/>
                  </a:ext>
                </a:extLst>
              </p:cNvPr>
              <p:cNvSpPr/>
              <p:nvPr/>
            </p:nvSpPr>
            <p:spPr>
              <a:xfrm>
                <a:off x="4058219"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1" name="타원 170">
                <a:extLst>
                  <a:ext uri="{FF2B5EF4-FFF2-40B4-BE49-F238E27FC236}">
                    <a16:creationId xmlns:a16="http://schemas.microsoft.com/office/drawing/2014/main" id="{A4A1E6BE-E986-4B35-5E32-5D302EABA8C2}"/>
                  </a:ext>
                </a:extLst>
              </p:cNvPr>
              <p:cNvSpPr/>
              <p:nvPr/>
            </p:nvSpPr>
            <p:spPr>
              <a:xfrm>
                <a:off x="4058219"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2" name="타원 171">
                <a:extLst>
                  <a:ext uri="{FF2B5EF4-FFF2-40B4-BE49-F238E27FC236}">
                    <a16:creationId xmlns:a16="http://schemas.microsoft.com/office/drawing/2014/main" id="{FB728CEF-36E3-8489-1E40-DCD07EEBAC70}"/>
                  </a:ext>
                </a:extLst>
              </p:cNvPr>
              <p:cNvSpPr/>
              <p:nvPr/>
            </p:nvSpPr>
            <p:spPr>
              <a:xfrm>
                <a:off x="4058219"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aphicFrame>
        <p:nvGraphicFramePr>
          <p:cNvPr id="201" name="표 6">
            <a:extLst>
              <a:ext uri="{FF2B5EF4-FFF2-40B4-BE49-F238E27FC236}">
                <a16:creationId xmlns:a16="http://schemas.microsoft.com/office/drawing/2014/main" id="{95269055-BA72-03A5-287C-B6CDDED311FE}"/>
              </a:ext>
            </a:extLst>
          </p:cNvPr>
          <p:cNvGraphicFramePr>
            <a:graphicFrameLocks noGrp="1"/>
          </p:cNvGraphicFramePr>
          <p:nvPr/>
        </p:nvGraphicFramePr>
        <p:xfrm>
          <a:off x="1360401" y="6591102"/>
          <a:ext cx="3824789" cy="1031533"/>
        </p:xfrm>
        <a:graphic>
          <a:graphicData uri="http://schemas.openxmlformats.org/drawingml/2006/table">
            <a:tbl>
              <a:tblPr firstRow="1" bandRow="1">
                <a:tableStyleId>{5C22544A-7EE6-4342-B048-85BDC9FD1C3A}</a:tableStyleId>
              </a:tblPr>
              <a:tblGrid>
                <a:gridCol w="580011">
                  <a:extLst>
                    <a:ext uri="{9D8B030D-6E8A-4147-A177-3AD203B41FA5}">
                      <a16:colId xmlns:a16="http://schemas.microsoft.com/office/drawing/2014/main" val="3318574675"/>
                    </a:ext>
                  </a:extLst>
                </a:gridCol>
                <a:gridCol w="616657">
                  <a:extLst>
                    <a:ext uri="{9D8B030D-6E8A-4147-A177-3AD203B41FA5}">
                      <a16:colId xmlns:a16="http://schemas.microsoft.com/office/drawing/2014/main" val="1037286305"/>
                    </a:ext>
                  </a:extLst>
                </a:gridCol>
                <a:gridCol w="61400">
                  <a:extLst>
                    <a:ext uri="{9D8B030D-6E8A-4147-A177-3AD203B41FA5}">
                      <a16:colId xmlns:a16="http://schemas.microsoft.com/office/drawing/2014/main" val="2063085555"/>
                    </a:ext>
                  </a:extLst>
                </a:gridCol>
                <a:gridCol w="621555">
                  <a:extLst>
                    <a:ext uri="{9D8B030D-6E8A-4147-A177-3AD203B41FA5}">
                      <a16:colId xmlns:a16="http://schemas.microsoft.com/office/drawing/2014/main" val="3340661124"/>
                    </a:ext>
                  </a:extLst>
                </a:gridCol>
                <a:gridCol w="61400">
                  <a:extLst>
                    <a:ext uri="{9D8B030D-6E8A-4147-A177-3AD203B41FA5}">
                      <a16:colId xmlns:a16="http://schemas.microsoft.com/office/drawing/2014/main" val="2642307584"/>
                    </a:ext>
                  </a:extLst>
                </a:gridCol>
                <a:gridCol w="629142">
                  <a:extLst>
                    <a:ext uri="{9D8B030D-6E8A-4147-A177-3AD203B41FA5}">
                      <a16:colId xmlns:a16="http://schemas.microsoft.com/office/drawing/2014/main" val="2146912518"/>
                    </a:ext>
                  </a:extLst>
                </a:gridCol>
                <a:gridCol w="645024">
                  <a:extLst>
                    <a:ext uri="{9D8B030D-6E8A-4147-A177-3AD203B41FA5}">
                      <a16:colId xmlns:a16="http://schemas.microsoft.com/office/drawing/2014/main" val="3075362027"/>
                    </a:ext>
                  </a:extLst>
                </a:gridCol>
                <a:gridCol w="609600">
                  <a:extLst>
                    <a:ext uri="{9D8B030D-6E8A-4147-A177-3AD203B41FA5}">
                      <a16:colId xmlns:a16="http://schemas.microsoft.com/office/drawing/2014/main" val="2777817410"/>
                    </a:ext>
                  </a:extLst>
                </a:gridCol>
              </a:tblGrid>
              <a:tr h="176223">
                <a:tc>
                  <a:txBody>
                    <a:bodyPr/>
                    <a:lstStyle/>
                    <a:p>
                      <a:pPr algn="r" latinLnBrk="1"/>
                      <a:r>
                        <a:rPr lang="en-US" altLang="ko-KR" sz="700" b="0" dirty="0">
                          <a:solidFill>
                            <a:schemeClr val="bg1">
                              <a:lumMod val="50000"/>
                            </a:schemeClr>
                          </a:solidFill>
                          <a:latin typeface="Arial" panose="020B0604020202020204" pitchFamily="34" charset="0"/>
                          <a:cs typeface="Arial" panose="020B0604020202020204" pitchFamily="34" charset="0"/>
                        </a:rPr>
                        <a:t>Block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50000"/>
                            </a:schemeClr>
                          </a:solidFill>
                          <a:latin typeface="Arial" panose="020B0604020202020204" pitchFamily="34" charset="0"/>
                          <a:cs typeface="Arial" panose="020B0604020202020204" pitchFamily="34" charset="0"/>
                        </a:rPr>
                        <a:t>LD buffer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176223">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Block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50000"/>
                            </a:schemeClr>
                          </a:solidFill>
                          <a:latin typeface="Arial" panose="020B0604020202020204" pitchFamily="34" charset="0"/>
                          <a:cs typeface="Arial" panose="020B0604020202020204" pitchFamily="34" charset="0"/>
                        </a:rPr>
                        <a:t>LD buffer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06155007"/>
                  </a:ext>
                </a:extLst>
              </a:tr>
              <a:tr h="176223">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Block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50000"/>
                            </a:schemeClr>
                          </a:solidFill>
                          <a:latin typeface="Arial" panose="020B0604020202020204" pitchFamily="34" charset="0"/>
                          <a:cs typeface="Arial" panose="020B0604020202020204" pitchFamily="34" charset="0"/>
                        </a:rPr>
                        <a:t>LD buffer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34899726"/>
                  </a:ext>
                </a:extLst>
              </a:tr>
              <a:tr h="326641">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176223">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Block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50000"/>
                            </a:schemeClr>
                          </a:solidFill>
                          <a:latin typeface="Arial" panose="020B0604020202020204" pitchFamily="34" charset="0"/>
                          <a:cs typeface="Arial" panose="020B0604020202020204" pitchFamily="34" charset="0"/>
                        </a:rPr>
                        <a:t>LD buffer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94494678"/>
                  </a:ext>
                </a:extLst>
              </a:tr>
            </a:tbl>
          </a:graphicData>
        </a:graphic>
      </p:graphicFrame>
      <p:grpSp>
        <p:nvGrpSpPr>
          <p:cNvPr id="183" name="그룹 182">
            <a:extLst>
              <a:ext uri="{FF2B5EF4-FFF2-40B4-BE49-F238E27FC236}">
                <a16:creationId xmlns:a16="http://schemas.microsoft.com/office/drawing/2014/main" id="{3B906918-6931-2D58-5531-A9331ADF331A}"/>
              </a:ext>
            </a:extLst>
          </p:cNvPr>
          <p:cNvGrpSpPr/>
          <p:nvPr/>
        </p:nvGrpSpPr>
        <p:grpSpPr>
          <a:xfrm>
            <a:off x="2225833" y="4079886"/>
            <a:ext cx="2668982" cy="218218"/>
            <a:chOff x="1482386" y="3779240"/>
            <a:chExt cx="2668982" cy="218218"/>
          </a:xfrm>
        </p:grpSpPr>
        <p:grpSp>
          <p:nvGrpSpPr>
            <p:cNvPr id="159" name="그룹 158">
              <a:extLst>
                <a:ext uri="{FF2B5EF4-FFF2-40B4-BE49-F238E27FC236}">
                  <a16:creationId xmlns:a16="http://schemas.microsoft.com/office/drawing/2014/main" id="{B8F70ACF-872E-FFC8-AFD2-3F75BF859830}"/>
                </a:ext>
              </a:extLst>
            </p:cNvPr>
            <p:cNvGrpSpPr/>
            <p:nvPr/>
          </p:nvGrpSpPr>
          <p:grpSpPr>
            <a:xfrm>
              <a:off x="1482386" y="3779240"/>
              <a:ext cx="28800" cy="214330"/>
              <a:chOff x="1270712" y="3782164"/>
              <a:chExt cx="28800" cy="214330"/>
            </a:xfrm>
          </p:grpSpPr>
          <p:sp>
            <p:nvSpPr>
              <p:cNvPr id="101" name="타원 100">
                <a:extLst>
                  <a:ext uri="{FF2B5EF4-FFF2-40B4-BE49-F238E27FC236}">
                    <a16:creationId xmlns:a16="http://schemas.microsoft.com/office/drawing/2014/main" id="{89CF602A-0947-DA00-D48B-69C47219A589}"/>
                  </a:ext>
                </a:extLst>
              </p:cNvPr>
              <p:cNvSpPr/>
              <p:nvPr/>
            </p:nvSpPr>
            <p:spPr>
              <a:xfrm>
                <a:off x="127071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 name="타원 101">
                <a:extLst>
                  <a:ext uri="{FF2B5EF4-FFF2-40B4-BE49-F238E27FC236}">
                    <a16:creationId xmlns:a16="http://schemas.microsoft.com/office/drawing/2014/main" id="{1EC12AFA-BA30-8A99-2F4A-14CB372D0561}"/>
                  </a:ext>
                </a:extLst>
              </p:cNvPr>
              <p:cNvSpPr/>
              <p:nvPr/>
            </p:nvSpPr>
            <p:spPr>
              <a:xfrm>
                <a:off x="127071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타원 102">
                <a:extLst>
                  <a:ext uri="{FF2B5EF4-FFF2-40B4-BE49-F238E27FC236}">
                    <a16:creationId xmlns:a16="http://schemas.microsoft.com/office/drawing/2014/main" id="{73AD96BA-9F8B-016D-AEFD-D0D9AF9847C8}"/>
                  </a:ext>
                </a:extLst>
              </p:cNvPr>
              <p:cNvSpPr/>
              <p:nvPr/>
            </p:nvSpPr>
            <p:spPr>
              <a:xfrm>
                <a:off x="127071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0" name="그룹 159">
              <a:extLst>
                <a:ext uri="{FF2B5EF4-FFF2-40B4-BE49-F238E27FC236}">
                  <a16:creationId xmlns:a16="http://schemas.microsoft.com/office/drawing/2014/main" id="{BF75C5AF-EEE8-C0BE-E5B3-AE7729B2E396}"/>
                </a:ext>
              </a:extLst>
            </p:cNvPr>
            <p:cNvGrpSpPr/>
            <p:nvPr/>
          </p:nvGrpSpPr>
          <p:grpSpPr>
            <a:xfrm>
              <a:off x="2170942" y="3781364"/>
              <a:ext cx="28800" cy="214330"/>
              <a:chOff x="1996381" y="3782164"/>
              <a:chExt cx="28800" cy="214330"/>
            </a:xfrm>
          </p:grpSpPr>
          <p:sp>
            <p:nvSpPr>
              <p:cNvPr id="98" name="타원 97">
                <a:extLst>
                  <a:ext uri="{FF2B5EF4-FFF2-40B4-BE49-F238E27FC236}">
                    <a16:creationId xmlns:a16="http://schemas.microsoft.com/office/drawing/2014/main" id="{EA1EB696-2D6D-D0E3-4B39-A9D861ECB8F3}"/>
                  </a:ext>
                </a:extLst>
              </p:cNvPr>
              <p:cNvSpPr/>
              <p:nvPr/>
            </p:nvSpPr>
            <p:spPr>
              <a:xfrm>
                <a:off x="1996381"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9" name="타원 98">
                <a:extLst>
                  <a:ext uri="{FF2B5EF4-FFF2-40B4-BE49-F238E27FC236}">
                    <a16:creationId xmlns:a16="http://schemas.microsoft.com/office/drawing/2014/main" id="{AAF5EA27-5741-B231-FD1F-2A5008E38C0B}"/>
                  </a:ext>
                </a:extLst>
              </p:cNvPr>
              <p:cNvSpPr/>
              <p:nvPr/>
            </p:nvSpPr>
            <p:spPr>
              <a:xfrm>
                <a:off x="1996381"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0" name="타원 99">
                <a:extLst>
                  <a:ext uri="{FF2B5EF4-FFF2-40B4-BE49-F238E27FC236}">
                    <a16:creationId xmlns:a16="http://schemas.microsoft.com/office/drawing/2014/main" id="{2C20DF23-E67D-96CC-BA9B-EB4A68FCDBA4}"/>
                  </a:ext>
                </a:extLst>
              </p:cNvPr>
              <p:cNvSpPr/>
              <p:nvPr/>
            </p:nvSpPr>
            <p:spPr>
              <a:xfrm>
                <a:off x="1996381"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1" name="그룹 160">
              <a:extLst>
                <a:ext uri="{FF2B5EF4-FFF2-40B4-BE49-F238E27FC236}">
                  <a16:creationId xmlns:a16="http://schemas.microsoft.com/office/drawing/2014/main" id="{DDCA4493-EA92-635F-4783-EE2516197827}"/>
                </a:ext>
              </a:extLst>
            </p:cNvPr>
            <p:cNvGrpSpPr/>
            <p:nvPr/>
          </p:nvGrpSpPr>
          <p:grpSpPr>
            <a:xfrm>
              <a:off x="2859498" y="3779240"/>
              <a:ext cx="28800" cy="214330"/>
              <a:chOff x="2679872" y="3782164"/>
              <a:chExt cx="28800" cy="214330"/>
            </a:xfrm>
          </p:grpSpPr>
          <p:sp>
            <p:nvSpPr>
              <p:cNvPr id="95" name="타원 94">
                <a:extLst>
                  <a:ext uri="{FF2B5EF4-FFF2-40B4-BE49-F238E27FC236}">
                    <a16:creationId xmlns:a16="http://schemas.microsoft.com/office/drawing/2014/main" id="{25C6F044-6498-C46F-1E0D-1C94195E16D1}"/>
                  </a:ext>
                </a:extLst>
              </p:cNvPr>
              <p:cNvSpPr/>
              <p:nvPr/>
            </p:nvSpPr>
            <p:spPr>
              <a:xfrm>
                <a:off x="267987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6" name="타원 95">
                <a:extLst>
                  <a:ext uri="{FF2B5EF4-FFF2-40B4-BE49-F238E27FC236}">
                    <a16:creationId xmlns:a16="http://schemas.microsoft.com/office/drawing/2014/main" id="{6643F042-DC53-DF5F-332A-120322FC2A02}"/>
                  </a:ext>
                </a:extLst>
              </p:cNvPr>
              <p:cNvSpPr/>
              <p:nvPr/>
            </p:nvSpPr>
            <p:spPr>
              <a:xfrm>
                <a:off x="267987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7" name="타원 96">
                <a:extLst>
                  <a:ext uri="{FF2B5EF4-FFF2-40B4-BE49-F238E27FC236}">
                    <a16:creationId xmlns:a16="http://schemas.microsoft.com/office/drawing/2014/main" id="{B7A0DD62-2241-3D85-AC33-0FFF5E83A594}"/>
                  </a:ext>
                </a:extLst>
              </p:cNvPr>
              <p:cNvSpPr/>
              <p:nvPr/>
            </p:nvSpPr>
            <p:spPr>
              <a:xfrm>
                <a:off x="267987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3" name="그룹 162">
              <a:extLst>
                <a:ext uri="{FF2B5EF4-FFF2-40B4-BE49-F238E27FC236}">
                  <a16:creationId xmlns:a16="http://schemas.microsoft.com/office/drawing/2014/main" id="{6FFD0FF7-7273-E9FF-9B53-12A621045917}"/>
                </a:ext>
              </a:extLst>
            </p:cNvPr>
            <p:cNvGrpSpPr/>
            <p:nvPr/>
          </p:nvGrpSpPr>
          <p:grpSpPr>
            <a:xfrm>
              <a:off x="4122568" y="3783128"/>
              <a:ext cx="28800" cy="214330"/>
              <a:chOff x="4058219" y="3782164"/>
              <a:chExt cx="28800" cy="214330"/>
            </a:xfrm>
          </p:grpSpPr>
          <p:sp>
            <p:nvSpPr>
              <p:cNvPr id="89" name="타원 88">
                <a:extLst>
                  <a:ext uri="{FF2B5EF4-FFF2-40B4-BE49-F238E27FC236}">
                    <a16:creationId xmlns:a16="http://schemas.microsoft.com/office/drawing/2014/main" id="{5263D024-E071-6690-A5BD-7B670B038AD6}"/>
                  </a:ext>
                </a:extLst>
              </p:cNvPr>
              <p:cNvSpPr/>
              <p:nvPr/>
            </p:nvSpPr>
            <p:spPr>
              <a:xfrm>
                <a:off x="4058219"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타원 89">
                <a:extLst>
                  <a:ext uri="{FF2B5EF4-FFF2-40B4-BE49-F238E27FC236}">
                    <a16:creationId xmlns:a16="http://schemas.microsoft.com/office/drawing/2014/main" id="{3089EEC7-1593-EE1A-86FE-993D2028ECEC}"/>
                  </a:ext>
                </a:extLst>
              </p:cNvPr>
              <p:cNvSpPr/>
              <p:nvPr/>
            </p:nvSpPr>
            <p:spPr>
              <a:xfrm>
                <a:off x="4058219"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1" name="타원 90">
                <a:extLst>
                  <a:ext uri="{FF2B5EF4-FFF2-40B4-BE49-F238E27FC236}">
                    <a16:creationId xmlns:a16="http://schemas.microsoft.com/office/drawing/2014/main" id="{FBCD0CA4-8B8C-A6F9-9812-2343E9E7E05B}"/>
                  </a:ext>
                </a:extLst>
              </p:cNvPr>
              <p:cNvSpPr/>
              <p:nvPr/>
            </p:nvSpPr>
            <p:spPr>
              <a:xfrm>
                <a:off x="4058219"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cxnSp>
        <p:nvCxnSpPr>
          <p:cNvPr id="207" name="직선 화살표 연결선 206">
            <a:extLst>
              <a:ext uri="{FF2B5EF4-FFF2-40B4-BE49-F238E27FC236}">
                <a16:creationId xmlns:a16="http://schemas.microsoft.com/office/drawing/2014/main" id="{CAA3D0E7-35A8-0B16-B78E-E2072F7BC30C}"/>
              </a:ext>
            </a:extLst>
          </p:cNvPr>
          <p:cNvCxnSpPr/>
          <p:nvPr/>
        </p:nvCxnSpPr>
        <p:spPr>
          <a:xfrm>
            <a:off x="2269033" y="463666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8" name="직선 화살표 연결선 207">
            <a:extLst>
              <a:ext uri="{FF2B5EF4-FFF2-40B4-BE49-F238E27FC236}">
                <a16:creationId xmlns:a16="http://schemas.microsoft.com/office/drawing/2014/main" id="{D3C33257-FD5A-79C9-429E-A635824C8E2E}"/>
              </a:ext>
            </a:extLst>
          </p:cNvPr>
          <p:cNvCxnSpPr/>
          <p:nvPr/>
        </p:nvCxnSpPr>
        <p:spPr>
          <a:xfrm>
            <a:off x="2956009" y="4639109"/>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9" name="직선 화살표 연결선 208">
            <a:extLst>
              <a:ext uri="{FF2B5EF4-FFF2-40B4-BE49-F238E27FC236}">
                <a16:creationId xmlns:a16="http://schemas.microsoft.com/office/drawing/2014/main" id="{82AA99C1-28AA-13CA-DD35-E7CF75613DB2}"/>
              </a:ext>
            </a:extLst>
          </p:cNvPr>
          <p:cNvCxnSpPr/>
          <p:nvPr/>
        </p:nvCxnSpPr>
        <p:spPr>
          <a:xfrm>
            <a:off x="3629576" y="463666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10" name="직선 화살표 연결선 209">
            <a:extLst>
              <a:ext uri="{FF2B5EF4-FFF2-40B4-BE49-F238E27FC236}">
                <a16:creationId xmlns:a16="http://schemas.microsoft.com/office/drawing/2014/main" id="{7FC09C9E-F5C5-DC40-AF9D-9A9D16A40511}"/>
              </a:ext>
            </a:extLst>
          </p:cNvPr>
          <p:cNvCxnSpPr/>
          <p:nvPr/>
        </p:nvCxnSpPr>
        <p:spPr>
          <a:xfrm>
            <a:off x="4894815" y="463666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211" name="그룹 210">
            <a:extLst>
              <a:ext uri="{FF2B5EF4-FFF2-40B4-BE49-F238E27FC236}">
                <a16:creationId xmlns:a16="http://schemas.microsoft.com/office/drawing/2014/main" id="{5FF1F0A7-37FD-21A0-C773-8506BC905FC8}"/>
              </a:ext>
            </a:extLst>
          </p:cNvPr>
          <p:cNvGrpSpPr/>
          <p:nvPr/>
        </p:nvGrpSpPr>
        <p:grpSpPr>
          <a:xfrm rot="16200000">
            <a:off x="4238664" y="4387488"/>
            <a:ext cx="28800" cy="214330"/>
            <a:chOff x="3376562" y="3782164"/>
            <a:chExt cx="28800" cy="214330"/>
          </a:xfrm>
        </p:grpSpPr>
        <p:sp>
          <p:nvSpPr>
            <p:cNvPr id="212" name="타원 211">
              <a:extLst>
                <a:ext uri="{FF2B5EF4-FFF2-40B4-BE49-F238E27FC236}">
                  <a16:creationId xmlns:a16="http://schemas.microsoft.com/office/drawing/2014/main" id="{7CF771F7-E532-4AE3-FFF3-7BB3229AE1C5}"/>
                </a:ext>
              </a:extLst>
            </p:cNvPr>
            <p:cNvSpPr/>
            <p:nvPr/>
          </p:nvSpPr>
          <p:spPr>
            <a:xfrm>
              <a:off x="337656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3" name="타원 212">
              <a:extLst>
                <a:ext uri="{FF2B5EF4-FFF2-40B4-BE49-F238E27FC236}">
                  <a16:creationId xmlns:a16="http://schemas.microsoft.com/office/drawing/2014/main" id="{52D60055-D580-5C47-94DF-1A1EF971C56C}"/>
                </a:ext>
              </a:extLst>
            </p:cNvPr>
            <p:cNvSpPr/>
            <p:nvPr/>
          </p:nvSpPr>
          <p:spPr>
            <a:xfrm>
              <a:off x="337656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4" name="타원 213">
              <a:extLst>
                <a:ext uri="{FF2B5EF4-FFF2-40B4-BE49-F238E27FC236}">
                  <a16:creationId xmlns:a16="http://schemas.microsoft.com/office/drawing/2014/main" id="{75342DAE-B20A-0786-C12F-7016EEBCFDB8}"/>
                </a:ext>
              </a:extLst>
            </p:cNvPr>
            <p:cNvSpPr/>
            <p:nvPr/>
          </p:nvSpPr>
          <p:spPr>
            <a:xfrm>
              <a:off x="337656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6" name="직선 화살표 연결선 5">
            <a:extLst>
              <a:ext uri="{FF2B5EF4-FFF2-40B4-BE49-F238E27FC236}">
                <a16:creationId xmlns:a16="http://schemas.microsoft.com/office/drawing/2014/main" id="{C4A178D5-1382-2CD7-E23B-9776BBACD1AF}"/>
              </a:ext>
            </a:extLst>
          </p:cNvPr>
          <p:cNvCxnSpPr>
            <a:cxnSpLocks/>
          </p:cNvCxnSpPr>
          <p:nvPr/>
        </p:nvCxnSpPr>
        <p:spPr>
          <a:xfrm flipH="1">
            <a:off x="1195348" y="5585624"/>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7" name="직선 화살표 연결선 6">
            <a:extLst>
              <a:ext uri="{FF2B5EF4-FFF2-40B4-BE49-F238E27FC236}">
                <a16:creationId xmlns:a16="http://schemas.microsoft.com/office/drawing/2014/main" id="{7F9485FE-F55E-E8E4-2CEA-158F79486B69}"/>
              </a:ext>
            </a:extLst>
          </p:cNvPr>
          <p:cNvCxnSpPr>
            <a:cxnSpLocks/>
          </p:cNvCxnSpPr>
          <p:nvPr/>
        </p:nvCxnSpPr>
        <p:spPr>
          <a:xfrm flipV="1">
            <a:off x="1284857" y="5584270"/>
            <a:ext cx="0" cy="952892"/>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 name="직선 화살표 연결선 7">
            <a:extLst>
              <a:ext uri="{FF2B5EF4-FFF2-40B4-BE49-F238E27FC236}">
                <a16:creationId xmlns:a16="http://schemas.microsoft.com/office/drawing/2014/main" id="{3A1146C1-0B65-ED81-59F2-49D4B6A279AC}"/>
              </a:ext>
            </a:extLst>
          </p:cNvPr>
          <p:cNvCxnSpPr>
            <a:cxnSpLocks/>
          </p:cNvCxnSpPr>
          <p:nvPr/>
        </p:nvCxnSpPr>
        <p:spPr>
          <a:xfrm flipH="1">
            <a:off x="1195348" y="6537162"/>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F50E6F2-67A0-E2F7-8D65-78116FB22699}"/>
              </a:ext>
            </a:extLst>
          </p:cNvPr>
          <p:cNvSpPr txBox="1"/>
          <p:nvPr/>
        </p:nvSpPr>
        <p:spPr>
          <a:xfrm rot="16200000">
            <a:off x="1119640" y="5949582"/>
            <a:ext cx="383117" cy="180434"/>
          </a:xfrm>
          <a:prstGeom prst="rect">
            <a:avLst/>
          </a:prstGeom>
          <a:solidFill>
            <a:schemeClr val="bg1"/>
          </a:solidFill>
        </p:spPr>
        <p:txBody>
          <a:bodyPr wrap="none" lIns="0" tIns="0" rIns="0" bIns="0" rtlCol="0" anchor="ctr" anchorCtr="0">
            <a:spAutoFit/>
          </a:bodyPr>
          <a:lstStyle/>
          <a:p>
            <a:pPr algn="ctr">
              <a:lnSpc>
                <a:spcPts val="700"/>
              </a:lnSpc>
            </a:pPr>
            <a:r>
              <a:rPr lang="en-US" altLang="ko-KR" sz="800" dirty="0">
                <a:latin typeface="Arial" panose="020B0604020202020204" pitchFamily="34" charset="0"/>
                <a:cs typeface="Arial" panose="020B0604020202020204" pitchFamily="34" charset="0"/>
              </a:rPr>
              <a:t>Physical</a:t>
            </a:r>
          </a:p>
          <a:p>
            <a:pPr algn="ctr">
              <a:lnSpc>
                <a:spcPts val="700"/>
              </a:lnSpc>
            </a:pPr>
            <a:r>
              <a:rPr lang="en-US" altLang="ko-KR" sz="800" dirty="0">
                <a:latin typeface="Arial" panose="020B0604020202020204" pitchFamily="34" charset="0"/>
                <a:cs typeface="Arial" panose="020B0604020202020204" pitchFamily="34" charset="0"/>
              </a:rPr>
              <a:t>size</a:t>
            </a:r>
            <a:endParaRPr lang="ko-KR" altLang="en-US" sz="800" dirty="0">
              <a:latin typeface="Arial" panose="020B0604020202020204" pitchFamily="34" charset="0"/>
              <a:cs typeface="Arial" panose="020B0604020202020204" pitchFamily="34" charset="0"/>
            </a:endParaRPr>
          </a:p>
        </p:txBody>
      </p:sp>
      <p:grpSp>
        <p:nvGrpSpPr>
          <p:cNvPr id="12" name="그룹 11">
            <a:extLst>
              <a:ext uri="{FF2B5EF4-FFF2-40B4-BE49-F238E27FC236}">
                <a16:creationId xmlns:a16="http://schemas.microsoft.com/office/drawing/2014/main" id="{F96A3062-C315-7A5E-0C69-2B1E31201A3C}"/>
              </a:ext>
            </a:extLst>
          </p:cNvPr>
          <p:cNvGrpSpPr/>
          <p:nvPr/>
        </p:nvGrpSpPr>
        <p:grpSpPr>
          <a:xfrm>
            <a:off x="2211433" y="7171528"/>
            <a:ext cx="2668982" cy="216454"/>
            <a:chOff x="1511186" y="5961826"/>
            <a:chExt cx="2668982" cy="216454"/>
          </a:xfrm>
          <a:solidFill>
            <a:schemeClr val="bg1">
              <a:lumMod val="75000"/>
            </a:schemeClr>
          </a:solidFill>
        </p:grpSpPr>
        <p:grpSp>
          <p:nvGrpSpPr>
            <p:cNvPr id="13" name="그룹 12">
              <a:extLst>
                <a:ext uri="{FF2B5EF4-FFF2-40B4-BE49-F238E27FC236}">
                  <a16:creationId xmlns:a16="http://schemas.microsoft.com/office/drawing/2014/main" id="{BF705260-F6E4-A90C-4C18-DC239A55BDF4}"/>
                </a:ext>
              </a:extLst>
            </p:cNvPr>
            <p:cNvGrpSpPr/>
            <p:nvPr/>
          </p:nvGrpSpPr>
          <p:grpSpPr>
            <a:xfrm>
              <a:off x="1511186" y="5961826"/>
              <a:ext cx="28800" cy="214330"/>
              <a:chOff x="1270712" y="3782164"/>
              <a:chExt cx="28800" cy="214330"/>
            </a:xfrm>
            <a:grpFill/>
          </p:grpSpPr>
          <p:sp>
            <p:nvSpPr>
              <p:cNvPr id="27" name="타원 26">
                <a:extLst>
                  <a:ext uri="{FF2B5EF4-FFF2-40B4-BE49-F238E27FC236}">
                    <a16:creationId xmlns:a16="http://schemas.microsoft.com/office/drawing/2014/main" id="{A0140045-E8EA-E82D-66F4-D0DDDC19E404}"/>
                  </a:ext>
                </a:extLst>
              </p:cNvPr>
              <p:cNvSpPr/>
              <p:nvPr/>
            </p:nvSpPr>
            <p:spPr>
              <a:xfrm>
                <a:off x="1270712"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타원 27">
                <a:extLst>
                  <a:ext uri="{FF2B5EF4-FFF2-40B4-BE49-F238E27FC236}">
                    <a16:creationId xmlns:a16="http://schemas.microsoft.com/office/drawing/2014/main" id="{E0A32478-393B-379E-0961-318BB2E27137}"/>
                  </a:ext>
                </a:extLst>
              </p:cNvPr>
              <p:cNvSpPr/>
              <p:nvPr/>
            </p:nvSpPr>
            <p:spPr>
              <a:xfrm>
                <a:off x="1270712"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9" name="타원 28">
                <a:extLst>
                  <a:ext uri="{FF2B5EF4-FFF2-40B4-BE49-F238E27FC236}">
                    <a16:creationId xmlns:a16="http://schemas.microsoft.com/office/drawing/2014/main" id="{02793C46-0AA3-D117-27F7-11627378D7CE}"/>
                  </a:ext>
                </a:extLst>
              </p:cNvPr>
              <p:cNvSpPr/>
              <p:nvPr/>
            </p:nvSpPr>
            <p:spPr>
              <a:xfrm>
                <a:off x="1270712"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4" name="그룹 13">
              <a:extLst>
                <a:ext uri="{FF2B5EF4-FFF2-40B4-BE49-F238E27FC236}">
                  <a16:creationId xmlns:a16="http://schemas.microsoft.com/office/drawing/2014/main" id="{8C9E0784-E4FF-A429-234C-B375DCFC9199}"/>
                </a:ext>
              </a:extLst>
            </p:cNvPr>
            <p:cNvGrpSpPr/>
            <p:nvPr/>
          </p:nvGrpSpPr>
          <p:grpSpPr>
            <a:xfrm>
              <a:off x="2199742" y="5963950"/>
              <a:ext cx="28800" cy="214330"/>
              <a:chOff x="1996381" y="3782164"/>
              <a:chExt cx="28800" cy="214330"/>
            </a:xfrm>
            <a:grpFill/>
          </p:grpSpPr>
          <p:sp>
            <p:nvSpPr>
              <p:cNvPr id="23" name="타원 22">
                <a:extLst>
                  <a:ext uri="{FF2B5EF4-FFF2-40B4-BE49-F238E27FC236}">
                    <a16:creationId xmlns:a16="http://schemas.microsoft.com/office/drawing/2014/main" id="{71606312-AC55-5E43-F439-384B478AC50A}"/>
                  </a:ext>
                </a:extLst>
              </p:cNvPr>
              <p:cNvSpPr/>
              <p:nvPr/>
            </p:nvSpPr>
            <p:spPr>
              <a:xfrm>
                <a:off x="1996381"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 name="타원 23">
                <a:extLst>
                  <a:ext uri="{FF2B5EF4-FFF2-40B4-BE49-F238E27FC236}">
                    <a16:creationId xmlns:a16="http://schemas.microsoft.com/office/drawing/2014/main" id="{D95BD53E-E863-5F62-3A06-B90F06757626}"/>
                  </a:ext>
                </a:extLst>
              </p:cNvPr>
              <p:cNvSpPr/>
              <p:nvPr/>
            </p:nvSpPr>
            <p:spPr>
              <a:xfrm>
                <a:off x="1996381"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6" name="타원 25">
                <a:extLst>
                  <a:ext uri="{FF2B5EF4-FFF2-40B4-BE49-F238E27FC236}">
                    <a16:creationId xmlns:a16="http://schemas.microsoft.com/office/drawing/2014/main" id="{6F3864F2-59B6-440A-48DE-D4519718C678}"/>
                  </a:ext>
                </a:extLst>
              </p:cNvPr>
              <p:cNvSpPr/>
              <p:nvPr/>
            </p:nvSpPr>
            <p:spPr>
              <a:xfrm>
                <a:off x="1996381"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5" name="그룹 14">
              <a:extLst>
                <a:ext uri="{FF2B5EF4-FFF2-40B4-BE49-F238E27FC236}">
                  <a16:creationId xmlns:a16="http://schemas.microsoft.com/office/drawing/2014/main" id="{0D6404EA-0E49-A5CC-5F91-30A078D68DF2}"/>
                </a:ext>
              </a:extLst>
            </p:cNvPr>
            <p:cNvGrpSpPr/>
            <p:nvPr/>
          </p:nvGrpSpPr>
          <p:grpSpPr>
            <a:xfrm>
              <a:off x="2886129" y="5961826"/>
              <a:ext cx="28800" cy="214330"/>
              <a:chOff x="2679872" y="3782164"/>
              <a:chExt cx="28800" cy="214330"/>
            </a:xfrm>
            <a:grpFill/>
          </p:grpSpPr>
          <p:sp>
            <p:nvSpPr>
              <p:cNvPr id="20" name="타원 19">
                <a:extLst>
                  <a:ext uri="{FF2B5EF4-FFF2-40B4-BE49-F238E27FC236}">
                    <a16:creationId xmlns:a16="http://schemas.microsoft.com/office/drawing/2014/main" id="{A4E0185C-E306-1DF0-DEBC-F19124E0C258}"/>
                  </a:ext>
                </a:extLst>
              </p:cNvPr>
              <p:cNvSpPr/>
              <p:nvPr/>
            </p:nvSpPr>
            <p:spPr>
              <a:xfrm>
                <a:off x="2679872"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 name="타원 20">
                <a:extLst>
                  <a:ext uri="{FF2B5EF4-FFF2-40B4-BE49-F238E27FC236}">
                    <a16:creationId xmlns:a16="http://schemas.microsoft.com/office/drawing/2014/main" id="{E301B1D7-FCA1-8F1E-6BA8-522CE0FB3BAC}"/>
                  </a:ext>
                </a:extLst>
              </p:cNvPr>
              <p:cNvSpPr/>
              <p:nvPr/>
            </p:nvSpPr>
            <p:spPr>
              <a:xfrm>
                <a:off x="2679872"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타원 21">
                <a:extLst>
                  <a:ext uri="{FF2B5EF4-FFF2-40B4-BE49-F238E27FC236}">
                    <a16:creationId xmlns:a16="http://schemas.microsoft.com/office/drawing/2014/main" id="{124B65A9-F729-8485-70E4-E633879B7C1C}"/>
                  </a:ext>
                </a:extLst>
              </p:cNvPr>
              <p:cNvSpPr/>
              <p:nvPr/>
            </p:nvSpPr>
            <p:spPr>
              <a:xfrm>
                <a:off x="2679872"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 name="그룹 15">
              <a:extLst>
                <a:ext uri="{FF2B5EF4-FFF2-40B4-BE49-F238E27FC236}">
                  <a16:creationId xmlns:a16="http://schemas.microsoft.com/office/drawing/2014/main" id="{4A926DB8-01A8-7E6B-B0F4-16D39F6E23B2}"/>
                </a:ext>
              </a:extLst>
            </p:cNvPr>
            <p:cNvGrpSpPr/>
            <p:nvPr/>
          </p:nvGrpSpPr>
          <p:grpSpPr>
            <a:xfrm>
              <a:off x="4151368" y="5961826"/>
              <a:ext cx="28800" cy="214330"/>
              <a:chOff x="4058219" y="3782164"/>
              <a:chExt cx="28800" cy="214330"/>
            </a:xfrm>
            <a:grpFill/>
          </p:grpSpPr>
          <p:sp>
            <p:nvSpPr>
              <p:cNvPr id="17" name="타원 16">
                <a:extLst>
                  <a:ext uri="{FF2B5EF4-FFF2-40B4-BE49-F238E27FC236}">
                    <a16:creationId xmlns:a16="http://schemas.microsoft.com/office/drawing/2014/main" id="{B28AA6B5-1F59-0507-0D4F-A0F4E1F67241}"/>
                  </a:ext>
                </a:extLst>
              </p:cNvPr>
              <p:cNvSpPr/>
              <p:nvPr/>
            </p:nvSpPr>
            <p:spPr>
              <a:xfrm>
                <a:off x="4058219"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 name="타원 17">
                <a:extLst>
                  <a:ext uri="{FF2B5EF4-FFF2-40B4-BE49-F238E27FC236}">
                    <a16:creationId xmlns:a16="http://schemas.microsoft.com/office/drawing/2014/main" id="{25D28758-1D40-9FE8-DBC6-B067CA77F7EA}"/>
                  </a:ext>
                </a:extLst>
              </p:cNvPr>
              <p:cNvSpPr/>
              <p:nvPr/>
            </p:nvSpPr>
            <p:spPr>
              <a:xfrm>
                <a:off x="4058219"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타원 18">
                <a:extLst>
                  <a:ext uri="{FF2B5EF4-FFF2-40B4-BE49-F238E27FC236}">
                    <a16:creationId xmlns:a16="http://schemas.microsoft.com/office/drawing/2014/main" id="{8962BD13-AD4D-6546-BD4B-41FA95CA68A1}"/>
                  </a:ext>
                </a:extLst>
              </p:cNvPr>
              <p:cNvSpPr/>
              <p:nvPr/>
            </p:nvSpPr>
            <p:spPr>
              <a:xfrm>
                <a:off x="4058219"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32" name="TextBox 31">
            <a:extLst>
              <a:ext uri="{FF2B5EF4-FFF2-40B4-BE49-F238E27FC236}">
                <a16:creationId xmlns:a16="http://schemas.microsoft.com/office/drawing/2014/main" id="{F6C0621E-EFEA-2205-631D-3B924F782C1B}"/>
              </a:ext>
            </a:extLst>
          </p:cNvPr>
          <p:cNvSpPr txBox="1"/>
          <p:nvPr/>
        </p:nvSpPr>
        <p:spPr>
          <a:xfrm>
            <a:off x="425119" y="827629"/>
            <a:ext cx="6108426"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993C8E08-3048-2B62-48EB-F2316CD723D7}"/>
              </a:ext>
            </a:extLst>
          </p:cNvPr>
          <p:cNvSpPr txBox="1"/>
          <p:nvPr/>
        </p:nvSpPr>
        <p:spPr>
          <a:xfrm>
            <a:off x="404814" y="1612565"/>
            <a:ext cx="6093170" cy="1107996"/>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total number of Local Dimming </a:t>
            </a:r>
            <a:r>
              <a:rPr lang="en-US" altLang="ko-KR" sz="900" dirty="0">
                <a:solidFill>
                  <a:srgbClr val="000000"/>
                </a:solidFill>
                <a:latin typeface="Arial" panose="020B0604020202020204" pitchFamily="34" charset="0"/>
                <a:cs typeface="Arial" panose="020B0604020202020204" pitchFamily="34" charset="0"/>
              </a:rPr>
              <a:t>data buffers is 32 per channel and 1 buffer can contain one block data which consists of PAM and PWM data. The size of PAM and PWM data depends on the LD_WIDTH of CHANNEL ENABLE 2 register and refer to previous chapter for more details. Even if the physical buffer size is limited to 32, the XC-24 can support to transfer over 256 blocks by using the LD WRITE POINTER, LD READ POINTER and LD DIFFERENCE POINTER.  </a:t>
            </a:r>
            <a:r>
              <a:rPr lang="en-US" altLang="ko-KR" sz="900" b="0" i="0" dirty="0">
                <a:solidFill>
                  <a:srgbClr val="000000"/>
                </a:solidFill>
                <a:effectLst/>
                <a:latin typeface="Arial" panose="020B0604020202020204" pitchFamily="34" charset="0"/>
                <a:cs typeface="Arial" panose="020B0604020202020204" pitchFamily="34" charset="0"/>
              </a:rPr>
              <a:t>You can continue to send </a:t>
            </a:r>
            <a:r>
              <a:rPr lang="en-US" altLang="ko-KR" sz="900" dirty="0">
                <a:solidFill>
                  <a:srgbClr val="000000"/>
                </a:solidFill>
                <a:latin typeface="Arial" panose="020B0604020202020204" pitchFamily="34" charset="0"/>
                <a:cs typeface="Arial" panose="020B0604020202020204" pitchFamily="34" charset="0"/>
              </a:rPr>
              <a:t>the </a:t>
            </a:r>
            <a:r>
              <a:rPr lang="en-US" altLang="ko-KR" sz="900" b="0" i="0" dirty="0">
                <a:solidFill>
                  <a:srgbClr val="000000"/>
                </a:solidFill>
                <a:effectLst/>
                <a:latin typeface="Arial" panose="020B0604020202020204" pitchFamily="34" charset="0"/>
                <a:cs typeface="Arial" panose="020B0604020202020204" pitchFamily="34" charset="0"/>
              </a:rPr>
              <a:t>LD data so that the LD DIFFERENCE POINTER does not become 0. </a:t>
            </a:r>
            <a:r>
              <a:rPr lang="en-US" altLang="ko-KR" sz="900" dirty="0">
                <a:latin typeface="Arial" panose="020B0604020202020204" pitchFamily="34" charset="0"/>
                <a:cs typeface="Arial" panose="020B0604020202020204" pitchFamily="34" charset="0"/>
              </a:rPr>
              <a:t>The number of daisied devices of each channel can be different from each other by separately setting the DAISY SIZE register of each channel. The below shows the scheme of LD buffers and the mapping to the daisied device. For more information refer to the example on the next page.</a:t>
            </a:r>
          </a:p>
        </p:txBody>
      </p:sp>
      <p:sp>
        <p:nvSpPr>
          <p:cNvPr id="34" name="TextBox 33">
            <a:extLst>
              <a:ext uri="{FF2B5EF4-FFF2-40B4-BE49-F238E27FC236}">
                <a16:creationId xmlns:a16="http://schemas.microsoft.com/office/drawing/2014/main" id="{51ED1939-7C0C-8D8A-151E-EB40FFAE6E18}"/>
              </a:ext>
            </a:extLst>
          </p:cNvPr>
          <p:cNvSpPr txBox="1"/>
          <p:nvPr/>
        </p:nvSpPr>
        <p:spPr>
          <a:xfrm>
            <a:off x="404811" y="1266807"/>
            <a:ext cx="603964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 Dimming data buffer </a:t>
            </a:r>
          </a:p>
        </p:txBody>
      </p:sp>
      <p:grpSp>
        <p:nvGrpSpPr>
          <p:cNvPr id="3" name="그룹 2">
            <a:extLst>
              <a:ext uri="{FF2B5EF4-FFF2-40B4-BE49-F238E27FC236}">
                <a16:creationId xmlns:a16="http://schemas.microsoft.com/office/drawing/2014/main" id="{55895B81-91DA-5747-3089-A5C012FDBCEE}"/>
              </a:ext>
            </a:extLst>
          </p:cNvPr>
          <p:cNvGrpSpPr/>
          <p:nvPr/>
        </p:nvGrpSpPr>
        <p:grpSpPr>
          <a:xfrm>
            <a:off x="2206396" y="7729244"/>
            <a:ext cx="2668982" cy="216454"/>
            <a:chOff x="1511186" y="5961826"/>
            <a:chExt cx="2668982" cy="216454"/>
          </a:xfrm>
          <a:solidFill>
            <a:schemeClr val="bg1">
              <a:lumMod val="75000"/>
            </a:schemeClr>
          </a:solidFill>
        </p:grpSpPr>
        <p:grpSp>
          <p:nvGrpSpPr>
            <p:cNvPr id="5" name="그룹 4">
              <a:extLst>
                <a:ext uri="{FF2B5EF4-FFF2-40B4-BE49-F238E27FC236}">
                  <a16:creationId xmlns:a16="http://schemas.microsoft.com/office/drawing/2014/main" id="{DD14EEFF-9B1C-6F49-6524-CB26A43863D2}"/>
                </a:ext>
              </a:extLst>
            </p:cNvPr>
            <p:cNvGrpSpPr/>
            <p:nvPr/>
          </p:nvGrpSpPr>
          <p:grpSpPr>
            <a:xfrm>
              <a:off x="1511186" y="5961826"/>
              <a:ext cx="28800" cy="214330"/>
              <a:chOff x="1270712" y="3782164"/>
              <a:chExt cx="28800" cy="214330"/>
            </a:xfrm>
            <a:grpFill/>
          </p:grpSpPr>
          <p:sp>
            <p:nvSpPr>
              <p:cNvPr id="46" name="타원 45">
                <a:extLst>
                  <a:ext uri="{FF2B5EF4-FFF2-40B4-BE49-F238E27FC236}">
                    <a16:creationId xmlns:a16="http://schemas.microsoft.com/office/drawing/2014/main" id="{1C6CEAF2-CEAD-5C28-B024-7F56CBA411A4}"/>
                  </a:ext>
                </a:extLst>
              </p:cNvPr>
              <p:cNvSpPr/>
              <p:nvPr/>
            </p:nvSpPr>
            <p:spPr>
              <a:xfrm>
                <a:off x="1270712"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2" name="타원 51">
                <a:extLst>
                  <a:ext uri="{FF2B5EF4-FFF2-40B4-BE49-F238E27FC236}">
                    <a16:creationId xmlns:a16="http://schemas.microsoft.com/office/drawing/2014/main" id="{5204B0EC-0940-6D39-C0A7-B90425EAB02B}"/>
                  </a:ext>
                </a:extLst>
              </p:cNvPr>
              <p:cNvSpPr/>
              <p:nvPr/>
            </p:nvSpPr>
            <p:spPr>
              <a:xfrm>
                <a:off x="1270712"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4" name="타원 53">
                <a:extLst>
                  <a:ext uri="{FF2B5EF4-FFF2-40B4-BE49-F238E27FC236}">
                    <a16:creationId xmlns:a16="http://schemas.microsoft.com/office/drawing/2014/main" id="{AD3A1642-B0B1-4348-B91B-C44978F8BAEB}"/>
                  </a:ext>
                </a:extLst>
              </p:cNvPr>
              <p:cNvSpPr/>
              <p:nvPr/>
            </p:nvSpPr>
            <p:spPr>
              <a:xfrm>
                <a:off x="1270712"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1" name="그룹 10">
              <a:extLst>
                <a:ext uri="{FF2B5EF4-FFF2-40B4-BE49-F238E27FC236}">
                  <a16:creationId xmlns:a16="http://schemas.microsoft.com/office/drawing/2014/main" id="{4ADB95E6-71EC-70CB-9A53-BBD01820F508}"/>
                </a:ext>
              </a:extLst>
            </p:cNvPr>
            <p:cNvGrpSpPr/>
            <p:nvPr/>
          </p:nvGrpSpPr>
          <p:grpSpPr>
            <a:xfrm>
              <a:off x="2199742" y="5963950"/>
              <a:ext cx="28800" cy="214330"/>
              <a:chOff x="1996381" y="3782164"/>
              <a:chExt cx="28800" cy="214330"/>
            </a:xfrm>
            <a:grpFill/>
          </p:grpSpPr>
          <p:sp>
            <p:nvSpPr>
              <p:cNvPr id="42" name="타원 41">
                <a:extLst>
                  <a:ext uri="{FF2B5EF4-FFF2-40B4-BE49-F238E27FC236}">
                    <a16:creationId xmlns:a16="http://schemas.microsoft.com/office/drawing/2014/main" id="{AC0EA0EA-54F0-6DBF-682B-7F904A029830}"/>
                  </a:ext>
                </a:extLst>
              </p:cNvPr>
              <p:cNvSpPr/>
              <p:nvPr/>
            </p:nvSpPr>
            <p:spPr>
              <a:xfrm>
                <a:off x="1996381"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3" name="타원 42">
                <a:extLst>
                  <a:ext uri="{FF2B5EF4-FFF2-40B4-BE49-F238E27FC236}">
                    <a16:creationId xmlns:a16="http://schemas.microsoft.com/office/drawing/2014/main" id="{BF3D3B8A-F7AE-E4CC-12D6-8C1331260C51}"/>
                  </a:ext>
                </a:extLst>
              </p:cNvPr>
              <p:cNvSpPr/>
              <p:nvPr/>
            </p:nvSpPr>
            <p:spPr>
              <a:xfrm>
                <a:off x="1996381"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타원 43">
                <a:extLst>
                  <a:ext uri="{FF2B5EF4-FFF2-40B4-BE49-F238E27FC236}">
                    <a16:creationId xmlns:a16="http://schemas.microsoft.com/office/drawing/2014/main" id="{D47B88D3-0414-883B-0240-BE6FBC3740A7}"/>
                  </a:ext>
                </a:extLst>
              </p:cNvPr>
              <p:cNvSpPr/>
              <p:nvPr/>
            </p:nvSpPr>
            <p:spPr>
              <a:xfrm>
                <a:off x="1996381"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30" name="그룹 29">
              <a:extLst>
                <a:ext uri="{FF2B5EF4-FFF2-40B4-BE49-F238E27FC236}">
                  <a16:creationId xmlns:a16="http://schemas.microsoft.com/office/drawing/2014/main" id="{054D61B6-9360-A6FF-B06E-673F9153CB48}"/>
                </a:ext>
              </a:extLst>
            </p:cNvPr>
            <p:cNvGrpSpPr/>
            <p:nvPr/>
          </p:nvGrpSpPr>
          <p:grpSpPr>
            <a:xfrm>
              <a:off x="2886129" y="5961826"/>
              <a:ext cx="28800" cy="214330"/>
              <a:chOff x="2679872" y="3782164"/>
              <a:chExt cx="28800" cy="214330"/>
            </a:xfrm>
            <a:grpFill/>
          </p:grpSpPr>
          <p:sp>
            <p:nvSpPr>
              <p:cNvPr id="39" name="타원 38">
                <a:extLst>
                  <a:ext uri="{FF2B5EF4-FFF2-40B4-BE49-F238E27FC236}">
                    <a16:creationId xmlns:a16="http://schemas.microsoft.com/office/drawing/2014/main" id="{50F656DE-B897-16A5-79C5-2333A4515D29}"/>
                  </a:ext>
                </a:extLst>
              </p:cNvPr>
              <p:cNvSpPr/>
              <p:nvPr/>
            </p:nvSpPr>
            <p:spPr>
              <a:xfrm>
                <a:off x="2679872"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0" name="타원 39">
                <a:extLst>
                  <a:ext uri="{FF2B5EF4-FFF2-40B4-BE49-F238E27FC236}">
                    <a16:creationId xmlns:a16="http://schemas.microsoft.com/office/drawing/2014/main" id="{845721C1-332A-C0AA-E5A7-6756827FDED3}"/>
                  </a:ext>
                </a:extLst>
              </p:cNvPr>
              <p:cNvSpPr/>
              <p:nvPr/>
            </p:nvSpPr>
            <p:spPr>
              <a:xfrm>
                <a:off x="2679872"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1" name="타원 40">
                <a:extLst>
                  <a:ext uri="{FF2B5EF4-FFF2-40B4-BE49-F238E27FC236}">
                    <a16:creationId xmlns:a16="http://schemas.microsoft.com/office/drawing/2014/main" id="{32D049E1-7976-B30F-539E-D1C5EDC14DAE}"/>
                  </a:ext>
                </a:extLst>
              </p:cNvPr>
              <p:cNvSpPr/>
              <p:nvPr/>
            </p:nvSpPr>
            <p:spPr>
              <a:xfrm>
                <a:off x="2679872"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35" name="그룹 34">
              <a:extLst>
                <a:ext uri="{FF2B5EF4-FFF2-40B4-BE49-F238E27FC236}">
                  <a16:creationId xmlns:a16="http://schemas.microsoft.com/office/drawing/2014/main" id="{ECCE86F6-8862-3565-20BD-F3E6B35DE087}"/>
                </a:ext>
              </a:extLst>
            </p:cNvPr>
            <p:cNvGrpSpPr/>
            <p:nvPr/>
          </p:nvGrpSpPr>
          <p:grpSpPr>
            <a:xfrm>
              <a:off x="4151368" y="5961826"/>
              <a:ext cx="28800" cy="214330"/>
              <a:chOff x="4058219" y="3782164"/>
              <a:chExt cx="28800" cy="214330"/>
            </a:xfrm>
            <a:grpFill/>
          </p:grpSpPr>
          <p:sp>
            <p:nvSpPr>
              <p:cNvPr id="36" name="타원 35">
                <a:extLst>
                  <a:ext uri="{FF2B5EF4-FFF2-40B4-BE49-F238E27FC236}">
                    <a16:creationId xmlns:a16="http://schemas.microsoft.com/office/drawing/2014/main" id="{44E374A2-16DC-DF0E-EB8E-59B5C5222970}"/>
                  </a:ext>
                </a:extLst>
              </p:cNvPr>
              <p:cNvSpPr/>
              <p:nvPr/>
            </p:nvSpPr>
            <p:spPr>
              <a:xfrm>
                <a:off x="4058219"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타원 36">
                <a:extLst>
                  <a:ext uri="{FF2B5EF4-FFF2-40B4-BE49-F238E27FC236}">
                    <a16:creationId xmlns:a16="http://schemas.microsoft.com/office/drawing/2014/main" id="{8EE51052-6374-4810-C762-EB62FF43AB91}"/>
                  </a:ext>
                </a:extLst>
              </p:cNvPr>
              <p:cNvSpPr/>
              <p:nvPr/>
            </p:nvSpPr>
            <p:spPr>
              <a:xfrm>
                <a:off x="4058219"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8" name="타원 37">
                <a:extLst>
                  <a:ext uri="{FF2B5EF4-FFF2-40B4-BE49-F238E27FC236}">
                    <a16:creationId xmlns:a16="http://schemas.microsoft.com/office/drawing/2014/main" id="{FE1E7F0D-AF8A-8FD0-75C7-BC358166802D}"/>
                  </a:ext>
                </a:extLst>
              </p:cNvPr>
              <p:cNvSpPr/>
              <p:nvPr/>
            </p:nvSpPr>
            <p:spPr>
              <a:xfrm>
                <a:off x="4058219"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55" name="TextBox 54">
            <a:extLst>
              <a:ext uri="{FF2B5EF4-FFF2-40B4-BE49-F238E27FC236}">
                <a16:creationId xmlns:a16="http://schemas.microsoft.com/office/drawing/2014/main" id="{3130A542-84BA-FA51-A00B-772DE43B158A}"/>
              </a:ext>
            </a:extLst>
          </p:cNvPr>
          <p:cNvSpPr txBox="1"/>
          <p:nvPr/>
        </p:nvSpPr>
        <p:spPr>
          <a:xfrm>
            <a:off x="2235196" y="8394678"/>
            <a:ext cx="2552943"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15. The scheme of Local dimming Data buffers</a:t>
            </a:r>
          </a:p>
        </p:txBody>
      </p:sp>
    </p:spTree>
    <p:extLst>
      <p:ext uri="{BB962C8B-B14F-4D97-AF65-F5344CB8AC3E}">
        <p14:creationId xmlns:p14="http://schemas.microsoft.com/office/powerpoint/2010/main" val="1911237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45" name="표 6">
            <a:extLst>
              <a:ext uri="{FF2B5EF4-FFF2-40B4-BE49-F238E27FC236}">
                <a16:creationId xmlns:a16="http://schemas.microsoft.com/office/drawing/2014/main" id="{DD686590-D17D-C596-D75C-845952B2EDB8}"/>
              </a:ext>
            </a:extLst>
          </p:cNvPr>
          <p:cNvGraphicFramePr>
            <a:graphicFrameLocks noGrp="1"/>
          </p:cNvGraphicFramePr>
          <p:nvPr>
            <p:extLst>
              <p:ext uri="{D42A27DB-BD31-4B8C-83A1-F6EECF244321}">
                <p14:modId xmlns:p14="http://schemas.microsoft.com/office/powerpoint/2010/main" val="3247908022"/>
              </p:ext>
            </p:extLst>
          </p:nvPr>
        </p:nvGraphicFramePr>
        <p:xfrm>
          <a:off x="1715711" y="5004273"/>
          <a:ext cx="3248587" cy="340067"/>
        </p:xfrm>
        <a:graphic>
          <a:graphicData uri="http://schemas.openxmlformats.org/drawingml/2006/table">
            <a:tbl>
              <a:tblPr firstRow="1" bandRow="1">
                <a:tableStyleId>{5C22544A-7EE6-4342-B048-85BDC9FD1C3A}</a:tableStyleId>
              </a:tblPr>
              <a:tblGrid>
                <a:gridCol w="623793">
                  <a:extLst>
                    <a:ext uri="{9D8B030D-6E8A-4147-A177-3AD203B41FA5}">
                      <a16:colId xmlns:a16="http://schemas.microsoft.com/office/drawing/2014/main" val="1037286305"/>
                    </a:ext>
                  </a:extLst>
                </a:gridCol>
                <a:gridCol w="61833">
                  <a:extLst>
                    <a:ext uri="{9D8B030D-6E8A-4147-A177-3AD203B41FA5}">
                      <a16:colId xmlns:a16="http://schemas.microsoft.com/office/drawing/2014/main" val="530528814"/>
                    </a:ext>
                  </a:extLst>
                </a:gridCol>
                <a:gridCol w="623793">
                  <a:extLst>
                    <a:ext uri="{9D8B030D-6E8A-4147-A177-3AD203B41FA5}">
                      <a16:colId xmlns:a16="http://schemas.microsoft.com/office/drawing/2014/main" val="3340661124"/>
                    </a:ext>
                  </a:extLst>
                </a:gridCol>
                <a:gridCol w="61833">
                  <a:extLst>
                    <a:ext uri="{9D8B030D-6E8A-4147-A177-3AD203B41FA5}">
                      <a16:colId xmlns:a16="http://schemas.microsoft.com/office/drawing/2014/main" val="1635880923"/>
                    </a:ext>
                  </a:extLst>
                </a:gridCol>
                <a:gridCol w="623793">
                  <a:extLst>
                    <a:ext uri="{9D8B030D-6E8A-4147-A177-3AD203B41FA5}">
                      <a16:colId xmlns:a16="http://schemas.microsoft.com/office/drawing/2014/main" val="2146912518"/>
                    </a:ext>
                  </a:extLst>
                </a:gridCol>
                <a:gridCol w="646547">
                  <a:extLst>
                    <a:ext uri="{9D8B030D-6E8A-4147-A177-3AD203B41FA5}">
                      <a16:colId xmlns:a16="http://schemas.microsoft.com/office/drawing/2014/main" val="1291337477"/>
                    </a:ext>
                  </a:extLst>
                </a:gridCol>
                <a:gridCol w="606995">
                  <a:extLst>
                    <a:ext uri="{9D8B030D-6E8A-4147-A177-3AD203B41FA5}">
                      <a16:colId xmlns:a16="http://schemas.microsoft.com/office/drawing/2014/main" val="1720884376"/>
                    </a:ext>
                  </a:extLst>
                </a:gridCol>
              </a:tblGrid>
              <a:tr h="340067">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2634899726"/>
                  </a:ext>
                </a:extLst>
              </a:tr>
            </a:tbl>
          </a:graphicData>
        </a:graphic>
      </p:graphicFrame>
      <p:graphicFrame>
        <p:nvGraphicFramePr>
          <p:cNvPr id="69" name="표 6">
            <a:extLst>
              <a:ext uri="{FF2B5EF4-FFF2-40B4-BE49-F238E27FC236}">
                <a16:creationId xmlns:a16="http://schemas.microsoft.com/office/drawing/2014/main" id="{45E1438F-A55C-C378-0491-7E23B2322C99}"/>
              </a:ext>
            </a:extLst>
          </p:cNvPr>
          <p:cNvGraphicFramePr>
            <a:graphicFrameLocks noGrp="1"/>
          </p:cNvGraphicFramePr>
          <p:nvPr>
            <p:extLst>
              <p:ext uri="{D42A27DB-BD31-4B8C-83A1-F6EECF244321}">
                <p14:modId xmlns:p14="http://schemas.microsoft.com/office/powerpoint/2010/main" val="1042987446"/>
              </p:ext>
            </p:extLst>
          </p:nvPr>
        </p:nvGraphicFramePr>
        <p:xfrm>
          <a:off x="1715620" y="3495063"/>
          <a:ext cx="3253888" cy="1175317"/>
        </p:xfrm>
        <a:graphic>
          <a:graphicData uri="http://schemas.openxmlformats.org/drawingml/2006/table">
            <a:tbl>
              <a:tblPr firstRow="1" bandRow="1">
                <a:tableStyleId>{5C22544A-7EE6-4342-B048-85BDC9FD1C3A}</a:tableStyleId>
              </a:tblPr>
              <a:tblGrid>
                <a:gridCol w="619242">
                  <a:extLst>
                    <a:ext uri="{9D8B030D-6E8A-4147-A177-3AD203B41FA5}">
                      <a16:colId xmlns:a16="http://schemas.microsoft.com/office/drawing/2014/main" val="1037286305"/>
                    </a:ext>
                  </a:extLst>
                </a:gridCol>
                <a:gridCol w="67735">
                  <a:extLst>
                    <a:ext uri="{9D8B030D-6E8A-4147-A177-3AD203B41FA5}">
                      <a16:colId xmlns:a16="http://schemas.microsoft.com/office/drawing/2014/main" val="4289061909"/>
                    </a:ext>
                  </a:extLst>
                </a:gridCol>
                <a:gridCol w="619242">
                  <a:extLst>
                    <a:ext uri="{9D8B030D-6E8A-4147-A177-3AD203B41FA5}">
                      <a16:colId xmlns:a16="http://schemas.microsoft.com/office/drawing/2014/main" val="3340661124"/>
                    </a:ext>
                  </a:extLst>
                </a:gridCol>
                <a:gridCol w="67735">
                  <a:extLst>
                    <a:ext uri="{9D8B030D-6E8A-4147-A177-3AD203B41FA5}">
                      <a16:colId xmlns:a16="http://schemas.microsoft.com/office/drawing/2014/main" val="2969158022"/>
                    </a:ext>
                  </a:extLst>
                </a:gridCol>
                <a:gridCol w="619242">
                  <a:extLst>
                    <a:ext uri="{9D8B030D-6E8A-4147-A177-3AD203B41FA5}">
                      <a16:colId xmlns:a16="http://schemas.microsoft.com/office/drawing/2014/main" val="3325968780"/>
                    </a:ext>
                  </a:extLst>
                </a:gridCol>
                <a:gridCol w="647060">
                  <a:extLst>
                    <a:ext uri="{9D8B030D-6E8A-4147-A177-3AD203B41FA5}">
                      <a16:colId xmlns:a16="http://schemas.microsoft.com/office/drawing/2014/main" val="3214331387"/>
                    </a:ext>
                  </a:extLst>
                </a:gridCol>
                <a:gridCol w="613632">
                  <a:extLst>
                    <a:ext uri="{9D8B030D-6E8A-4147-A177-3AD203B41FA5}">
                      <a16:colId xmlns:a16="http://schemas.microsoft.com/office/drawing/2014/main" val="2777817410"/>
                    </a:ext>
                  </a:extLst>
                </a:gridCol>
              </a:tblGrid>
              <a:tr h="126960">
                <a:tc gridSpan="7">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XD-12 drivers daisied in each channel</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64029"/>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94653304"/>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06155007"/>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016957542"/>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916459607"/>
                  </a:ext>
                </a:extLst>
              </a:tr>
              <a:tr h="286597">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78057892"/>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94494678"/>
                  </a:ext>
                </a:extLst>
              </a:tr>
            </a:tbl>
          </a:graphicData>
        </a:graphic>
      </p:graphicFrame>
      <p:grpSp>
        <p:nvGrpSpPr>
          <p:cNvPr id="205" name="그룹 204">
            <a:extLst>
              <a:ext uri="{FF2B5EF4-FFF2-40B4-BE49-F238E27FC236}">
                <a16:creationId xmlns:a16="http://schemas.microsoft.com/office/drawing/2014/main" id="{2B4655FE-07E0-8175-578F-2979CC055A27}"/>
              </a:ext>
            </a:extLst>
          </p:cNvPr>
          <p:cNvGrpSpPr/>
          <p:nvPr/>
        </p:nvGrpSpPr>
        <p:grpSpPr>
          <a:xfrm>
            <a:off x="2045535" y="5124394"/>
            <a:ext cx="2625782" cy="552077"/>
            <a:chOff x="1525586" y="4737230"/>
            <a:chExt cx="2625782" cy="552077"/>
          </a:xfrm>
        </p:grpSpPr>
        <p:cxnSp>
          <p:nvCxnSpPr>
            <p:cNvPr id="47" name="직선 화살표 연결선 46">
              <a:extLst>
                <a:ext uri="{FF2B5EF4-FFF2-40B4-BE49-F238E27FC236}">
                  <a16:creationId xmlns:a16="http://schemas.microsoft.com/office/drawing/2014/main" id="{EBFE7BEF-4575-141B-B044-E78B07BAC3B0}"/>
                </a:ext>
              </a:extLst>
            </p:cNvPr>
            <p:cNvCxnSpPr/>
            <p:nvPr/>
          </p:nvCxnSpPr>
          <p:spPr>
            <a:xfrm>
              <a:off x="1525586" y="4969022"/>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CA53549-025F-79C3-82B1-C075E6679B47}"/>
                </a:ext>
              </a:extLst>
            </p:cNvPr>
            <p:cNvCxnSpPr/>
            <p:nvPr/>
          </p:nvCxnSpPr>
          <p:spPr>
            <a:xfrm>
              <a:off x="2212562" y="4971468"/>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30FE158A-F771-65E7-5ED6-640CB82494A4}"/>
                </a:ext>
              </a:extLst>
            </p:cNvPr>
            <p:cNvCxnSpPr/>
            <p:nvPr/>
          </p:nvCxnSpPr>
          <p:spPr>
            <a:xfrm>
              <a:off x="2886129" y="4969022"/>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86462269-2FAA-A0EA-58A9-9BE51E44DC26}"/>
                </a:ext>
              </a:extLst>
            </p:cNvPr>
            <p:cNvCxnSpPr/>
            <p:nvPr/>
          </p:nvCxnSpPr>
          <p:spPr>
            <a:xfrm>
              <a:off x="4151368" y="4969022"/>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162" name="그룹 161">
              <a:extLst>
                <a:ext uri="{FF2B5EF4-FFF2-40B4-BE49-F238E27FC236}">
                  <a16:creationId xmlns:a16="http://schemas.microsoft.com/office/drawing/2014/main" id="{B8991C1E-F4D9-4F8B-927B-2D54104695B1}"/>
                </a:ext>
              </a:extLst>
            </p:cNvPr>
            <p:cNvGrpSpPr/>
            <p:nvPr/>
          </p:nvGrpSpPr>
          <p:grpSpPr>
            <a:xfrm rot="16200000">
              <a:off x="3495217" y="4644465"/>
              <a:ext cx="28800" cy="214330"/>
              <a:chOff x="3376562" y="3782164"/>
              <a:chExt cx="28800" cy="214330"/>
            </a:xfrm>
          </p:grpSpPr>
          <p:sp>
            <p:nvSpPr>
              <p:cNvPr id="92" name="타원 91">
                <a:extLst>
                  <a:ext uri="{FF2B5EF4-FFF2-40B4-BE49-F238E27FC236}">
                    <a16:creationId xmlns:a16="http://schemas.microsoft.com/office/drawing/2014/main" id="{B4B0EAA1-55DF-48A6-91B1-31D8CE810622}"/>
                  </a:ext>
                </a:extLst>
              </p:cNvPr>
              <p:cNvSpPr/>
              <p:nvPr/>
            </p:nvSpPr>
            <p:spPr>
              <a:xfrm>
                <a:off x="337656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3" name="타원 92">
                <a:extLst>
                  <a:ext uri="{FF2B5EF4-FFF2-40B4-BE49-F238E27FC236}">
                    <a16:creationId xmlns:a16="http://schemas.microsoft.com/office/drawing/2014/main" id="{47B43A85-EFD1-38EE-6169-889624BD7558}"/>
                  </a:ext>
                </a:extLst>
              </p:cNvPr>
              <p:cNvSpPr/>
              <p:nvPr/>
            </p:nvSpPr>
            <p:spPr>
              <a:xfrm>
                <a:off x="337656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4" name="타원 93">
                <a:extLst>
                  <a:ext uri="{FF2B5EF4-FFF2-40B4-BE49-F238E27FC236}">
                    <a16:creationId xmlns:a16="http://schemas.microsoft.com/office/drawing/2014/main" id="{8CA90430-8A99-256A-60D6-E34466A33558}"/>
                  </a:ext>
                </a:extLst>
              </p:cNvPr>
              <p:cNvSpPr/>
              <p:nvPr/>
            </p:nvSpPr>
            <p:spPr>
              <a:xfrm>
                <a:off x="337656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aphicFrame>
        <p:nvGraphicFramePr>
          <p:cNvPr id="154" name="표 6">
            <a:extLst>
              <a:ext uri="{FF2B5EF4-FFF2-40B4-BE49-F238E27FC236}">
                <a16:creationId xmlns:a16="http://schemas.microsoft.com/office/drawing/2014/main" id="{BCE723D6-D3E8-4C8E-4C5E-3B6D8EC4F7B2}"/>
              </a:ext>
            </a:extLst>
          </p:cNvPr>
          <p:cNvGraphicFramePr>
            <a:graphicFrameLocks noGrp="1"/>
          </p:cNvGraphicFramePr>
          <p:nvPr>
            <p:extLst>
              <p:ext uri="{D42A27DB-BD31-4B8C-83A1-F6EECF244321}">
                <p14:modId xmlns:p14="http://schemas.microsoft.com/office/powerpoint/2010/main" val="2269798605"/>
              </p:ext>
            </p:extLst>
          </p:nvPr>
        </p:nvGraphicFramePr>
        <p:xfrm>
          <a:off x="1136904" y="5681283"/>
          <a:ext cx="3824789" cy="2361967"/>
        </p:xfrm>
        <a:graphic>
          <a:graphicData uri="http://schemas.openxmlformats.org/drawingml/2006/table">
            <a:tbl>
              <a:tblPr firstRow="1" bandRow="1">
                <a:tableStyleId>{5C22544A-7EE6-4342-B048-85BDC9FD1C3A}</a:tableStyleId>
              </a:tblPr>
              <a:tblGrid>
                <a:gridCol w="580011">
                  <a:extLst>
                    <a:ext uri="{9D8B030D-6E8A-4147-A177-3AD203B41FA5}">
                      <a16:colId xmlns:a16="http://schemas.microsoft.com/office/drawing/2014/main" val="3318574675"/>
                    </a:ext>
                  </a:extLst>
                </a:gridCol>
                <a:gridCol w="616657">
                  <a:extLst>
                    <a:ext uri="{9D8B030D-6E8A-4147-A177-3AD203B41FA5}">
                      <a16:colId xmlns:a16="http://schemas.microsoft.com/office/drawing/2014/main" val="1037286305"/>
                    </a:ext>
                  </a:extLst>
                </a:gridCol>
                <a:gridCol w="61400">
                  <a:extLst>
                    <a:ext uri="{9D8B030D-6E8A-4147-A177-3AD203B41FA5}">
                      <a16:colId xmlns:a16="http://schemas.microsoft.com/office/drawing/2014/main" val="2063085555"/>
                    </a:ext>
                  </a:extLst>
                </a:gridCol>
                <a:gridCol w="621555">
                  <a:extLst>
                    <a:ext uri="{9D8B030D-6E8A-4147-A177-3AD203B41FA5}">
                      <a16:colId xmlns:a16="http://schemas.microsoft.com/office/drawing/2014/main" val="3340661124"/>
                    </a:ext>
                  </a:extLst>
                </a:gridCol>
                <a:gridCol w="61400">
                  <a:extLst>
                    <a:ext uri="{9D8B030D-6E8A-4147-A177-3AD203B41FA5}">
                      <a16:colId xmlns:a16="http://schemas.microsoft.com/office/drawing/2014/main" val="2642307584"/>
                    </a:ext>
                  </a:extLst>
                </a:gridCol>
                <a:gridCol w="629142">
                  <a:extLst>
                    <a:ext uri="{9D8B030D-6E8A-4147-A177-3AD203B41FA5}">
                      <a16:colId xmlns:a16="http://schemas.microsoft.com/office/drawing/2014/main" val="2146912518"/>
                    </a:ext>
                  </a:extLst>
                </a:gridCol>
                <a:gridCol w="645024">
                  <a:extLst>
                    <a:ext uri="{9D8B030D-6E8A-4147-A177-3AD203B41FA5}">
                      <a16:colId xmlns:a16="http://schemas.microsoft.com/office/drawing/2014/main" val="3075362027"/>
                    </a:ext>
                  </a:extLst>
                </a:gridCol>
                <a:gridCol w="609600">
                  <a:extLst>
                    <a:ext uri="{9D8B030D-6E8A-4147-A177-3AD203B41FA5}">
                      <a16:colId xmlns:a16="http://schemas.microsoft.com/office/drawing/2014/main" val="2777817410"/>
                    </a:ext>
                  </a:extLst>
                </a:gridCol>
              </a:tblGrid>
              <a:tr h="96688">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Block 1</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4653304"/>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2</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706155007"/>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3</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634899726"/>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573426152"/>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152788763"/>
                  </a:ext>
                </a:extLst>
              </a:tr>
              <a:tr h="335047">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27</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4494678"/>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28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774754841"/>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29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700612032"/>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340228372"/>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583057079"/>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993665530"/>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517080198"/>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626732287"/>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03323119"/>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36</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36</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74202344"/>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939680603"/>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057506"/>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1523338"/>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2107910"/>
                  </a:ext>
                </a:extLst>
              </a:tr>
            </a:tbl>
          </a:graphicData>
        </a:graphic>
      </p:graphicFrame>
      <p:grpSp>
        <p:nvGrpSpPr>
          <p:cNvPr id="204" name="그룹 203">
            <a:extLst>
              <a:ext uri="{FF2B5EF4-FFF2-40B4-BE49-F238E27FC236}">
                <a16:creationId xmlns:a16="http://schemas.microsoft.com/office/drawing/2014/main" id="{B952DB37-DF10-77B4-9EA0-86FBEB78EE20}"/>
              </a:ext>
            </a:extLst>
          </p:cNvPr>
          <p:cNvGrpSpPr/>
          <p:nvPr/>
        </p:nvGrpSpPr>
        <p:grpSpPr>
          <a:xfrm>
            <a:off x="1987935" y="6275390"/>
            <a:ext cx="2668982" cy="216454"/>
            <a:chOff x="1511186" y="5961826"/>
            <a:chExt cx="2668982" cy="216454"/>
          </a:xfrm>
        </p:grpSpPr>
        <p:grpSp>
          <p:nvGrpSpPr>
            <p:cNvPr id="166" name="그룹 165">
              <a:extLst>
                <a:ext uri="{FF2B5EF4-FFF2-40B4-BE49-F238E27FC236}">
                  <a16:creationId xmlns:a16="http://schemas.microsoft.com/office/drawing/2014/main" id="{1114DC5F-17C6-F991-9EF7-515D5322F46D}"/>
                </a:ext>
              </a:extLst>
            </p:cNvPr>
            <p:cNvGrpSpPr/>
            <p:nvPr/>
          </p:nvGrpSpPr>
          <p:grpSpPr>
            <a:xfrm>
              <a:off x="1511186" y="5961826"/>
              <a:ext cx="28800" cy="214330"/>
              <a:chOff x="1270712" y="3782164"/>
              <a:chExt cx="28800" cy="214330"/>
            </a:xfrm>
          </p:grpSpPr>
          <p:sp>
            <p:nvSpPr>
              <p:cNvPr id="179" name="타원 178">
                <a:extLst>
                  <a:ext uri="{FF2B5EF4-FFF2-40B4-BE49-F238E27FC236}">
                    <a16:creationId xmlns:a16="http://schemas.microsoft.com/office/drawing/2014/main" id="{A83BB55B-B0DA-BADC-497D-4F49A55EEE89}"/>
                  </a:ext>
                </a:extLst>
              </p:cNvPr>
              <p:cNvSpPr/>
              <p:nvPr/>
            </p:nvSpPr>
            <p:spPr>
              <a:xfrm>
                <a:off x="127071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0" name="타원 179">
                <a:extLst>
                  <a:ext uri="{FF2B5EF4-FFF2-40B4-BE49-F238E27FC236}">
                    <a16:creationId xmlns:a16="http://schemas.microsoft.com/office/drawing/2014/main" id="{92C2E1DB-9138-1772-C6CC-D1C0C4A4F4EA}"/>
                  </a:ext>
                </a:extLst>
              </p:cNvPr>
              <p:cNvSpPr/>
              <p:nvPr/>
            </p:nvSpPr>
            <p:spPr>
              <a:xfrm>
                <a:off x="127071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1" name="타원 180">
                <a:extLst>
                  <a:ext uri="{FF2B5EF4-FFF2-40B4-BE49-F238E27FC236}">
                    <a16:creationId xmlns:a16="http://schemas.microsoft.com/office/drawing/2014/main" id="{C08E0EEC-A6B8-39C1-DB63-FE7F79F76FCD}"/>
                  </a:ext>
                </a:extLst>
              </p:cNvPr>
              <p:cNvSpPr/>
              <p:nvPr/>
            </p:nvSpPr>
            <p:spPr>
              <a:xfrm>
                <a:off x="127071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7" name="그룹 166">
              <a:extLst>
                <a:ext uri="{FF2B5EF4-FFF2-40B4-BE49-F238E27FC236}">
                  <a16:creationId xmlns:a16="http://schemas.microsoft.com/office/drawing/2014/main" id="{41D40EC4-8B13-F795-4E01-84A2FF1FBCBC}"/>
                </a:ext>
              </a:extLst>
            </p:cNvPr>
            <p:cNvGrpSpPr/>
            <p:nvPr/>
          </p:nvGrpSpPr>
          <p:grpSpPr>
            <a:xfrm>
              <a:off x="2199742" y="5963950"/>
              <a:ext cx="28800" cy="214330"/>
              <a:chOff x="1996381" y="3782164"/>
              <a:chExt cx="28800" cy="214330"/>
            </a:xfrm>
          </p:grpSpPr>
          <p:sp>
            <p:nvSpPr>
              <p:cNvPr id="176" name="타원 175">
                <a:extLst>
                  <a:ext uri="{FF2B5EF4-FFF2-40B4-BE49-F238E27FC236}">
                    <a16:creationId xmlns:a16="http://schemas.microsoft.com/office/drawing/2014/main" id="{AB6E8A41-FB3B-2B14-3CD6-C512857A096B}"/>
                  </a:ext>
                </a:extLst>
              </p:cNvPr>
              <p:cNvSpPr/>
              <p:nvPr/>
            </p:nvSpPr>
            <p:spPr>
              <a:xfrm>
                <a:off x="1996381"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7" name="타원 176">
                <a:extLst>
                  <a:ext uri="{FF2B5EF4-FFF2-40B4-BE49-F238E27FC236}">
                    <a16:creationId xmlns:a16="http://schemas.microsoft.com/office/drawing/2014/main" id="{4F92EEEF-451C-34D1-8BB8-CCC557FA64AD}"/>
                  </a:ext>
                </a:extLst>
              </p:cNvPr>
              <p:cNvSpPr/>
              <p:nvPr/>
            </p:nvSpPr>
            <p:spPr>
              <a:xfrm>
                <a:off x="1996381"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8" name="타원 177">
                <a:extLst>
                  <a:ext uri="{FF2B5EF4-FFF2-40B4-BE49-F238E27FC236}">
                    <a16:creationId xmlns:a16="http://schemas.microsoft.com/office/drawing/2014/main" id="{3D662120-5307-EAB9-960F-390EB9E87882}"/>
                  </a:ext>
                </a:extLst>
              </p:cNvPr>
              <p:cNvSpPr/>
              <p:nvPr/>
            </p:nvSpPr>
            <p:spPr>
              <a:xfrm>
                <a:off x="1996381"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8" name="그룹 167">
              <a:extLst>
                <a:ext uri="{FF2B5EF4-FFF2-40B4-BE49-F238E27FC236}">
                  <a16:creationId xmlns:a16="http://schemas.microsoft.com/office/drawing/2014/main" id="{F26A7729-C085-E0CA-F81B-BC1D27306A5F}"/>
                </a:ext>
              </a:extLst>
            </p:cNvPr>
            <p:cNvGrpSpPr/>
            <p:nvPr/>
          </p:nvGrpSpPr>
          <p:grpSpPr>
            <a:xfrm>
              <a:off x="2886129" y="5961826"/>
              <a:ext cx="28800" cy="214330"/>
              <a:chOff x="2679872" y="3782164"/>
              <a:chExt cx="28800" cy="214330"/>
            </a:xfrm>
          </p:grpSpPr>
          <p:sp>
            <p:nvSpPr>
              <p:cNvPr id="173" name="타원 172">
                <a:extLst>
                  <a:ext uri="{FF2B5EF4-FFF2-40B4-BE49-F238E27FC236}">
                    <a16:creationId xmlns:a16="http://schemas.microsoft.com/office/drawing/2014/main" id="{BB7645D7-3BB7-D958-CB53-54650A95EE78}"/>
                  </a:ext>
                </a:extLst>
              </p:cNvPr>
              <p:cNvSpPr/>
              <p:nvPr/>
            </p:nvSpPr>
            <p:spPr>
              <a:xfrm>
                <a:off x="267987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4" name="타원 173">
                <a:extLst>
                  <a:ext uri="{FF2B5EF4-FFF2-40B4-BE49-F238E27FC236}">
                    <a16:creationId xmlns:a16="http://schemas.microsoft.com/office/drawing/2014/main" id="{115D4DA1-86DD-EF70-23A1-CF3E547B7AC6}"/>
                  </a:ext>
                </a:extLst>
              </p:cNvPr>
              <p:cNvSpPr/>
              <p:nvPr/>
            </p:nvSpPr>
            <p:spPr>
              <a:xfrm>
                <a:off x="267987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5" name="타원 174">
                <a:extLst>
                  <a:ext uri="{FF2B5EF4-FFF2-40B4-BE49-F238E27FC236}">
                    <a16:creationId xmlns:a16="http://schemas.microsoft.com/office/drawing/2014/main" id="{0B6726D6-06F3-AC60-F2F6-6CC6778A5B78}"/>
                  </a:ext>
                </a:extLst>
              </p:cNvPr>
              <p:cNvSpPr/>
              <p:nvPr/>
            </p:nvSpPr>
            <p:spPr>
              <a:xfrm>
                <a:off x="267987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9" name="그룹 168">
              <a:extLst>
                <a:ext uri="{FF2B5EF4-FFF2-40B4-BE49-F238E27FC236}">
                  <a16:creationId xmlns:a16="http://schemas.microsoft.com/office/drawing/2014/main" id="{69614960-A000-8503-E0B3-4B59872BA450}"/>
                </a:ext>
              </a:extLst>
            </p:cNvPr>
            <p:cNvGrpSpPr/>
            <p:nvPr/>
          </p:nvGrpSpPr>
          <p:grpSpPr>
            <a:xfrm>
              <a:off x="4151368" y="5961826"/>
              <a:ext cx="28800" cy="214330"/>
              <a:chOff x="4058219" y="3782164"/>
              <a:chExt cx="28800" cy="214330"/>
            </a:xfrm>
          </p:grpSpPr>
          <p:sp>
            <p:nvSpPr>
              <p:cNvPr id="170" name="타원 169">
                <a:extLst>
                  <a:ext uri="{FF2B5EF4-FFF2-40B4-BE49-F238E27FC236}">
                    <a16:creationId xmlns:a16="http://schemas.microsoft.com/office/drawing/2014/main" id="{142C74C7-6470-E2FD-00AF-9A29B497150B}"/>
                  </a:ext>
                </a:extLst>
              </p:cNvPr>
              <p:cNvSpPr/>
              <p:nvPr/>
            </p:nvSpPr>
            <p:spPr>
              <a:xfrm>
                <a:off x="4058219"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1" name="타원 170">
                <a:extLst>
                  <a:ext uri="{FF2B5EF4-FFF2-40B4-BE49-F238E27FC236}">
                    <a16:creationId xmlns:a16="http://schemas.microsoft.com/office/drawing/2014/main" id="{A4A1E6BE-E986-4B35-5E32-5D302EABA8C2}"/>
                  </a:ext>
                </a:extLst>
              </p:cNvPr>
              <p:cNvSpPr/>
              <p:nvPr/>
            </p:nvSpPr>
            <p:spPr>
              <a:xfrm>
                <a:off x="4058219"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2" name="타원 171">
                <a:extLst>
                  <a:ext uri="{FF2B5EF4-FFF2-40B4-BE49-F238E27FC236}">
                    <a16:creationId xmlns:a16="http://schemas.microsoft.com/office/drawing/2014/main" id="{FB728CEF-36E3-8489-1E40-DCD07EEBAC70}"/>
                  </a:ext>
                </a:extLst>
              </p:cNvPr>
              <p:cNvSpPr/>
              <p:nvPr/>
            </p:nvSpPr>
            <p:spPr>
              <a:xfrm>
                <a:off x="4058219"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7" name="그룹 6">
            <a:extLst>
              <a:ext uri="{FF2B5EF4-FFF2-40B4-BE49-F238E27FC236}">
                <a16:creationId xmlns:a16="http://schemas.microsoft.com/office/drawing/2014/main" id="{A5278B1D-9D77-BF46-D686-B4D0DA73301F}"/>
              </a:ext>
            </a:extLst>
          </p:cNvPr>
          <p:cNvGrpSpPr/>
          <p:nvPr/>
        </p:nvGrpSpPr>
        <p:grpSpPr>
          <a:xfrm>
            <a:off x="2002335" y="4161734"/>
            <a:ext cx="2668982" cy="839755"/>
            <a:chOff x="1482386" y="3773640"/>
            <a:chExt cx="2668982" cy="825946"/>
          </a:xfrm>
        </p:grpSpPr>
        <p:grpSp>
          <p:nvGrpSpPr>
            <p:cNvPr id="183" name="그룹 182">
              <a:extLst>
                <a:ext uri="{FF2B5EF4-FFF2-40B4-BE49-F238E27FC236}">
                  <a16:creationId xmlns:a16="http://schemas.microsoft.com/office/drawing/2014/main" id="{3B906918-6931-2D58-5531-A9331ADF331A}"/>
                </a:ext>
              </a:extLst>
            </p:cNvPr>
            <p:cNvGrpSpPr/>
            <p:nvPr/>
          </p:nvGrpSpPr>
          <p:grpSpPr>
            <a:xfrm>
              <a:off x="1482386" y="3773640"/>
              <a:ext cx="2668982" cy="218218"/>
              <a:chOff x="1482386" y="3779240"/>
              <a:chExt cx="2668982" cy="218218"/>
            </a:xfrm>
          </p:grpSpPr>
          <p:grpSp>
            <p:nvGrpSpPr>
              <p:cNvPr id="159" name="그룹 158">
                <a:extLst>
                  <a:ext uri="{FF2B5EF4-FFF2-40B4-BE49-F238E27FC236}">
                    <a16:creationId xmlns:a16="http://schemas.microsoft.com/office/drawing/2014/main" id="{B8F70ACF-872E-FFC8-AFD2-3F75BF859830}"/>
                  </a:ext>
                </a:extLst>
              </p:cNvPr>
              <p:cNvGrpSpPr/>
              <p:nvPr/>
            </p:nvGrpSpPr>
            <p:grpSpPr>
              <a:xfrm>
                <a:off x="1482386" y="3779240"/>
                <a:ext cx="28800" cy="214330"/>
                <a:chOff x="1270712" y="3782164"/>
                <a:chExt cx="28800" cy="214330"/>
              </a:xfrm>
            </p:grpSpPr>
            <p:sp>
              <p:nvSpPr>
                <p:cNvPr id="101" name="타원 100">
                  <a:extLst>
                    <a:ext uri="{FF2B5EF4-FFF2-40B4-BE49-F238E27FC236}">
                      <a16:creationId xmlns:a16="http://schemas.microsoft.com/office/drawing/2014/main" id="{89CF602A-0947-DA00-D48B-69C47219A589}"/>
                    </a:ext>
                  </a:extLst>
                </p:cNvPr>
                <p:cNvSpPr/>
                <p:nvPr/>
              </p:nvSpPr>
              <p:spPr>
                <a:xfrm>
                  <a:off x="127071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 name="타원 101">
                  <a:extLst>
                    <a:ext uri="{FF2B5EF4-FFF2-40B4-BE49-F238E27FC236}">
                      <a16:creationId xmlns:a16="http://schemas.microsoft.com/office/drawing/2014/main" id="{1EC12AFA-BA30-8A99-2F4A-14CB372D0561}"/>
                    </a:ext>
                  </a:extLst>
                </p:cNvPr>
                <p:cNvSpPr/>
                <p:nvPr/>
              </p:nvSpPr>
              <p:spPr>
                <a:xfrm>
                  <a:off x="127071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타원 102">
                  <a:extLst>
                    <a:ext uri="{FF2B5EF4-FFF2-40B4-BE49-F238E27FC236}">
                      <a16:creationId xmlns:a16="http://schemas.microsoft.com/office/drawing/2014/main" id="{73AD96BA-9F8B-016D-AEFD-D0D9AF9847C8}"/>
                    </a:ext>
                  </a:extLst>
                </p:cNvPr>
                <p:cNvSpPr/>
                <p:nvPr/>
              </p:nvSpPr>
              <p:spPr>
                <a:xfrm>
                  <a:off x="127071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0" name="그룹 159">
                <a:extLst>
                  <a:ext uri="{FF2B5EF4-FFF2-40B4-BE49-F238E27FC236}">
                    <a16:creationId xmlns:a16="http://schemas.microsoft.com/office/drawing/2014/main" id="{BF75C5AF-EEE8-C0BE-E5B3-AE7729B2E396}"/>
                  </a:ext>
                </a:extLst>
              </p:cNvPr>
              <p:cNvGrpSpPr/>
              <p:nvPr/>
            </p:nvGrpSpPr>
            <p:grpSpPr>
              <a:xfrm>
                <a:off x="2170942" y="3781364"/>
                <a:ext cx="28800" cy="214330"/>
                <a:chOff x="1996381" y="3782164"/>
                <a:chExt cx="28800" cy="214330"/>
              </a:xfrm>
            </p:grpSpPr>
            <p:sp>
              <p:nvSpPr>
                <p:cNvPr id="98" name="타원 97">
                  <a:extLst>
                    <a:ext uri="{FF2B5EF4-FFF2-40B4-BE49-F238E27FC236}">
                      <a16:creationId xmlns:a16="http://schemas.microsoft.com/office/drawing/2014/main" id="{EA1EB696-2D6D-D0E3-4B39-A9D861ECB8F3}"/>
                    </a:ext>
                  </a:extLst>
                </p:cNvPr>
                <p:cNvSpPr/>
                <p:nvPr/>
              </p:nvSpPr>
              <p:spPr>
                <a:xfrm>
                  <a:off x="1996381"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9" name="타원 98">
                  <a:extLst>
                    <a:ext uri="{FF2B5EF4-FFF2-40B4-BE49-F238E27FC236}">
                      <a16:creationId xmlns:a16="http://schemas.microsoft.com/office/drawing/2014/main" id="{AAF5EA27-5741-B231-FD1F-2A5008E38C0B}"/>
                    </a:ext>
                  </a:extLst>
                </p:cNvPr>
                <p:cNvSpPr/>
                <p:nvPr/>
              </p:nvSpPr>
              <p:spPr>
                <a:xfrm>
                  <a:off x="1996381"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0" name="타원 99">
                  <a:extLst>
                    <a:ext uri="{FF2B5EF4-FFF2-40B4-BE49-F238E27FC236}">
                      <a16:creationId xmlns:a16="http://schemas.microsoft.com/office/drawing/2014/main" id="{2C20DF23-E67D-96CC-BA9B-EB4A68FCDBA4}"/>
                    </a:ext>
                  </a:extLst>
                </p:cNvPr>
                <p:cNvSpPr/>
                <p:nvPr/>
              </p:nvSpPr>
              <p:spPr>
                <a:xfrm>
                  <a:off x="1996381"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1" name="그룹 160">
                <a:extLst>
                  <a:ext uri="{FF2B5EF4-FFF2-40B4-BE49-F238E27FC236}">
                    <a16:creationId xmlns:a16="http://schemas.microsoft.com/office/drawing/2014/main" id="{DDCA4493-EA92-635F-4783-EE2516197827}"/>
                  </a:ext>
                </a:extLst>
              </p:cNvPr>
              <p:cNvGrpSpPr/>
              <p:nvPr/>
            </p:nvGrpSpPr>
            <p:grpSpPr>
              <a:xfrm>
                <a:off x="2859498" y="3779240"/>
                <a:ext cx="28800" cy="214330"/>
                <a:chOff x="2679872" y="3782164"/>
                <a:chExt cx="28800" cy="214330"/>
              </a:xfrm>
            </p:grpSpPr>
            <p:sp>
              <p:nvSpPr>
                <p:cNvPr id="95" name="타원 94">
                  <a:extLst>
                    <a:ext uri="{FF2B5EF4-FFF2-40B4-BE49-F238E27FC236}">
                      <a16:creationId xmlns:a16="http://schemas.microsoft.com/office/drawing/2014/main" id="{25C6F044-6498-C46F-1E0D-1C94195E16D1}"/>
                    </a:ext>
                  </a:extLst>
                </p:cNvPr>
                <p:cNvSpPr/>
                <p:nvPr/>
              </p:nvSpPr>
              <p:spPr>
                <a:xfrm>
                  <a:off x="267987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6" name="타원 95">
                  <a:extLst>
                    <a:ext uri="{FF2B5EF4-FFF2-40B4-BE49-F238E27FC236}">
                      <a16:creationId xmlns:a16="http://schemas.microsoft.com/office/drawing/2014/main" id="{6643F042-DC53-DF5F-332A-120322FC2A02}"/>
                    </a:ext>
                  </a:extLst>
                </p:cNvPr>
                <p:cNvSpPr/>
                <p:nvPr/>
              </p:nvSpPr>
              <p:spPr>
                <a:xfrm>
                  <a:off x="267987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7" name="타원 96">
                  <a:extLst>
                    <a:ext uri="{FF2B5EF4-FFF2-40B4-BE49-F238E27FC236}">
                      <a16:creationId xmlns:a16="http://schemas.microsoft.com/office/drawing/2014/main" id="{B7A0DD62-2241-3D85-AC33-0FFF5E83A594}"/>
                    </a:ext>
                  </a:extLst>
                </p:cNvPr>
                <p:cNvSpPr/>
                <p:nvPr/>
              </p:nvSpPr>
              <p:spPr>
                <a:xfrm>
                  <a:off x="267987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3" name="그룹 162">
                <a:extLst>
                  <a:ext uri="{FF2B5EF4-FFF2-40B4-BE49-F238E27FC236}">
                    <a16:creationId xmlns:a16="http://schemas.microsoft.com/office/drawing/2014/main" id="{6FFD0FF7-7273-E9FF-9B53-12A621045917}"/>
                  </a:ext>
                </a:extLst>
              </p:cNvPr>
              <p:cNvGrpSpPr/>
              <p:nvPr/>
            </p:nvGrpSpPr>
            <p:grpSpPr>
              <a:xfrm>
                <a:off x="4122568" y="3783128"/>
                <a:ext cx="28800" cy="214330"/>
                <a:chOff x="4058219" y="3782164"/>
                <a:chExt cx="28800" cy="214330"/>
              </a:xfrm>
            </p:grpSpPr>
            <p:sp>
              <p:nvSpPr>
                <p:cNvPr id="89" name="타원 88">
                  <a:extLst>
                    <a:ext uri="{FF2B5EF4-FFF2-40B4-BE49-F238E27FC236}">
                      <a16:creationId xmlns:a16="http://schemas.microsoft.com/office/drawing/2014/main" id="{5263D024-E071-6690-A5BD-7B670B038AD6}"/>
                    </a:ext>
                  </a:extLst>
                </p:cNvPr>
                <p:cNvSpPr/>
                <p:nvPr/>
              </p:nvSpPr>
              <p:spPr>
                <a:xfrm>
                  <a:off x="4058219"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타원 89">
                  <a:extLst>
                    <a:ext uri="{FF2B5EF4-FFF2-40B4-BE49-F238E27FC236}">
                      <a16:creationId xmlns:a16="http://schemas.microsoft.com/office/drawing/2014/main" id="{3089EEC7-1593-EE1A-86FE-993D2028ECEC}"/>
                    </a:ext>
                  </a:extLst>
                </p:cNvPr>
                <p:cNvSpPr/>
                <p:nvPr/>
              </p:nvSpPr>
              <p:spPr>
                <a:xfrm>
                  <a:off x="4058219"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1" name="타원 90">
                  <a:extLst>
                    <a:ext uri="{FF2B5EF4-FFF2-40B4-BE49-F238E27FC236}">
                      <a16:creationId xmlns:a16="http://schemas.microsoft.com/office/drawing/2014/main" id="{FBCD0CA4-8B8C-A6F9-9812-2343E9E7E05B}"/>
                    </a:ext>
                  </a:extLst>
                </p:cNvPr>
                <p:cNvSpPr/>
                <p:nvPr/>
              </p:nvSpPr>
              <p:spPr>
                <a:xfrm>
                  <a:off x="4058219"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cxnSp>
          <p:nvCxnSpPr>
            <p:cNvPr id="207" name="직선 화살표 연결선 206">
              <a:extLst>
                <a:ext uri="{FF2B5EF4-FFF2-40B4-BE49-F238E27FC236}">
                  <a16:creationId xmlns:a16="http://schemas.microsoft.com/office/drawing/2014/main" id="{CAA3D0E7-35A8-0B16-B78E-E2072F7BC30C}"/>
                </a:ext>
              </a:extLst>
            </p:cNvPr>
            <p:cNvCxnSpPr/>
            <p:nvPr/>
          </p:nvCxnSpPr>
          <p:spPr>
            <a:xfrm>
              <a:off x="1525586" y="4279301"/>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8" name="직선 화살표 연결선 207">
              <a:extLst>
                <a:ext uri="{FF2B5EF4-FFF2-40B4-BE49-F238E27FC236}">
                  <a16:creationId xmlns:a16="http://schemas.microsoft.com/office/drawing/2014/main" id="{D3C33257-FD5A-79C9-429E-A635824C8E2E}"/>
                </a:ext>
              </a:extLst>
            </p:cNvPr>
            <p:cNvCxnSpPr/>
            <p:nvPr/>
          </p:nvCxnSpPr>
          <p:spPr>
            <a:xfrm>
              <a:off x="2212562" y="4281747"/>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9" name="직선 화살표 연결선 208">
              <a:extLst>
                <a:ext uri="{FF2B5EF4-FFF2-40B4-BE49-F238E27FC236}">
                  <a16:creationId xmlns:a16="http://schemas.microsoft.com/office/drawing/2014/main" id="{82AA99C1-28AA-13CA-DD35-E7CF75613DB2}"/>
                </a:ext>
              </a:extLst>
            </p:cNvPr>
            <p:cNvCxnSpPr/>
            <p:nvPr/>
          </p:nvCxnSpPr>
          <p:spPr>
            <a:xfrm>
              <a:off x="2886129" y="4279301"/>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10" name="직선 화살표 연결선 209">
              <a:extLst>
                <a:ext uri="{FF2B5EF4-FFF2-40B4-BE49-F238E27FC236}">
                  <a16:creationId xmlns:a16="http://schemas.microsoft.com/office/drawing/2014/main" id="{7FC09C9E-F5C5-DC40-AF9D-9A9D16A40511}"/>
                </a:ext>
              </a:extLst>
            </p:cNvPr>
            <p:cNvCxnSpPr/>
            <p:nvPr/>
          </p:nvCxnSpPr>
          <p:spPr>
            <a:xfrm>
              <a:off x="4151368" y="4279301"/>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211" name="그룹 210">
              <a:extLst>
                <a:ext uri="{FF2B5EF4-FFF2-40B4-BE49-F238E27FC236}">
                  <a16:creationId xmlns:a16="http://schemas.microsoft.com/office/drawing/2014/main" id="{5FF1F0A7-37FD-21A0-C773-8506BC905FC8}"/>
                </a:ext>
              </a:extLst>
            </p:cNvPr>
            <p:cNvGrpSpPr/>
            <p:nvPr/>
          </p:nvGrpSpPr>
          <p:grpSpPr>
            <a:xfrm rot="16200000">
              <a:off x="3495217" y="4056980"/>
              <a:ext cx="28800" cy="214330"/>
              <a:chOff x="3376562" y="3782164"/>
              <a:chExt cx="28800" cy="214330"/>
            </a:xfrm>
          </p:grpSpPr>
          <p:sp>
            <p:nvSpPr>
              <p:cNvPr id="212" name="타원 211">
                <a:extLst>
                  <a:ext uri="{FF2B5EF4-FFF2-40B4-BE49-F238E27FC236}">
                    <a16:creationId xmlns:a16="http://schemas.microsoft.com/office/drawing/2014/main" id="{7CF771F7-E532-4AE3-FFF3-7BB3229AE1C5}"/>
                  </a:ext>
                </a:extLst>
              </p:cNvPr>
              <p:cNvSpPr/>
              <p:nvPr/>
            </p:nvSpPr>
            <p:spPr>
              <a:xfrm>
                <a:off x="337656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3" name="타원 212">
                <a:extLst>
                  <a:ext uri="{FF2B5EF4-FFF2-40B4-BE49-F238E27FC236}">
                    <a16:creationId xmlns:a16="http://schemas.microsoft.com/office/drawing/2014/main" id="{52D60055-D580-5C47-94DF-1A1EF971C56C}"/>
                  </a:ext>
                </a:extLst>
              </p:cNvPr>
              <p:cNvSpPr/>
              <p:nvPr/>
            </p:nvSpPr>
            <p:spPr>
              <a:xfrm>
                <a:off x="337656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4" name="타원 213">
                <a:extLst>
                  <a:ext uri="{FF2B5EF4-FFF2-40B4-BE49-F238E27FC236}">
                    <a16:creationId xmlns:a16="http://schemas.microsoft.com/office/drawing/2014/main" id="{75342DAE-B20A-0786-C12F-7016EEBCFDB8}"/>
                  </a:ext>
                </a:extLst>
              </p:cNvPr>
              <p:cNvSpPr/>
              <p:nvPr/>
            </p:nvSpPr>
            <p:spPr>
              <a:xfrm>
                <a:off x="337656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cxnSp>
        <p:nvCxnSpPr>
          <p:cNvPr id="6" name="직선 화살표 연결선 5">
            <a:extLst>
              <a:ext uri="{FF2B5EF4-FFF2-40B4-BE49-F238E27FC236}">
                <a16:creationId xmlns:a16="http://schemas.microsoft.com/office/drawing/2014/main" id="{6565887B-5469-4600-9773-730D5E8BED02}"/>
              </a:ext>
            </a:extLst>
          </p:cNvPr>
          <p:cNvCxnSpPr>
            <a:cxnSpLocks/>
          </p:cNvCxnSpPr>
          <p:nvPr/>
        </p:nvCxnSpPr>
        <p:spPr>
          <a:xfrm flipV="1">
            <a:off x="5346405" y="6122522"/>
            <a:ext cx="0" cy="144000"/>
          </a:xfrm>
          <a:prstGeom prst="straightConnector1">
            <a:avLst/>
          </a:prstGeom>
          <a:ln w="3175">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 name="직선 화살표 연결선 7">
            <a:extLst>
              <a:ext uri="{FF2B5EF4-FFF2-40B4-BE49-F238E27FC236}">
                <a16:creationId xmlns:a16="http://schemas.microsoft.com/office/drawing/2014/main" id="{87495A81-9A51-5A82-EB60-4E94F861988A}"/>
              </a:ext>
            </a:extLst>
          </p:cNvPr>
          <p:cNvCxnSpPr>
            <a:cxnSpLocks/>
          </p:cNvCxnSpPr>
          <p:nvPr/>
        </p:nvCxnSpPr>
        <p:spPr>
          <a:xfrm flipH="1">
            <a:off x="1709940" y="8349145"/>
            <a:ext cx="3253888"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87F1C2F4-C088-4EC2-AD5B-987F4BCF7C09}"/>
              </a:ext>
            </a:extLst>
          </p:cNvPr>
          <p:cNvCxnSpPr>
            <a:cxnSpLocks/>
          </p:cNvCxnSpPr>
          <p:nvPr/>
        </p:nvCxnSpPr>
        <p:spPr>
          <a:xfrm flipH="1">
            <a:off x="5176965" y="6111929"/>
            <a:ext cx="324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4E68A6CD-A11A-52D2-0B48-B51C10A83449}"/>
              </a:ext>
            </a:extLst>
          </p:cNvPr>
          <p:cNvCxnSpPr>
            <a:cxnSpLocks/>
          </p:cNvCxnSpPr>
          <p:nvPr/>
        </p:nvCxnSpPr>
        <p:spPr>
          <a:xfrm flipV="1">
            <a:off x="5674548" y="5691289"/>
            <a:ext cx="0" cy="203400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47CD8926-F359-ADF6-BDDA-91B2740C8FC1}"/>
              </a:ext>
            </a:extLst>
          </p:cNvPr>
          <p:cNvCxnSpPr>
            <a:cxnSpLocks/>
          </p:cNvCxnSpPr>
          <p:nvPr/>
        </p:nvCxnSpPr>
        <p:spPr>
          <a:xfrm flipH="1">
            <a:off x="5286548" y="7715440"/>
            <a:ext cx="468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774AEF13-D2AB-D179-C823-A05FDC5F7289}"/>
              </a:ext>
            </a:extLst>
          </p:cNvPr>
          <p:cNvCxnSpPr>
            <a:cxnSpLocks/>
          </p:cNvCxnSpPr>
          <p:nvPr/>
        </p:nvCxnSpPr>
        <p:spPr>
          <a:xfrm flipV="1">
            <a:off x="1715620" y="8259733"/>
            <a:ext cx="0" cy="18000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0EA425F7-B112-A56E-2519-CDF4845C03B8}"/>
              </a:ext>
            </a:extLst>
          </p:cNvPr>
          <p:cNvCxnSpPr>
            <a:cxnSpLocks/>
          </p:cNvCxnSpPr>
          <p:nvPr/>
        </p:nvCxnSpPr>
        <p:spPr>
          <a:xfrm flipV="1">
            <a:off x="4961693" y="8259172"/>
            <a:ext cx="0" cy="18000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6" name="직선 화살표 연결선 25">
            <a:extLst>
              <a:ext uri="{FF2B5EF4-FFF2-40B4-BE49-F238E27FC236}">
                <a16:creationId xmlns:a16="http://schemas.microsoft.com/office/drawing/2014/main" id="{B1B9BDF9-946C-67C3-5BC5-8C1A6BF18A3D}"/>
              </a:ext>
            </a:extLst>
          </p:cNvPr>
          <p:cNvCxnSpPr>
            <a:cxnSpLocks/>
          </p:cNvCxnSpPr>
          <p:nvPr/>
        </p:nvCxnSpPr>
        <p:spPr>
          <a:xfrm flipH="1">
            <a:off x="971850" y="5681283"/>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8" name="직선 화살표 연결선 27">
            <a:extLst>
              <a:ext uri="{FF2B5EF4-FFF2-40B4-BE49-F238E27FC236}">
                <a16:creationId xmlns:a16="http://schemas.microsoft.com/office/drawing/2014/main" id="{419C204C-90CD-4A56-DFD3-B290FE6DDEBD}"/>
              </a:ext>
            </a:extLst>
          </p:cNvPr>
          <p:cNvCxnSpPr>
            <a:cxnSpLocks/>
          </p:cNvCxnSpPr>
          <p:nvPr/>
        </p:nvCxnSpPr>
        <p:spPr>
          <a:xfrm flipV="1">
            <a:off x="1061359" y="5691289"/>
            <a:ext cx="0" cy="151200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19AFAA5-CCE0-F36A-56E3-42AF3E90A6F1}"/>
              </a:ext>
            </a:extLst>
          </p:cNvPr>
          <p:cNvCxnSpPr>
            <a:cxnSpLocks/>
          </p:cNvCxnSpPr>
          <p:nvPr/>
        </p:nvCxnSpPr>
        <p:spPr>
          <a:xfrm flipH="1">
            <a:off x="971850" y="7189407"/>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5A6848BA-3E80-574B-1A1B-2AC5C9DF5940}"/>
              </a:ext>
            </a:extLst>
          </p:cNvPr>
          <p:cNvCxnSpPr>
            <a:cxnSpLocks/>
          </p:cNvCxnSpPr>
          <p:nvPr/>
        </p:nvCxnSpPr>
        <p:spPr>
          <a:xfrm flipH="1">
            <a:off x="1711781" y="5737162"/>
            <a:ext cx="3253888" cy="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7E1845B6-8FFB-CD03-53B4-642C2E95074D}"/>
              </a:ext>
            </a:extLst>
          </p:cNvPr>
          <p:cNvCxnSpPr>
            <a:cxnSpLocks/>
          </p:cNvCxnSpPr>
          <p:nvPr/>
        </p:nvCxnSpPr>
        <p:spPr>
          <a:xfrm flipH="1">
            <a:off x="1713558" y="5847195"/>
            <a:ext cx="3253888" cy="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4A8FC5C-421B-0CCC-B77E-7DD9F9F7CF22}"/>
              </a:ext>
            </a:extLst>
          </p:cNvPr>
          <p:cNvSpPr txBox="1"/>
          <p:nvPr/>
        </p:nvSpPr>
        <p:spPr>
          <a:xfrm>
            <a:off x="4998382" y="5683301"/>
            <a:ext cx="89768" cy="107722"/>
          </a:xfrm>
          <a:prstGeom prst="rect">
            <a:avLst/>
          </a:prstGeom>
          <a:noFill/>
        </p:spPr>
        <p:txBody>
          <a:bodyPr wrap="none" lIns="0" tIns="0" rIns="0" bIns="0" rtlCol="0" anchor="ctr" anchorCtr="0">
            <a:spAutoFit/>
          </a:bodyPr>
          <a:lstStyle/>
          <a:p>
            <a:r>
              <a:rPr lang="en-US" altLang="ko-KR" sz="700" dirty="0">
                <a:solidFill>
                  <a:srgbClr val="0033CC"/>
                </a:solidFill>
              </a:rPr>
              <a:t>①</a:t>
            </a:r>
            <a:endParaRPr lang="ko-KR" altLang="en-US" sz="700" dirty="0">
              <a:solidFill>
                <a:srgbClr val="0033CC"/>
              </a:solidFill>
            </a:endParaRPr>
          </a:p>
        </p:txBody>
      </p:sp>
      <p:sp>
        <p:nvSpPr>
          <p:cNvPr id="36" name="TextBox 35">
            <a:extLst>
              <a:ext uri="{FF2B5EF4-FFF2-40B4-BE49-F238E27FC236}">
                <a16:creationId xmlns:a16="http://schemas.microsoft.com/office/drawing/2014/main" id="{77040464-4D62-CECE-EEB8-09788E7888CC}"/>
              </a:ext>
            </a:extLst>
          </p:cNvPr>
          <p:cNvSpPr txBox="1"/>
          <p:nvPr/>
        </p:nvSpPr>
        <p:spPr>
          <a:xfrm>
            <a:off x="4998382" y="5797256"/>
            <a:ext cx="89768" cy="107722"/>
          </a:xfrm>
          <a:prstGeom prst="rect">
            <a:avLst/>
          </a:prstGeom>
          <a:noFill/>
        </p:spPr>
        <p:txBody>
          <a:bodyPr wrap="none" lIns="0" tIns="0" rIns="0" bIns="0" rtlCol="0" anchor="ctr" anchorCtr="0">
            <a:spAutoFit/>
          </a:bodyPr>
          <a:lstStyle/>
          <a:p>
            <a:r>
              <a:rPr lang="en-US" altLang="ko-KR" sz="700" dirty="0">
                <a:solidFill>
                  <a:srgbClr val="0033CC"/>
                </a:solidFill>
              </a:rPr>
              <a:t>②</a:t>
            </a:r>
            <a:endParaRPr lang="ko-KR" altLang="en-US" sz="700" dirty="0">
              <a:solidFill>
                <a:srgbClr val="0033CC"/>
              </a:solidFill>
            </a:endParaRPr>
          </a:p>
        </p:txBody>
      </p:sp>
      <p:cxnSp>
        <p:nvCxnSpPr>
          <p:cNvPr id="37" name="직선 화살표 연결선 36">
            <a:extLst>
              <a:ext uri="{FF2B5EF4-FFF2-40B4-BE49-F238E27FC236}">
                <a16:creationId xmlns:a16="http://schemas.microsoft.com/office/drawing/2014/main" id="{7C493183-3CF1-2EBA-5044-5F732C631957}"/>
              </a:ext>
            </a:extLst>
          </p:cNvPr>
          <p:cNvCxnSpPr>
            <a:cxnSpLocks/>
          </p:cNvCxnSpPr>
          <p:nvPr/>
        </p:nvCxnSpPr>
        <p:spPr>
          <a:xfrm flipH="1">
            <a:off x="1715620" y="7885495"/>
            <a:ext cx="3253888" cy="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41" name="그룹 40">
            <a:extLst>
              <a:ext uri="{FF2B5EF4-FFF2-40B4-BE49-F238E27FC236}">
                <a16:creationId xmlns:a16="http://schemas.microsoft.com/office/drawing/2014/main" id="{8CDD5923-A51A-5744-5EDD-2663E89FDADA}"/>
              </a:ext>
            </a:extLst>
          </p:cNvPr>
          <p:cNvGrpSpPr/>
          <p:nvPr/>
        </p:nvGrpSpPr>
        <p:grpSpPr>
          <a:xfrm>
            <a:off x="4990169" y="7839328"/>
            <a:ext cx="90000" cy="92333"/>
            <a:chOff x="6073974" y="6000329"/>
            <a:chExt cx="90000" cy="92333"/>
          </a:xfrm>
        </p:grpSpPr>
        <p:sp>
          <p:nvSpPr>
            <p:cNvPr id="39" name="TextBox 38">
              <a:extLst>
                <a:ext uri="{FF2B5EF4-FFF2-40B4-BE49-F238E27FC236}">
                  <a16:creationId xmlns:a16="http://schemas.microsoft.com/office/drawing/2014/main" id="{87601878-C6B7-1ED0-7C76-96030B132428}"/>
                </a:ext>
              </a:extLst>
            </p:cNvPr>
            <p:cNvSpPr txBox="1"/>
            <p:nvPr/>
          </p:nvSpPr>
          <p:spPr>
            <a:xfrm>
              <a:off x="6083499" y="6000329"/>
              <a:ext cx="76944" cy="92333"/>
            </a:xfrm>
            <a:prstGeom prst="rect">
              <a:avLst/>
            </a:prstGeom>
            <a:solidFill>
              <a:schemeClr val="bg1"/>
            </a:solidFill>
          </p:spPr>
          <p:txBody>
            <a:bodyPr wrap="none" lIns="0" tIns="0" rIns="0" bIns="0" rtlCol="0" anchor="ctr" anchorCtr="0">
              <a:spAutoFit/>
            </a:bodyPr>
            <a:lstStyle/>
            <a:p>
              <a:r>
                <a:rPr lang="en-US" altLang="ko-KR" sz="600" dirty="0">
                  <a:solidFill>
                    <a:srgbClr val="0033CC"/>
                  </a:solidFill>
                </a:rPr>
                <a:t>39</a:t>
              </a:r>
              <a:endParaRPr lang="ko-KR" altLang="en-US" sz="600" dirty="0">
                <a:solidFill>
                  <a:srgbClr val="0033CC"/>
                </a:solidFill>
              </a:endParaRPr>
            </a:p>
          </p:txBody>
        </p:sp>
        <p:sp>
          <p:nvSpPr>
            <p:cNvPr id="40" name="타원 39">
              <a:extLst>
                <a:ext uri="{FF2B5EF4-FFF2-40B4-BE49-F238E27FC236}">
                  <a16:creationId xmlns:a16="http://schemas.microsoft.com/office/drawing/2014/main" id="{D3E7AB39-2317-6B86-F199-DAC11431E556}"/>
                </a:ext>
              </a:extLst>
            </p:cNvPr>
            <p:cNvSpPr/>
            <p:nvPr/>
          </p:nvSpPr>
          <p:spPr>
            <a:xfrm>
              <a:off x="6073974" y="6000329"/>
              <a:ext cx="90000" cy="90000"/>
            </a:xfrm>
            <a:prstGeom prst="ellipse">
              <a:avLst/>
            </a:prstGeom>
            <a:noFill/>
            <a:ln w="3175">
              <a:solidFill>
                <a:srgbClr val="0033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42" name="TextBox 41">
            <a:extLst>
              <a:ext uri="{FF2B5EF4-FFF2-40B4-BE49-F238E27FC236}">
                <a16:creationId xmlns:a16="http://schemas.microsoft.com/office/drawing/2014/main" id="{6A03681D-92EC-38F1-E8C6-E5CCBF2CDC50}"/>
              </a:ext>
            </a:extLst>
          </p:cNvPr>
          <p:cNvSpPr txBox="1"/>
          <p:nvPr/>
        </p:nvSpPr>
        <p:spPr>
          <a:xfrm rot="16200000">
            <a:off x="879563" y="6306738"/>
            <a:ext cx="383117" cy="180434"/>
          </a:xfrm>
          <a:prstGeom prst="rect">
            <a:avLst/>
          </a:prstGeom>
          <a:solidFill>
            <a:schemeClr val="bg1"/>
          </a:solidFill>
        </p:spPr>
        <p:txBody>
          <a:bodyPr wrap="none" lIns="0" tIns="0" rIns="0" bIns="0" rtlCol="0" anchor="ctr" anchorCtr="0">
            <a:spAutoFit/>
          </a:bodyPr>
          <a:lstStyle/>
          <a:p>
            <a:pPr algn="ctr">
              <a:lnSpc>
                <a:spcPts val="700"/>
              </a:lnSpc>
            </a:pPr>
            <a:r>
              <a:rPr lang="en-US" altLang="ko-KR" sz="800" dirty="0">
                <a:latin typeface="Arial" panose="020B0604020202020204" pitchFamily="34" charset="0"/>
                <a:cs typeface="Arial" panose="020B0604020202020204" pitchFamily="34" charset="0"/>
              </a:rPr>
              <a:t>Physical</a:t>
            </a:r>
          </a:p>
          <a:p>
            <a:pPr algn="ctr">
              <a:lnSpc>
                <a:spcPts val="700"/>
              </a:lnSpc>
            </a:pPr>
            <a:r>
              <a:rPr lang="en-US" altLang="ko-KR" sz="800" dirty="0">
                <a:latin typeface="Arial" panose="020B0604020202020204" pitchFamily="34" charset="0"/>
                <a:cs typeface="Arial" panose="020B0604020202020204" pitchFamily="34" charset="0"/>
              </a:rPr>
              <a:t>size</a:t>
            </a:r>
            <a:endParaRPr lang="ko-KR" altLang="en-US" sz="800" dirty="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810D2194-33CA-20A6-96E2-8C76EEA20762}"/>
              </a:ext>
            </a:extLst>
          </p:cNvPr>
          <p:cNvSpPr txBox="1"/>
          <p:nvPr/>
        </p:nvSpPr>
        <p:spPr>
          <a:xfrm>
            <a:off x="5137848" y="5453208"/>
            <a:ext cx="987450"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DAISIED_DEV_CH_SIZE= 4</a:t>
            </a:r>
            <a:endParaRPr lang="ko-KR" altLang="en-US" sz="600" dirty="0">
              <a:latin typeface="Arial" panose="020B0604020202020204" pitchFamily="34" charset="0"/>
              <a:cs typeface="Arial" panose="020B0604020202020204" pitchFamily="34" charset="0"/>
            </a:endParaRPr>
          </a:p>
        </p:txBody>
      </p:sp>
      <p:cxnSp>
        <p:nvCxnSpPr>
          <p:cNvPr id="44" name="직선 화살표 연결선 43">
            <a:extLst>
              <a:ext uri="{FF2B5EF4-FFF2-40B4-BE49-F238E27FC236}">
                <a16:creationId xmlns:a16="http://schemas.microsoft.com/office/drawing/2014/main" id="{B9F7E985-59A7-6CEA-2E98-3CC1C38ECA7C}"/>
              </a:ext>
            </a:extLst>
          </p:cNvPr>
          <p:cNvCxnSpPr>
            <a:cxnSpLocks/>
          </p:cNvCxnSpPr>
          <p:nvPr/>
        </p:nvCxnSpPr>
        <p:spPr>
          <a:xfrm flipV="1">
            <a:off x="5350457" y="5550908"/>
            <a:ext cx="0" cy="144000"/>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E01C6FD0-545F-842D-027A-4BE8B52DAF44}"/>
              </a:ext>
            </a:extLst>
          </p:cNvPr>
          <p:cNvSpPr txBox="1"/>
          <p:nvPr/>
        </p:nvSpPr>
        <p:spPr>
          <a:xfrm rot="16200000">
            <a:off x="5267178" y="6673126"/>
            <a:ext cx="799899" cy="89768"/>
          </a:xfrm>
          <a:prstGeom prst="rect">
            <a:avLst/>
          </a:prstGeom>
          <a:solidFill>
            <a:schemeClr val="bg1"/>
          </a:solidFill>
        </p:spPr>
        <p:txBody>
          <a:bodyPr wrap="none" lIns="0" tIns="0" rIns="0" bIns="0" rtlCol="0" anchor="ctr" anchorCtr="0">
            <a:spAutoFit/>
          </a:bodyPr>
          <a:lstStyle/>
          <a:p>
            <a:pPr algn="ctr">
              <a:lnSpc>
                <a:spcPts val="700"/>
              </a:lnSpc>
            </a:pPr>
            <a:r>
              <a:rPr lang="en-US" altLang="ko-KR" sz="600" dirty="0">
                <a:latin typeface="Arial" panose="020B0604020202020204" pitchFamily="34" charset="0"/>
                <a:cs typeface="Arial" panose="020B0604020202020204" pitchFamily="34" charset="0"/>
              </a:rPr>
              <a:t>BLOCK_SIZE_CHx=37</a:t>
            </a:r>
          </a:p>
        </p:txBody>
      </p:sp>
      <p:sp>
        <p:nvSpPr>
          <p:cNvPr id="54" name="TextBox 53">
            <a:extLst>
              <a:ext uri="{FF2B5EF4-FFF2-40B4-BE49-F238E27FC236}">
                <a16:creationId xmlns:a16="http://schemas.microsoft.com/office/drawing/2014/main" id="{F5F358D4-0F9C-2B2A-40DA-A8AC1DDA0861}"/>
              </a:ext>
            </a:extLst>
          </p:cNvPr>
          <p:cNvSpPr txBox="1"/>
          <p:nvPr/>
        </p:nvSpPr>
        <p:spPr>
          <a:xfrm>
            <a:off x="3192933" y="8302887"/>
            <a:ext cx="429605"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CH_SIZE= x</a:t>
            </a:r>
            <a:endParaRPr lang="ko-KR" altLang="en-US" sz="600" dirty="0">
              <a:latin typeface="Arial" panose="020B0604020202020204" pitchFamily="34" charset="0"/>
              <a:cs typeface="Arial" panose="020B0604020202020204" pitchFamily="34" charset="0"/>
            </a:endParaRPr>
          </a:p>
        </p:txBody>
      </p:sp>
      <p:cxnSp>
        <p:nvCxnSpPr>
          <p:cNvPr id="10" name="직선 화살표 연결선 9">
            <a:extLst>
              <a:ext uri="{FF2B5EF4-FFF2-40B4-BE49-F238E27FC236}">
                <a16:creationId xmlns:a16="http://schemas.microsoft.com/office/drawing/2014/main" id="{8E42E874-20F9-0C59-71E7-2283FA677AEE}"/>
              </a:ext>
            </a:extLst>
          </p:cNvPr>
          <p:cNvCxnSpPr>
            <a:cxnSpLocks/>
          </p:cNvCxnSpPr>
          <p:nvPr/>
        </p:nvCxnSpPr>
        <p:spPr>
          <a:xfrm flipH="1">
            <a:off x="5171248" y="5679701"/>
            <a:ext cx="324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927259F2-A131-3ABD-C6A5-967571459F40}"/>
              </a:ext>
            </a:extLst>
          </p:cNvPr>
          <p:cNvCxnSpPr>
            <a:cxnSpLocks/>
          </p:cNvCxnSpPr>
          <p:nvPr/>
        </p:nvCxnSpPr>
        <p:spPr>
          <a:xfrm flipH="1">
            <a:off x="5587580" y="5685259"/>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ED0E44D-2F5F-56B3-0E82-20EAB2AF8871}"/>
              </a:ext>
            </a:extLst>
          </p:cNvPr>
          <p:cNvSpPr txBox="1"/>
          <p:nvPr/>
        </p:nvSpPr>
        <p:spPr>
          <a:xfrm>
            <a:off x="2349239" y="8691647"/>
            <a:ext cx="2620269"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16. The example of Local dimming Data-transfer</a:t>
            </a:r>
          </a:p>
        </p:txBody>
      </p:sp>
      <p:sp>
        <p:nvSpPr>
          <p:cNvPr id="17" name="TextBox 16">
            <a:extLst>
              <a:ext uri="{FF2B5EF4-FFF2-40B4-BE49-F238E27FC236}">
                <a16:creationId xmlns:a16="http://schemas.microsoft.com/office/drawing/2014/main" id="{75AF3792-A816-ACCD-10F3-EC86C50EE592}"/>
              </a:ext>
            </a:extLst>
          </p:cNvPr>
          <p:cNvSpPr txBox="1"/>
          <p:nvPr/>
        </p:nvSpPr>
        <p:spPr>
          <a:xfrm>
            <a:off x="425119" y="827629"/>
            <a:ext cx="6108426"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73DC363-4C08-7045-DBC1-147685D27014}"/>
              </a:ext>
            </a:extLst>
          </p:cNvPr>
          <p:cNvSpPr txBox="1"/>
          <p:nvPr/>
        </p:nvSpPr>
        <p:spPr>
          <a:xfrm>
            <a:off x="404813" y="1612565"/>
            <a:ext cx="6048622" cy="1523494"/>
          </a:xfrm>
          <a:prstGeom prst="rect">
            <a:avLst/>
          </a:prstGeom>
          <a:noFill/>
        </p:spPr>
        <p:txBody>
          <a:bodyPr wrap="square" lIns="0" tIns="0" rIns="0" bIns="0" rtlCol="0">
            <a:spAutoFit/>
          </a:bodyPr>
          <a:lstStyle/>
          <a:p>
            <a:pPr algn="just"/>
            <a:r>
              <a:rPr lang="en-US" altLang="ko-KR" sz="900" b="0" i="0" dirty="0">
                <a:solidFill>
                  <a:srgbClr val="000000"/>
                </a:solidFill>
                <a:effectLst/>
                <a:latin typeface="Arial" panose="020B0604020202020204" pitchFamily="34" charset="0"/>
                <a:cs typeface="Arial" panose="020B0604020202020204" pitchFamily="34" charset="0"/>
              </a:rPr>
              <a:t>The below example shows how to set </a:t>
            </a:r>
            <a:r>
              <a:rPr lang="en-US" altLang="ko-KR" sz="900" dirty="0">
                <a:solidFill>
                  <a:srgbClr val="000000"/>
                </a:solidFill>
                <a:latin typeface="Arial" panose="020B0604020202020204" pitchFamily="34" charset="0"/>
                <a:cs typeface="Arial" panose="020B0604020202020204" pitchFamily="34" charset="0"/>
              </a:rPr>
              <a:t>properly </a:t>
            </a:r>
            <a:r>
              <a:rPr lang="en-US" altLang="ko-KR" sz="900" b="0" i="0" dirty="0">
                <a:solidFill>
                  <a:srgbClr val="000000"/>
                </a:solidFill>
                <a:effectLst/>
                <a:latin typeface="Arial" panose="020B0604020202020204" pitchFamily="34" charset="0"/>
                <a:cs typeface="Arial" panose="020B0604020202020204" pitchFamily="34" charset="0"/>
              </a:rPr>
              <a:t>the registers relevant to the Local Dimming </a:t>
            </a:r>
            <a:r>
              <a:rPr lang="en-US" altLang="ko-KR" sz="900" dirty="0">
                <a:solidFill>
                  <a:srgbClr val="000000"/>
                </a:solidFill>
                <a:latin typeface="Arial" panose="020B0604020202020204" pitchFamily="34" charset="0"/>
                <a:cs typeface="Arial" panose="020B0604020202020204" pitchFamily="34" charset="0"/>
              </a:rPr>
              <a:t>d</a:t>
            </a:r>
            <a:r>
              <a:rPr lang="en-US" altLang="ko-KR" sz="900" b="0" i="0" dirty="0">
                <a:solidFill>
                  <a:srgbClr val="000000"/>
                </a:solidFill>
                <a:effectLst/>
                <a:latin typeface="Arial" panose="020B0604020202020204" pitchFamily="34" charset="0"/>
                <a:cs typeface="Arial" panose="020B0604020202020204" pitchFamily="34" charset="0"/>
              </a:rPr>
              <a:t>ata transfer. </a:t>
            </a:r>
            <a:r>
              <a:rPr lang="en-US" altLang="ko-KR" sz="900" dirty="0">
                <a:solidFill>
                  <a:srgbClr val="000000"/>
                </a:solidFill>
                <a:latin typeface="Arial" panose="020B0604020202020204" pitchFamily="34" charset="0"/>
                <a:cs typeface="Arial" panose="020B0604020202020204" pitchFamily="34" charset="0"/>
              </a:rPr>
              <a:t>The CH_SIZE of the CHANNEL ENABLE 2 register determines how many channels among a total of 24 channels of XC-24 will be activated, and if 20 channels will be used, then the CH_SIZE is 0x14 and available channels become from the channel 1 to channel 20, so it should be careful that t</a:t>
            </a:r>
            <a:r>
              <a:rPr lang="en-US" altLang="ko-KR" sz="900" b="0" i="0" dirty="0">
                <a:solidFill>
                  <a:srgbClr val="000000"/>
                </a:solidFill>
                <a:effectLst/>
                <a:latin typeface="Arial" panose="020B0604020202020204" pitchFamily="34" charset="0"/>
                <a:cs typeface="Arial" panose="020B0604020202020204" pitchFamily="34" charset="0"/>
              </a:rPr>
              <a:t>he order of channels to be selected must be a direction that sequentially increases from 1 to 24.</a:t>
            </a:r>
            <a:r>
              <a:rPr lang="en-US" altLang="ko-KR" sz="900" dirty="0">
                <a:solidFill>
                  <a:srgbClr val="000000"/>
                </a:solidFill>
                <a:latin typeface="Arial" panose="020B0604020202020204" pitchFamily="34" charset="0"/>
                <a:cs typeface="Arial" panose="020B0604020202020204" pitchFamily="34" charset="0"/>
              </a:rPr>
              <a:t> </a:t>
            </a:r>
            <a:r>
              <a:rPr lang="en-US" altLang="ko-KR" sz="900" b="0" i="0" dirty="0">
                <a:solidFill>
                  <a:srgbClr val="000000"/>
                </a:solidFill>
                <a:effectLst/>
                <a:latin typeface="Arial" panose="020B0604020202020204" pitchFamily="34" charset="0"/>
                <a:cs typeface="Arial" panose="020B0604020202020204" pitchFamily="34" charset="0"/>
              </a:rPr>
              <a:t>The DAISY_SIZE_CHx of </a:t>
            </a:r>
            <a:r>
              <a:rPr lang="en-US" altLang="ko-KR" sz="900" dirty="0">
                <a:solidFill>
                  <a:srgbClr val="000000"/>
                </a:solidFill>
                <a:latin typeface="Arial" panose="020B0604020202020204" pitchFamily="34" charset="0"/>
                <a:cs typeface="Arial" panose="020B0604020202020204" pitchFamily="34" charset="0"/>
              </a:rPr>
              <a:t>the DAISY SIZE registers determines how many XD-12 devices will be daisied in the channel x, and if 10 XD-12 devices are daisied in a channel x, then the DAISY_ SIZE_CHx should be set to 0xA.  The DAISIED_DEV_CH_SIZE determines how many channels of the XD-12 will be used, so if the value is 0x4, the XD-12 devices daisied in a channel x will capture only 4 LD data and then bypass the flowing LD data streams to the next XD-12 devices and the remainder of the multiples of 4 be delivered lastly to a las XD-12 device. It should be careful that all devices except for the last device must have the same value of DAISIED_ DEV_CH_SIZE. The BLOCK_SIZE_CHx determines the total number of LD data to be transferred to a channel x.</a:t>
            </a:r>
          </a:p>
        </p:txBody>
      </p:sp>
      <p:sp>
        <p:nvSpPr>
          <p:cNvPr id="20" name="TextBox 19">
            <a:extLst>
              <a:ext uri="{FF2B5EF4-FFF2-40B4-BE49-F238E27FC236}">
                <a16:creationId xmlns:a16="http://schemas.microsoft.com/office/drawing/2014/main" id="{0AF37273-95F8-87A2-E5DA-FE8AA03AEC2C}"/>
              </a:ext>
            </a:extLst>
          </p:cNvPr>
          <p:cNvSpPr txBox="1"/>
          <p:nvPr/>
        </p:nvSpPr>
        <p:spPr>
          <a:xfrm>
            <a:off x="404811" y="1266807"/>
            <a:ext cx="603964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 Dimming data transfer </a:t>
            </a:r>
          </a:p>
        </p:txBody>
      </p:sp>
      <p:sp>
        <p:nvSpPr>
          <p:cNvPr id="24" name="TextBox 23">
            <a:extLst>
              <a:ext uri="{FF2B5EF4-FFF2-40B4-BE49-F238E27FC236}">
                <a16:creationId xmlns:a16="http://schemas.microsoft.com/office/drawing/2014/main" id="{02CFF9F9-7FF2-8AA2-EBA1-D907C1B4CCF7}"/>
              </a:ext>
            </a:extLst>
          </p:cNvPr>
          <p:cNvSpPr txBox="1"/>
          <p:nvPr/>
        </p:nvSpPr>
        <p:spPr>
          <a:xfrm>
            <a:off x="5023519" y="7784928"/>
            <a:ext cx="1733167" cy="200055"/>
          </a:xfrm>
          <a:prstGeom prst="rect">
            <a:avLst/>
          </a:prstGeom>
          <a:noFill/>
        </p:spPr>
        <p:txBody>
          <a:bodyPr wrap="none" rtlCol="0">
            <a:spAutoFit/>
          </a:bodyPr>
          <a:lstStyle/>
          <a:p>
            <a:r>
              <a:rPr lang="en-US" altLang="ko-KR" sz="700" dirty="0">
                <a:solidFill>
                  <a:srgbClr val="0033CC"/>
                </a:solidFill>
              </a:rPr>
              <a:t>SPI transfer data sequence and direction</a:t>
            </a:r>
            <a:endParaRPr lang="ko-KR" altLang="en-US" sz="700" dirty="0">
              <a:solidFill>
                <a:srgbClr val="0033CC"/>
              </a:solidFill>
            </a:endParaRPr>
          </a:p>
        </p:txBody>
      </p:sp>
      <p:cxnSp>
        <p:nvCxnSpPr>
          <p:cNvPr id="5" name="직선 화살표 연결선 4">
            <a:extLst>
              <a:ext uri="{FF2B5EF4-FFF2-40B4-BE49-F238E27FC236}">
                <a16:creationId xmlns:a16="http://schemas.microsoft.com/office/drawing/2014/main" id="{3A7930B7-B72E-AF70-B91C-8A4EE59CC0BD}"/>
              </a:ext>
            </a:extLst>
          </p:cNvPr>
          <p:cNvCxnSpPr>
            <a:cxnSpLocks/>
          </p:cNvCxnSpPr>
          <p:nvPr/>
        </p:nvCxnSpPr>
        <p:spPr>
          <a:xfrm flipH="1">
            <a:off x="5165489" y="4670380"/>
            <a:ext cx="324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827F1AD3-B9B8-D3A5-948B-AEC768D9DE88}"/>
              </a:ext>
            </a:extLst>
          </p:cNvPr>
          <p:cNvCxnSpPr>
            <a:cxnSpLocks/>
          </p:cNvCxnSpPr>
          <p:nvPr/>
        </p:nvCxnSpPr>
        <p:spPr>
          <a:xfrm flipH="1">
            <a:off x="5165489" y="3605806"/>
            <a:ext cx="324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B7852F34-81E6-02FD-FA89-E509F67FAFBF}"/>
              </a:ext>
            </a:extLst>
          </p:cNvPr>
          <p:cNvCxnSpPr>
            <a:cxnSpLocks/>
          </p:cNvCxnSpPr>
          <p:nvPr/>
        </p:nvCxnSpPr>
        <p:spPr>
          <a:xfrm flipV="1">
            <a:off x="5344698" y="3621013"/>
            <a:ext cx="0" cy="104400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A2E7F3D-E2C0-6D4D-BD37-82F9DAAAEB37}"/>
              </a:ext>
            </a:extLst>
          </p:cNvPr>
          <p:cNvSpPr txBox="1"/>
          <p:nvPr/>
        </p:nvSpPr>
        <p:spPr>
          <a:xfrm>
            <a:off x="5274494" y="4059495"/>
            <a:ext cx="769441"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DAISY_SIZE_CHx=10</a:t>
            </a:r>
            <a:endParaRPr lang="ko-KR" altLang="en-US" sz="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0047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7" name="TextBox 36">
            <a:extLst>
              <a:ext uri="{FF2B5EF4-FFF2-40B4-BE49-F238E27FC236}">
                <a16:creationId xmlns:a16="http://schemas.microsoft.com/office/drawing/2014/main" id="{99D9A718-EAE2-4D8C-B8BD-17D024CE14FF}"/>
              </a:ext>
            </a:extLst>
          </p:cNvPr>
          <p:cNvSpPr txBox="1"/>
          <p:nvPr/>
        </p:nvSpPr>
        <p:spPr>
          <a:xfrm>
            <a:off x="399474" y="882048"/>
            <a:ext cx="5843907" cy="800219"/>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3. Register Map</a:t>
            </a:r>
          </a:p>
          <a:p>
            <a:endParaRPr lang="en-US" altLang="ko-KR" sz="1400" b="1" dirty="0">
              <a:latin typeface="Arial" panose="020B0604020202020204" pitchFamily="34" charset="0"/>
              <a:cs typeface="Arial" panose="020B0604020202020204" pitchFamily="34" charset="0"/>
            </a:endParaRPr>
          </a:p>
          <a:p>
            <a:r>
              <a:rPr lang="en-US" altLang="ko-KR" sz="900" dirty="0">
                <a:latin typeface="Arial" panose="020B0604020202020204" pitchFamily="34" charset="0"/>
                <a:cs typeface="Arial" panose="020B0604020202020204" pitchFamily="34" charset="0"/>
              </a:rPr>
              <a:t>The SPI interface protocol consists of two segments, the command 16-bit followed by the register’s data 16-bit or</a:t>
            </a:r>
          </a:p>
          <a:p>
            <a:r>
              <a:rPr lang="en-US" altLang="ko-KR" sz="900" dirty="0">
                <a:latin typeface="Arial" panose="020B0604020202020204" pitchFamily="34" charset="0"/>
                <a:cs typeface="Arial" panose="020B0604020202020204" pitchFamily="34" charset="0"/>
              </a:rPr>
              <a:t>a series of local dimming data.</a:t>
            </a: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140B973-0CBD-8BE5-5095-9987DC20C610}"/>
              </a:ext>
            </a:extLst>
          </p:cNvPr>
          <p:cNvSpPr txBox="1"/>
          <p:nvPr/>
        </p:nvSpPr>
        <p:spPr>
          <a:xfrm>
            <a:off x="399464" y="1922198"/>
            <a:ext cx="157671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Command format</a:t>
            </a:r>
          </a:p>
        </p:txBody>
      </p:sp>
      <p:graphicFrame>
        <p:nvGraphicFramePr>
          <p:cNvPr id="6" name="표 5">
            <a:extLst>
              <a:ext uri="{FF2B5EF4-FFF2-40B4-BE49-F238E27FC236}">
                <a16:creationId xmlns:a16="http://schemas.microsoft.com/office/drawing/2014/main" id="{DF9A5432-80A7-BD92-A9F2-A588E3992DEE}"/>
              </a:ext>
            </a:extLst>
          </p:cNvPr>
          <p:cNvGraphicFramePr>
            <a:graphicFrameLocks noGrp="1"/>
          </p:cNvGraphicFramePr>
          <p:nvPr>
            <p:extLst>
              <p:ext uri="{D42A27DB-BD31-4B8C-83A1-F6EECF244321}">
                <p14:modId xmlns:p14="http://schemas.microsoft.com/office/powerpoint/2010/main" val="4069215505"/>
              </p:ext>
            </p:extLst>
          </p:nvPr>
        </p:nvGraphicFramePr>
        <p:xfrm>
          <a:off x="399458" y="2238120"/>
          <a:ext cx="6163260" cy="372600"/>
        </p:xfrm>
        <a:graphic>
          <a:graphicData uri="http://schemas.openxmlformats.org/drawingml/2006/table">
            <a:tbl>
              <a:tblPr firstRow="1" bandRow="1">
                <a:tableStyleId>{5C22544A-7EE6-4342-B048-85BDC9FD1C3A}</a:tableStyleId>
              </a:tblPr>
              <a:tblGrid>
                <a:gridCol w="397813">
                  <a:extLst>
                    <a:ext uri="{9D8B030D-6E8A-4147-A177-3AD203B41FA5}">
                      <a16:colId xmlns:a16="http://schemas.microsoft.com/office/drawing/2014/main" val="4293411712"/>
                    </a:ext>
                  </a:extLst>
                </a:gridCol>
                <a:gridCol w="435178">
                  <a:extLst>
                    <a:ext uri="{9D8B030D-6E8A-4147-A177-3AD203B41FA5}">
                      <a16:colId xmlns:a16="http://schemas.microsoft.com/office/drawing/2014/main" val="657570846"/>
                    </a:ext>
                  </a:extLst>
                </a:gridCol>
                <a:gridCol w="360448">
                  <a:extLst>
                    <a:ext uri="{9D8B030D-6E8A-4147-A177-3AD203B41FA5}">
                      <a16:colId xmlns:a16="http://schemas.microsoft.com/office/drawing/2014/main" val="3259894497"/>
                    </a:ext>
                  </a:extLst>
                </a:gridCol>
                <a:gridCol w="397813">
                  <a:extLst>
                    <a:ext uri="{9D8B030D-6E8A-4147-A177-3AD203B41FA5}">
                      <a16:colId xmlns:a16="http://schemas.microsoft.com/office/drawing/2014/main" val="4170535043"/>
                    </a:ext>
                  </a:extLst>
                </a:gridCol>
                <a:gridCol w="397813">
                  <a:extLst>
                    <a:ext uri="{9D8B030D-6E8A-4147-A177-3AD203B41FA5}">
                      <a16:colId xmlns:a16="http://schemas.microsoft.com/office/drawing/2014/main" val="2079070694"/>
                    </a:ext>
                  </a:extLst>
                </a:gridCol>
                <a:gridCol w="397813">
                  <a:extLst>
                    <a:ext uri="{9D8B030D-6E8A-4147-A177-3AD203B41FA5}">
                      <a16:colId xmlns:a16="http://schemas.microsoft.com/office/drawing/2014/main" val="4213315911"/>
                    </a:ext>
                  </a:extLst>
                </a:gridCol>
                <a:gridCol w="372882">
                  <a:extLst>
                    <a:ext uri="{9D8B030D-6E8A-4147-A177-3AD203B41FA5}">
                      <a16:colId xmlns:a16="http://schemas.microsoft.com/office/drawing/2014/main" val="2769999950"/>
                    </a:ext>
                  </a:extLst>
                </a:gridCol>
                <a:gridCol w="372882">
                  <a:extLst>
                    <a:ext uri="{9D8B030D-6E8A-4147-A177-3AD203B41FA5}">
                      <a16:colId xmlns:a16="http://schemas.microsoft.com/office/drawing/2014/main" val="135637185"/>
                    </a:ext>
                  </a:extLst>
                </a:gridCol>
                <a:gridCol w="377345">
                  <a:extLst>
                    <a:ext uri="{9D8B030D-6E8A-4147-A177-3AD203B41FA5}">
                      <a16:colId xmlns:a16="http://schemas.microsoft.com/office/drawing/2014/main" val="3038050475"/>
                    </a:ext>
                  </a:extLst>
                </a:gridCol>
                <a:gridCol w="372882">
                  <a:extLst>
                    <a:ext uri="{9D8B030D-6E8A-4147-A177-3AD203B41FA5}">
                      <a16:colId xmlns:a16="http://schemas.microsoft.com/office/drawing/2014/main" val="1979433044"/>
                    </a:ext>
                  </a:extLst>
                </a:gridCol>
                <a:gridCol w="390570">
                  <a:extLst>
                    <a:ext uri="{9D8B030D-6E8A-4147-A177-3AD203B41FA5}">
                      <a16:colId xmlns:a16="http://schemas.microsoft.com/office/drawing/2014/main" val="4270661649"/>
                    </a:ext>
                  </a:extLst>
                </a:gridCol>
                <a:gridCol w="372882">
                  <a:extLst>
                    <a:ext uri="{9D8B030D-6E8A-4147-A177-3AD203B41FA5}">
                      <a16:colId xmlns:a16="http://schemas.microsoft.com/office/drawing/2014/main" val="3027041370"/>
                    </a:ext>
                  </a:extLst>
                </a:gridCol>
                <a:gridCol w="372882">
                  <a:extLst>
                    <a:ext uri="{9D8B030D-6E8A-4147-A177-3AD203B41FA5}">
                      <a16:colId xmlns:a16="http://schemas.microsoft.com/office/drawing/2014/main" val="2852526216"/>
                    </a:ext>
                  </a:extLst>
                </a:gridCol>
                <a:gridCol w="372882">
                  <a:extLst>
                    <a:ext uri="{9D8B030D-6E8A-4147-A177-3AD203B41FA5}">
                      <a16:colId xmlns:a16="http://schemas.microsoft.com/office/drawing/2014/main" val="103420222"/>
                    </a:ext>
                  </a:extLst>
                </a:gridCol>
                <a:gridCol w="398293">
                  <a:extLst>
                    <a:ext uri="{9D8B030D-6E8A-4147-A177-3AD203B41FA5}">
                      <a16:colId xmlns:a16="http://schemas.microsoft.com/office/drawing/2014/main" val="1470405609"/>
                    </a:ext>
                  </a:extLst>
                </a:gridCol>
                <a:gridCol w="37288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COMMAND CODE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 ADDRESS [7:0]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BURST SIZE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4042460275"/>
              </p:ext>
            </p:extLst>
          </p:nvPr>
        </p:nvGraphicFramePr>
        <p:xfrm>
          <a:off x="399461" y="2837239"/>
          <a:ext cx="6163257" cy="2130108"/>
        </p:xfrm>
        <a:graphic>
          <a:graphicData uri="http://schemas.openxmlformats.org/drawingml/2006/table">
            <a:tbl>
              <a:tblPr firstRow="1" bandRow="1">
                <a:tableStyleId>{5C22544A-7EE6-4342-B048-85BDC9FD1C3A}</a:tableStyleId>
              </a:tblPr>
              <a:tblGrid>
                <a:gridCol w="419930">
                  <a:extLst>
                    <a:ext uri="{9D8B030D-6E8A-4147-A177-3AD203B41FA5}">
                      <a16:colId xmlns:a16="http://schemas.microsoft.com/office/drawing/2014/main" val="4170535043"/>
                    </a:ext>
                  </a:extLst>
                </a:gridCol>
                <a:gridCol w="1335432">
                  <a:extLst>
                    <a:ext uri="{9D8B030D-6E8A-4147-A177-3AD203B41FA5}">
                      <a16:colId xmlns:a16="http://schemas.microsoft.com/office/drawing/2014/main" val="2079070694"/>
                    </a:ext>
                  </a:extLst>
                </a:gridCol>
                <a:gridCol w="4407895">
                  <a:extLst>
                    <a:ext uri="{9D8B030D-6E8A-4147-A177-3AD203B41FA5}">
                      <a16:colId xmlns:a16="http://schemas.microsoft.com/office/drawing/2014/main" val="32595803"/>
                    </a:ext>
                  </a:extLst>
                </a:gridCol>
              </a:tblGrid>
              <a:tr h="2896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30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15:14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COMMAND CODE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2’b00 :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2’b01 : Register Read.</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2’b10 : Register Write.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2’b11 : Local dimming data transfer.</a:t>
                      </a: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8962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 ADDRESS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start address of registers to access.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47955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BURST 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Amount of data to transfer or receive.</a:t>
                      </a: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In case of accessing the registers, the number 1 means one packet of 16-bit data. In case of transferring the Local dimming data, the number 1 means one packet of (LD size * enabled channel numbers). The LD size and enabled channel numbers depend on the LD_WIDTH[1:0]  and its bits of CHANNEL ENABLE 1 and 2 registers.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8980109"/>
                  </a:ext>
                </a:extLst>
              </a:tr>
            </a:tbl>
          </a:graphicData>
        </a:graphic>
      </p:graphicFrame>
      <p:sp>
        <p:nvSpPr>
          <p:cNvPr id="14" name="TextBox 13">
            <a:extLst>
              <a:ext uri="{FF2B5EF4-FFF2-40B4-BE49-F238E27FC236}">
                <a16:creationId xmlns:a16="http://schemas.microsoft.com/office/drawing/2014/main" id="{3D8C3185-BE43-7CDF-076B-0AF0C87A4106}"/>
              </a:ext>
            </a:extLst>
          </p:cNvPr>
          <p:cNvSpPr txBox="1"/>
          <p:nvPr/>
        </p:nvSpPr>
        <p:spPr>
          <a:xfrm>
            <a:off x="399461" y="5486714"/>
            <a:ext cx="1087798"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Data format</a:t>
            </a:r>
          </a:p>
        </p:txBody>
      </p:sp>
      <p:graphicFrame>
        <p:nvGraphicFramePr>
          <p:cNvPr id="16" name="표 15">
            <a:extLst>
              <a:ext uri="{FF2B5EF4-FFF2-40B4-BE49-F238E27FC236}">
                <a16:creationId xmlns:a16="http://schemas.microsoft.com/office/drawing/2014/main" id="{BCE5341C-5D94-5206-0B81-095FBE134C76}"/>
              </a:ext>
            </a:extLst>
          </p:cNvPr>
          <p:cNvGraphicFramePr>
            <a:graphicFrameLocks noGrp="1"/>
          </p:cNvGraphicFramePr>
          <p:nvPr>
            <p:extLst>
              <p:ext uri="{D42A27DB-BD31-4B8C-83A1-F6EECF244321}">
                <p14:modId xmlns:p14="http://schemas.microsoft.com/office/powerpoint/2010/main" val="558846034"/>
              </p:ext>
            </p:extLst>
          </p:nvPr>
        </p:nvGraphicFramePr>
        <p:xfrm>
          <a:off x="399461" y="6372602"/>
          <a:ext cx="6163258" cy="1256587"/>
        </p:xfrm>
        <a:graphic>
          <a:graphicData uri="http://schemas.openxmlformats.org/drawingml/2006/table">
            <a:tbl>
              <a:tblPr firstRow="1" bandRow="1">
                <a:tableStyleId>{5C22544A-7EE6-4342-B048-85BDC9FD1C3A}</a:tableStyleId>
              </a:tblPr>
              <a:tblGrid>
                <a:gridCol w="420096">
                  <a:extLst>
                    <a:ext uri="{9D8B030D-6E8A-4147-A177-3AD203B41FA5}">
                      <a16:colId xmlns:a16="http://schemas.microsoft.com/office/drawing/2014/main" val="4170535043"/>
                    </a:ext>
                  </a:extLst>
                </a:gridCol>
                <a:gridCol w="1335959">
                  <a:extLst>
                    <a:ext uri="{9D8B030D-6E8A-4147-A177-3AD203B41FA5}">
                      <a16:colId xmlns:a16="http://schemas.microsoft.com/office/drawing/2014/main" val="2079070694"/>
                    </a:ext>
                  </a:extLst>
                </a:gridCol>
                <a:gridCol w="383301">
                  <a:extLst>
                    <a:ext uri="{9D8B030D-6E8A-4147-A177-3AD203B41FA5}">
                      <a16:colId xmlns:a16="http://schemas.microsoft.com/office/drawing/2014/main" val="32595803"/>
                    </a:ext>
                  </a:extLst>
                </a:gridCol>
                <a:gridCol w="4023902">
                  <a:extLst>
                    <a:ext uri="{9D8B030D-6E8A-4147-A177-3AD203B41FA5}">
                      <a16:colId xmlns:a16="http://schemas.microsoft.com/office/drawing/2014/main" val="3858252341"/>
                    </a:ext>
                  </a:extLst>
                </a:gridCol>
              </a:tblGrid>
              <a:tr h="2896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206404">
                <a:tc row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DATA [15:0]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In case of COMMAND CODE :</a:t>
                      </a: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In case of COMMAND CODE :</a:t>
                      </a: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53220">
                <a:tc vMerge="1">
                  <a:txBody>
                    <a:bodyPr/>
                    <a:lstStyle/>
                    <a:p>
                      <a:pPr latinLnBrk="1"/>
                      <a:endParaRPr lang="ko-KR" altLang="en-US"/>
                    </a:p>
                  </a:txBody>
                  <a:tcPr/>
                </a:tc>
                <a:tc vMerge="1">
                  <a:txBody>
                    <a:bodyPr/>
                    <a:lstStyle/>
                    <a:p>
                      <a:pPr latinLnBrk="1"/>
                      <a:endParaRPr lang="ko-KR" altLang="en-US"/>
                    </a:p>
                  </a:txBody>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2’b01</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2’b10</a:t>
                      </a: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2’b11</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A register’s data to read.</a:t>
                      </a: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A register’s data to write.</a:t>
                      </a: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A series of local dimming data.</a:t>
                      </a: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Be careful that the data size and width to transfer the local dimming data are        different from the register access. Refer to previous chapter 2. SPI protocol</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8543224"/>
                  </a:ext>
                </a:extLst>
              </a:tr>
            </a:tbl>
          </a:graphicData>
        </a:graphic>
      </p:graphicFrame>
      <p:graphicFrame>
        <p:nvGraphicFramePr>
          <p:cNvPr id="17" name="표 16">
            <a:extLst>
              <a:ext uri="{FF2B5EF4-FFF2-40B4-BE49-F238E27FC236}">
                <a16:creationId xmlns:a16="http://schemas.microsoft.com/office/drawing/2014/main" id="{C16BA7AC-2773-DC9F-F7EC-19F27BCC1A5E}"/>
              </a:ext>
            </a:extLst>
          </p:cNvPr>
          <p:cNvGraphicFramePr>
            <a:graphicFrameLocks noGrp="1"/>
          </p:cNvGraphicFramePr>
          <p:nvPr>
            <p:extLst>
              <p:ext uri="{D42A27DB-BD31-4B8C-83A1-F6EECF244321}">
                <p14:modId xmlns:p14="http://schemas.microsoft.com/office/powerpoint/2010/main" val="261968946"/>
              </p:ext>
            </p:extLst>
          </p:nvPr>
        </p:nvGraphicFramePr>
        <p:xfrm>
          <a:off x="399458" y="5794491"/>
          <a:ext cx="6163260" cy="372600"/>
        </p:xfrm>
        <a:graphic>
          <a:graphicData uri="http://schemas.openxmlformats.org/drawingml/2006/table">
            <a:tbl>
              <a:tblPr firstRow="1" bandRow="1">
                <a:tableStyleId>{5C22544A-7EE6-4342-B048-85BDC9FD1C3A}</a:tableStyleId>
              </a:tblPr>
              <a:tblGrid>
                <a:gridCol w="397813">
                  <a:extLst>
                    <a:ext uri="{9D8B030D-6E8A-4147-A177-3AD203B41FA5}">
                      <a16:colId xmlns:a16="http://schemas.microsoft.com/office/drawing/2014/main" val="4293411712"/>
                    </a:ext>
                  </a:extLst>
                </a:gridCol>
                <a:gridCol w="397813">
                  <a:extLst>
                    <a:ext uri="{9D8B030D-6E8A-4147-A177-3AD203B41FA5}">
                      <a16:colId xmlns:a16="http://schemas.microsoft.com/office/drawing/2014/main" val="657570846"/>
                    </a:ext>
                  </a:extLst>
                </a:gridCol>
                <a:gridCol w="397813">
                  <a:extLst>
                    <a:ext uri="{9D8B030D-6E8A-4147-A177-3AD203B41FA5}">
                      <a16:colId xmlns:a16="http://schemas.microsoft.com/office/drawing/2014/main" val="3259894497"/>
                    </a:ext>
                  </a:extLst>
                </a:gridCol>
                <a:gridCol w="397813">
                  <a:extLst>
                    <a:ext uri="{9D8B030D-6E8A-4147-A177-3AD203B41FA5}">
                      <a16:colId xmlns:a16="http://schemas.microsoft.com/office/drawing/2014/main" val="4170535043"/>
                    </a:ext>
                  </a:extLst>
                </a:gridCol>
                <a:gridCol w="397813">
                  <a:extLst>
                    <a:ext uri="{9D8B030D-6E8A-4147-A177-3AD203B41FA5}">
                      <a16:colId xmlns:a16="http://schemas.microsoft.com/office/drawing/2014/main" val="2079070694"/>
                    </a:ext>
                  </a:extLst>
                </a:gridCol>
                <a:gridCol w="397813">
                  <a:extLst>
                    <a:ext uri="{9D8B030D-6E8A-4147-A177-3AD203B41FA5}">
                      <a16:colId xmlns:a16="http://schemas.microsoft.com/office/drawing/2014/main" val="4213315911"/>
                    </a:ext>
                  </a:extLst>
                </a:gridCol>
                <a:gridCol w="372882">
                  <a:extLst>
                    <a:ext uri="{9D8B030D-6E8A-4147-A177-3AD203B41FA5}">
                      <a16:colId xmlns:a16="http://schemas.microsoft.com/office/drawing/2014/main" val="2769999950"/>
                    </a:ext>
                  </a:extLst>
                </a:gridCol>
                <a:gridCol w="372882">
                  <a:extLst>
                    <a:ext uri="{9D8B030D-6E8A-4147-A177-3AD203B41FA5}">
                      <a16:colId xmlns:a16="http://schemas.microsoft.com/office/drawing/2014/main" val="135637185"/>
                    </a:ext>
                  </a:extLst>
                </a:gridCol>
                <a:gridCol w="377345">
                  <a:extLst>
                    <a:ext uri="{9D8B030D-6E8A-4147-A177-3AD203B41FA5}">
                      <a16:colId xmlns:a16="http://schemas.microsoft.com/office/drawing/2014/main" val="3038050475"/>
                    </a:ext>
                  </a:extLst>
                </a:gridCol>
                <a:gridCol w="372882">
                  <a:extLst>
                    <a:ext uri="{9D8B030D-6E8A-4147-A177-3AD203B41FA5}">
                      <a16:colId xmlns:a16="http://schemas.microsoft.com/office/drawing/2014/main" val="1979433044"/>
                    </a:ext>
                  </a:extLst>
                </a:gridCol>
                <a:gridCol w="390570">
                  <a:extLst>
                    <a:ext uri="{9D8B030D-6E8A-4147-A177-3AD203B41FA5}">
                      <a16:colId xmlns:a16="http://schemas.microsoft.com/office/drawing/2014/main" val="4270661649"/>
                    </a:ext>
                  </a:extLst>
                </a:gridCol>
                <a:gridCol w="372882">
                  <a:extLst>
                    <a:ext uri="{9D8B030D-6E8A-4147-A177-3AD203B41FA5}">
                      <a16:colId xmlns:a16="http://schemas.microsoft.com/office/drawing/2014/main" val="3027041370"/>
                    </a:ext>
                  </a:extLst>
                </a:gridCol>
                <a:gridCol w="372882">
                  <a:extLst>
                    <a:ext uri="{9D8B030D-6E8A-4147-A177-3AD203B41FA5}">
                      <a16:colId xmlns:a16="http://schemas.microsoft.com/office/drawing/2014/main" val="2852526216"/>
                    </a:ext>
                  </a:extLst>
                </a:gridCol>
                <a:gridCol w="372882">
                  <a:extLst>
                    <a:ext uri="{9D8B030D-6E8A-4147-A177-3AD203B41FA5}">
                      <a16:colId xmlns:a16="http://schemas.microsoft.com/office/drawing/2014/main" val="103420222"/>
                    </a:ext>
                  </a:extLst>
                </a:gridCol>
                <a:gridCol w="398293">
                  <a:extLst>
                    <a:ext uri="{9D8B030D-6E8A-4147-A177-3AD203B41FA5}">
                      <a16:colId xmlns:a16="http://schemas.microsoft.com/office/drawing/2014/main" val="1470405609"/>
                    </a:ext>
                  </a:extLst>
                </a:gridCol>
                <a:gridCol w="37288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gridSpan="1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DATA [15:0]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3614743823"/>
              </p:ext>
            </p:extLst>
          </p:nvPr>
        </p:nvGraphicFramePr>
        <p:xfrm>
          <a:off x="399455" y="5190991"/>
          <a:ext cx="6166599" cy="1997957"/>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218050">
                  <a:extLst>
                    <a:ext uri="{9D8B030D-6E8A-4147-A177-3AD203B41FA5}">
                      <a16:colId xmlns:a16="http://schemas.microsoft.com/office/drawing/2014/main" val="32595803"/>
                    </a:ext>
                  </a:extLst>
                </a:gridCol>
                <a:gridCol w="4420253">
                  <a:extLst>
                    <a:ext uri="{9D8B030D-6E8A-4147-A177-3AD203B41FA5}">
                      <a16:colId xmlns:a16="http://schemas.microsoft.com/office/drawing/2014/main" val="1330268259"/>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200807">
                <a:tc row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90380">
                <a:tc vMerge="1">
                  <a:txBody>
                    <a:bodyPr/>
                    <a:lstStyle/>
                    <a:p>
                      <a:pPr latinLnBrk="1"/>
                      <a:endParaRPr lang="ko-KR" altLang="en-US"/>
                    </a:p>
                  </a:txBody>
                  <a:tcPr/>
                </a:tc>
                <a:tc vMerge="1">
                  <a:txBody>
                    <a:bodyPr/>
                    <a:lstStyle/>
                    <a:p>
                      <a:pPr latinLnBrk="1"/>
                      <a:endParaRPr lang="ko-KR" altLang="en-US"/>
                    </a:p>
                  </a:txBody>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 executing the global-write command with the GLOBAL WRITE DATA register, together, and this bit is auto-cleared after completing this execution. For correct operation, It needs to set the GLOBAL WRITE DATA register with desired value before setting this bit. The global-writing can be used in case that the target registers’ values of all XD-12 daisied devices are all the same. If the values are different from each other, then the local-write command should be used instead of the global-write command.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6551863"/>
                  </a:ext>
                </a:extLst>
              </a:tr>
              <a:tr h="4866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ADDRESS [5:0]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same target address of all XD-12 daisied devices to write.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1692059617"/>
                  </a:ext>
                </a:extLst>
              </a:tr>
            </a:tbl>
          </a:graphicData>
        </a:graphic>
      </p:graphicFrame>
      <p:sp>
        <p:nvSpPr>
          <p:cNvPr id="12" name="TextBox 11">
            <a:extLst>
              <a:ext uri="{FF2B5EF4-FFF2-40B4-BE49-F238E27FC236}">
                <a16:creationId xmlns:a16="http://schemas.microsoft.com/office/drawing/2014/main" id="{1B5B58EF-FFC5-6867-DB2C-559D7FD63F55}"/>
              </a:ext>
            </a:extLst>
          </p:cNvPr>
          <p:cNvSpPr txBox="1"/>
          <p:nvPr/>
        </p:nvSpPr>
        <p:spPr>
          <a:xfrm>
            <a:off x="399464" y="4279879"/>
            <a:ext cx="197425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GLOBAL-WRITE COMMAND</a:t>
            </a:r>
          </a:p>
        </p:txBody>
      </p:sp>
      <p:graphicFrame>
        <p:nvGraphicFramePr>
          <p:cNvPr id="5" name="표 4">
            <a:extLst>
              <a:ext uri="{FF2B5EF4-FFF2-40B4-BE49-F238E27FC236}">
                <a16:creationId xmlns:a16="http://schemas.microsoft.com/office/drawing/2014/main" id="{A3E5ECC1-69D6-826C-EB40-0589C295A843}"/>
              </a:ext>
            </a:extLst>
          </p:cNvPr>
          <p:cNvGraphicFramePr>
            <a:graphicFrameLocks noGrp="1"/>
          </p:cNvGraphicFramePr>
          <p:nvPr>
            <p:extLst>
              <p:ext uri="{D42A27DB-BD31-4B8C-83A1-F6EECF244321}">
                <p14:modId xmlns:p14="http://schemas.microsoft.com/office/powerpoint/2010/main" val="2675299680"/>
              </p:ext>
            </p:extLst>
          </p:nvPr>
        </p:nvGraphicFramePr>
        <p:xfrm>
          <a:off x="399455" y="1671752"/>
          <a:ext cx="6163257" cy="2162417"/>
        </p:xfrm>
        <a:graphic>
          <a:graphicData uri="http://schemas.openxmlformats.org/drawingml/2006/table">
            <a:tbl>
              <a:tblPr firstRow="1" bandRow="1">
                <a:tableStyleId>{5C22544A-7EE6-4342-B048-85BDC9FD1C3A}</a:tableStyleId>
              </a:tblPr>
              <a:tblGrid>
                <a:gridCol w="419930">
                  <a:extLst>
                    <a:ext uri="{9D8B030D-6E8A-4147-A177-3AD203B41FA5}">
                      <a16:colId xmlns:a16="http://schemas.microsoft.com/office/drawing/2014/main" val="4170535043"/>
                    </a:ext>
                  </a:extLst>
                </a:gridCol>
                <a:gridCol w="1335432">
                  <a:extLst>
                    <a:ext uri="{9D8B030D-6E8A-4147-A177-3AD203B41FA5}">
                      <a16:colId xmlns:a16="http://schemas.microsoft.com/office/drawing/2014/main" val="2079070694"/>
                    </a:ext>
                  </a:extLst>
                </a:gridCol>
                <a:gridCol w="4407895">
                  <a:extLst>
                    <a:ext uri="{9D8B030D-6E8A-4147-A177-3AD203B41FA5}">
                      <a16:colId xmlns:a16="http://schemas.microsoft.com/office/drawing/2014/main" val="32595803"/>
                    </a:ext>
                  </a:extLst>
                </a:gridCol>
              </a:tblGrid>
              <a:tr h="29016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469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all de-serializers’ sm are reset at VSYNC rising. Normally, no need to use this bit.</a:t>
                      </a: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469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all serializers’ sm are reset at VSYNC rising. Normally, no need to use this bit.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48438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Reset to all types of buffer, the frame buffers, the global and local r/w registers and the global fault read registers. Auto-cleared. Normally, no need to use this bit.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874307"/>
                  </a:ext>
                </a:extLst>
              </a:tr>
              <a:tr h="3469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Reset to all serializers’ and de-serializers’ state machine, Auto-cleared. Normally, no need to use this bit.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8980109"/>
                  </a:ext>
                </a:extLst>
              </a:tr>
              <a:tr h="3469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Reset to all logics, Auto-cleared (No need to clear after set) It need to set this bit after POR to ensure XC-24 reset.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0525352"/>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64" y="848186"/>
            <a:ext cx="980397"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SOFT RESET</a:t>
            </a:r>
          </a:p>
        </p:txBody>
      </p:sp>
      <p:graphicFrame>
        <p:nvGraphicFramePr>
          <p:cNvPr id="7" name="표 6">
            <a:extLst>
              <a:ext uri="{FF2B5EF4-FFF2-40B4-BE49-F238E27FC236}">
                <a16:creationId xmlns:a16="http://schemas.microsoft.com/office/drawing/2014/main" id="{BD58F75B-9B73-906A-C704-C25B2F580B33}"/>
              </a:ext>
            </a:extLst>
          </p:cNvPr>
          <p:cNvGraphicFramePr>
            <a:graphicFrameLocks noGrp="1"/>
          </p:cNvGraphicFramePr>
          <p:nvPr>
            <p:extLst>
              <p:ext uri="{D42A27DB-BD31-4B8C-83A1-F6EECF244321}">
                <p14:modId xmlns:p14="http://schemas.microsoft.com/office/powerpoint/2010/main" val="2227194927"/>
              </p:ext>
            </p:extLst>
          </p:nvPr>
        </p:nvGraphicFramePr>
        <p:xfrm>
          <a:off x="399455" y="1115818"/>
          <a:ext cx="6163263" cy="372600"/>
        </p:xfrm>
        <a:graphic>
          <a:graphicData uri="http://schemas.openxmlformats.org/drawingml/2006/table">
            <a:tbl>
              <a:tblPr firstRow="1" bandRow="1">
                <a:tableStyleId>{5C22544A-7EE6-4342-B048-85BDC9FD1C3A}</a:tableStyleId>
              </a:tblPr>
              <a:tblGrid>
                <a:gridCol w="326321">
                  <a:extLst>
                    <a:ext uri="{9D8B030D-6E8A-4147-A177-3AD203B41FA5}">
                      <a16:colId xmlns:a16="http://schemas.microsoft.com/office/drawing/2014/main" val="3358603807"/>
                    </a:ext>
                  </a:extLst>
                </a:gridCol>
                <a:gridCol w="422794">
                  <a:extLst>
                    <a:ext uri="{9D8B030D-6E8A-4147-A177-3AD203B41FA5}">
                      <a16:colId xmlns:a16="http://schemas.microsoft.com/office/drawing/2014/main" val="2844922634"/>
                    </a:ext>
                  </a:extLst>
                </a:gridCol>
                <a:gridCol w="326321">
                  <a:extLst>
                    <a:ext uri="{9D8B030D-6E8A-4147-A177-3AD203B41FA5}">
                      <a16:colId xmlns:a16="http://schemas.microsoft.com/office/drawing/2014/main" val="4293411712"/>
                    </a:ext>
                  </a:extLst>
                </a:gridCol>
                <a:gridCol w="326321">
                  <a:extLst>
                    <a:ext uri="{9D8B030D-6E8A-4147-A177-3AD203B41FA5}">
                      <a16:colId xmlns:a16="http://schemas.microsoft.com/office/drawing/2014/main" val="657570846"/>
                    </a:ext>
                  </a:extLst>
                </a:gridCol>
                <a:gridCol w="326321">
                  <a:extLst>
                    <a:ext uri="{9D8B030D-6E8A-4147-A177-3AD203B41FA5}">
                      <a16:colId xmlns:a16="http://schemas.microsoft.com/office/drawing/2014/main" val="3259894497"/>
                    </a:ext>
                  </a:extLst>
                </a:gridCol>
                <a:gridCol w="326321">
                  <a:extLst>
                    <a:ext uri="{9D8B030D-6E8A-4147-A177-3AD203B41FA5}">
                      <a16:colId xmlns:a16="http://schemas.microsoft.com/office/drawing/2014/main" val="4170535043"/>
                    </a:ext>
                  </a:extLst>
                </a:gridCol>
                <a:gridCol w="326321">
                  <a:extLst>
                    <a:ext uri="{9D8B030D-6E8A-4147-A177-3AD203B41FA5}">
                      <a16:colId xmlns:a16="http://schemas.microsoft.com/office/drawing/2014/main" val="2079070694"/>
                    </a:ext>
                  </a:extLst>
                </a:gridCol>
                <a:gridCol w="326321">
                  <a:extLst>
                    <a:ext uri="{9D8B030D-6E8A-4147-A177-3AD203B41FA5}">
                      <a16:colId xmlns:a16="http://schemas.microsoft.com/office/drawing/2014/main" val="4213315911"/>
                    </a:ext>
                  </a:extLst>
                </a:gridCol>
                <a:gridCol w="305871">
                  <a:extLst>
                    <a:ext uri="{9D8B030D-6E8A-4147-A177-3AD203B41FA5}">
                      <a16:colId xmlns:a16="http://schemas.microsoft.com/office/drawing/2014/main" val="2769999950"/>
                    </a:ext>
                  </a:extLst>
                </a:gridCol>
                <a:gridCol w="305871">
                  <a:extLst>
                    <a:ext uri="{9D8B030D-6E8A-4147-A177-3AD203B41FA5}">
                      <a16:colId xmlns:a16="http://schemas.microsoft.com/office/drawing/2014/main" val="135637185"/>
                    </a:ext>
                  </a:extLst>
                </a:gridCol>
                <a:gridCol w="309530">
                  <a:extLst>
                    <a:ext uri="{9D8B030D-6E8A-4147-A177-3AD203B41FA5}">
                      <a16:colId xmlns:a16="http://schemas.microsoft.com/office/drawing/2014/main" val="3038050475"/>
                    </a:ext>
                  </a:extLst>
                </a:gridCol>
                <a:gridCol w="305871">
                  <a:extLst>
                    <a:ext uri="{9D8B030D-6E8A-4147-A177-3AD203B41FA5}">
                      <a16:colId xmlns:a16="http://schemas.microsoft.com/office/drawing/2014/main" val="1979433044"/>
                    </a:ext>
                  </a:extLst>
                </a:gridCol>
                <a:gridCol w="487631">
                  <a:extLst>
                    <a:ext uri="{9D8B030D-6E8A-4147-A177-3AD203B41FA5}">
                      <a16:colId xmlns:a16="http://schemas.microsoft.com/office/drawing/2014/main" val="4270661649"/>
                    </a:ext>
                  </a:extLst>
                </a:gridCol>
                <a:gridCol w="497121">
                  <a:extLst>
                    <a:ext uri="{9D8B030D-6E8A-4147-A177-3AD203B41FA5}">
                      <a16:colId xmlns:a16="http://schemas.microsoft.com/office/drawing/2014/main" val="3027041370"/>
                    </a:ext>
                  </a:extLst>
                </a:gridCol>
                <a:gridCol w="305871">
                  <a:extLst>
                    <a:ext uri="{9D8B030D-6E8A-4147-A177-3AD203B41FA5}">
                      <a16:colId xmlns:a16="http://schemas.microsoft.com/office/drawing/2014/main" val="2852526216"/>
                    </a:ext>
                  </a:extLst>
                </a:gridCol>
                <a:gridCol w="305871">
                  <a:extLst>
                    <a:ext uri="{9D8B030D-6E8A-4147-A177-3AD203B41FA5}">
                      <a16:colId xmlns:a16="http://schemas.microsoft.com/office/drawing/2014/main" val="103420222"/>
                    </a:ext>
                  </a:extLst>
                </a:gridCol>
                <a:gridCol w="326714">
                  <a:extLst>
                    <a:ext uri="{9D8B030D-6E8A-4147-A177-3AD203B41FA5}">
                      <a16:colId xmlns:a16="http://schemas.microsoft.com/office/drawing/2014/main" val="1470405609"/>
                    </a:ext>
                  </a:extLst>
                </a:gridCol>
                <a:gridCol w="30587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VS_RST2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VS_RST1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RST3</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6C2962F0-E883-414E-625F-E4173DF1F51F}"/>
              </a:ext>
            </a:extLst>
          </p:cNvPr>
          <p:cNvGraphicFramePr>
            <a:graphicFrameLocks noGrp="1"/>
          </p:cNvGraphicFramePr>
          <p:nvPr>
            <p:extLst>
              <p:ext uri="{D42A27DB-BD31-4B8C-83A1-F6EECF244321}">
                <p14:modId xmlns:p14="http://schemas.microsoft.com/office/powerpoint/2010/main" val="3922713052"/>
              </p:ext>
            </p:extLst>
          </p:nvPr>
        </p:nvGraphicFramePr>
        <p:xfrm>
          <a:off x="399455" y="4553322"/>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ADDR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3385961353"/>
              </p:ext>
            </p:extLst>
          </p:nvPr>
        </p:nvGraphicFramePr>
        <p:xfrm>
          <a:off x="399458" y="1693432"/>
          <a:ext cx="6063344" cy="2586173"/>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1482">
                  <a:extLst>
                    <a:ext uri="{9D8B030D-6E8A-4147-A177-3AD203B41FA5}">
                      <a16:colId xmlns:a16="http://schemas.microsoft.com/office/drawing/2014/main" val="2079070694"/>
                    </a:ext>
                  </a:extLst>
                </a:gridCol>
                <a:gridCol w="218050">
                  <a:extLst>
                    <a:ext uri="{9D8B030D-6E8A-4147-A177-3AD203B41FA5}">
                      <a16:colId xmlns:a16="http://schemas.microsoft.com/office/drawing/2014/main" val="32595803"/>
                    </a:ext>
                  </a:extLst>
                </a:gridCol>
                <a:gridCol w="4321148">
                  <a:extLst>
                    <a:ext uri="{9D8B030D-6E8A-4147-A177-3AD203B41FA5}">
                      <a16:colId xmlns:a16="http://schemas.microsoft.com/office/drawing/2014/main" val="2608959767"/>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92451">
                <a:tc row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16060">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Start executing the local-write command with the LOCAL RW DATA registers together, and this bit is auto-cleared after completing this execution. For correct operation, It needs to set the LOCAL RW DATA registers with desired values before setting this bit. The local-write command is used in case that the target registers’ values of all XD-12 daisied devices are different from each other.</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282475"/>
                  </a:ext>
                </a:extLst>
              </a:tr>
              <a:tr h="103281">
                <a:tc rowSpan="3">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CH_SEG [1:0]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used to designate which channels are activated for this command.</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used to designate which channels are activated for this command.</a:t>
                      </a:r>
                    </a:p>
                  </a:txBody>
                  <a:tcPr marL="0" marR="0" marT="36000" marB="360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1212547"/>
                  </a:ext>
                </a:extLst>
              </a:tr>
              <a:tr h="497525">
                <a:tc vMerge="1">
                  <a:txBody>
                    <a:bodyPr/>
                    <a:lstStyle/>
                    <a:p>
                      <a:pPr latinLnBrk="1"/>
                      <a:endParaRPr lang="ko-KR" altLang="en-US"/>
                    </a:p>
                  </a:txBody>
                  <a:tcPr>
                    <a:lnT w="12700" cmpd="sng">
                      <a:noFill/>
                    </a:lnT>
                  </a:tcPr>
                </a:tc>
                <a:tc vMerge="1">
                  <a:txBody>
                    <a:bodyPr/>
                    <a:lstStyle/>
                    <a:p>
                      <a:pPr latinLnBrk="1"/>
                      <a:endParaRPr lang="ko-KR" altLang="en-US"/>
                    </a:p>
                  </a:txBody>
                  <a:tcPr>
                    <a:lnT w="12700" cmpd="sng">
                      <a:noFill/>
                    </a:lnT>
                  </a:tcPr>
                </a:tc>
                <a:tc>
                  <a:txBody>
                    <a:bodyPr/>
                    <a:lstStyle/>
                    <a:p>
                      <a:pPr algn="l" latinLnBrk="1"/>
                      <a:endParaRPr lang="ko-KR" altLang="en-US" sz="900" dirty="0">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2’b00  The channel 1 from 8 are activated.</a:t>
                      </a: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2’b01  The channel 9 from 16 are activated.</a:t>
                      </a: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2’b10  The channel 17 from 24 are activated.</a:t>
                      </a: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2’b11  No allocated.</a:t>
                      </a:r>
                      <a:endParaRPr lang="ko-KR" altLang="en-US" sz="900" dirty="0">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0248715"/>
                  </a:ext>
                </a:extLst>
              </a:tr>
              <a:tr h="310997">
                <a:tc vMerge="1">
                  <a:txBody>
                    <a:bodyPr/>
                    <a:lstStyle/>
                    <a:p>
                      <a:pPr latinLnBrk="1"/>
                      <a:endParaRPr lang="ko-KR" altLang="en-US"/>
                    </a:p>
                  </a:txBody>
                  <a:tcPr/>
                </a:tc>
                <a:tc vMerge="1">
                  <a:txBody>
                    <a:bodyPr/>
                    <a:lstStyle/>
                    <a:p>
                      <a:pPr latinLnBrk="1"/>
                      <a:endParaRPr lang="ko-KR" altLang="en-US"/>
                    </a:p>
                  </a:txBody>
                  <a:tcPr/>
                </a:tc>
                <a:tc gridSpan="2">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Refer to previous chapter. how to allocate the LOCAL RW DATA registers according to CH_SEG [1:0].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36000">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9248089"/>
                  </a:ext>
                </a:extLst>
              </a:tr>
              <a:tr h="25889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ADDRESS [5:0]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same target address of all XD-12 daisied devices to write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2059617"/>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86525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LOCAL-WRITE COMMAND</a:t>
            </a:r>
          </a:p>
        </p:txBody>
      </p:sp>
      <p:graphicFrame>
        <p:nvGraphicFramePr>
          <p:cNvPr id="15" name="표 14">
            <a:extLst>
              <a:ext uri="{FF2B5EF4-FFF2-40B4-BE49-F238E27FC236}">
                <a16:creationId xmlns:a16="http://schemas.microsoft.com/office/drawing/2014/main" id="{6C2962F0-E883-414E-625F-E4173DF1F51F}"/>
              </a:ext>
            </a:extLst>
          </p:cNvPr>
          <p:cNvGraphicFramePr>
            <a:graphicFrameLocks noGrp="1"/>
          </p:cNvGraphicFramePr>
          <p:nvPr>
            <p:extLst>
              <p:ext uri="{D42A27DB-BD31-4B8C-83A1-F6EECF244321}">
                <p14:modId xmlns:p14="http://schemas.microsoft.com/office/powerpoint/2010/main" val="1712679441"/>
              </p:ext>
            </p:extLst>
          </p:nvPr>
        </p:nvGraphicFramePr>
        <p:xfrm>
          <a:off x="399461" y="1116790"/>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CH_SEG [1:0]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ADDR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2F6234BB-58D6-2570-D24B-287F1BE56786}"/>
              </a:ext>
            </a:extLst>
          </p:cNvPr>
          <p:cNvSpPr txBox="1"/>
          <p:nvPr/>
        </p:nvSpPr>
        <p:spPr>
          <a:xfrm>
            <a:off x="399461" y="4794494"/>
            <a:ext cx="1812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LOCAL-READ COMMAND</a:t>
            </a:r>
          </a:p>
        </p:txBody>
      </p:sp>
      <p:graphicFrame>
        <p:nvGraphicFramePr>
          <p:cNvPr id="10" name="표 9">
            <a:extLst>
              <a:ext uri="{FF2B5EF4-FFF2-40B4-BE49-F238E27FC236}">
                <a16:creationId xmlns:a16="http://schemas.microsoft.com/office/drawing/2014/main" id="{08AF67E5-6FA4-9907-E5AF-FFEF97BBE36E}"/>
              </a:ext>
            </a:extLst>
          </p:cNvPr>
          <p:cNvGraphicFramePr>
            <a:graphicFrameLocks noGrp="1"/>
          </p:cNvGraphicFramePr>
          <p:nvPr>
            <p:extLst>
              <p:ext uri="{D42A27DB-BD31-4B8C-83A1-F6EECF244321}">
                <p14:modId xmlns:p14="http://schemas.microsoft.com/office/powerpoint/2010/main" val="2495014808"/>
              </p:ext>
            </p:extLst>
          </p:nvPr>
        </p:nvGraphicFramePr>
        <p:xfrm>
          <a:off x="399461" y="5062486"/>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CH_SEG [1:0]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ADDR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7F252651-3B7B-AC89-8B6D-82F1F59D6E58}"/>
              </a:ext>
            </a:extLst>
          </p:cNvPr>
          <p:cNvGraphicFramePr>
            <a:graphicFrameLocks noGrp="1"/>
          </p:cNvGraphicFramePr>
          <p:nvPr>
            <p:extLst>
              <p:ext uri="{D42A27DB-BD31-4B8C-83A1-F6EECF244321}">
                <p14:modId xmlns:p14="http://schemas.microsoft.com/office/powerpoint/2010/main" val="3083170603"/>
              </p:ext>
            </p:extLst>
          </p:nvPr>
        </p:nvGraphicFramePr>
        <p:xfrm>
          <a:off x="399458" y="5643030"/>
          <a:ext cx="6160830" cy="2586173"/>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1482">
                  <a:extLst>
                    <a:ext uri="{9D8B030D-6E8A-4147-A177-3AD203B41FA5}">
                      <a16:colId xmlns:a16="http://schemas.microsoft.com/office/drawing/2014/main" val="2079070694"/>
                    </a:ext>
                  </a:extLst>
                </a:gridCol>
                <a:gridCol w="218050">
                  <a:extLst>
                    <a:ext uri="{9D8B030D-6E8A-4147-A177-3AD203B41FA5}">
                      <a16:colId xmlns:a16="http://schemas.microsoft.com/office/drawing/2014/main" val="32595803"/>
                    </a:ext>
                  </a:extLst>
                </a:gridCol>
                <a:gridCol w="4418634">
                  <a:extLst>
                    <a:ext uri="{9D8B030D-6E8A-4147-A177-3AD203B41FA5}">
                      <a16:colId xmlns:a16="http://schemas.microsoft.com/office/drawing/2014/main" val="2608959767"/>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92451">
                <a:tc row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16060">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Start executing the local-read command with the LOCAL RW DATA registers together, and this bit is auto-cleared after completing this execution. For correct operation, It needs to set the LOCAL RW DATA registers with desired values before setting this bit. The local-read command is used to read out the target registers’ values of all XD-12 daisied devices.</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282475"/>
                  </a:ext>
                </a:extLst>
              </a:tr>
              <a:tr h="103281">
                <a:tc rowSpan="3">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CH_SEG [1:0]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used to designate which channels are activated for this command</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used to designate which channels are activated for this command.</a:t>
                      </a:r>
                    </a:p>
                  </a:txBody>
                  <a:tcPr marL="0" marR="0" marT="36000" marB="360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1212547"/>
                  </a:ext>
                </a:extLst>
              </a:tr>
              <a:tr h="497525">
                <a:tc vMerge="1">
                  <a:txBody>
                    <a:bodyPr/>
                    <a:lstStyle/>
                    <a:p>
                      <a:pPr latinLnBrk="1"/>
                      <a:endParaRPr lang="ko-KR" altLang="en-US"/>
                    </a:p>
                  </a:txBody>
                  <a:tcPr>
                    <a:lnT w="12700" cmpd="sng">
                      <a:noFill/>
                    </a:lnT>
                  </a:tcPr>
                </a:tc>
                <a:tc vMerge="1">
                  <a:txBody>
                    <a:bodyPr/>
                    <a:lstStyle/>
                    <a:p>
                      <a:pPr latinLnBrk="1"/>
                      <a:endParaRPr lang="ko-KR" altLang="en-US"/>
                    </a:p>
                  </a:txBody>
                  <a:tcPr>
                    <a:lnT w="12700" cmpd="sng">
                      <a:noFill/>
                    </a:lnT>
                  </a:tcPr>
                </a:tc>
                <a:tc>
                  <a:txBody>
                    <a:bodyPr/>
                    <a:lstStyle/>
                    <a:p>
                      <a:pPr algn="l" latinLnBrk="1"/>
                      <a:endParaRPr lang="ko-KR" altLang="en-US" sz="900" dirty="0">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2’b00 : The channel 1 from 8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2’b01 : The channel 9 from 16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2’b10 : The channel 17 from 24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2’b11 : No allocated.</a:t>
                      </a:r>
                      <a:endParaRPr lang="ko-KR" altLang="en-US" sz="900" dirty="0">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0248715"/>
                  </a:ext>
                </a:extLst>
              </a:tr>
              <a:tr h="310997">
                <a:tc vMerge="1">
                  <a:txBody>
                    <a:bodyPr/>
                    <a:lstStyle/>
                    <a:p>
                      <a:pPr latinLnBrk="1"/>
                      <a:endParaRPr lang="ko-KR" altLang="en-US"/>
                    </a:p>
                  </a:txBody>
                  <a:tcPr/>
                </a:tc>
                <a:tc vMerge="1">
                  <a:txBody>
                    <a:bodyPr/>
                    <a:lstStyle/>
                    <a:p>
                      <a:pPr latinLnBrk="1"/>
                      <a:endParaRPr lang="ko-KR" altLang="en-US"/>
                    </a:p>
                  </a:txBody>
                  <a:tcPr/>
                </a:tc>
                <a:tc gridSpan="2">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Refer to previous chapter. how to allocate the LOCAL RW DATA registers according to CH_SEG [1:0].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36000">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9248089"/>
                  </a:ext>
                </a:extLst>
              </a:tr>
              <a:tr h="25889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ADDRESS [5:0]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same target address of all XD-12 daisied devices to read out.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2059617"/>
                  </a:ext>
                </a:extLst>
              </a:tr>
            </a:tbl>
          </a:graphicData>
        </a:graphic>
      </p:graphicFrame>
    </p:spTree>
    <p:extLst>
      <p:ext uri="{BB962C8B-B14F-4D97-AF65-F5344CB8AC3E}">
        <p14:creationId xmlns:p14="http://schemas.microsoft.com/office/powerpoint/2010/main" val="1754936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963760203"/>
              </p:ext>
            </p:extLst>
          </p:nvPr>
        </p:nvGraphicFramePr>
        <p:xfrm>
          <a:off x="399454" y="1721405"/>
          <a:ext cx="6163258" cy="1425477"/>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198762">
                  <a:extLst>
                    <a:ext uri="{9D8B030D-6E8A-4147-A177-3AD203B41FA5}">
                      <a16:colId xmlns:a16="http://schemas.microsoft.com/office/drawing/2014/main" val="32595803"/>
                    </a:ext>
                  </a:extLst>
                </a:gridCol>
                <a:gridCol w="4436200">
                  <a:extLst>
                    <a:ext uri="{9D8B030D-6E8A-4147-A177-3AD203B41FA5}">
                      <a16:colId xmlns:a16="http://schemas.microsoft.com/office/drawing/2014/main" val="2977661000"/>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Start executing the id-generating command to all XD-12 daisied devices and this bit is auto-cleared after completing this execution. All XD-12 daisied devices connected in each channel will have their own ID number after completing the id-generating command.  This command is needed to read-out the XD-12 drivers’ registers data correctly in sequential, so, this command should be executed before executing the local-reading or the fault-reading command. It is recommended that the id-generating command should be executed firstly on system initialization.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369927"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ID-GEN COMMAND</a:t>
            </a:r>
          </a:p>
        </p:txBody>
      </p:sp>
      <p:sp>
        <p:nvSpPr>
          <p:cNvPr id="8" name="TextBox 7">
            <a:extLst>
              <a:ext uri="{FF2B5EF4-FFF2-40B4-BE49-F238E27FC236}">
                <a16:creationId xmlns:a16="http://schemas.microsoft.com/office/drawing/2014/main" id="{2F6234BB-58D6-2570-D24B-287F1BE56786}"/>
              </a:ext>
            </a:extLst>
          </p:cNvPr>
          <p:cNvSpPr txBox="1"/>
          <p:nvPr/>
        </p:nvSpPr>
        <p:spPr>
          <a:xfrm>
            <a:off x="413545" y="3689019"/>
            <a:ext cx="178991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FAULT-READ COMMAND</a:t>
            </a:r>
          </a:p>
        </p:txBody>
      </p:sp>
      <p:graphicFrame>
        <p:nvGraphicFramePr>
          <p:cNvPr id="5" name="표 4">
            <a:extLst>
              <a:ext uri="{FF2B5EF4-FFF2-40B4-BE49-F238E27FC236}">
                <a16:creationId xmlns:a16="http://schemas.microsoft.com/office/drawing/2014/main" id="{6C8868C8-187F-D249-72FD-4A1107685718}"/>
              </a:ext>
            </a:extLst>
          </p:cNvPr>
          <p:cNvGraphicFramePr>
            <a:graphicFrameLocks noGrp="1"/>
          </p:cNvGraphicFramePr>
          <p:nvPr>
            <p:extLst>
              <p:ext uri="{D42A27DB-BD31-4B8C-83A1-F6EECF244321}">
                <p14:modId xmlns:p14="http://schemas.microsoft.com/office/powerpoint/2010/main" val="3662977120"/>
              </p:ext>
            </p:extLst>
          </p:nvPr>
        </p:nvGraphicFramePr>
        <p:xfrm>
          <a:off x="399454" y="1113887"/>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9D2FE3A-2496-B037-C1BF-78BA9FB41DB0}"/>
              </a:ext>
            </a:extLst>
          </p:cNvPr>
          <p:cNvGraphicFramePr>
            <a:graphicFrameLocks noGrp="1"/>
          </p:cNvGraphicFramePr>
          <p:nvPr>
            <p:extLst>
              <p:ext uri="{D42A27DB-BD31-4B8C-83A1-F6EECF244321}">
                <p14:modId xmlns:p14="http://schemas.microsoft.com/office/powerpoint/2010/main" val="2453466117"/>
              </p:ext>
            </p:extLst>
          </p:nvPr>
        </p:nvGraphicFramePr>
        <p:xfrm>
          <a:off x="413545" y="3925989"/>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27636" y="6284931"/>
            <a:ext cx="188449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LD-TRANSFER COMMAND</a:t>
            </a:r>
          </a:p>
        </p:txBody>
      </p:sp>
      <p:graphicFrame>
        <p:nvGraphicFramePr>
          <p:cNvPr id="10" name="표 9">
            <a:extLst>
              <a:ext uri="{FF2B5EF4-FFF2-40B4-BE49-F238E27FC236}">
                <a16:creationId xmlns:a16="http://schemas.microsoft.com/office/drawing/2014/main" id="{0B7AA3CD-4C8A-CDE6-68B2-6B1BF3C22522}"/>
              </a:ext>
            </a:extLst>
          </p:cNvPr>
          <p:cNvGraphicFramePr>
            <a:graphicFrameLocks noGrp="1"/>
          </p:cNvGraphicFramePr>
          <p:nvPr>
            <p:extLst>
              <p:ext uri="{D42A27DB-BD31-4B8C-83A1-F6EECF244321}">
                <p14:modId xmlns:p14="http://schemas.microsoft.com/office/powerpoint/2010/main" val="2049302808"/>
              </p:ext>
            </p:extLst>
          </p:nvPr>
        </p:nvGraphicFramePr>
        <p:xfrm>
          <a:off x="413545" y="6552879"/>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7592406B-F81B-9645-40A8-D07022DDC8B4}"/>
              </a:ext>
            </a:extLst>
          </p:cNvPr>
          <p:cNvGraphicFramePr>
            <a:graphicFrameLocks noGrp="1"/>
          </p:cNvGraphicFramePr>
          <p:nvPr>
            <p:extLst>
              <p:ext uri="{D42A27DB-BD31-4B8C-83A1-F6EECF244321}">
                <p14:modId xmlns:p14="http://schemas.microsoft.com/office/powerpoint/2010/main" val="2309741905"/>
              </p:ext>
            </p:extLst>
          </p:nvPr>
        </p:nvGraphicFramePr>
        <p:xfrm>
          <a:off x="413541" y="4503494"/>
          <a:ext cx="6163258" cy="1104120"/>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198762">
                  <a:extLst>
                    <a:ext uri="{9D8B030D-6E8A-4147-A177-3AD203B41FA5}">
                      <a16:colId xmlns:a16="http://schemas.microsoft.com/office/drawing/2014/main" val="32595803"/>
                    </a:ext>
                  </a:extLst>
                </a:gridCol>
                <a:gridCol w="4436200">
                  <a:extLst>
                    <a:ext uri="{9D8B030D-6E8A-4147-A177-3AD203B41FA5}">
                      <a16:colId xmlns:a16="http://schemas.microsoft.com/office/drawing/2014/main" val="2977661000"/>
                    </a:ext>
                  </a:extLst>
                </a:gridCol>
              </a:tblGrid>
              <a:tr h="12474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63612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Start executing the fault-reading command to all XD-12 daisied devices to monitor the fault event like as the thermal occurrence, the short status, the open status and the fb status of the XD-12 devices and this bit is auto-cleared after completing this execution. This command can be also auto-executed at the VSYNC rising edge if the FAULT_ AUTO_EN bit in the COMMAND AUTO ENABLE register is set.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5B8645EA-B0C3-9290-A26B-81614E80CDEE}"/>
              </a:ext>
            </a:extLst>
          </p:cNvPr>
          <p:cNvGraphicFramePr>
            <a:graphicFrameLocks noGrp="1"/>
          </p:cNvGraphicFramePr>
          <p:nvPr>
            <p:extLst>
              <p:ext uri="{D42A27DB-BD31-4B8C-83A1-F6EECF244321}">
                <p14:modId xmlns:p14="http://schemas.microsoft.com/office/powerpoint/2010/main" val="4133983377"/>
              </p:ext>
            </p:extLst>
          </p:nvPr>
        </p:nvGraphicFramePr>
        <p:xfrm>
          <a:off x="413541" y="7098227"/>
          <a:ext cx="6163258" cy="1241280"/>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198762">
                  <a:extLst>
                    <a:ext uri="{9D8B030D-6E8A-4147-A177-3AD203B41FA5}">
                      <a16:colId xmlns:a16="http://schemas.microsoft.com/office/drawing/2014/main" val="32595803"/>
                    </a:ext>
                  </a:extLst>
                </a:gridCol>
                <a:gridCol w="4436200">
                  <a:extLst>
                    <a:ext uri="{9D8B030D-6E8A-4147-A177-3AD203B41FA5}">
                      <a16:colId xmlns:a16="http://schemas.microsoft.com/office/drawing/2014/main" val="2977661000"/>
                    </a:ext>
                  </a:extLst>
                </a:gridCol>
              </a:tblGrid>
              <a:tr h="12474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63612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Start executing the local dimming data transfer command to all XD-12 daisied devices in order to transfer the LD data in burst from the XC-24 to the XD-12 drivers and this bit is auto-cleared after the completion. This command can be also auto-executed immediately after the amount of LD data to be transferred to the XC-24 through the SPI interface is reached to the value of the LD_RD_START_POINTER of the LD START POINTER/TH register.</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140790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623201"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SYNC-GEN COMMAND</a:t>
            </a:r>
          </a:p>
        </p:txBody>
      </p:sp>
      <p:sp>
        <p:nvSpPr>
          <p:cNvPr id="8" name="TextBox 7">
            <a:extLst>
              <a:ext uri="{FF2B5EF4-FFF2-40B4-BE49-F238E27FC236}">
                <a16:creationId xmlns:a16="http://schemas.microsoft.com/office/drawing/2014/main" id="{2F6234BB-58D6-2570-D24B-287F1BE56786}"/>
              </a:ext>
            </a:extLst>
          </p:cNvPr>
          <p:cNvSpPr txBox="1"/>
          <p:nvPr/>
        </p:nvSpPr>
        <p:spPr>
          <a:xfrm>
            <a:off x="411881" y="3241819"/>
            <a:ext cx="1906932"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COMMAND AUTO ENABLE</a:t>
            </a:r>
          </a:p>
        </p:txBody>
      </p:sp>
      <p:graphicFrame>
        <p:nvGraphicFramePr>
          <p:cNvPr id="5" name="표 4">
            <a:extLst>
              <a:ext uri="{FF2B5EF4-FFF2-40B4-BE49-F238E27FC236}">
                <a16:creationId xmlns:a16="http://schemas.microsoft.com/office/drawing/2014/main" id="{6C8868C8-187F-D249-72FD-4A1107685718}"/>
              </a:ext>
            </a:extLst>
          </p:cNvPr>
          <p:cNvGraphicFramePr>
            <a:graphicFrameLocks noGrp="1"/>
          </p:cNvGraphicFramePr>
          <p:nvPr>
            <p:extLst>
              <p:ext uri="{D42A27DB-BD31-4B8C-83A1-F6EECF244321}">
                <p14:modId xmlns:p14="http://schemas.microsoft.com/office/powerpoint/2010/main" val="2026582877"/>
              </p:ext>
            </p:extLst>
          </p:nvPr>
        </p:nvGraphicFramePr>
        <p:xfrm>
          <a:off x="399457" y="1109152"/>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9D2FE3A-2496-B037-C1BF-78BA9FB41DB0}"/>
              </a:ext>
            </a:extLst>
          </p:cNvPr>
          <p:cNvGraphicFramePr>
            <a:graphicFrameLocks noGrp="1"/>
          </p:cNvGraphicFramePr>
          <p:nvPr>
            <p:extLst>
              <p:ext uri="{D42A27DB-BD31-4B8C-83A1-F6EECF244321}">
                <p14:modId xmlns:p14="http://schemas.microsoft.com/office/powerpoint/2010/main" val="3692805242"/>
              </p:ext>
            </p:extLst>
          </p:nvPr>
        </p:nvGraphicFramePr>
        <p:xfrm>
          <a:off x="397795" y="3508356"/>
          <a:ext cx="6163249" cy="372600"/>
        </p:xfrm>
        <a:graphic>
          <a:graphicData uri="http://schemas.openxmlformats.org/drawingml/2006/table">
            <a:tbl>
              <a:tblPr firstRow="1" bandRow="1">
                <a:tableStyleId>{5C22544A-7EE6-4342-B048-85BDC9FD1C3A}</a:tableStyleId>
              </a:tblPr>
              <a:tblGrid>
                <a:gridCol w="313717">
                  <a:extLst>
                    <a:ext uri="{9D8B030D-6E8A-4147-A177-3AD203B41FA5}">
                      <a16:colId xmlns:a16="http://schemas.microsoft.com/office/drawing/2014/main" val="3358603807"/>
                    </a:ext>
                  </a:extLst>
                </a:gridCol>
                <a:gridCol w="420726">
                  <a:extLst>
                    <a:ext uri="{9D8B030D-6E8A-4147-A177-3AD203B41FA5}">
                      <a16:colId xmlns:a16="http://schemas.microsoft.com/office/drawing/2014/main" val="2844922634"/>
                    </a:ext>
                  </a:extLst>
                </a:gridCol>
                <a:gridCol w="285391">
                  <a:extLst>
                    <a:ext uri="{9D8B030D-6E8A-4147-A177-3AD203B41FA5}">
                      <a16:colId xmlns:a16="http://schemas.microsoft.com/office/drawing/2014/main" val="4293411712"/>
                    </a:ext>
                  </a:extLst>
                </a:gridCol>
                <a:gridCol w="285391">
                  <a:extLst>
                    <a:ext uri="{9D8B030D-6E8A-4147-A177-3AD203B41FA5}">
                      <a16:colId xmlns:a16="http://schemas.microsoft.com/office/drawing/2014/main" val="657570846"/>
                    </a:ext>
                  </a:extLst>
                </a:gridCol>
                <a:gridCol w="285391">
                  <a:extLst>
                    <a:ext uri="{9D8B030D-6E8A-4147-A177-3AD203B41FA5}">
                      <a16:colId xmlns:a16="http://schemas.microsoft.com/office/drawing/2014/main" val="3259894497"/>
                    </a:ext>
                  </a:extLst>
                </a:gridCol>
                <a:gridCol w="285391">
                  <a:extLst>
                    <a:ext uri="{9D8B030D-6E8A-4147-A177-3AD203B41FA5}">
                      <a16:colId xmlns:a16="http://schemas.microsoft.com/office/drawing/2014/main" val="4170535043"/>
                    </a:ext>
                  </a:extLst>
                </a:gridCol>
                <a:gridCol w="285391">
                  <a:extLst>
                    <a:ext uri="{9D8B030D-6E8A-4147-A177-3AD203B41FA5}">
                      <a16:colId xmlns:a16="http://schemas.microsoft.com/office/drawing/2014/main" val="2079070694"/>
                    </a:ext>
                  </a:extLst>
                </a:gridCol>
                <a:gridCol w="285391">
                  <a:extLst>
                    <a:ext uri="{9D8B030D-6E8A-4147-A177-3AD203B41FA5}">
                      <a16:colId xmlns:a16="http://schemas.microsoft.com/office/drawing/2014/main" val="4213315911"/>
                    </a:ext>
                  </a:extLst>
                </a:gridCol>
                <a:gridCol w="264545">
                  <a:extLst>
                    <a:ext uri="{9D8B030D-6E8A-4147-A177-3AD203B41FA5}">
                      <a16:colId xmlns:a16="http://schemas.microsoft.com/office/drawing/2014/main" val="2769999950"/>
                    </a:ext>
                  </a:extLst>
                </a:gridCol>
                <a:gridCol w="264545">
                  <a:extLst>
                    <a:ext uri="{9D8B030D-6E8A-4147-A177-3AD203B41FA5}">
                      <a16:colId xmlns:a16="http://schemas.microsoft.com/office/drawing/2014/main" val="135637185"/>
                    </a:ext>
                  </a:extLst>
                </a:gridCol>
                <a:gridCol w="267711">
                  <a:extLst>
                    <a:ext uri="{9D8B030D-6E8A-4147-A177-3AD203B41FA5}">
                      <a16:colId xmlns:a16="http://schemas.microsoft.com/office/drawing/2014/main" val="3038050475"/>
                    </a:ext>
                  </a:extLst>
                </a:gridCol>
                <a:gridCol w="264545">
                  <a:extLst>
                    <a:ext uri="{9D8B030D-6E8A-4147-A177-3AD203B41FA5}">
                      <a16:colId xmlns:a16="http://schemas.microsoft.com/office/drawing/2014/main" val="1979433044"/>
                    </a:ext>
                  </a:extLst>
                </a:gridCol>
                <a:gridCol w="277095">
                  <a:extLst>
                    <a:ext uri="{9D8B030D-6E8A-4147-A177-3AD203B41FA5}">
                      <a16:colId xmlns:a16="http://schemas.microsoft.com/office/drawing/2014/main" val="4270661649"/>
                    </a:ext>
                  </a:extLst>
                </a:gridCol>
                <a:gridCol w="836174">
                  <a:extLst>
                    <a:ext uri="{9D8B030D-6E8A-4147-A177-3AD203B41FA5}">
                      <a16:colId xmlns:a16="http://schemas.microsoft.com/office/drawing/2014/main" val="3027041370"/>
                    </a:ext>
                  </a:extLst>
                </a:gridCol>
                <a:gridCol w="264545">
                  <a:extLst>
                    <a:ext uri="{9D8B030D-6E8A-4147-A177-3AD203B41FA5}">
                      <a16:colId xmlns:a16="http://schemas.microsoft.com/office/drawing/2014/main" val="2852526216"/>
                    </a:ext>
                  </a:extLst>
                </a:gridCol>
                <a:gridCol w="264545">
                  <a:extLst>
                    <a:ext uri="{9D8B030D-6E8A-4147-A177-3AD203B41FA5}">
                      <a16:colId xmlns:a16="http://schemas.microsoft.com/office/drawing/2014/main" val="103420222"/>
                    </a:ext>
                  </a:extLst>
                </a:gridCol>
                <a:gridCol w="282574">
                  <a:extLst>
                    <a:ext uri="{9D8B030D-6E8A-4147-A177-3AD203B41FA5}">
                      <a16:colId xmlns:a16="http://schemas.microsoft.com/office/drawing/2014/main" val="1470405609"/>
                    </a:ext>
                  </a:extLst>
                </a:gridCol>
                <a:gridCol w="7301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FAULT_AUTO_EN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SYNC_AUTO_EN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1479006007"/>
              </p:ext>
            </p:extLst>
          </p:nvPr>
        </p:nvGraphicFramePr>
        <p:xfrm>
          <a:off x="397790" y="4076665"/>
          <a:ext cx="6163255" cy="1670232"/>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249241">
                  <a:extLst>
                    <a:ext uri="{9D8B030D-6E8A-4147-A177-3AD203B41FA5}">
                      <a16:colId xmlns:a16="http://schemas.microsoft.com/office/drawing/2014/main" val="32595803"/>
                    </a:ext>
                  </a:extLst>
                </a:gridCol>
                <a:gridCol w="4397319">
                  <a:extLst>
                    <a:ext uri="{9D8B030D-6E8A-4147-A177-3AD203B41FA5}">
                      <a16:colId xmlns:a16="http://schemas.microsoft.com/office/drawing/2014/main" val="895228376"/>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Start executing the fault-reading command automatically. If this bit is set, the fault-reading command is auto-executed in two conditions. The first is occurred at the time of VSYNC rising edge and the second condition is occurred at the time of expiration of the FAULT AUTO READ TIMER register for the number of occurrence of the FAULT AUTO READ EVENT register.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1907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SYNC_AUTO_EN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Start executing the sync-gen command automatically. If this bit is set, the sync-gen command is auto-executed at the time of VSYNC rising edge.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8241496"/>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19328" y="6300775"/>
            <a:ext cx="1442061"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LD-WRITE POINTER</a:t>
            </a:r>
          </a:p>
        </p:txBody>
      </p:sp>
      <p:graphicFrame>
        <p:nvGraphicFramePr>
          <p:cNvPr id="10" name="표 9">
            <a:extLst>
              <a:ext uri="{FF2B5EF4-FFF2-40B4-BE49-F238E27FC236}">
                <a16:creationId xmlns:a16="http://schemas.microsoft.com/office/drawing/2014/main" id="{0B7AA3CD-4C8A-CDE6-68B2-6B1BF3C22522}"/>
              </a:ext>
            </a:extLst>
          </p:cNvPr>
          <p:cNvGraphicFramePr>
            <a:graphicFrameLocks noGrp="1"/>
          </p:cNvGraphicFramePr>
          <p:nvPr>
            <p:extLst>
              <p:ext uri="{D42A27DB-BD31-4B8C-83A1-F6EECF244321}">
                <p14:modId xmlns:p14="http://schemas.microsoft.com/office/powerpoint/2010/main" val="3745106406"/>
              </p:ext>
            </p:extLst>
          </p:nvPr>
        </p:nvGraphicFramePr>
        <p:xfrm>
          <a:off x="405240" y="6575777"/>
          <a:ext cx="6174648"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385031">
                  <a:extLst>
                    <a:ext uri="{9D8B030D-6E8A-4147-A177-3AD203B41FA5}">
                      <a16:colId xmlns:a16="http://schemas.microsoft.com/office/drawing/2014/main" val="4293411712"/>
                    </a:ext>
                  </a:extLst>
                </a:gridCol>
                <a:gridCol w="356135">
                  <a:extLst>
                    <a:ext uri="{9D8B030D-6E8A-4147-A177-3AD203B41FA5}">
                      <a16:colId xmlns:a16="http://schemas.microsoft.com/office/drawing/2014/main" val="657570846"/>
                    </a:ext>
                  </a:extLst>
                </a:gridCol>
                <a:gridCol w="382753">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LD_WR_POINTER [8:0]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2378764288"/>
              </p:ext>
            </p:extLst>
          </p:nvPr>
        </p:nvGraphicFramePr>
        <p:xfrm>
          <a:off x="399457" y="7101452"/>
          <a:ext cx="6163254" cy="1836957"/>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464655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LD_WR_POINTER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local dimming data are written into the internal LD buffers through the SPI interface. The number increases one by one whenever the local dimming data corresponding to (the number of enabled channels * one LD data width) are transferred to the internal LD buffers. This pointer value is reset at the VSYNC rising.</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LD_WIDTH of the CHANNEL ENABLE 2 register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2’b00 : one block LD data width = 24 bits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2’b01 : one block  LD data width = 24 bits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2’b10 : one block  LD data width = 24 bits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2’b11 : one block  LD data width = 16 bits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77CAA95D-C370-A60B-D7E0-2A3E182A4F64}"/>
              </a:ext>
            </a:extLst>
          </p:cNvPr>
          <p:cNvGraphicFramePr>
            <a:graphicFrameLocks noGrp="1"/>
          </p:cNvGraphicFramePr>
          <p:nvPr>
            <p:extLst>
              <p:ext uri="{D42A27DB-BD31-4B8C-83A1-F6EECF244321}">
                <p14:modId xmlns:p14="http://schemas.microsoft.com/office/powerpoint/2010/main" val="3315471045"/>
              </p:ext>
            </p:extLst>
          </p:nvPr>
        </p:nvGraphicFramePr>
        <p:xfrm>
          <a:off x="397786" y="1626342"/>
          <a:ext cx="6163258" cy="1104120"/>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198762">
                  <a:extLst>
                    <a:ext uri="{9D8B030D-6E8A-4147-A177-3AD203B41FA5}">
                      <a16:colId xmlns:a16="http://schemas.microsoft.com/office/drawing/2014/main" val="32595803"/>
                    </a:ext>
                  </a:extLst>
                </a:gridCol>
                <a:gridCol w="4436200">
                  <a:extLst>
                    <a:ext uri="{9D8B030D-6E8A-4147-A177-3AD203B41FA5}">
                      <a16:colId xmlns:a16="http://schemas.microsoft.com/office/drawing/2014/main" val="2977661000"/>
                    </a:ext>
                  </a:extLst>
                </a:gridCol>
              </a:tblGrid>
              <a:tr h="12474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63612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just" latinLnBrk="1"/>
                      <a:r>
                        <a:rPr lang="en-US" altLang="ko-KR" sz="900" b="0" dirty="0">
                          <a:solidFill>
                            <a:schemeClr val="tx1"/>
                          </a:solidFill>
                          <a:latin typeface="Arial" panose="020B0604020202020204" pitchFamily="34" charset="0"/>
                          <a:ea typeface="+mn-ea"/>
                          <a:cs typeface="Arial" panose="020B0604020202020204" pitchFamily="34" charset="0"/>
                        </a:rPr>
                        <a:t>Start executing the sync-gen command to all XD-12 daisied devices in order to make the frame synchronization to the drivers and this bit is auto-cleared after this execution. This command can be also auto-executed at the VSYNC rising edge, if the SYNC_ AUTO_EN bit in the COMMAND AUTO ENABLE register is set. It is recommended that the SYNC_AUTO_EN bit is set for good local dimming.</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63846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38916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LD-READ POINTER</a:t>
            </a:r>
          </a:p>
        </p:txBody>
      </p:sp>
      <p:sp>
        <p:nvSpPr>
          <p:cNvPr id="8" name="TextBox 7">
            <a:extLst>
              <a:ext uri="{FF2B5EF4-FFF2-40B4-BE49-F238E27FC236}">
                <a16:creationId xmlns:a16="http://schemas.microsoft.com/office/drawing/2014/main" id="{2F6234BB-58D6-2570-D24B-287F1BE56786}"/>
              </a:ext>
            </a:extLst>
          </p:cNvPr>
          <p:cNvSpPr txBox="1"/>
          <p:nvPr/>
        </p:nvSpPr>
        <p:spPr>
          <a:xfrm>
            <a:off x="421856" y="3108257"/>
            <a:ext cx="189250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LD-DIFFERENCE POINTER</a:t>
            </a:r>
          </a:p>
        </p:txBody>
      </p:sp>
      <p:graphicFrame>
        <p:nvGraphicFramePr>
          <p:cNvPr id="5" name="표 4">
            <a:extLst>
              <a:ext uri="{FF2B5EF4-FFF2-40B4-BE49-F238E27FC236}">
                <a16:creationId xmlns:a16="http://schemas.microsoft.com/office/drawing/2014/main" id="{6C8868C8-187F-D249-72FD-4A1107685718}"/>
              </a:ext>
            </a:extLst>
          </p:cNvPr>
          <p:cNvGraphicFramePr>
            <a:graphicFrameLocks noGrp="1"/>
          </p:cNvGraphicFramePr>
          <p:nvPr/>
        </p:nvGraphicFramePr>
        <p:xfrm>
          <a:off x="399457" y="1109152"/>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LD_RD_POINTER [8:0]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9D2FE3A-2496-B037-C1BF-78BA9FB41DB0}"/>
              </a:ext>
            </a:extLst>
          </p:cNvPr>
          <p:cNvGraphicFramePr>
            <a:graphicFrameLocks noGrp="1"/>
          </p:cNvGraphicFramePr>
          <p:nvPr/>
        </p:nvGraphicFramePr>
        <p:xfrm>
          <a:off x="407769" y="3374794"/>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LD_DIFF_POINTER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88739675"/>
              </p:ext>
            </p:extLst>
          </p:nvPr>
        </p:nvGraphicFramePr>
        <p:xfrm>
          <a:off x="407766" y="3943103"/>
          <a:ext cx="6154940" cy="820283"/>
        </p:xfrm>
        <a:graphic>
          <a:graphicData uri="http://schemas.openxmlformats.org/drawingml/2006/table">
            <a:tbl>
              <a:tblPr firstRow="1" bandRow="1">
                <a:tableStyleId>{5C22544A-7EE6-4342-B048-85BDC9FD1C3A}</a:tableStyleId>
              </a:tblPr>
              <a:tblGrid>
                <a:gridCol w="443489">
                  <a:extLst>
                    <a:ext uri="{9D8B030D-6E8A-4147-A177-3AD203B41FA5}">
                      <a16:colId xmlns:a16="http://schemas.microsoft.com/office/drawing/2014/main" val="4170535043"/>
                    </a:ext>
                  </a:extLst>
                </a:gridCol>
                <a:gridCol w="1124252">
                  <a:extLst>
                    <a:ext uri="{9D8B030D-6E8A-4147-A177-3AD203B41FA5}">
                      <a16:colId xmlns:a16="http://schemas.microsoft.com/office/drawing/2014/main" val="2079070694"/>
                    </a:ext>
                  </a:extLst>
                </a:gridCol>
                <a:gridCol w="458719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640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LD_DIFF_POINTER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is useful to monitor how much the LD data remains in the internal LD buffers for checking overrun or underrun.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LD_WR_POINTER – LD_RD_POINTER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21856" y="5315095"/>
            <a:ext cx="3267882"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LD-TRANSFER START POINTER / THRESHOLD</a:t>
            </a:r>
          </a:p>
        </p:txBody>
      </p:sp>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29655038"/>
              </p:ext>
            </p:extLst>
          </p:nvPr>
        </p:nvGraphicFramePr>
        <p:xfrm>
          <a:off x="401986" y="6115772"/>
          <a:ext cx="6163255" cy="2313367"/>
        </p:xfrm>
        <a:graphic>
          <a:graphicData uri="http://schemas.openxmlformats.org/drawingml/2006/table">
            <a:tbl>
              <a:tblPr firstRow="1" bandRow="1">
                <a:tableStyleId>{5C22544A-7EE6-4342-B048-85BDC9FD1C3A}</a:tableStyleId>
              </a:tblPr>
              <a:tblGrid>
                <a:gridCol w="316008">
                  <a:extLst>
                    <a:ext uri="{9D8B030D-6E8A-4147-A177-3AD203B41FA5}">
                      <a16:colId xmlns:a16="http://schemas.microsoft.com/office/drawing/2014/main" val="4170535043"/>
                    </a:ext>
                  </a:extLst>
                </a:gridCol>
                <a:gridCol w="1698913">
                  <a:extLst>
                    <a:ext uri="{9D8B030D-6E8A-4147-A177-3AD203B41FA5}">
                      <a16:colId xmlns:a16="http://schemas.microsoft.com/office/drawing/2014/main" val="2079070694"/>
                    </a:ext>
                  </a:extLst>
                </a:gridCol>
                <a:gridCol w="4148334">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672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LD_TRANS_START_POINTER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LD_TRANS_START_POINTER determines when the transmit from the internal LD buffers to the XD-12 drivers will begin. If the value is set to 8, then the transmit will begin as soon as the number of times the data through the SPI interface becomes 8.  Once the transmit is stated, the transaction will be continued until the number of transmit reaches to the BLOCK_SIZE value of the BLOCK SIZE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20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INT_LD_SIGN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Don’t set this bit.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808197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LD_DIFF_THRESHOLD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LD_DIFF_THRESHOLD is used to set in which condition the nINT_LD output signal will be issued to the host.  Whenever the LD_DIFF_POINTER is equal to or smaller than the LD_DIFF_THRESHOLD, then the nINT_LD signal will be issued.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feature helps to check how much LD data remains in the internal LD buffer for monitoring overruns or underruns of the LD data.</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4640682"/>
                  </a:ext>
                </a:extLst>
              </a:tr>
            </a:tbl>
          </a:graphicData>
        </a:graphic>
      </p:graphicFrame>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2722171545"/>
              </p:ext>
            </p:extLst>
          </p:nvPr>
        </p:nvGraphicFramePr>
        <p:xfrm>
          <a:off x="457746" y="1702652"/>
          <a:ext cx="6104962" cy="958023"/>
        </p:xfrm>
        <a:graphic>
          <a:graphicData uri="http://schemas.openxmlformats.org/drawingml/2006/table">
            <a:tbl>
              <a:tblPr firstRow="1" bandRow="1">
                <a:tableStyleId>{5C22544A-7EE6-4342-B048-85BDC9FD1C3A}</a:tableStyleId>
              </a:tblPr>
              <a:tblGrid>
                <a:gridCol w="441106">
                  <a:extLst>
                    <a:ext uri="{9D8B030D-6E8A-4147-A177-3AD203B41FA5}">
                      <a16:colId xmlns:a16="http://schemas.microsoft.com/office/drawing/2014/main" val="4170535043"/>
                    </a:ext>
                  </a:extLst>
                </a:gridCol>
                <a:gridCol w="1048167">
                  <a:extLst>
                    <a:ext uri="{9D8B030D-6E8A-4147-A177-3AD203B41FA5}">
                      <a16:colId xmlns:a16="http://schemas.microsoft.com/office/drawing/2014/main" val="2079070694"/>
                    </a:ext>
                  </a:extLst>
                </a:gridCol>
                <a:gridCol w="461568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LD_RD_POINTER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local dimming data are read-out to</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transfer the data from the internal LD buffers to the XD-12 drivers. The number increases one by one whenever the local dimming data corresponding to the one block LD data of the XD-12 drivers are read-out. This pointer value is reset at the VSYNC rising.</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939842E9-EAC4-AB56-822F-A31BFE92D020}"/>
              </a:ext>
            </a:extLst>
          </p:cNvPr>
          <p:cNvGraphicFramePr>
            <a:graphicFrameLocks noGrp="1"/>
          </p:cNvGraphicFramePr>
          <p:nvPr>
            <p:extLst>
              <p:ext uri="{D42A27DB-BD31-4B8C-83A1-F6EECF244321}">
                <p14:modId xmlns:p14="http://schemas.microsoft.com/office/powerpoint/2010/main" val="3153900746"/>
              </p:ext>
            </p:extLst>
          </p:nvPr>
        </p:nvGraphicFramePr>
        <p:xfrm>
          <a:off x="403614" y="5585095"/>
          <a:ext cx="6154940" cy="372600"/>
        </p:xfrm>
        <a:graphic>
          <a:graphicData uri="http://schemas.openxmlformats.org/drawingml/2006/table">
            <a:tbl>
              <a:tblPr firstRow="1" bandRow="1">
                <a:tableStyleId>{5C22544A-7EE6-4342-B048-85BDC9FD1C3A}</a:tableStyleId>
              </a:tblPr>
              <a:tblGrid>
                <a:gridCol w="371383">
                  <a:extLst>
                    <a:ext uri="{9D8B030D-6E8A-4147-A177-3AD203B41FA5}">
                      <a16:colId xmlns:a16="http://schemas.microsoft.com/office/drawing/2014/main" val="3358603807"/>
                    </a:ext>
                  </a:extLst>
                </a:gridCol>
                <a:gridCol w="400841">
                  <a:extLst>
                    <a:ext uri="{9D8B030D-6E8A-4147-A177-3AD203B41FA5}">
                      <a16:colId xmlns:a16="http://schemas.microsoft.com/office/drawing/2014/main" val="2844922634"/>
                    </a:ext>
                  </a:extLst>
                </a:gridCol>
                <a:gridCol w="337849">
                  <a:extLst>
                    <a:ext uri="{9D8B030D-6E8A-4147-A177-3AD203B41FA5}">
                      <a16:colId xmlns:a16="http://schemas.microsoft.com/office/drawing/2014/main" val="4293411712"/>
                    </a:ext>
                  </a:extLst>
                </a:gridCol>
                <a:gridCol w="337849">
                  <a:extLst>
                    <a:ext uri="{9D8B030D-6E8A-4147-A177-3AD203B41FA5}">
                      <a16:colId xmlns:a16="http://schemas.microsoft.com/office/drawing/2014/main" val="657570846"/>
                    </a:ext>
                  </a:extLst>
                </a:gridCol>
                <a:gridCol w="337849">
                  <a:extLst>
                    <a:ext uri="{9D8B030D-6E8A-4147-A177-3AD203B41FA5}">
                      <a16:colId xmlns:a16="http://schemas.microsoft.com/office/drawing/2014/main" val="3259894497"/>
                    </a:ext>
                  </a:extLst>
                </a:gridCol>
                <a:gridCol w="337849">
                  <a:extLst>
                    <a:ext uri="{9D8B030D-6E8A-4147-A177-3AD203B41FA5}">
                      <a16:colId xmlns:a16="http://schemas.microsoft.com/office/drawing/2014/main" val="4170535043"/>
                    </a:ext>
                  </a:extLst>
                </a:gridCol>
                <a:gridCol w="337849">
                  <a:extLst>
                    <a:ext uri="{9D8B030D-6E8A-4147-A177-3AD203B41FA5}">
                      <a16:colId xmlns:a16="http://schemas.microsoft.com/office/drawing/2014/main" val="2079070694"/>
                    </a:ext>
                  </a:extLst>
                </a:gridCol>
                <a:gridCol w="337849">
                  <a:extLst>
                    <a:ext uri="{9D8B030D-6E8A-4147-A177-3AD203B41FA5}">
                      <a16:colId xmlns:a16="http://schemas.microsoft.com/office/drawing/2014/main" val="4213315911"/>
                    </a:ext>
                  </a:extLst>
                </a:gridCol>
                <a:gridCol w="313170">
                  <a:extLst>
                    <a:ext uri="{9D8B030D-6E8A-4147-A177-3AD203B41FA5}">
                      <a16:colId xmlns:a16="http://schemas.microsoft.com/office/drawing/2014/main" val="2769999950"/>
                    </a:ext>
                  </a:extLst>
                </a:gridCol>
                <a:gridCol w="313170">
                  <a:extLst>
                    <a:ext uri="{9D8B030D-6E8A-4147-A177-3AD203B41FA5}">
                      <a16:colId xmlns:a16="http://schemas.microsoft.com/office/drawing/2014/main" val="135637185"/>
                    </a:ext>
                  </a:extLst>
                </a:gridCol>
                <a:gridCol w="665191">
                  <a:extLst>
                    <a:ext uri="{9D8B030D-6E8A-4147-A177-3AD203B41FA5}">
                      <a16:colId xmlns:a16="http://schemas.microsoft.com/office/drawing/2014/main" val="3038050475"/>
                    </a:ext>
                  </a:extLst>
                </a:gridCol>
                <a:gridCol w="313170">
                  <a:extLst>
                    <a:ext uri="{9D8B030D-6E8A-4147-A177-3AD203B41FA5}">
                      <a16:colId xmlns:a16="http://schemas.microsoft.com/office/drawing/2014/main" val="1979433044"/>
                    </a:ext>
                  </a:extLst>
                </a:gridCol>
                <a:gridCol w="328028">
                  <a:extLst>
                    <a:ext uri="{9D8B030D-6E8A-4147-A177-3AD203B41FA5}">
                      <a16:colId xmlns:a16="http://schemas.microsoft.com/office/drawing/2014/main" val="4270661649"/>
                    </a:ext>
                  </a:extLst>
                </a:gridCol>
                <a:gridCol w="300537">
                  <a:extLst>
                    <a:ext uri="{9D8B030D-6E8A-4147-A177-3AD203B41FA5}">
                      <a16:colId xmlns:a16="http://schemas.microsoft.com/office/drawing/2014/main" val="3027041370"/>
                    </a:ext>
                  </a:extLst>
                </a:gridCol>
                <a:gridCol w="273468">
                  <a:extLst>
                    <a:ext uri="{9D8B030D-6E8A-4147-A177-3AD203B41FA5}">
                      <a16:colId xmlns:a16="http://schemas.microsoft.com/office/drawing/2014/main" val="2852526216"/>
                    </a:ext>
                  </a:extLst>
                </a:gridCol>
                <a:gridCol w="256375">
                  <a:extLst>
                    <a:ext uri="{9D8B030D-6E8A-4147-A177-3AD203B41FA5}">
                      <a16:colId xmlns:a16="http://schemas.microsoft.com/office/drawing/2014/main" val="103420222"/>
                    </a:ext>
                  </a:extLst>
                </a:gridCol>
                <a:gridCol w="279165">
                  <a:extLst>
                    <a:ext uri="{9D8B030D-6E8A-4147-A177-3AD203B41FA5}">
                      <a16:colId xmlns:a16="http://schemas.microsoft.com/office/drawing/2014/main" val="1470405609"/>
                    </a:ext>
                  </a:extLst>
                </a:gridCol>
                <a:gridCol w="3133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LD_TRANS_START_POINTER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INT_LD_SIGN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LD_DIFF_THRESHOLD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0388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2331729"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LOCAL-WR TRANSFER POINTER</a:t>
            </a:r>
          </a:p>
        </p:txBody>
      </p:sp>
      <p:sp>
        <p:nvSpPr>
          <p:cNvPr id="8" name="TextBox 7">
            <a:extLst>
              <a:ext uri="{FF2B5EF4-FFF2-40B4-BE49-F238E27FC236}">
                <a16:creationId xmlns:a16="http://schemas.microsoft.com/office/drawing/2014/main" id="{2F6234BB-58D6-2570-D24B-287F1BE56786}"/>
              </a:ext>
            </a:extLst>
          </p:cNvPr>
          <p:cNvSpPr txBox="1"/>
          <p:nvPr/>
        </p:nvSpPr>
        <p:spPr>
          <a:xfrm>
            <a:off x="421858" y="3671361"/>
            <a:ext cx="219707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LOCAL-RD RECEIVE POINTER</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3859998233"/>
              </p:ext>
            </p:extLst>
          </p:nvPr>
        </p:nvGraphicFramePr>
        <p:xfrm>
          <a:off x="407767" y="4506207"/>
          <a:ext cx="6169029" cy="1659849"/>
        </p:xfrm>
        <a:graphic>
          <a:graphicData uri="http://schemas.openxmlformats.org/drawingml/2006/table">
            <a:tbl>
              <a:tblPr firstRow="1" bandRow="1">
                <a:tableStyleId>{5C22544A-7EE6-4342-B048-85BDC9FD1C3A}</a:tableStyleId>
              </a:tblPr>
              <a:tblGrid>
                <a:gridCol w="324457">
                  <a:extLst>
                    <a:ext uri="{9D8B030D-6E8A-4147-A177-3AD203B41FA5}">
                      <a16:colId xmlns:a16="http://schemas.microsoft.com/office/drawing/2014/main" val="4170535043"/>
                    </a:ext>
                  </a:extLst>
                </a:gridCol>
                <a:gridCol w="1575808">
                  <a:extLst>
                    <a:ext uri="{9D8B030D-6E8A-4147-A177-3AD203B41FA5}">
                      <a16:colId xmlns:a16="http://schemas.microsoft.com/office/drawing/2014/main" val="2079070694"/>
                    </a:ext>
                  </a:extLst>
                </a:gridCol>
                <a:gridCol w="4268764">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LOCAL_RD_OUT_POINTER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data transferred from the XD-12 drivers are read out from the LOCAL RW DATA registers for transferring the data through the SPI interface.  The number increases one by one whenever the data are read-out from the LOCAL RW DATA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LOCAL_RD_REC_POINTER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data to be transferred through the SPI interface are written from the XD-12 drivers to the LOCAL RW DATA registers. The number increased one by one whenever the data are written to the LOCAL RW DATA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3823241"/>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33414" y="6467723"/>
            <a:ext cx="2464777"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LOCAL-RW DIFFERENCE POINTER</a:t>
            </a:r>
          </a:p>
        </p:txBody>
      </p:sp>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1052137332"/>
              </p:ext>
            </p:extLst>
          </p:nvPr>
        </p:nvGraphicFramePr>
        <p:xfrm>
          <a:off x="413545" y="7331638"/>
          <a:ext cx="6163252" cy="1403009"/>
        </p:xfrm>
        <a:graphic>
          <a:graphicData uri="http://schemas.openxmlformats.org/drawingml/2006/table">
            <a:tbl>
              <a:tblPr firstRow="1" bandRow="1">
                <a:tableStyleId>{5C22544A-7EE6-4342-B048-85BDC9FD1C3A}</a:tableStyleId>
              </a:tblPr>
              <a:tblGrid>
                <a:gridCol w="318057">
                  <a:extLst>
                    <a:ext uri="{9D8B030D-6E8A-4147-A177-3AD203B41FA5}">
                      <a16:colId xmlns:a16="http://schemas.microsoft.com/office/drawing/2014/main" val="4170535043"/>
                    </a:ext>
                  </a:extLst>
                </a:gridCol>
                <a:gridCol w="1615421">
                  <a:extLst>
                    <a:ext uri="{9D8B030D-6E8A-4147-A177-3AD203B41FA5}">
                      <a16:colId xmlns:a16="http://schemas.microsoft.com/office/drawing/2014/main" val="2079070694"/>
                    </a:ext>
                  </a:extLst>
                </a:gridCol>
                <a:gridCol w="4229774">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0745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LOCAL_RD_DIFF_POINTER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is useful to monitor how much the data from the XD-12 drivers remains in the LOCAL RW DATA registers for checking overrun or underrun.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LOCAL_RD_REC_POINTER – LOCAL_RD_OUT_POINTER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935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LOCAL_WR_DIFF_POINTER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is useful to monitor how much the data to be transferred to the XD-12 remains in the LOCAL RW DATA registers for checking overrun or underrun.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LOCAL_WR_TRANS_POINTER – LOCAL_WR_OUT_POINTER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4640682"/>
                  </a:ext>
                </a:extLst>
              </a:tr>
            </a:tbl>
          </a:graphicData>
        </a:graphic>
      </p:graphicFrame>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4136382906"/>
              </p:ext>
            </p:extLst>
          </p:nvPr>
        </p:nvGraphicFramePr>
        <p:xfrm>
          <a:off x="457747" y="1702652"/>
          <a:ext cx="6096649" cy="1659849"/>
        </p:xfrm>
        <a:graphic>
          <a:graphicData uri="http://schemas.openxmlformats.org/drawingml/2006/table">
            <a:tbl>
              <a:tblPr firstRow="1" bandRow="1">
                <a:tableStyleId>{5C22544A-7EE6-4342-B048-85BDC9FD1C3A}</a:tableStyleId>
              </a:tblPr>
              <a:tblGrid>
                <a:gridCol w="323108">
                  <a:extLst>
                    <a:ext uri="{9D8B030D-6E8A-4147-A177-3AD203B41FA5}">
                      <a16:colId xmlns:a16="http://schemas.microsoft.com/office/drawing/2014/main" val="4170535043"/>
                    </a:ext>
                  </a:extLst>
                </a:gridCol>
                <a:gridCol w="1739183">
                  <a:extLst>
                    <a:ext uri="{9D8B030D-6E8A-4147-A177-3AD203B41FA5}">
                      <a16:colId xmlns:a16="http://schemas.microsoft.com/office/drawing/2014/main" val="2079070694"/>
                    </a:ext>
                  </a:extLst>
                </a:gridCol>
                <a:gridCol w="4034358">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LOCAL_WR_OUT_POINTER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data from the LOCAL RW DATA registers are read-out to write the data to the XD-12 drivers’ registers. The number increases one by one whenever the data are read-out from the LOCAL RW DATA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LOCAL_WR_TRANS_POINTER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data to be transferred to the XD-12 drivers are written to the LOCAL RW DATA registers through the SPI interface. The number increased one by one whenever the data are written to the LOCAL RW DATA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F6193D4E-3893-6AD4-02DB-0432F57045F6}"/>
              </a:ext>
            </a:extLst>
          </p:cNvPr>
          <p:cNvGraphicFramePr>
            <a:graphicFrameLocks noGrp="1"/>
          </p:cNvGraphicFramePr>
          <p:nvPr>
            <p:extLst>
              <p:ext uri="{D42A27DB-BD31-4B8C-83A1-F6EECF244321}">
                <p14:modId xmlns:p14="http://schemas.microsoft.com/office/powerpoint/2010/main" val="280607997"/>
              </p:ext>
            </p:extLst>
          </p:nvPr>
        </p:nvGraphicFramePr>
        <p:xfrm>
          <a:off x="399457" y="1115930"/>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LOCAL_WR_OUT_POINTER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LOCAL_WR_TRANS_POINTER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0AE83465-25D0-77ED-5115-101DCF4915FF}"/>
              </a:ext>
            </a:extLst>
          </p:cNvPr>
          <p:cNvGraphicFramePr>
            <a:graphicFrameLocks noGrp="1"/>
          </p:cNvGraphicFramePr>
          <p:nvPr>
            <p:extLst>
              <p:ext uri="{D42A27DB-BD31-4B8C-83A1-F6EECF244321}">
                <p14:modId xmlns:p14="http://schemas.microsoft.com/office/powerpoint/2010/main" val="730120123"/>
              </p:ext>
            </p:extLst>
          </p:nvPr>
        </p:nvGraphicFramePr>
        <p:xfrm>
          <a:off x="421858" y="3941361"/>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LOCAL_RD_OUT_POINTER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LOCAL_RD_REC_POINTER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355DEE44-6FF9-5E37-55F9-84F8B126346B}"/>
              </a:ext>
            </a:extLst>
          </p:cNvPr>
          <p:cNvGraphicFramePr>
            <a:graphicFrameLocks noGrp="1"/>
          </p:cNvGraphicFramePr>
          <p:nvPr>
            <p:extLst>
              <p:ext uri="{D42A27DB-BD31-4B8C-83A1-F6EECF244321}">
                <p14:modId xmlns:p14="http://schemas.microsoft.com/office/powerpoint/2010/main" val="1395577880"/>
              </p:ext>
            </p:extLst>
          </p:nvPr>
        </p:nvGraphicFramePr>
        <p:xfrm>
          <a:off x="411014" y="6739037"/>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LOCAL_RD_DIFF_POINTER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LOCAL_WR_DIFF_POINTER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028756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2031967"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LOCAL-RW POINTER RESET</a:t>
            </a:r>
          </a:p>
        </p:txBody>
      </p:sp>
      <p:sp>
        <p:nvSpPr>
          <p:cNvPr id="8" name="TextBox 7">
            <a:extLst>
              <a:ext uri="{FF2B5EF4-FFF2-40B4-BE49-F238E27FC236}">
                <a16:creationId xmlns:a16="http://schemas.microsoft.com/office/drawing/2014/main" id="{2F6234BB-58D6-2570-D24B-287F1BE56786}"/>
              </a:ext>
            </a:extLst>
          </p:cNvPr>
          <p:cNvSpPr txBox="1"/>
          <p:nvPr/>
        </p:nvSpPr>
        <p:spPr>
          <a:xfrm>
            <a:off x="421858" y="3607323"/>
            <a:ext cx="191494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FAULT-AUTO-READ TIMER</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3755641584"/>
              </p:ext>
            </p:extLst>
          </p:nvPr>
        </p:nvGraphicFramePr>
        <p:xfrm>
          <a:off x="407770" y="4442169"/>
          <a:ext cx="6166500" cy="760286"/>
        </p:xfrm>
        <a:graphic>
          <a:graphicData uri="http://schemas.openxmlformats.org/drawingml/2006/table">
            <a:tbl>
              <a:tblPr firstRow="1" bandRow="1">
                <a:tableStyleId>{5C22544A-7EE6-4342-B048-85BDC9FD1C3A}</a:tableStyleId>
              </a:tblPr>
              <a:tblGrid>
                <a:gridCol w="322462">
                  <a:extLst>
                    <a:ext uri="{9D8B030D-6E8A-4147-A177-3AD203B41FA5}">
                      <a16:colId xmlns:a16="http://schemas.microsoft.com/office/drawing/2014/main" val="4170535043"/>
                    </a:ext>
                  </a:extLst>
                </a:gridCol>
                <a:gridCol w="1679177">
                  <a:extLst>
                    <a:ext uri="{9D8B030D-6E8A-4147-A177-3AD203B41FA5}">
                      <a16:colId xmlns:a16="http://schemas.microsoft.com/office/drawing/2014/main" val="2079070694"/>
                    </a:ext>
                  </a:extLst>
                </a:gridCol>
                <a:gridCol w="4164861">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FAULT_AUTO_RD_INTERVAL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execution interval for the fault auto-read commands.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Counted in MCLK units.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41727" y="5640607"/>
            <a:ext cx="194861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FAULT-AUTO-READ EVENT</a:t>
            </a:r>
          </a:p>
        </p:txBody>
      </p:sp>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505533677"/>
              </p:ext>
            </p:extLst>
          </p:nvPr>
        </p:nvGraphicFramePr>
        <p:xfrm>
          <a:off x="421856" y="6504522"/>
          <a:ext cx="6163256" cy="1229377"/>
        </p:xfrm>
        <a:graphic>
          <a:graphicData uri="http://schemas.openxmlformats.org/drawingml/2006/table">
            <a:tbl>
              <a:tblPr firstRow="1" bandRow="1">
                <a:tableStyleId>{5C22544A-7EE6-4342-B048-85BDC9FD1C3A}</a:tableStyleId>
              </a:tblPr>
              <a:tblGrid>
                <a:gridCol w="316272">
                  <a:extLst>
                    <a:ext uri="{9D8B030D-6E8A-4147-A177-3AD203B41FA5}">
                      <a16:colId xmlns:a16="http://schemas.microsoft.com/office/drawing/2014/main" val="4170535043"/>
                    </a:ext>
                  </a:extLst>
                </a:gridCol>
                <a:gridCol w="1688990">
                  <a:extLst>
                    <a:ext uri="{9D8B030D-6E8A-4147-A177-3AD203B41FA5}">
                      <a16:colId xmlns:a16="http://schemas.microsoft.com/office/drawing/2014/main" val="2079070694"/>
                    </a:ext>
                  </a:extLst>
                </a:gridCol>
                <a:gridCol w="4157994">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063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FAULT_AUTO_RD_EVENT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execution times for the fault auto-read commands. The value is reset at VSYNC rising edge.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6682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FAULT_AUTO_RD_INTERVAL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last bit of the FAULT_AUTO_RD_TIMER [16:0]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4640682"/>
                  </a:ext>
                </a:extLst>
              </a:tr>
            </a:tbl>
          </a:graphicData>
        </a:graphic>
      </p:graphicFrame>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1574924431"/>
              </p:ext>
            </p:extLst>
          </p:nvPr>
        </p:nvGraphicFramePr>
        <p:xfrm>
          <a:off x="457746" y="1702652"/>
          <a:ext cx="6127366" cy="1463315"/>
        </p:xfrm>
        <a:graphic>
          <a:graphicData uri="http://schemas.openxmlformats.org/drawingml/2006/table">
            <a:tbl>
              <a:tblPr firstRow="1" bandRow="1">
                <a:tableStyleId>{5C22544A-7EE6-4342-B048-85BDC9FD1C3A}</a:tableStyleId>
              </a:tblPr>
              <a:tblGrid>
                <a:gridCol w="294179">
                  <a:extLst>
                    <a:ext uri="{9D8B030D-6E8A-4147-A177-3AD203B41FA5}">
                      <a16:colId xmlns:a16="http://schemas.microsoft.com/office/drawing/2014/main" val="4170535043"/>
                    </a:ext>
                  </a:extLst>
                </a:gridCol>
                <a:gridCol w="1569719">
                  <a:extLst>
                    <a:ext uri="{9D8B030D-6E8A-4147-A177-3AD203B41FA5}">
                      <a16:colId xmlns:a16="http://schemas.microsoft.com/office/drawing/2014/main" val="2079070694"/>
                    </a:ext>
                  </a:extLst>
                </a:gridCol>
                <a:gridCol w="299282">
                  <a:extLst>
                    <a:ext uri="{9D8B030D-6E8A-4147-A177-3AD203B41FA5}">
                      <a16:colId xmlns:a16="http://schemas.microsoft.com/office/drawing/2014/main" val="32595803"/>
                    </a:ext>
                  </a:extLst>
                </a:gridCol>
                <a:gridCol w="3964186">
                  <a:extLst>
                    <a:ext uri="{9D8B030D-6E8A-4147-A177-3AD203B41FA5}">
                      <a16:colId xmlns:a16="http://schemas.microsoft.com/office/drawing/2014/main" val="529459202"/>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63017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LOCAL_RD_POINTER_RST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LOCAL_RD_OUT_POINTER and the LOCAL_RD_REC_POINTER are reset. This bit is auto-cleared.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76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LOCAL_WR_POINTER_RST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LOCAL_WR_OUT_POINTER and the LOCAL_WR_TRANS_POINTER are reset. This bit is auto-cleared.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8" name="표 17">
            <a:extLst>
              <a:ext uri="{FF2B5EF4-FFF2-40B4-BE49-F238E27FC236}">
                <a16:creationId xmlns:a16="http://schemas.microsoft.com/office/drawing/2014/main" id="{0AE83465-25D0-77ED-5115-101DCF4915FF}"/>
              </a:ext>
            </a:extLst>
          </p:cNvPr>
          <p:cNvGraphicFramePr>
            <a:graphicFrameLocks noGrp="1"/>
          </p:cNvGraphicFramePr>
          <p:nvPr>
            <p:extLst>
              <p:ext uri="{D42A27DB-BD31-4B8C-83A1-F6EECF244321}">
                <p14:modId xmlns:p14="http://schemas.microsoft.com/office/powerpoint/2010/main" val="1508997583"/>
              </p:ext>
            </p:extLst>
          </p:nvPr>
        </p:nvGraphicFramePr>
        <p:xfrm>
          <a:off x="421858" y="3877323"/>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FAULT_AUTO_RD_TIMER [15:0]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LOCAL_RD_OUT_POINTER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LOCAL_RD_REC_POINTER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37F3A606-8CB5-E1B0-7779-1874B1C3448F}"/>
              </a:ext>
            </a:extLst>
          </p:cNvPr>
          <p:cNvGraphicFramePr>
            <a:graphicFrameLocks noGrp="1"/>
          </p:cNvGraphicFramePr>
          <p:nvPr>
            <p:extLst>
              <p:ext uri="{D42A27DB-BD31-4B8C-83A1-F6EECF244321}">
                <p14:modId xmlns:p14="http://schemas.microsoft.com/office/powerpoint/2010/main" val="2136251970"/>
              </p:ext>
            </p:extLst>
          </p:nvPr>
        </p:nvGraphicFramePr>
        <p:xfrm>
          <a:off x="399457" y="1109152"/>
          <a:ext cx="6185655" cy="372600"/>
        </p:xfrm>
        <a:graphic>
          <a:graphicData uri="http://schemas.openxmlformats.org/drawingml/2006/table">
            <a:tbl>
              <a:tblPr firstRow="1" bandRow="1">
                <a:tableStyleId>{5C22544A-7EE6-4342-B048-85BDC9FD1C3A}</a:tableStyleId>
              </a:tblPr>
              <a:tblGrid>
                <a:gridCol w="314570">
                  <a:extLst>
                    <a:ext uri="{9D8B030D-6E8A-4147-A177-3AD203B41FA5}">
                      <a16:colId xmlns:a16="http://schemas.microsoft.com/office/drawing/2014/main" val="3358603807"/>
                    </a:ext>
                  </a:extLst>
                </a:gridCol>
                <a:gridCol w="421870">
                  <a:extLst>
                    <a:ext uri="{9D8B030D-6E8A-4147-A177-3AD203B41FA5}">
                      <a16:colId xmlns:a16="http://schemas.microsoft.com/office/drawing/2014/main" val="2844922634"/>
                    </a:ext>
                  </a:extLst>
                </a:gridCol>
                <a:gridCol w="281433">
                  <a:extLst>
                    <a:ext uri="{9D8B030D-6E8A-4147-A177-3AD203B41FA5}">
                      <a16:colId xmlns:a16="http://schemas.microsoft.com/office/drawing/2014/main" val="4293411712"/>
                    </a:ext>
                  </a:extLst>
                </a:gridCol>
                <a:gridCol w="281433">
                  <a:extLst>
                    <a:ext uri="{9D8B030D-6E8A-4147-A177-3AD203B41FA5}">
                      <a16:colId xmlns:a16="http://schemas.microsoft.com/office/drawing/2014/main" val="657570846"/>
                    </a:ext>
                  </a:extLst>
                </a:gridCol>
                <a:gridCol w="281433">
                  <a:extLst>
                    <a:ext uri="{9D8B030D-6E8A-4147-A177-3AD203B41FA5}">
                      <a16:colId xmlns:a16="http://schemas.microsoft.com/office/drawing/2014/main" val="3259894497"/>
                    </a:ext>
                  </a:extLst>
                </a:gridCol>
                <a:gridCol w="281433">
                  <a:extLst>
                    <a:ext uri="{9D8B030D-6E8A-4147-A177-3AD203B41FA5}">
                      <a16:colId xmlns:a16="http://schemas.microsoft.com/office/drawing/2014/main" val="4170535043"/>
                    </a:ext>
                  </a:extLst>
                </a:gridCol>
                <a:gridCol w="281433">
                  <a:extLst>
                    <a:ext uri="{9D8B030D-6E8A-4147-A177-3AD203B41FA5}">
                      <a16:colId xmlns:a16="http://schemas.microsoft.com/office/drawing/2014/main" val="2079070694"/>
                    </a:ext>
                  </a:extLst>
                </a:gridCol>
                <a:gridCol w="281433">
                  <a:extLst>
                    <a:ext uri="{9D8B030D-6E8A-4147-A177-3AD203B41FA5}">
                      <a16:colId xmlns:a16="http://schemas.microsoft.com/office/drawing/2014/main" val="4213315911"/>
                    </a:ext>
                  </a:extLst>
                </a:gridCol>
                <a:gridCol w="210238">
                  <a:extLst>
                    <a:ext uri="{9D8B030D-6E8A-4147-A177-3AD203B41FA5}">
                      <a16:colId xmlns:a16="http://schemas.microsoft.com/office/drawing/2014/main" val="2769999950"/>
                    </a:ext>
                  </a:extLst>
                </a:gridCol>
                <a:gridCol w="1067250">
                  <a:extLst>
                    <a:ext uri="{9D8B030D-6E8A-4147-A177-3AD203B41FA5}">
                      <a16:colId xmlns:a16="http://schemas.microsoft.com/office/drawing/2014/main" val="135637185"/>
                    </a:ext>
                  </a:extLst>
                </a:gridCol>
                <a:gridCol w="210238">
                  <a:extLst>
                    <a:ext uri="{9D8B030D-6E8A-4147-A177-3AD203B41FA5}">
                      <a16:colId xmlns:a16="http://schemas.microsoft.com/office/drawing/2014/main" val="3038050475"/>
                    </a:ext>
                  </a:extLst>
                </a:gridCol>
                <a:gridCol w="210238">
                  <a:extLst>
                    <a:ext uri="{9D8B030D-6E8A-4147-A177-3AD203B41FA5}">
                      <a16:colId xmlns:a16="http://schemas.microsoft.com/office/drawing/2014/main" val="1979433044"/>
                    </a:ext>
                  </a:extLst>
                </a:gridCol>
                <a:gridCol w="210238">
                  <a:extLst>
                    <a:ext uri="{9D8B030D-6E8A-4147-A177-3AD203B41FA5}">
                      <a16:colId xmlns:a16="http://schemas.microsoft.com/office/drawing/2014/main" val="4270661649"/>
                    </a:ext>
                  </a:extLst>
                </a:gridCol>
                <a:gridCol w="210238">
                  <a:extLst>
                    <a:ext uri="{9D8B030D-6E8A-4147-A177-3AD203B41FA5}">
                      <a16:colId xmlns:a16="http://schemas.microsoft.com/office/drawing/2014/main" val="3027041370"/>
                    </a:ext>
                  </a:extLst>
                </a:gridCol>
                <a:gridCol w="210238">
                  <a:extLst>
                    <a:ext uri="{9D8B030D-6E8A-4147-A177-3AD203B41FA5}">
                      <a16:colId xmlns:a16="http://schemas.microsoft.com/office/drawing/2014/main" val="2852526216"/>
                    </a:ext>
                  </a:extLst>
                </a:gridCol>
                <a:gridCol w="210238">
                  <a:extLst>
                    <a:ext uri="{9D8B030D-6E8A-4147-A177-3AD203B41FA5}">
                      <a16:colId xmlns:a16="http://schemas.microsoft.com/office/drawing/2014/main" val="103420222"/>
                    </a:ext>
                  </a:extLst>
                </a:gridCol>
                <a:gridCol w="210238">
                  <a:extLst>
                    <a:ext uri="{9D8B030D-6E8A-4147-A177-3AD203B41FA5}">
                      <a16:colId xmlns:a16="http://schemas.microsoft.com/office/drawing/2014/main" val="1470405609"/>
                    </a:ext>
                  </a:extLst>
                </a:gridCol>
                <a:gridCol w="10114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cs typeface="Arial" panose="020B0604020202020204" pitchFamily="34" charset="0"/>
                        </a:rPr>
                        <a:t>LOCAL_RD_POINTER_RST</a:t>
                      </a:r>
                      <a:endParaRPr lang="ko-KR" altLang="en-US" sz="6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cs typeface="Arial" panose="020B0604020202020204" pitchFamily="34" charset="0"/>
                        </a:rPr>
                        <a:t>LOCAL_WR_POINTER_RST</a:t>
                      </a:r>
                      <a:endParaRPr lang="ko-KR" altLang="en-US" sz="6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EFA7A09E-8213-6D41-97B9-82CD07CDCD1D}"/>
              </a:ext>
            </a:extLst>
          </p:cNvPr>
          <p:cNvGraphicFramePr>
            <a:graphicFrameLocks noGrp="1"/>
          </p:cNvGraphicFramePr>
          <p:nvPr>
            <p:extLst>
              <p:ext uri="{D42A27DB-BD31-4B8C-83A1-F6EECF244321}">
                <p14:modId xmlns:p14="http://schemas.microsoft.com/office/powerpoint/2010/main" val="2698183780"/>
              </p:ext>
            </p:extLst>
          </p:nvPr>
        </p:nvGraphicFramePr>
        <p:xfrm>
          <a:off x="419325" y="5914750"/>
          <a:ext cx="6154944" cy="372600"/>
        </p:xfrm>
        <a:graphic>
          <a:graphicData uri="http://schemas.openxmlformats.org/drawingml/2006/table">
            <a:tbl>
              <a:tblPr firstRow="1" bandRow="1">
                <a:tableStyleId>{5C22544A-7EE6-4342-B048-85BDC9FD1C3A}</a:tableStyleId>
              </a:tblPr>
              <a:tblGrid>
                <a:gridCol w="316982">
                  <a:extLst>
                    <a:ext uri="{9D8B030D-6E8A-4147-A177-3AD203B41FA5}">
                      <a16:colId xmlns:a16="http://schemas.microsoft.com/office/drawing/2014/main" val="3358603807"/>
                    </a:ext>
                  </a:extLst>
                </a:gridCol>
                <a:gridCol w="425104">
                  <a:extLst>
                    <a:ext uri="{9D8B030D-6E8A-4147-A177-3AD203B41FA5}">
                      <a16:colId xmlns:a16="http://schemas.microsoft.com/office/drawing/2014/main" val="2844922634"/>
                    </a:ext>
                  </a:extLst>
                </a:gridCol>
                <a:gridCol w="282612">
                  <a:extLst>
                    <a:ext uri="{9D8B030D-6E8A-4147-A177-3AD203B41FA5}">
                      <a16:colId xmlns:a16="http://schemas.microsoft.com/office/drawing/2014/main" val="4293411712"/>
                    </a:ext>
                  </a:extLst>
                </a:gridCol>
                <a:gridCol w="282612">
                  <a:extLst>
                    <a:ext uri="{9D8B030D-6E8A-4147-A177-3AD203B41FA5}">
                      <a16:colId xmlns:a16="http://schemas.microsoft.com/office/drawing/2014/main" val="657570846"/>
                    </a:ext>
                  </a:extLst>
                </a:gridCol>
                <a:gridCol w="282612">
                  <a:extLst>
                    <a:ext uri="{9D8B030D-6E8A-4147-A177-3AD203B41FA5}">
                      <a16:colId xmlns:a16="http://schemas.microsoft.com/office/drawing/2014/main" val="3259894497"/>
                    </a:ext>
                  </a:extLst>
                </a:gridCol>
                <a:gridCol w="282612">
                  <a:extLst>
                    <a:ext uri="{9D8B030D-6E8A-4147-A177-3AD203B41FA5}">
                      <a16:colId xmlns:a16="http://schemas.microsoft.com/office/drawing/2014/main" val="4170535043"/>
                    </a:ext>
                  </a:extLst>
                </a:gridCol>
                <a:gridCol w="282612">
                  <a:extLst>
                    <a:ext uri="{9D8B030D-6E8A-4147-A177-3AD203B41FA5}">
                      <a16:colId xmlns:a16="http://schemas.microsoft.com/office/drawing/2014/main" val="2079070694"/>
                    </a:ext>
                  </a:extLst>
                </a:gridCol>
                <a:gridCol w="282612">
                  <a:extLst>
                    <a:ext uri="{9D8B030D-6E8A-4147-A177-3AD203B41FA5}">
                      <a16:colId xmlns:a16="http://schemas.microsoft.com/office/drawing/2014/main" val="4213315911"/>
                    </a:ext>
                  </a:extLst>
                </a:gridCol>
                <a:gridCol w="225566">
                  <a:extLst>
                    <a:ext uri="{9D8B030D-6E8A-4147-A177-3AD203B41FA5}">
                      <a16:colId xmlns:a16="http://schemas.microsoft.com/office/drawing/2014/main" val="2769999950"/>
                    </a:ext>
                  </a:extLst>
                </a:gridCol>
                <a:gridCol w="226349">
                  <a:extLst>
                    <a:ext uri="{9D8B030D-6E8A-4147-A177-3AD203B41FA5}">
                      <a16:colId xmlns:a16="http://schemas.microsoft.com/office/drawing/2014/main" val="135637185"/>
                    </a:ext>
                  </a:extLst>
                </a:gridCol>
                <a:gridCol w="226349">
                  <a:extLst>
                    <a:ext uri="{9D8B030D-6E8A-4147-A177-3AD203B41FA5}">
                      <a16:colId xmlns:a16="http://schemas.microsoft.com/office/drawing/2014/main" val="3038050475"/>
                    </a:ext>
                  </a:extLst>
                </a:gridCol>
                <a:gridCol w="226349">
                  <a:extLst>
                    <a:ext uri="{9D8B030D-6E8A-4147-A177-3AD203B41FA5}">
                      <a16:colId xmlns:a16="http://schemas.microsoft.com/office/drawing/2014/main" val="1979433044"/>
                    </a:ext>
                  </a:extLst>
                </a:gridCol>
                <a:gridCol w="226349">
                  <a:extLst>
                    <a:ext uri="{9D8B030D-6E8A-4147-A177-3AD203B41FA5}">
                      <a16:colId xmlns:a16="http://schemas.microsoft.com/office/drawing/2014/main" val="4270661649"/>
                    </a:ext>
                  </a:extLst>
                </a:gridCol>
                <a:gridCol w="226349">
                  <a:extLst>
                    <a:ext uri="{9D8B030D-6E8A-4147-A177-3AD203B41FA5}">
                      <a16:colId xmlns:a16="http://schemas.microsoft.com/office/drawing/2014/main" val="3027041370"/>
                    </a:ext>
                  </a:extLst>
                </a:gridCol>
                <a:gridCol w="226349">
                  <a:extLst>
                    <a:ext uri="{9D8B030D-6E8A-4147-A177-3AD203B41FA5}">
                      <a16:colId xmlns:a16="http://schemas.microsoft.com/office/drawing/2014/main" val="2852526216"/>
                    </a:ext>
                  </a:extLst>
                </a:gridCol>
                <a:gridCol w="226349">
                  <a:extLst>
                    <a:ext uri="{9D8B030D-6E8A-4147-A177-3AD203B41FA5}">
                      <a16:colId xmlns:a16="http://schemas.microsoft.com/office/drawing/2014/main" val="103420222"/>
                    </a:ext>
                  </a:extLst>
                </a:gridCol>
                <a:gridCol w="226349">
                  <a:extLst>
                    <a:ext uri="{9D8B030D-6E8A-4147-A177-3AD203B41FA5}">
                      <a16:colId xmlns:a16="http://schemas.microsoft.com/office/drawing/2014/main" val="1470405609"/>
                    </a:ext>
                  </a:extLst>
                </a:gridCol>
                <a:gridCol w="16808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FAULT_AUTO_RD_EVENT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FAULT_AUTO_RD_INTERVAL [16]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4948983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82037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SERIALIZER CLOCK GEN</a:t>
            </a:r>
          </a:p>
        </p:txBody>
      </p:sp>
      <p:sp>
        <p:nvSpPr>
          <p:cNvPr id="8" name="TextBox 7">
            <a:extLst>
              <a:ext uri="{FF2B5EF4-FFF2-40B4-BE49-F238E27FC236}">
                <a16:creationId xmlns:a16="http://schemas.microsoft.com/office/drawing/2014/main" id="{2F6234BB-58D6-2570-D24B-287F1BE56786}"/>
              </a:ext>
            </a:extLst>
          </p:cNvPr>
          <p:cNvSpPr txBox="1"/>
          <p:nvPr/>
        </p:nvSpPr>
        <p:spPr>
          <a:xfrm>
            <a:off x="430171" y="2929569"/>
            <a:ext cx="152541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INTERRUPT ENABLE</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1654709392"/>
              </p:ext>
            </p:extLst>
          </p:nvPr>
        </p:nvGraphicFramePr>
        <p:xfrm>
          <a:off x="428599" y="4125622"/>
          <a:ext cx="6158271" cy="5104766"/>
        </p:xfrm>
        <a:graphic>
          <a:graphicData uri="http://schemas.openxmlformats.org/drawingml/2006/table">
            <a:tbl>
              <a:tblPr firstRow="1" bandRow="1">
                <a:tableStyleId>{5C22544A-7EE6-4342-B048-85BDC9FD1C3A}</a:tableStyleId>
              </a:tblPr>
              <a:tblGrid>
                <a:gridCol w="318170">
                  <a:extLst>
                    <a:ext uri="{9D8B030D-6E8A-4147-A177-3AD203B41FA5}">
                      <a16:colId xmlns:a16="http://schemas.microsoft.com/office/drawing/2014/main" val="4170535043"/>
                    </a:ext>
                  </a:extLst>
                </a:gridCol>
                <a:gridCol w="1469000">
                  <a:extLst>
                    <a:ext uri="{9D8B030D-6E8A-4147-A177-3AD203B41FA5}">
                      <a16:colId xmlns:a16="http://schemas.microsoft.com/office/drawing/2014/main" val="2079070694"/>
                    </a:ext>
                  </a:extLst>
                </a:gridCol>
                <a:gridCol w="293784">
                  <a:extLst>
                    <a:ext uri="{9D8B030D-6E8A-4147-A177-3AD203B41FA5}">
                      <a16:colId xmlns:a16="http://schemas.microsoft.com/office/drawing/2014/main" val="32595803"/>
                    </a:ext>
                  </a:extLst>
                </a:gridCol>
                <a:gridCol w="4077317">
                  <a:extLst>
                    <a:ext uri="{9D8B030D-6E8A-4147-A177-3AD203B41FA5}">
                      <a16:colId xmlns:a16="http://schemas.microsoft.com/office/drawing/2014/main" val="409738128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412040473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INT_FAULT_RD_FAIL_EN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issue the interrupt through the nINT_FAULT pin in case that any violation happens during the execution for the fault read-back from the XD-12.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INT_FAULT_AUTO_RD_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FAIL_EN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issue the interrupt through the nINT_FAULT pin in case that any violation happens during the execution for the fault auto-read-back from the XD-12.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020753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INT_RD_REC_FAIL_EN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issue the interrupt through the nINT_FAULT pin in case that any violation happens during the execution for the local read-back from the XD-12.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417043"/>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INT_LD_EN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issue the interrupt through the nINT_FAULT pin in case that the LD_DIFF_POINTER is equal to or smaller than the LD_DIFF_THRESOLD during the execution of the LD transfer to the XD-12.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43687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INT_THERMAL_EN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issue the interrupt through the nINT_FAULT pin in case that the thermal regulation happens among the XD-12 drivers during dimming operation.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0113533"/>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INT_SHORT_EN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issue the interrupt through the nINT_FAULT pin in case that the short condition happens among the XD-12 drivers during dimming operation.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9460621"/>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INT_OPEN_EN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issue the interrupt through the nINT_FAULT pin in case that the open condition happens among the XD-12 drivers during dimming operation.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INT_FB_EN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issue the interrupt through the nINT_FAULT pin in case that the fb condition happens among the XD-12 drivers during dimming operation.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bl>
          </a:graphicData>
        </a:graphic>
      </p:graphicFrame>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838261278"/>
              </p:ext>
            </p:extLst>
          </p:nvPr>
        </p:nvGraphicFramePr>
        <p:xfrm>
          <a:off x="457746" y="1670756"/>
          <a:ext cx="6103177" cy="1040548"/>
        </p:xfrm>
        <a:graphic>
          <a:graphicData uri="http://schemas.openxmlformats.org/drawingml/2006/table">
            <a:tbl>
              <a:tblPr firstRow="1" bandRow="1">
                <a:tableStyleId>{5C22544A-7EE6-4342-B048-85BDC9FD1C3A}</a:tableStyleId>
              </a:tblPr>
              <a:tblGrid>
                <a:gridCol w="440977">
                  <a:extLst>
                    <a:ext uri="{9D8B030D-6E8A-4147-A177-3AD203B41FA5}">
                      <a16:colId xmlns:a16="http://schemas.microsoft.com/office/drawing/2014/main" val="4170535043"/>
                    </a:ext>
                  </a:extLst>
                </a:gridCol>
                <a:gridCol w="1047860">
                  <a:extLst>
                    <a:ext uri="{9D8B030D-6E8A-4147-A177-3AD203B41FA5}">
                      <a16:colId xmlns:a16="http://schemas.microsoft.com/office/drawing/2014/main" val="2079070694"/>
                    </a:ext>
                  </a:extLst>
                </a:gridCol>
                <a:gridCol w="4614340">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626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high pulse duration in case the serial data-out drives the low state.  Counted in MCLK units.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808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high pulse duration in case the serial data-out drives the high state.  Counted in MCLK units.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5" name="표 4">
            <a:extLst>
              <a:ext uri="{FF2B5EF4-FFF2-40B4-BE49-F238E27FC236}">
                <a16:creationId xmlns:a16="http://schemas.microsoft.com/office/drawing/2014/main" id="{37F3A606-8CB5-E1B0-7779-1874B1C3448F}"/>
              </a:ext>
            </a:extLst>
          </p:cNvPr>
          <p:cNvGraphicFramePr>
            <a:graphicFrameLocks noGrp="1"/>
          </p:cNvGraphicFramePr>
          <p:nvPr>
            <p:extLst>
              <p:ext uri="{D42A27DB-BD31-4B8C-83A1-F6EECF244321}">
                <p14:modId xmlns:p14="http://schemas.microsoft.com/office/powerpoint/2010/main" val="111152054"/>
              </p:ext>
            </p:extLst>
          </p:nvPr>
        </p:nvGraphicFramePr>
        <p:xfrm>
          <a:off x="399455" y="1109152"/>
          <a:ext cx="6161469" cy="372600"/>
        </p:xfrm>
        <a:graphic>
          <a:graphicData uri="http://schemas.openxmlformats.org/drawingml/2006/table">
            <a:tbl>
              <a:tblPr firstRow="1" bandRow="1">
                <a:tableStyleId>{5C22544A-7EE6-4342-B048-85BDC9FD1C3A}</a:tableStyleId>
              </a:tblPr>
              <a:tblGrid>
                <a:gridCol w="316475">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334965">
                  <a:extLst>
                    <a:ext uri="{9D8B030D-6E8A-4147-A177-3AD203B41FA5}">
                      <a16:colId xmlns:a16="http://schemas.microsoft.com/office/drawing/2014/main" val="4293411712"/>
                    </a:ext>
                  </a:extLst>
                </a:gridCol>
                <a:gridCol w="334965">
                  <a:extLst>
                    <a:ext uri="{9D8B030D-6E8A-4147-A177-3AD203B41FA5}">
                      <a16:colId xmlns:a16="http://schemas.microsoft.com/office/drawing/2014/main" val="657570846"/>
                    </a:ext>
                  </a:extLst>
                </a:gridCol>
                <a:gridCol w="334965">
                  <a:extLst>
                    <a:ext uri="{9D8B030D-6E8A-4147-A177-3AD203B41FA5}">
                      <a16:colId xmlns:a16="http://schemas.microsoft.com/office/drawing/2014/main" val="3259894497"/>
                    </a:ext>
                  </a:extLst>
                </a:gridCol>
                <a:gridCol w="334965">
                  <a:extLst>
                    <a:ext uri="{9D8B030D-6E8A-4147-A177-3AD203B41FA5}">
                      <a16:colId xmlns:a16="http://schemas.microsoft.com/office/drawing/2014/main" val="4170535043"/>
                    </a:ext>
                  </a:extLst>
                </a:gridCol>
                <a:gridCol w="334965">
                  <a:extLst>
                    <a:ext uri="{9D8B030D-6E8A-4147-A177-3AD203B41FA5}">
                      <a16:colId xmlns:a16="http://schemas.microsoft.com/office/drawing/2014/main" val="2079070694"/>
                    </a:ext>
                  </a:extLst>
                </a:gridCol>
                <a:gridCol w="334965">
                  <a:extLst>
                    <a:ext uri="{9D8B030D-6E8A-4147-A177-3AD203B41FA5}">
                      <a16:colId xmlns:a16="http://schemas.microsoft.com/office/drawing/2014/main" val="4213315911"/>
                    </a:ext>
                  </a:extLst>
                </a:gridCol>
                <a:gridCol w="342888">
                  <a:extLst>
                    <a:ext uri="{9D8B030D-6E8A-4147-A177-3AD203B41FA5}">
                      <a16:colId xmlns:a16="http://schemas.microsoft.com/office/drawing/2014/main" val="2769999950"/>
                    </a:ext>
                  </a:extLst>
                </a:gridCol>
                <a:gridCol w="368573">
                  <a:extLst>
                    <a:ext uri="{9D8B030D-6E8A-4147-A177-3AD203B41FA5}">
                      <a16:colId xmlns:a16="http://schemas.microsoft.com/office/drawing/2014/main" val="135637185"/>
                    </a:ext>
                  </a:extLst>
                </a:gridCol>
                <a:gridCol w="342888">
                  <a:extLst>
                    <a:ext uri="{9D8B030D-6E8A-4147-A177-3AD203B41FA5}">
                      <a16:colId xmlns:a16="http://schemas.microsoft.com/office/drawing/2014/main" val="3038050475"/>
                    </a:ext>
                  </a:extLst>
                </a:gridCol>
                <a:gridCol w="342888">
                  <a:extLst>
                    <a:ext uri="{9D8B030D-6E8A-4147-A177-3AD203B41FA5}">
                      <a16:colId xmlns:a16="http://schemas.microsoft.com/office/drawing/2014/main" val="1979433044"/>
                    </a:ext>
                  </a:extLst>
                </a:gridCol>
                <a:gridCol w="342888">
                  <a:extLst>
                    <a:ext uri="{9D8B030D-6E8A-4147-A177-3AD203B41FA5}">
                      <a16:colId xmlns:a16="http://schemas.microsoft.com/office/drawing/2014/main" val="4270661649"/>
                    </a:ext>
                  </a:extLst>
                </a:gridCol>
                <a:gridCol w="342888">
                  <a:extLst>
                    <a:ext uri="{9D8B030D-6E8A-4147-A177-3AD203B41FA5}">
                      <a16:colId xmlns:a16="http://schemas.microsoft.com/office/drawing/2014/main" val="3027041370"/>
                    </a:ext>
                  </a:extLst>
                </a:gridCol>
                <a:gridCol w="342888">
                  <a:extLst>
                    <a:ext uri="{9D8B030D-6E8A-4147-A177-3AD203B41FA5}">
                      <a16:colId xmlns:a16="http://schemas.microsoft.com/office/drawing/2014/main" val="2852526216"/>
                    </a:ext>
                  </a:extLst>
                </a:gridCol>
                <a:gridCol w="342888">
                  <a:extLst>
                    <a:ext uri="{9D8B030D-6E8A-4147-A177-3AD203B41FA5}">
                      <a16:colId xmlns:a16="http://schemas.microsoft.com/office/drawing/2014/main" val="103420222"/>
                    </a:ext>
                  </a:extLst>
                </a:gridCol>
                <a:gridCol w="342888">
                  <a:extLst>
                    <a:ext uri="{9D8B030D-6E8A-4147-A177-3AD203B41FA5}">
                      <a16:colId xmlns:a16="http://schemas.microsoft.com/office/drawing/2014/main" val="1470405609"/>
                    </a:ext>
                  </a:extLst>
                </a:gridCol>
                <a:gridCol w="2991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SCK_LOW [2:0]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SCK_HIGH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8653A73C-2E6B-49EB-2F63-9D48F4A40BAF}"/>
              </a:ext>
            </a:extLst>
          </p:cNvPr>
          <p:cNvGraphicFramePr>
            <a:graphicFrameLocks noGrp="1"/>
          </p:cNvGraphicFramePr>
          <p:nvPr>
            <p:extLst>
              <p:ext uri="{D42A27DB-BD31-4B8C-83A1-F6EECF244321}">
                <p14:modId xmlns:p14="http://schemas.microsoft.com/office/powerpoint/2010/main" val="3468817292"/>
              </p:ext>
            </p:extLst>
          </p:nvPr>
        </p:nvGraphicFramePr>
        <p:xfrm>
          <a:off x="428599" y="3195637"/>
          <a:ext cx="6161469" cy="372600"/>
        </p:xfrm>
        <a:graphic>
          <a:graphicData uri="http://schemas.openxmlformats.org/drawingml/2006/table">
            <a:tbl>
              <a:tblPr firstRow="1" bandRow="1">
                <a:tableStyleId>{5C22544A-7EE6-4342-B048-85BDC9FD1C3A}</a:tableStyleId>
              </a:tblPr>
              <a:tblGrid>
                <a:gridCol w="321199">
                  <a:extLst>
                    <a:ext uri="{9D8B030D-6E8A-4147-A177-3AD203B41FA5}">
                      <a16:colId xmlns:a16="http://schemas.microsoft.com/office/drawing/2014/main" val="3358603807"/>
                    </a:ext>
                  </a:extLst>
                </a:gridCol>
                <a:gridCol w="430760">
                  <a:extLst>
                    <a:ext uri="{9D8B030D-6E8A-4147-A177-3AD203B41FA5}">
                      <a16:colId xmlns:a16="http://schemas.microsoft.com/office/drawing/2014/main" val="2844922634"/>
                    </a:ext>
                  </a:extLst>
                </a:gridCol>
                <a:gridCol w="318993">
                  <a:extLst>
                    <a:ext uri="{9D8B030D-6E8A-4147-A177-3AD203B41FA5}">
                      <a16:colId xmlns:a16="http://schemas.microsoft.com/office/drawing/2014/main" val="4293411712"/>
                    </a:ext>
                  </a:extLst>
                </a:gridCol>
                <a:gridCol w="318993">
                  <a:extLst>
                    <a:ext uri="{9D8B030D-6E8A-4147-A177-3AD203B41FA5}">
                      <a16:colId xmlns:a16="http://schemas.microsoft.com/office/drawing/2014/main" val="657570846"/>
                    </a:ext>
                  </a:extLst>
                </a:gridCol>
                <a:gridCol w="318993">
                  <a:extLst>
                    <a:ext uri="{9D8B030D-6E8A-4147-A177-3AD203B41FA5}">
                      <a16:colId xmlns:a16="http://schemas.microsoft.com/office/drawing/2014/main" val="3259894497"/>
                    </a:ext>
                  </a:extLst>
                </a:gridCol>
                <a:gridCol w="318993">
                  <a:extLst>
                    <a:ext uri="{9D8B030D-6E8A-4147-A177-3AD203B41FA5}">
                      <a16:colId xmlns:a16="http://schemas.microsoft.com/office/drawing/2014/main" val="4170535043"/>
                    </a:ext>
                  </a:extLst>
                </a:gridCol>
                <a:gridCol w="318993">
                  <a:extLst>
                    <a:ext uri="{9D8B030D-6E8A-4147-A177-3AD203B41FA5}">
                      <a16:colId xmlns:a16="http://schemas.microsoft.com/office/drawing/2014/main" val="2079070694"/>
                    </a:ext>
                  </a:extLst>
                </a:gridCol>
                <a:gridCol w="318993">
                  <a:extLst>
                    <a:ext uri="{9D8B030D-6E8A-4147-A177-3AD203B41FA5}">
                      <a16:colId xmlns:a16="http://schemas.microsoft.com/office/drawing/2014/main" val="4213315911"/>
                    </a:ext>
                  </a:extLst>
                </a:gridCol>
                <a:gridCol w="254605">
                  <a:extLst>
                    <a:ext uri="{9D8B030D-6E8A-4147-A177-3AD203B41FA5}">
                      <a16:colId xmlns:a16="http://schemas.microsoft.com/office/drawing/2014/main" val="2769999950"/>
                    </a:ext>
                  </a:extLst>
                </a:gridCol>
                <a:gridCol w="254605">
                  <a:extLst>
                    <a:ext uri="{9D8B030D-6E8A-4147-A177-3AD203B41FA5}">
                      <a16:colId xmlns:a16="http://schemas.microsoft.com/office/drawing/2014/main" val="135637185"/>
                    </a:ext>
                  </a:extLst>
                </a:gridCol>
                <a:gridCol w="1299114">
                  <a:extLst>
                    <a:ext uri="{9D8B030D-6E8A-4147-A177-3AD203B41FA5}">
                      <a16:colId xmlns:a16="http://schemas.microsoft.com/office/drawing/2014/main" val="3038050475"/>
                    </a:ext>
                  </a:extLst>
                </a:gridCol>
                <a:gridCol w="1687228">
                  <a:extLst>
                    <a:ext uri="{9D8B030D-6E8A-4147-A177-3AD203B41FA5}">
                      <a16:colId xmlns:a16="http://schemas.microsoft.com/office/drawing/2014/main" val="1979433044"/>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INT_FAULT_RD_FAIL_EN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INT_FAULT_AUTO_RD_FAIL_EN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6E764E11-2C50-C3F4-3796-537876141F3B}"/>
              </a:ext>
            </a:extLst>
          </p:cNvPr>
          <p:cNvGraphicFramePr>
            <a:graphicFrameLocks noGrp="1"/>
          </p:cNvGraphicFramePr>
          <p:nvPr>
            <p:extLst>
              <p:ext uri="{D42A27DB-BD31-4B8C-83A1-F6EECF244321}">
                <p14:modId xmlns:p14="http://schemas.microsoft.com/office/powerpoint/2010/main" val="2467785288"/>
              </p:ext>
            </p:extLst>
          </p:nvPr>
        </p:nvGraphicFramePr>
        <p:xfrm>
          <a:off x="428600" y="3627295"/>
          <a:ext cx="6161467" cy="372600"/>
        </p:xfrm>
        <a:graphic>
          <a:graphicData uri="http://schemas.openxmlformats.org/drawingml/2006/table">
            <a:tbl>
              <a:tblPr firstRow="1" bandRow="1">
                <a:tableStyleId>{5C22544A-7EE6-4342-B048-85BDC9FD1C3A}</a:tableStyleId>
              </a:tblPr>
              <a:tblGrid>
                <a:gridCol w="323719">
                  <a:extLst>
                    <a:ext uri="{9D8B030D-6E8A-4147-A177-3AD203B41FA5}">
                      <a16:colId xmlns:a16="http://schemas.microsoft.com/office/drawing/2014/main" val="3358603807"/>
                    </a:ext>
                  </a:extLst>
                </a:gridCol>
                <a:gridCol w="434140">
                  <a:extLst>
                    <a:ext uri="{9D8B030D-6E8A-4147-A177-3AD203B41FA5}">
                      <a16:colId xmlns:a16="http://schemas.microsoft.com/office/drawing/2014/main" val="2844922634"/>
                    </a:ext>
                  </a:extLst>
                </a:gridCol>
                <a:gridCol w="1272102">
                  <a:extLst>
                    <a:ext uri="{9D8B030D-6E8A-4147-A177-3AD203B41FA5}">
                      <a16:colId xmlns:a16="http://schemas.microsoft.com/office/drawing/2014/main" val="4270661649"/>
                    </a:ext>
                  </a:extLst>
                </a:gridCol>
                <a:gridCol w="639885">
                  <a:extLst>
                    <a:ext uri="{9D8B030D-6E8A-4147-A177-3AD203B41FA5}">
                      <a16:colId xmlns:a16="http://schemas.microsoft.com/office/drawing/2014/main" val="3027041370"/>
                    </a:ext>
                  </a:extLst>
                </a:gridCol>
                <a:gridCol w="1045879">
                  <a:extLst>
                    <a:ext uri="{9D8B030D-6E8A-4147-A177-3AD203B41FA5}">
                      <a16:colId xmlns:a16="http://schemas.microsoft.com/office/drawing/2014/main" val="2852526216"/>
                    </a:ext>
                  </a:extLst>
                </a:gridCol>
                <a:gridCol w="771155">
                  <a:extLst>
                    <a:ext uri="{9D8B030D-6E8A-4147-A177-3AD203B41FA5}">
                      <a16:colId xmlns:a16="http://schemas.microsoft.com/office/drawing/2014/main" val="103420222"/>
                    </a:ext>
                  </a:extLst>
                </a:gridCol>
                <a:gridCol w="872370">
                  <a:extLst>
                    <a:ext uri="{9D8B030D-6E8A-4147-A177-3AD203B41FA5}">
                      <a16:colId xmlns:a16="http://schemas.microsoft.com/office/drawing/2014/main" val="1470405609"/>
                    </a:ext>
                  </a:extLst>
                </a:gridCol>
                <a:gridCol w="802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INT_RD_REC_FAIL_EN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INT_THERMAL_EN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INT_SHORT_EN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INT_OPEN_EN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INT_FB_EN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929166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568699"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COMMAND STATUS 1</a:t>
            </a:r>
          </a:p>
        </p:txBody>
      </p:sp>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1729228656"/>
              </p:ext>
            </p:extLst>
          </p:nvPr>
        </p:nvGraphicFramePr>
        <p:xfrm>
          <a:off x="399448" y="2583993"/>
          <a:ext cx="6161462" cy="5432952"/>
        </p:xfrm>
        <a:graphic>
          <a:graphicData uri="http://schemas.openxmlformats.org/drawingml/2006/table">
            <a:tbl>
              <a:tblPr firstRow="1" bandRow="1">
                <a:tableStyleId>{5C22544A-7EE6-4342-B048-85BDC9FD1C3A}</a:tableStyleId>
              </a:tblPr>
              <a:tblGrid>
                <a:gridCol w="355464">
                  <a:extLst>
                    <a:ext uri="{9D8B030D-6E8A-4147-A177-3AD203B41FA5}">
                      <a16:colId xmlns:a16="http://schemas.microsoft.com/office/drawing/2014/main" val="4170535043"/>
                    </a:ext>
                  </a:extLst>
                </a:gridCol>
                <a:gridCol w="1403497">
                  <a:extLst>
                    <a:ext uri="{9D8B030D-6E8A-4147-A177-3AD203B41FA5}">
                      <a16:colId xmlns:a16="http://schemas.microsoft.com/office/drawing/2014/main" val="2079070694"/>
                    </a:ext>
                  </a:extLst>
                </a:gridCol>
                <a:gridCol w="4402501">
                  <a:extLst>
                    <a:ext uri="{9D8B030D-6E8A-4147-A177-3AD203B41FA5}">
                      <a16:colId xmlns:a16="http://schemas.microsoft.com/office/drawing/2014/main" val="32595803"/>
                    </a:ext>
                  </a:extLst>
                </a:gridCol>
              </a:tblGrid>
              <a:tr h="24008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461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local-reading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local-reading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local-writing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8225600"/>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local-writing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570572"/>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GLOBAL_WR_DONE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global-writing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223074"/>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GLOBAL_WR_DOING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global-writing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6402611"/>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LD_TRANS_DONE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LD transferring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7327063"/>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LD_TRANS_DOING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LD transferring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994246"/>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fault-reading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7901538"/>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fault-reading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8549909"/>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fault auto-reading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254254"/>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fault auto-reading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3337237"/>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SYNC_AUTO_DONE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sync auto-gen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52527"/>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SYNC_AUTO_DOING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sync auto-gen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005817"/>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sync-gen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0134822"/>
                  </a:ext>
                </a:extLst>
              </a:tr>
              <a:tr h="3278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sync-gen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4415075"/>
                  </a:ext>
                </a:extLst>
              </a:tr>
            </a:tbl>
          </a:graphicData>
        </a:graphic>
      </p:graphicFrame>
      <p:graphicFrame>
        <p:nvGraphicFramePr>
          <p:cNvPr id="2" name="표 1">
            <a:extLst>
              <a:ext uri="{FF2B5EF4-FFF2-40B4-BE49-F238E27FC236}">
                <a16:creationId xmlns:a16="http://schemas.microsoft.com/office/drawing/2014/main" id="{D0C9B18E-33DD-ACBD-00E1-7A315866E094}"/>
              </a:ext>
            </a:extLst>
          </p:cNvPr>
          <p:cNvGraphicFramePr>
            <a:graphicFrameLocks noGrp="1"/>
          </p:cNvGraphicFramePr>
          <p:nvPr>
            <p:extLst>
              <p:ext uri="{D42A27DB-BD31-4B8C-83A1-F6EECF244321}">
                <p14:modId xmlns:p14="http://schemas.microsoft.com/office/powerpoint/2010/main" val="2442155930"/>
              </p:ext>
            </p:extLst>
          </p:nvPr>
        </p:nvGraphicFramePr>
        <p:xfrm>
          <a:off x="399454" y="1122694"/>
          <a:ext cx="6161462" cy="372600"/>
        </p:xfrm>
        <a:graphic>
          <a:graphicData uri="http://schemas.openxmlformats.org/drawingml/2006/table">
            <a:tbl>
              <a:tblPr firstRow="1" bandRow="1">
                <a:tableStyleId>{5C22544A-7EE6-4342-B048-85BDC9FD1C3A}</a:tableStyleId>
              </a:tblPr>
              <a:tblGrid>
                <a:gridCol w="318547">
                  <a:extLst>
                    <a:ext uri="{9D8B030D-6E8A-4147-A177-3AD203B41FA5}">
                      <a16:colId xmlns:a16="http://schemas.microsoft.com/office/drawing/2014/main" val="3358603807"/>
                    </a:ext>
                  </a:extLst>
                </a:gridCol>
                <a:gridCol w="427203">
                  <a:extLst>
                    <a:ext uri="{9D8B030D-6E8A-4147-A177-3AD203B41FA5}">
                      <a16:colId xmlns:a16="http://schemas.microsoft.com/office/drawing/2014/main" val="2844922634"/>
                    </a:ext>
                  </a:extLst>
                </a:gridCol>
                <a:gridCol w="1326700">
                  <a:extLst>
                    <a:ext uri="{9D8B030D-6E8A-4147-A177-3AD203B41FA5}">
                      <a16:colId xmlns:a16="http://schemas.microsoft.com/office/drawing/2014/main" val="4293411712"/>
                    </a:ext>
                  </a:extLst>
                </a:gridCol>
                <a:gridCol w="1381156">
                  <a:extLst>
                    <a:ext uri="{9D8B030D-6E8A-4147-A177-3AD203B41FA5}">
                      <a16:colId xmlns:a16="http://schemas.microsoft.com/office/drawing/2014/main" val="657570846"/>
                    </a:ext>
                  </a:extLst>
                </a:gridCol>
                <a:gridCol w="1326700">
                  <a:extLst>
                    <a:ext uri="{9D8B030D-6E8A-4147-A177-3AD203B41FA5}">
                      <a16:colId xmlns:a16="http://schemas.microsoft.com/office/drawing/2014/main" val="3259894497"/>
                    </a:ext>
                  </a:extLst>
                </a:gridCol>
                <a:gridCol w="1381156">
                  <a:extLst>
                    <a:ext uri="{9D8B030D-6E8A-4147-A177-3AD203B41FA5}">
                      <a16:colId xmlns:a16="http://schemas.microsoft.com/office/drawing/2014/main" val="4170535043"/>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LOCAL_RD_DONE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LOCAL_RD_DOING</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LOCAL_WR_DONE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LOCAL_WR_DOING</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E05B6116-3FBD-A6F2-BE33-A660D1447B09}"/>
              </a:ext>
            </a:extLst>
          </p:cNvPr>
          <p:cNvGraphicFramePr>
            <a:graphicFrameLocks noGrp="1"/>
          </p:cNvGraphicFramePr>
          <p:nvPr>
            <p:extLst>
              <p:ext uri="{D42A27DB-BD31-4B8C-83A1-F6EECF244321}">
                <p14:modId xmlns:p14="http://schemas.microsoft.com/office/powerpoint/2010/main" val="2450430135"/>
              </p:ext>
            </p:extLst>
          </p:nvPr>
        </p:nvGraphicFramePr>
        <p:xfrm>
          <a:off x="399456" y="2007493"/>
          <a:ext cx="6161467" cy="372600"/>
        </p:xfrm>
        <a:graphic>
          <a:graphicData uri="http://schemas.openxmlformats.org/drawingml/2006/table">
            <a:tbl>
              <a:tblPr firstRow="1" bandRow="1">
                <a:tableStyleId>{5C22544A-7EE6-4342-B048-85BDC9FD1C3A}</a:tableStyleId>
              </a:tblPr>
              <a:tblGrid>
                <a:gridCol w="316671">
                  <a:extLst>
                    <a:ext uri="{9D8B030D-6E8A-4147-A177-3AD203B41FA5}">
                      <a16:colId xmlns:a16="http://schemas.microsoft.com/office/drawing/2014/main" val="3358603807"/>
                    </a:ext>
                  </a:extLst>
                </a:gridCol>
                <a:gridCol w="424688">
                  <a:extLst>
                    <a:ext uri="{9D8B030D-6E8A-4147-A177-3AD203B41FA5}">
                      <a16:colId xmlns:a16="http://schemas.microsoft.com/office/drawing/2014/main" val="2844922634"/>
                    </a:ext>
                  </a:extLst>
                </a:gridCol>
                <a:gridCol w="1024423">
                  <a:extLst>
                    <a:ext uri="{9D8B030D-6E8A-4147-A177-3AD203B41FA5}">
                      <a16:colId xmlns:a16="http://schemas.microsoft.com/office/drawing/2014/main" val="4270661649"/>
                    </a:ext>
                  </a:extLst>
                </a:gridCol>
                <a:gridCol w="1062714">
                  <a:extLst>
                    <a:ext uri="{9D8B030D-6E8A-4147-A177-3AD203B41FA5}">
                      <a16:colId xmlns:a16="http://schemas.microsoft.com/office/drawing/2014/main" val="3027041370"/>
                    </a:ext>
                  </a:extLst>
                </a:gridCol>
                <a:gridCol w="987798">
                  <a:extLst>
                    <a:ext uri="{9D8B030D-6E8A-4147-A177-3AD203B41FA5}">
                      <a16:colId xmlns:a16="http://schemas.microsoft.com/office/drawing/2014/main" val="2852526216"/>
                    </a:ext>
                  </a:extLst>
                </a:gridCol>
                <a:gridCol w="1026087">
                  <a:extLst>
                    <a:ext uri="{9D8B030D-6E8A-4147-A177-3AD203B41FA5}">
                      <a16:colId xmlns:a16="http://schemas.microsoft.com/office/drawing/2014/main" val="103420222"/>
                    </a:ext>
                  </a:extLst>
                </a:gridCol>
                <a:gridCol w="678151">
                  <a:extLst>
                    <a:ext uri="{9D8B030D-6E8A-4147-A177-3AD203B41FA5}">
                      <a16:colId xmlns:a16="http://schemas.microsoft.com/office/drawing/2014/main" val="1470405609"/>
                    </a:ext>
                  </a:extLst>
                </a:gridCol>
                <a:gridCol w="64093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SYNC_AUTO_DONE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SYNC_AUTO_DOING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SYNC_DONE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SYNC_DOING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BF3C085D-A661-0DD9-456A-4A401FFBD429}"/>
              </a:ext>
            </a:extLst>
          </p:cNvPr>
          <p:cNvGraphicFramePr>
            <a:graphicFrameLocks noGrp="1"/>
          </p:cNvGraphicFramePr>
          <p:nvPr>
            <p:extLst>
              <p:ext uri="{D42A27DB-BD31-4B8C-83A1-F6EECF244321}">
                <p14:modId xmlns:p14="http://schemas.microsoft.com/office/powerpoint/2010/main" val="3341551584"/>
              </p:ext>
            </p:extLst>
          </p:nvPr>
        </p:nvGraphicFramePr>
        <p:xfrm>
          <a:off x="399449" y="1565093"/>
          <a:ext cx="6161467" cy="372600"/>
        </p:xfrm>
        <a:graphic>
          <a:graphicData uri="http://schemas.openxmlformats.org/drawingml/2006/table">
            <a:tbl>
              <a:tblPr firstRow="1" bandRow="1">
                <a:tableStyleId>{5C22544A-7EE6-4342-B048-85BDC9FD1C3A}</a:tableStyleId>
              </a:tblPr>
              <a:tblGrid>
                <a:gridCol w="319035">
                  <a:extLst>
                    <a:ext uri="{9D8B030D-6E8A-4147-A177-3AD203B41FA5}">
                      <a16:colId xmlns:a16="http://schemas.microsoft.com/office/drawing/2014/main" val="3358603807"/>
                    </a:ext>
                  </a:extLst>
                </a:gridCol>
                <a:gridCol w="427858">
                  <a:extLst>
                    <a:ext uri="{9D8B030D-6E8A-4147-A177-3AD203B41FA5}">
                      <a16:colId xmlns:a16="http://schemas.microsoft.com/office/drawing/2014/main" val="2844922634"/>
                    </a:ext>
                  </a:extLst>
                </a:gridCol>
                <a:gridCol w="1026580">
                  <a:extLst>
                    <a:ext uri="{9D8B030D-6E8A-4147-A177-3AD203B41FA5}">
                      <a16:colId xmlns:a16="http://schemas.microsoft.com/office/drawing/2014/main" val="4270661649"/>
                    </a:ext>
                  </a:extLst>
                </a:gridCol>
                <a:gridCol w="1065843">
                  <a:extLst>
                    <a:ext uri="{9D8B030D-6E8A-4147-A177-3AD203B41FA5}">
                      <a16:colId xmlns:a16="http://schemas.microsoft.com/office/drawing/2014/main" val="3027041370"/>
                    </a:ext>
                  </a:extLst>
                </a:gridCol>
                <a:gridCol w="927568">
                  <a:extLst>
                    <a:ext uri="{9D8B030D-6E8A-4147-A177-3AD203B41FA5}">
                      <a16:colId xmlns:a16="http://schemas.microsoft.com/office/drawing/2014/main" val="2852526216"/>
                    </a:ext>
                  </a:extLst>
                </a:gridCol>
                <a:gridCol w="966832">
                  <a:extLst>
                    <a:ext uri="{9D8B030D-6E8A-4147-A177-3AD203B41FA5}">
                      <a16:colId xmlns:a16="http://schemas.microsoft.com/office/drawing/2014/main" val="103420222"/>
                    </a:ext>
                  </a:extLst>
                </a:gridCol>
                <a:gridCol w="732956">
                  <a:extLst>
                    <a:ext uri="{9D8B030D-6E8A-4147-A177-3AD203B41FA5}">
                      <a16:colId xmlns:a16="http://schemas.microsoft.com/office/drawing/2014/main" val="1470405609"/>
                    </a:ext>
                  </a:extLst>
                </a:gridCol>
                <a:gridCol w="69479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GLOBAL_WR_DONE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GOLBAL_WR_DOING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LD_TRANS_DONE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LD_TRANS_DOING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165379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1568699"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COMMAND STATUS 2</a:t>
            </a:r>
          </a:p>
        </p:txBody>
      </p:sp>
      <p:sp>
        <p:nvSpPr>
          <p:cNvPr id="8" name="TextBox 7">
            <a:extLst>
              <a:ext uri="{FF2B5EF4-FFF2-40B4-BE49-F238E27FC236}">
                <a16:creationId xmlns:a16="http://schemas.microsoft.com/office/drawing/2014/main" id="{2F6234BB-58D6-2570-D24B-287F1BE56786}"/>
              </a:ext>
            </a:extLst>
          </p:cNvPr>
          <p:cNvSpPr txBox="1"/>
          <p:nvPr/>
        </p:nvSpPr>
        <p:spPr>
          <a:xfrm>
            <a:off x="421858" y="3094606"/>
            <a:ext cx="132023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RECEIVE STATUS</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2483671959"/>
              </p:ext>
            </p:extLst>
          </p:nvPr>
        </p:nvGraphicFramePr>
        <p:xfrm>
          <a:off x="421363" y="1756459"/>
          <a:ext cx="6127360" cy="967027"/>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811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ID_GEN_DONE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id-gen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127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ID_GEN_DOING</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id-gen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bl>
          </a:graphicData>
        </a:graphic>
      </p:graphicFrame>
      <p:graphicFrame>
        <p:nvGraphicFramePr>
          <p:cNvPr id="10" name="표 9">
            <a:extLst>
              <a:ext uri="{FF2B5EF4-FFF2-40B4-BE49-F238E27FC236}">
                <a16:creationId xmlns:a16="http://schemas.microsoft.com/office/drawing/2014/main" id="{8653A73C-2E6B-49EB-2F63-9D48F4A40BAF}"/>
              </a:ext>
            </a:extLst>
          </p:cNvPr>
          <p:cNvGraphicFramePr>
            <a:graphicFrameLocks noGrp="1"/>
          </p:cNvGraphicFramePr>
          <p:nvPr>
            <p:extLst>
              <p:ext uri="{D42A27DB-BD31-4B8C-83A1-F6EECF244321}">
                <p14:modId xmlns:p14="http://schemas.microsoft.com/office/powerpoint/2010/main" val="2190196111"/>
              </p:ext>
            </p:extLst>
          </p:nvPr>
        </p:nvGraphicFramePr>
        <p:xfrm>
          <a:off x="421859" y="1116708"/>
          <a:ext cx="6127362" cy="372600"/>
        </p:xfrm>
        <a:graphic>
          <a:graphicData uri="http://schemas.openxmlformats.org/drawingml/2006/table">
            <a:tbl>
              <a:tblPr firstRow="1" bandRow="1">
                <a:tableStyleId>{5C22544A-7EE6-4342-B048-85BDC9FD1C3A}</a:tableStyleId>
              </a:tblPr>
              <a:tblGrid>
                <a:gridCol w="337307">
                  <a:extLst>
                    <a:ext uri="{9D8B030D-6E8A-4147-A177-3AD203B41FA5}">
                      <a16:colId xmlns:a16="http://schemas.microsoft.com/office/drawing/2014/main" val="3358603807"/>
                    </a:ext>
                  </a:extLst>
                </a:gridCol>
                <a:gridCol w="452363">
                  <a:extLst>
                    <a:ext uri="{9D8B030D-6E8A-4147-A177-3AD203B41FA5}">
                      <a16:colId xmlns:a16="http://schemas.microsoft.com/office/drawing/2014/main" val="2844922634"/>
                    </a:ext>
                  </a:extLst>
                </a:gridCol>
                <a:gridCol w="301775">
                  <a:extLst>
                    <a:ext uri="{9D8B030D-6E8A-4147-A177-3AD203B41FA5}">
                      <a16:colId xmlns:a16="http://schemas.microsoft.com/office/drawing/2014/main" val="4293411712"/>
                    </a:ext>
                  </a:extLst>
                </a:gridCol>
                <a:gridCol w="301775">
                  <a:extLst>
                    <a:ext uri="{9D8B030D-6E8A-4147-A177-3AD203B41FA5}">
                      <a16:colId xmlns:a16="http://schemas.microsoft.com/office/drawing/2014/main" val="657570846"/>
                    </a:ext>
                  </a:extLst>
                </a:gridCol>
                <a:gridCol w="301775">
                  <a:extLst>
                    <a:ext uri="{9D8B030D-6E8A-4147-A177-3AD203B41FA5}">
                      <a16:colId xmlns:a16="http://schemas.microsoft.com/office/drawing/2014/main" val="3259894497"/>
                    </a:ext>
                  </a:extLst>
                </a:gridCol>
                <a:gridCol w="301775">
                  <a:extLst>
                    <a:ext uri="{9D8B030D-6E8A-4147-A177-3AD203B41FA5}">
                      <a16:colId xmlns:a16="http://schemas.microsoft.com/office/drawing/2014/main" val="4170535043"/>
                    </a:ext>
                  </a:extLst>
                </a:gridCol>
                <a:gridCol w="301775">
                  <a:extLst>
                    <a:ext uri="{9D8B030D-6E8A-4147-A177-3AD203B41FA5}">
                      <a16:colId xmlns:a16="http://schemas.microsoft.com/office/drawing/2014/main" val="2079070694"/>
                    </a:ext>
                  </a:extLst>
                </a:gridCol>
                <a:gridCol w="301775">
                  <a:extLst>
                    <a:ext uri="{9D8B030D-6E8A-4147-A177-3AD203B41FA5}">
                      <a16:colId xmlns:a16="http://schemas.microsoft.com/office/drawing/2014/main" val="4213315911"/>
                    </a:ext>
                  </a:extLst>
                </a:gridCol>
                <a:gridCol w="240863">
                  <a:extLst>
                    <a:ext uri="{9D8B030D-6E8A-4147-A177-3AD203B41FA5}">
                      <a16:colId xmlns:a16="http://schemas.microsoft.com/office/drawing/2014/main" val="2769999950"/>
                    </a:ext>
                  </a:extLst>
                </a:gridCol>
                <a:gridCol w="240863">
                  <a:extLst>
                    <a:ext uri="{9D8B030D-6E8A-4147-A177-3AD203B41FA5}">
                      <a16:colId xmlns:a16="http://schemas.microsoft.com/office/drawing/2014/main" val="135637185"/>
                    </a:ext>
                  </a:extLst>
                </a:gridCol>
                <a:gridCol w="240863">
                  <a:extLst>
                    <a:ext uri="{9D8B030D-6E8A-4147-A177-3AD203B41FA5}">
                      <a16:colId xmlns:a16="http://schemas.microsoft.com/office/drawing/2014/main" val="3038050475"/>
                    </a:ext>
                  </a:extLst>
                </a:gridCol>
                <a:gridCol w="240863">
                  <a:extLst>
                    <a:ext uri="{9D8B030D-6E8A-4147-A177-3AD203B41FA5}">
                      <a16:colId xmlns:a16="http://schemas.microsoft.com/office/drawing/2014/main" val="1979433044"/>
                    </a:ext>
                  </a:extLst>
                </a:gridCol>
                <a:gridCol w="240863">
                  <a:extLst>
                    <a:ext uri="{9D8B030D-6E8A-4147-A177-3AD203B41FA5}">
                      <a16:colId xmlns:a16="http://schemas.microsoft.com/office/drawing/2014/main" val="1937369831"/>
                    </a:ext>
                  </a:extLst>
                </a:gridCol>
                <a:gridCol w="240863">
                  <a:extLst>
                    <a:ext uri="{9D8B030D-6E8A-4147-A177-3AD203B41FA5}">
                      <a16:colId xmlns:a16="http://schemas.microsoft.com/office/drawing/2014/main" val="747813118"/>
                    </a:ext>
                  </a:extLst>
                </a:gridCol>
                <a:gridCol w="240863">
                  <a:extLst>
                    <a:ext uri="{9D8B030D-6E8A-4147-A177-3AD203B41FA5}">
                      <a16:colId xmlns:a16="http://schemas.microsoft.com/office/drawing/2014/main" val="416731006"/>
                    </a:ext>
                  </a:extLst>
                </a:gridCol>
                <a:gridCol w="240863">
                  <a:extLst>
                    <a:ext uri="{9D8B030D-6E8A-4147-A177-3AD203B41FA5}">
                      <a16:colId xmlns:a16="http://schemas.microsoft.com/office/drawing/2014/main" val="4062622099"/>
                    </a:ext>
                  </a:extLst>
                </a:gridCol>
                <a:gridCol w="780611">
                  <a:extLst>
                    <a:ext uri="{9D8B030D-6E8A-4147-A177-3AD203B41FA5}">
                      <a16:colId xmlns:a16="http://schemas.microsoft.com/office/drawing/2014/main" val="3794202418"/>
                    </a:ext>
                  </a:extLst>
                </a:gridCol>
                <a:gridCol w="819527">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ID_GEN_DONE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ID_GEN_DOING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17A68E61-EABD-B0C8-1459-5AD94EBB0CB8}"/>
              </a:ext>
            </a:extLst>
          </p:cNvPr>
          <p:cNvGraphicFramePr>
            <a:graphicFrameLocks noGrp="1"/>
          </p:cNvGraphicFramePr>
          <p:nvPr>
            <p:extLst>
              <p:ext uri="{D42A27DB-BD31-4B8C-83A1-F6EECF244321}">
                <p14:modId xmlns:p14="http://schemas.microsoft.com/office/powerpoint/2010/main" val="194002476"/>
              </p:ext>
            </p:extLst>
          </p:nvPr>
        </p:nvGraphicFramePr>
        <p:xfrm>
          <a:off x="421858" y="3371598"/>
          <a:ext cx="6127363" cy="372600"/>
        </p:xfrm>
        <a:graphic>
          <a:graphicData uri="http://schemas.openxmlformats.org/drawingml/2006/table">
            <a:tbl>
              <a:tblPr firstRow="1" bandRow="1">
                <a:tableStyleId>{5C22544A-7EE6-4342-B048-85BDC9FD1C3A}</a:tableStyleId>
              </a:tblPr>
              <a:tblGrid>
                <a:gridCol w="309668">
                  <a:extLst>
                    <a:ext uri="{9D8B030D-6E8A-4147-A177-3AD203B41FA5}">
                      <a16:colId xmlns:a16="http://schemas.microsoft.com/office/drawing/2014/main" val="3358603807"/>
                    </a:ext>
                  </a:extLst>
                </a:gridCol>
                <a:gridCol w="415296">
                  <a:extLst>
                    <a:ext uri="{9D8B030D-6E8A-4147-A177-3AD203B41FA5}">
                      <a16:colId xmlns:a16="http://schemas.microsoft.com/office/drawing/2014/main" val="2844922634"/>
                    </a:ext>
                  </a:extLst>
                </a:gridCol>
                <a:gridCol w="277047">
                  <a:extLst>
                    <a:ext uri="{9D8B030D-6E8A-4147-A177-3AD203B41FA5}">
                      <a16:colId xmlns:a16="http://schemas.microsoft.com/office/drawing/2014/main" val="4270661649"/>
                    </a:ext>
                  </a:extLst>
                </a:gridCol>
                <a:gridCol w="830041">
                  <a:extLst>
                    <a:ext uri="{9D8B030D-6E8A-4147-A177-3AD203B41FA5}">
                      <a16:colId xmlns:a16="http://schemas.microsoft.com/office/drawing/2014/main" val="3027041370"/>
                    </a:ext>
                  </a:extLst>
                </a:gridCol>
                <a:gridCol w="1118964">
                  <a:extLst>
                    <a:ext uri="{9D8B030D-6E8A-4147-A177-3AD203B41FA5}">
                      <a16:colId xmlns:a16="http://schemas.microsoft.com/office/drawing/2014/main" val="2852526216"/>
                    </a:ext>
                  </a:extLst>
                </a:gridCol>
                <a:gridCol w="840914">
                  <a:extLst>
                    <a:ext uri="{9D8B030D-6E8A-4147-A177-3AD203B41FA5}">
                      <a16:colId xmlns:a16="http://schemas.microsoft.com/office/drawing/2014/main" val="103420222"/>
                    </a:ext>
                  </a:extLst>
                </a:gridCol>
                <a:gridCol w="277047">
                  <a:extLst>
                    <a:ext uri="{9D8B030D-6E8A-4147-A177-3AD203B41FA5}">
                      <a16:colId xmlns:a16="http://schemas.microsoft.com/office/drawing/2014/main" val="1470405609"/>
                    </a:ext>
                  </a:extLst>
                </a:gridCol>
                <a:gridCol w="277047">
                  <a:extLst>
                    <a:ext uri="{9D8B030D-6E8A-4147-A177-3AD203B41FA5}">
                      <a16:colId xmlns:a16="http://schemas.microsoft.com/office/drawing/2014/main" val="604176390"/>
                    </a:ext>
                  </a:extLst>
                </a:gridCol>
                <a:gridCol w="221126">
                  <a:extLst>
                    <a:ext uri="{9D8B030D-6E8A-4147-A177-3AD203B41FA5}">
                      <a16:colId xmlns:a16="http://schemas.microsoft.com/office/drawing/2014/main" val="1417644897"/>
                    </a:ext>
                  </a:extLst>
                </a:gridCol>
                <a:gridCol w="221126">
                  <a:extLst>
                    <a:ext uri="{9D8B030D-6E8A-4147-A177-3AD203B41FA5}">
                      <a16:colId xmlns:a16="http://schemas.microsoft.com/office/drawing/2014/main" val="3591529335"/>
                    </a:ext>
                  </a:extLst>
                </a:gridCol>
                <a:gridCol w="221126">
                  <a:extLst>
                    <a:ext uri="{9D8B030D-6E8A-4147-A177-3AD203B41FA5}">
                      <a16:colId xmlns:a16="http://schemas.microsoft.com/office/drawing/2014/main" val="3205646665"/>
                    </a:ext>
                  </a:extLst>
                </a:gridCol>
                <a:gridCol w="221126">
                  <a:extLst>
                    <a:ext uri="{9D8B030D-6E8A-4147-A177-3AD203B41FA5}">
                      <a16:colId xmlns:a16="http://schemas.microsoft.com/office/drawing/2014/main" val="967261742"/>
                    </a:ext>
                  </a:extLst>
                </a:gridCol>
                <a:gridCol w="896835">
                  <a:extLst>
                    <a:ext uri="{9D8B030D-6E8A-4147-A177-3AD203B41FA5}">
                      <a16:colId xmlns:a16="http://schemas.microsoft.com/office/drawing/2014/main" val="1594172852"/>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B7</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B6</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FAULT_REC_FAIL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FAULT_AUTO_REC_FAIL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LOCAL_REC_FAIL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1F005647-4E2B-08FB-E449-537344884116}"/>
              </a:ext>
            </a:extLst>
          </p:cNvPr>
          <p:cNvGraphicFramePr>
            <a:graphicFrameLocks noGrp="1"/>
          </p:cNvGraphicFramePr>
          <p:nvPr>
            <p:extLst>
              <p:ext uri="{D42A27DB-BD31-4B8C-83A1-F6EECF244321}">
                <p14:modId xmlns:p14="http://schemas.microsoft.com/office/powerpoint/2010/main" val="2784813719"/>
              </p:ext>
            </p:extLst>
          </p:nvPr>
        </p:nvGraphicFramePr>
        <p:xfrm>
          <a:off x="421364" y="4438562"/>
          <a:ext cx="6127360" cy="3440163"/>
        </p:xfrm>
        <a:graphic>
          <a:graphicData uri="http://schemas.openxmlformats.org/drawingml/2006/table">
            <a:tbl>
              <a:tblPr firstRow="1" bandRow="1">
                <a:tableStyleId>{5C22544A-7EE6-4342-B048-85BDC9FD1C3A}</a:tableStyleId>
              </a:tblPr>
              <a:tblGrid>
                <a:gridCol w="317971">
                  <a:extLst>
                    <a:ext uri="{9D8B030D-6E8A-4147-A177-3AD203B41FA5}">
                      <a16:colId xmlns:a16="http://schemas.microsoft.com/office/drawing/2014/main" val="4170535043"/>
                    </a:ext>
                  </a:extLst>
                </a:gridCol>
                <a:gridCol w="1560416">
                  <a:extLst>
                    <a:ext uri="{9D8B030D-6E8A-4147-A177-3AD203B41FA5}">
                      <a16:colId xmlns:a16="http://schemas.microsoft.com/office/drawing/2014/main" val="2079070694"/>
                    </a:ext>
                  </a:extLst>
                </a:gridCol>
                <a:gridCol w="4248973">
                  <a:extLst>
                    <a:ext uri="{9D8B030D-6E8A-4147-A177-3AD203B41FA5}">
                      <a16:colId xmlns:a16="http://schemas.microsoft.com/office/drawing/2014/main" val="32595803"/>
                    </a:ext>
                  </a:extLst>
                </a:gridCol>
              </a:tblGrid>
              <a:tr h="33531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343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FAULT_REC_FAIL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if any violation happens while the fault-receiving job is working.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476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FAULT_AUTO_REC_FAIL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if any violation happens while the fault auto-receiving job is working.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r h="3476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LOCAL_REC_FAIL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if any violation happens while the local read-receiving job is working.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307173"/>
                  </a:ext>
                </a:extLst>
              </a:tr>
              <a:tr h="3476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FAULT_REC_DONE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fault-receiving job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4851227"/>
                  </a:ext>
                </a:extLst>
              </a:tr>
              <a:tr h="3476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FAULT_REC_DOING</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fault-receiving job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3275843"/>
                  </a:ext>
                </a:extLst>
              </a:tr>
              <a:tr h="3476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FAULT_AUTO_REC_DONE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fault auto-receiving job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7365906"/>
                  </a:ext>
                </a:extLst>
              </a:tr>
              <a:tr h="3476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FAULT_AUTO_REC_DOING</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fault auto-receiving job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3856846"/>
                  </a:ext>
                </a:extLst>
              </a:tr>
              <a:tr h="3476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LOCAL_REC_DONE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local read-receiving job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6824154"/>
                  </a:ext>
                </a:extLst>
              </a:tr>
              <a:tr h="3476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LOCAL_REC_DOING</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local read-receiving job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1442076"/>
                  </a:ext>
                </a:extLst>
              </a:tr>
            </a:tbl>
          </a:graphicData>
        </a:graphic>
      </p:graphicFrame>
      <p:graphicFrame>
        <p:nvGraphicFramePr>
          <p:cNvPr id="18" name="표 17">
            <a:extLst>
              <a:ext uri="{FF2B5EF4-FFF2-40B4-BE49-F238E27FC236}">
                <a16:creationId xmlns:a16="http://schemas.microsoft.com/office/drawing/2014/main" id="{0454C374-348C-F786-D567-E965865664A0}"/>
              </a:ext>
            </a:extLst>
          </p:cNvPr>
          <p:cNvGraphicFramePr>
            <a:graphicFrameLocks noGrp="1"/>
          </p:cNvGraphicFramePr>
          <p:nvPr>
            <p:extLst>
              <p:ext uri="{D42A27DB-BD31-4B8C-83A1-F6EECF244321}">
                <p14:modId xmlns:p14="http://schemas.microsoft.com/office/powerpoint/2010/main" val="1973860774"/>
              </p:ext>
            </p:extLst>
          </p:nvPr>
        </p:nvGraphicFramePr>
        <p:xfrm>
          <a:off x="421861" y="3807134"/>
          <a:ext cx="6127360" cy="372600"/>
        </p:xfrm>
        <a:graphic>
          <a:graphicData uri="http://schemas.openxmlformats.org/drawingml/2006/table">
            <a:tbl>
              <a:tblPr firstRow="1" bandRow="1">
                <a:tableStyleId>{5C22544A-7EE6-4342-B048-85BDC9FD1C3A}</a:tableStyleId>
              </a:tblPr>
              <a:tblGrid>
                <a:gridCol w="324601">
                  <a:extLst>
                    <a:ext uri="{9D8B030D-6E8A-4147-A177-3AD203B41FA5}">
                      <a16:colId xmlns:a16="http://schemas.microsoft.com/office/drawing/2014/main" val="3358603807"/>
                    </a:ext>
                  </a:extLst>
                </a:gridCol>
                <a:gridCol w="435323">
                  <a:extLst>
                    <a:ext uri="{9D8B030D-6E8A-4147-A177-3AD203B41FA5}">
                      <a16:colId xmlns:a16="http://schemas.microsoft.com/office/drawing/2014/main" val="2844922634"/>
                    </a:ext>
                  </a:extLst>
                </a:gridCol>
                <a:gridCol w="977535">
                  <a:extLst>
                    <a:ext uri="{9D8B030D-6E8A-4147-A177-3AD203B41FA5}">
                      <a16:colId xmlns:a16="http://schemas.microsoft.com/office/drawing/2014/main" val="3027041370"/>
                    </a:ext>
                  </a:extLst>
                </a:gridCol>
                <a:gridCol w="1242942">
                  <a:extLst>
                    <a:ext uri="{9D8B030D-6E8A-4147-A177-3AD203B41FA5}">
                      <a16:colId xmlns:a16="http://schemas.microsoft.com/office/drawing/2014/main" val="2852526216"/>
                    </a:ext>
                  </a:extLst>
                </a:gridCol>
                <a:gridCol w="1280393">
                  <a:extLst>
                    <a:ext uri="{9D8B030D-6E8A-4147-A177-3AD203B41FA5}">
                      <a16:colId xmlns:a16="http://schemas.microsoft.com/office/drawing/2014/main" val="103420222"/>
                    </a:ext>
                  </a:extLst>
                </a:gridCol>
                <a:gridCol w="951482">
                  <a:extLst>
                    <a:ext uri="{9D8B030D-6E8A-4147-A177-3AD203B41FA5}">
                      <a16:colId xmlns:a16="http://schemas.microsoft.com/office/drawing/2014/main" val="1470405609"/>
                    </a:ext>
                  </a:extLst>
                </a:gridCol>
                <a:gridCol w="9150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FAULT_AUTO_REC_DONE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FAULT_AUTO_REC_DOING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8545412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150938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INTERRUPT STATUS</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4154314817"/>
              </p:ext>
            </p:extLst>
          </p:nvPr>
        </p:nvGraphicFramePr>
        <p:xfrm>
          <a:off x="421362" y="2119889"/>
          <a:ext cx="6121092" cy="6484042"/>
        </p:xfrm>
        <a:graphic>
          <a:graphicData uri="http://schemas.openxmlformats.org/drawingml/2006/table">
            <a:tbl>
              <a:tblPr firstRow="1" bandRow="1">
                <a:tableStyleId>{5C22544A-7EE6-4342-B048-85BDC9FD1C3A}</a:tableStyleId>
              </a:tblPr>
              <a:tblGrid>
                <a:gridCol w="310061">
                  <a:extLst>
                    <a:ext uri="{9D8B030D-6E8A-4147-A177-3AD203B41FA5}">
                      <a16:colId xmlns:a16="http://schemas.microsoft.com/office/drawing/2014/main" val="4170535043"/>
                    </a:ext>
                  </a:extLst>
                </a:gridCol>
                <a:gridCol w="1627574">
                  <a:extLst>
                    <a:ext uri="{9D8B030D-6E8A-4147-A177-3AD203B41FA5}">
                      <a16:colId xmlns:a16="http://schemas.microsoft.com/office/drawing/2014/main" val="2079070694"/>
                    </a:ext>
                  </a:extLst>
                </a:gridCol>
                <a:gridCol w="4183457">
                  <a:extLst>
                    <a:ext uri="{9D8B030D-6E8A-4147-A177-3AD203B41FA5}">
                      <a16:colId xmlns:a16="http://schemas.microsoft.com/office/drawing/2014/main" val="32595803"/>
                    </a:ext>
                  </a:extLst>
                </a:gridCol>
              </a:tblGrid>
              <a:tr h="23990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26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INT_FAULT_REC_FAIL_SRC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whether any violation has been happened or not while the fault- receiving job is working until it is complete. 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526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INT_FAULT_AUTO_REC_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FAIL_SRC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whether any violation has been happened or not while the fault  auto-receiving job is working until it is complete. 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r h="526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INT_LOCAL_REC_FAIL_SRC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whether any violation has been happened or not while the local read-receiving job is working until it is complete. 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925744"/>
                  </a:ext>
                </a:extLst>
              </a:tr>
              <a:tr h="526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INT_LD_TRANS_SRC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whether the LD interrupt has been asserted or not while  transferring the LD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data to XD-12 drivers through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XC-24 controller. 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1128394"/>
                  </a:ext>
                </a:extLst>
              </a:tr>
              <a:tr h="526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INT_TML_SRC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the thermal status from all XD-12 daisied to enabled channels after completing the fault (auto-) reading command. 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0407161"/>
                  </a:ext>
                </a:extLst>
              </a:tr>
              <a:tr h="526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INT_SHORT_SRC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the short status from all XD-12 daisied to enabled channels after completing the fault (auto-) reading command. 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7741417"/>
                  </a:ext>
                </a:extLst>
              </a:tr>
              <a:tr h="526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INT_OPEN_SRC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the open status from all XD-12 daisied to enabled channels after completing the fault (auto-) reading command. 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516161"/>
                  </a:ext>
                </a:extLst>
              </a:tr>
              <a:tr h="5262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INT_FB_SRC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shows the fb status from all XD-12 daisied to enabled channels after completing the fault (auto-) reading command. 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3479567"/>
                  </a:ext>
                </a:extLst>
              </a:tr>
              <a:tr h="8648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high-active bit indicates the nINT_LD pin has been asserted to the low- active level. The INT_LD represents an interrupt sources, INT_LD_TRAN_SRC, if its interrupt enable bits is set. If the INT_LD_EN bit is set and INT_LD_ TRAN_SRC is asserted, then, this bit will be asserted through nINT_LD pin. This bit is auto-cleared after this INTERRUPT STATUS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386422"/>
                  </a:ext>
                </a:extLst>
              </a:tr>
              <a:tr h="11298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high-active bit indicates the nINT_FAULT pin has been asserted to the low-active level. The INT_FAULT represents several interrupt sources, INT_FB_SRC, INT_OPEN_SRC, INT_SHORT_SRC, INT_TML_SRC, INT_LOCAL_REC_FAIL_ SRC, INT_FAULT_AUTO_REC_FAIL_SRC and INT_FAULT_REC_FAIL_SRC, if their own interrupt enable bits are set. If the corresponding interrupt enable bit is set and the interrupt source is asserted, then, this bit will be asserted through nINT_FAULT pin. This bit is auto-cleared after this INTERRUPT STATUS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9572277"/>
                  </a:ext>
                </a:extLst>
              </a:tr>
            </a:tbl>
          </a:graphicData>
        </a:graphic>
      </p:graphicFrame>
      <p:graphicFrame>
        <p:nvGraphicFramePr>
          <p:cNvPr id="10" name="표 9">
            <a:extLst>
              <a:ext uri="{FF2B5EF4-FFF2-40B4-BE49-F238E27FC236}">
                <a16:creationId xmlns:a16="http://schemas.microsoft.com/office/drawing/2014/main" id="{8653A73C-2E6B-49EB-2F63-9D48F4A40BAF}"/>
              </a:ext>
            </a:extLst>
          </p:cNvPr>
          <p:cNvGraphicFramePr>
            <a:graphicFrameLocks noGrp="1"/>
          </p:cNvGraphicFramePr>
          <p:nvPr>
            <p:extLst>
              <p:ext uri="{D42A27DB-BD31-4B8C-83A1-F6EECF244321}">
                <p14:modId xmlns:p14="http://schemas.microsoft.com/office/powerpoint/2010/main" val="1714001789"/>
              </p:ext>
            </p:extLst>
          </p:nvPr>
        </p:nvGraphicFramePr>
        <p:xfrm>
          <a:off x="421859" y="1116708"/>
          <a:ext cx="6123321" cy="372600"/>
        </p:xfrm>
        <a:graphic>
          <a:graphicData uri="http://schemas.openxmlformats.org/drawingml/2006/table">
            <a:tbl>
              <a:tblPr firstRow="1" bandRow="1">
                <a:tableStyleId>{5C22544A-7EE6-4342-B048-85BDC9FD1C3A}</a:tableStyleId>
              </a:tblPr>
              <a:tblGrid>
                <a:gridCol w="322667">
                  <a:extLst>
                    <a:ext uri="{9D8B030D-6E8A-4147-A177-3AD203B41FA5}">
                      <a16:colId xmlns:a16="http://schemas.microsoft.com/office/drawing/2014/main" val="3358603807"/>
                    </a:ext>
                  </a:extLst>
                </a:gridCol>
                <a:gridCol w="432729">
                  <a:extLst>
                    <a:ext uri="{9D8B030D-6E8A-4147-A177-3AD203B41FA5}">
                      <a16:colId xmlns:a16="http://schemas.microsoft.com/office/drawing/2014/main" val="2844922634"/>
                    </a:ext>
                  </a:extLst>
                </a:gridCol>
                <a:gridCol w="288677">
                  <a:extLst>
                    <a:ext uri="{9D8B030D-6E8A-4147-A177-3AD203B41FA5}">
                      <a16:colId xmlns:a16="http://schemas.microsoft.com/office/drawing/2014/main" val="4293411712"/>
                    </a:ext>
                  </a:extLst>
                </a:gridCol>
                <a:gridCol w="288677">
                  <a:extLst>
                    <a:ext uri="{9D8B030D-6E8A-4147-A177-3AD203B41FA5}">
                      <a16:colId xmlns:a16="http://schemas.microsoft.com/office/drawing/2014/main" val="657570846"/>
                    </a:ext>
                  </a:extLst>
                </a:gridCol>
                <a:gridCol w="288677">
                  <a:extLst>
                    <a:ext uri="{9D8B030D-6E8A-4147-A177-3AD203B41FA5}">
                      <a16:colId xmlns:a16="http://schemas.microsoft.com/office/drawing/2014/main" val="3259894497"/>
                    </a:ext>
                  </a:extLst>
                </a:gridCol>
                <a:gridCol w="288677">
                  <a:extLst>
                    <a:ext uri="{9D8B030D-6E8A-4147-A177-3AD203B41FA5}">
                      <a16:colId xmlns:a16="http://schemas.microsoft.com/office/drawing/2014/main" val="4170535043"/>
                    </a:ext>
                  </a:extLst>
                </a:gridCol>
                <a:gridCol w="1300278">
                  <a:extLst>
                    <a:ext uri="{9D8B030D-6E8A-4147-A177-3AD203B41FA5}">
                      <a16:colId xmlns:a16="http://schemas.microsoft.com/office/drawing/2014/main" val="2079070694"/>
                    </a:ext>
                  </a:extLst>
                </a:gridCol>
                <a:gridCol w="1601330">
                  <a:extLst>
                    <a:ext uri="{9D8B030D-6E8A-4147-A177-3AD203B41FA5}">
                      <a16:colId xmlns:a16="http://schemas.microsoft.com/office/drawing/2014/main" val="4213315911"/>
                    </a:ext>
                  </a:extLst>
                </a:gridCol>
                <a:gridCol w="1311609">
                  <a:extLst>
                    <a:ext uri="{9D8B030D-6E8A-4147-A177-3AD203B41FA5}">
                      <a16:colId xmlns:a16="http://schemas.microsoft.com/office/drawing/2014/main" val="276999995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INT_FAULT_REC_FAIL_SRC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INT_FAULT_AUTO_REC_FAIL_SRC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INT_LOCAL_REC_FAIL_SRC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F5700DEC-5A9B-A725-647B-90DD26355103}"/>
              </a:ext>
            </a:extLst>
          </p:cNvPr>
          <p:cNvGraphicFramePr>
            <a:graphicFrameLocks noGrp="1"/>
          </p:cNvGraphicFramePr>
          <p:nvPr>
            <p:extLst>
              <p:ext uri="{D42A27DB-BD31-4B8C-83A1-F6EECF244321}">
                <p14:modId xmlns:p14="http://schemas.microsoft.com/office/powerpoint/2010/main" val="1422003176"/>
              </p:ext>
            </p:extLst>
          </p:nvPr>
        </p:nvGraphicFramePr>
        <p:xfrm>
          <a:off x="424089" y="1552244"/>
          <a:ext cx="6121092" cy="372600"/>
        </p:xfrm>
        <a:graphic>
          <a:graphicData uri="http://schemas.openxmlformats.org/drawingml/2006/table">
            <a:tbl>
              <a:tblPr firstRow="1" bandRow="1">
                <a:tableStyleId>{5C22544A-7EE6-4342-B048-85BDC9FD1C3A}</a:tableStyleId>
              </a:tblPr>
              <a:tblGrid>
                <a:gridCol w="320794">
                  <a:extLst>
                    <a:ext uri="{9D8B030D-6E8A-4147-A177-3AD203B41FA5}">
                      <a16:colId xmlns:a16="http://schemas.microsoft.com/office/drawing/2014/main" val="3358603807"/>
                    </a:ext>
                  </a:extLst>
                </a:gridCol>
                <a:gridCol w="430217">
                  <a:extLst>
                    <a:ext uri="{9D8B030D-6E8A-4147-A177-3AD203B41FA5}">
                      <a16:colId xmlns:a16="http://schemas.microsoft.com/office/drawing/2014/main" val="2844922634"/>
                    </a:ext>
                  </a:extLst>
                </a:gridCol>
                <a:gridCol w="938712">
                  <a:extLst>
                    <a:ext uri="{9D8B030D-6E8A-4147-A177-3AD203B41FA5}">
                      <a16:colId xmlns:a16="http://schemas.microsoft.com/office/drawing/2014/main" val="135637185"/>
                    </a:ext>
                  </a:extLst>
                </a:gridCol>
                <a:gridCol w="711821">
                  <a:extLst>
                    <a:ext uri="{9D8B030D-6E8A-4147-A177-3AD203B41FA5}">
                      <a16:colId xmlns:a16="http://schemas.microsoft.com/office/drawing/2014/main" val="3038050475"/>
                    </a:ext>
                  </a:extLst>
                </a:gridCol>
                <a:gridCol w="845381">
                  <a:extLst>
                    <a:ext uri="{9D8B030D-6E8A-4147-A177-3AD203B41FA5}">
                      <a16:colId xmlns:a16="http://schemas.microsoft.com/office/drawing/2014/main" val="1979433044"/>
                    </a:ext>
                  </a:extLst>
                </a:gridCol>
                <a:gridCol w="785841">
                  <a:extLst>
                    <a:ext uri="{9D8B030D-6E8A-4147-A177-3AD203B41FA5}">
                      <a16:colId xmlns:a16="http://schemas.microsoft.com/office/drawing/2014/main" val="1937369831"/>
                    </a:ext>
                  </a:extLst>
                </a:gridCol>
                <a:gridCol w="645845">
                  <a:extLst>
                    <a:ext uri="{9D8B030D-6E8A-4147-A177-3AD203B41FA5}">
                      <a16:colId xmlns:a16="http://schemas.microsoft.com/office/drawing/2014/main" val="747813118"/>
                    </a:ext>
                  </a:extLst>
                </a:gridCol>
                <a:gridCol w="229071">
                  <a:extLst>
                    <a:ext uri="{9D8B030D-6E8A-4147-A177-3AD203B41FA5}">
                      <a16:colId xmlns:a16="http://schemas.microsoft.com/office/drawing/2014/main" val="416731006"/>
                    </a:ext>
                  </a:extLst>
                </a:gridCol>
                <a:gridCol w="229071">
                  <a:extLst>
                    <a:ext uri="{9D8B030D-6E8A-4147-A177-3AD203B41FA5}">
                      <a16:colId xmlns:a16="http://schemas.microsoft.com/office/drawing/2014/main" val="4062622099"/>
                    </a:ext>
                  </a:extLst>
                </a:gridCol>
                <a:gridCol w="407688">
                  <a:extLst>
                    <a:ext uri="{9D8B030D-6E8A-4147-A177-3AD203B41FA5}">
                      <a16:colId xmlns:a16="http://schemas.microsoft.com/office/drawing/2014/main" val="3794202418"/>
                    </a:ext>
                  </a:extLst>
                </a:gridCol>
                <a:gridCol w="5766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INT_LD_TRAN_SRC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INT_TML_SRC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INT_SHORT_SRC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INT_OPEN_SRC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INT_FB_SRC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9905674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1</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3387069262"/>
              </p:ext>
            </p:extLst>
          </p:nvPr>
        </p:nvGraphicFramePr>
        <p:xfrm>
          <a:off x="421365" y="6934811"/>
          <a:ext cx="6127360" cy="152760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14:10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should be set with a valid number for correct operating. The number means how many XD-12 drivers are daisied in those channel. The maximum 31 XD-12 drivers per channel can be daisied.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239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9:5</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DAISY_SIZE_CHx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same as above.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0313176"/>
                  </a:ext>
                </a:extLst>
              </a:tr>
              <a:tr h="3239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DAISY_SIZE_CHx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same as above.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682711"/>
                  </a:ext>
                </a:extLst>
              </a:tr>
            </a:tbl>
          </a:graphicData>
        </a:graphic>
      </p:graphicFrame>
      <p:graphicFrame>
        <p:nvGraphicFramePr>
          <p:cNvPr id="5" name="표 4">
            <a:extLst>
              <a:ext uri="{FF2B5EF4-FFF2-40B4-BE49-F238E27FC236}">
                <a16:creationId xmlns:a16="http://schemas.microsoft.com/office/drawing/2014/main" id="{5A731732-399E-9F44-8075-500DA7D78333}"/>
              </a:ext>
            </a:extLst>
          </p:cNvPr>
          <p:cNvGraphicFramePr>
            <a:graphicFrameLocks noGrp="1"/>
          </p:cNvGraphicFramePr>
          <p:nvPr>
            <p:extLst>
              <p:ext uri="{D42A27DB-BD31-4B8C-83A1-F6EECF244321}">
                <p14:modId xmlns:p14="http://schemas.microsoft.com/office/powerpoint/2010/main" val="3692438405"/>
              </p:ext>
            </p:extLst>
          </p:nvPr>
        </p:nvGraphicFramePr>
        <p:xfrm>
          <a:off x="421859" y="1116708"/>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741A606B-7F1F-34B5-5361-C555438F2C8B}"/>
              </a:ext>
            </a:extLst>
          </p:cNvPr>
          <p:cNvSpPr txBox="1"/>
          <p:nvPr/>
        </p:nvSpPr>
        <p:spPr>
          <a:xfrm>
            <a:off x="416533" y="1581202"/>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2</a:t>
            </a:r>
          </a:p>
        </p:txBody>
      </p:sp>
      <p:graphicFrame>
        <p:nvGraphicFramePr>
          <p:cNvPr id="11" name="표 10">
            <a:extLst>
              <a:ext uri="{FF2B5EF4-FFF2-40B4-BE49-F238E27FC236}">
                <a16:creationId xmlns:a16="http://schemas.microsoft.com/office/drawing/2014/main" id="{F8500609-1C69-0F53-7ACF-EDBF462FF14A}"/>
              </a:ext>
            </a:extLst>
          </p:cNvPr>
          <p:cNvGraphicFramePr>
            <a:graphicFrameLocks noGrp="1"/>
          </p:cNvGraphicFramePr>
          <p:nvPr>
            <p:extLst>
              <p:ext uri="{D42A27DB-BD31-4B8C-83A1-F6EECF244321}">
                <p14:modId xmlns:p14="http://schemas.microsoft.com/office/powerpoint/2010/main" val="3569677409"/>
              </p:ext>
            </p:extLst>
          </p:nvPr>
        </p:nvGraphicFramePr>
        <p:xfrm>
          <a:off x="413924" y="1850449"/>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B84CDB35-3DBF-30A9-B862-142C4CB5EF03}"/>
              </a:ext>
            </a:extLst>
          </p:cNvPr>
          <p:cNvSpPr txBox="1"/>
          <p:nvPr/>
        </p:nvSpPr>
        <p:spPr>
          <a:xfrm>
            <a:off x="423974" y="2323114"/>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3</a:t>
            </a:r>
          </a:p>
        </p:txBody>
      </p:sp>
      <p:graphicFrame>
        <p:nvGraphicFramePr>
          <p:cNvPr id="14" name="표 13">
            <a:extLst>
              <a:ext uri="{FF2B5EF4-FFF2-40B4-BE49-F238E27FC236}">
                <a16:creationId xmlns:a16="http://schemas.microsoft.com/office/drawing/2014/main" id="{8EA13D04-5AE9-71CE-69D8-68865BE78DA1}"/>
              </a:ext>
            </a:extLst>
          </p:cNvPr>
          <p:cNvGraphicFramePr>
            <a:graphicFrameLocks noGrp="1"/>
          </p:cNvGraphicFramePr>
          <p:nvPr>
            <p:extLst>
              <p:ext uri="{D42A27DB-BD31-4B8C-83A1-F6EECF244321}">
                <p14:modId xmlns:p14="http://schemas.microsoft.com/office/powerpoint/2010/main" val="1467427310"/>
              </p:ext>
            </p:extLst>
          </p:nvPr>
        </p:nvGraphicFramePr>
        <p:xfrm>
          <a:off x="421365" y="2592361"/>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562037E5-9D51-1397-1FF4-BDB672E01080}"/>
              </a:ext>
            </a:extLst>
          </p:cNvPr>
          <p:cNvSpPr txBox="1"/>
          <p:nvPr/>
        </p:nvSpPr>
        <p:spPr>
          <a:xfrm>
            <a:off x="416154" y="3065026"/>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4</a:t>
            </a:r>
          </a:p>
        </p:txBody>
      </p:sp>
      <p:graphicFrame>
        <p:nvGraphicFramePr>
          <p:cNvPr id="16" name="표 15">
            <a:extLst>
              <a:ext uri="{FF2B5EF4-FFF2-40B4-BE49-F238E27FC236}">
                <a16:creationId xmlns:a16="http://schemas.microsoft.com/office/drawing/2014/main" id="{0894A712-090C-B9F2-0395-31579EF776E3}"/>
              </a:ext>
            </a:extLst>
          </p:cNvPr>
          <p:cNvGraphicFramePr>
            <a:graphicFrameLocks noGrp="1"/>
          </p:cNvGraphicFramePr>
          <p:nvPr>
            <p:extLst>
              <p:ext uri="{D42A27DB-BD31-4B8C-83A1-F6EECF244321}">
                <p14:modId xmlns:p14="http://schemas.microsoft.com/office/powerpoint/2010/main" val="701000549"/>
              </p:ext>
            </p:extLst>
          </p:nvPr>
        </p:nvGraphicFramePr>
        <p:xfrm>
          <a:off x="413545" y="3334273"/>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92C946AB-B0C1-C6CF-B326-39AA8E52BB6F}"/>
              </a:ext>
            </a:extLst>
          </p:cNvPr>
          <p:cNvSpPr txBox="1"/>
          <p:nvPr/>
        </p:nvSpPr>
        <p:spPr>
          <a:xfrm>
            <a:off x="424962" y="3792710"/>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5</a:t>
            </a:r>
          </a:p>
        </p:txBody>
      </p:sp>
      <p:graphicFrame>
        <p:nvGraphicFramePr>
          <p:cNvPr id="18" name="표 17">
            <a:extLst>
              <a:ext uri="{FF2B5EF4-FFF2-40B4-BE49-F238E27FC236}">
                <a16:creationId xmlns:a16="http://schemas.microsoft.com/office/drawing/2014/main" id="{0F4BFCA1-A8DE-3CF6-5934-0F4B0B1C4B87}"/>
              </a:ext>
            </a:extLst>
          </p:cNvPr>
          <p:cNvGraphicFramePr>
            <a:graphicFrameLocks noGrp="1"/>
          </p:cNvGraphicFramePr>
          <p:nvPr>
            <p:extLst>
              <p:ext uri="{D42A27DB-BD31-4B8C-83A1-F6EECF244321}">
                <p14:modId xmlns:p14="http://schemas.microsoft.com/office/powerpoint/2010/main" val="719907111"/>
              </p:ext>
            </p:extLst>
          </p:nvPr>
        </p:nvGraphicFramePr>
        <p:xfrm>
          <a:off x="422353" y="4061957"/>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99D9AF95-391B-D038-2A16-1212C99C12D4}"/>
              </a:ext>
            </a:extLst>
          </p:cNvPr>
          <p:cNvSpPr txBox="1"/>
          <p:nvPr/>
        </p:nvSpPr>
        <p:spPr>
          <a:xfrm>
            <a:off x="424468" y="4520394"/>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6</a:t>
            </a:r>
          </a:p>
        </p:txBody>
      </p:sp>
      <p:graphicFrame>
        <p:nvGraphicFramePr>
          <p:cNvPr id="20" name="표 19">
            <a:extLst>
              <a:ext uri="{FF2B5EF4-FFF2-40B4-BE49-F238E27FC236}">
                <a16:creationId xmlns:a16="http://schemas.microsoft.com/office/drawing/2014/main" id="{B5A0AB70-7F98-7DA3-90A1-CBA9E9685B9F}"/>
              </a:ext>
            </a:extLst>
          </p:cNvPr>
          <p:cNvGraphicFramePr>
            <a:graphicFrameLocks noGrp="1"/>
          </p:cNvGraphicFramePr>
          <p:nvPr>
            <p:extLst>
              <p:ext uri="{D42A27DB-BD31-4B8C-83A1-F6EECF244321}">
                <p14:modId xmlns:p14="http://schemas.microsoft.com/office/powerpoint/2010/main" val="244876171"/>
              </p:ext>
            </p:extLst>
          </p:nvPr>
        </p:nvGraphicFramePr>
        <p:xfrm>
          <a:off x="421859" y="4789641"/>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7450DF80-659E-8913-42A1-0942839B7767}"/>
              </a:ext>
            </a:extLst>
          </p:cNvPr>
          <p:cNvSpPr txBox="1"/>
          <p:nvPr/>
        </p:nvSpPr>
        <p:spPr>
          <a:xfrm>
            <a:off x="424468" y="5241828"/>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7</a:t>
            </a:r>
          </a:p>
        </p:txBody>
      </p:sp>
      <p:graphicFrame>
        <p:nvGraphicFramePr>
          <p:cNvPr id="24" name="표 23">
            <a:extLst>
              <a:ext uri="{FF2B5EF4-FFF2-40B4-BE49-F238E27FC236}">
                <a16:creationId xmlns:a16="http://schemas.microsoft.com/office/drawing/2014/main" id="{10FC60BF-5D1F-DCE7-AFC8-D0B7A0331BFC}"/>
              </a:ext>
            </a:extLst>
          </p:cNvPr>
          <p:cNvGraphicFramePr>
            <a:graphicFrameLocks noGrp="1"/>
          </p:cNvGraphicFramePr>
          <p:nvPr>
            <p:extLst>
              <p:ext uri="{D42A27DB-BD31-4B8C-83A1-F6EECF244321}">
                <p14:modId xmlns:p14="http://schemas.microsoft.com/office/powerpoint/2010/main" val="1527236995"/>
              </p:ext>
            </p:extLst>
          </p:nvPr>
        </p:nvGraphicFramePr>
        <p:xfrm>
          <a:off x="421859" y="5511075"/>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DAISY_SIZE_CH91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0A2D9201-9280-C4A2-2ECE-F2D6B9664B5B}"/>
              </a:ext>
            </a:extLst>
          </p:cNvPr>
          <p:cNvSpPr txBox="1"/>
          <p:nvPr/>
        </p:nvSpPr>
        <p:spPr>
          <a:xfrm>
            <a:off x="416154" y="5992940"/>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8</a:t>
            </a:r>
          </a:p>
        </p:txBody>
      </p:sp>
      <p:graphicFrame>
        <p:nvGraphicFramePr>
          <p:cNvPr id="27" name="표 26">
            <a:extLst>
              <a:ext uri="{FF2B5EF4-FFF2-40B4-BE49-F238E27FC236}">
                <a16:creationId xmlns:a16="http://schemas.microsoft.com/office/drawing/2014/main" id="{A7475215-2077-CC7D-59B2-2F0E417D90E2}"/>
              </a:ext>
            </a:extLst>
          </p:cNvPr>
          <p:cNvGraphicFramePr>
            <a:graphicFrameLocks noGrp="1"/>
          </p:cNvGraphicFramePr>
          <p:nvPr>
            <p:extLst>
              <p:ext uri="{D42A27DB-BD31-4B8C-83A1-F6EECF244321}">
                <p14:modId xmlns:p14="http://schemas.microsoft.com/office/powerpoint/2010/main" val="3368018243"/>
              </p:ext>
            </p:extLst>
          </p:nvPr>
        </p:nvGraphicFramePr>
        <p:xfrm>
          <a:off x="413545" y="6262187"/>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36556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1</a:t>
            </a:r>
          </a:p>
        </p:txBody>
      </p:sp>
      <p:graphicFrame>
        <p:nvGraphicFramePr>
          <p:cNvPr id="5" name="표 4">
            <a:extLst>
              <a:ext uri="{FF2B5EF4-FFF2-40B4-BE49-F238E27FC236}">
                <a16:creationId xmlns:a16="http://schemas.microsoft.com/office/drawing/2014/main" id="{5A731732-399E-9F44-8075-500DA7D78333}"/>
              </a:ext>
            </a:extLst>
          </p:cNvPr>
          <p:cNvGraphicFramePr>
            <a:graphicFrameLocks noGrp="1"/>
          </p:cNvGraphicFramePr>
          <p:nvPr>
            <p:extLst>
              <p:ext uri="{D42A27DB-BD31-4B8C-83A1-F6EECF244321}">
                <p14:modId xmlns:p14="http://schemas.microsoft.com/office/powerpoint/2010/main" val="3110486937"/>
              </p:ext>
            </p:extLst>
          </p:nvPr>
        </p:nvGraphicFramePr>
        <p:xfrm>
          <a:off x="421859" y="1116708"/>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1877D7B1-7FAB-0444-5DCC-0A81E63C8A9B}"/>
              </a:ext>
            </a:extLst>
          </p:cNvPr>
          <p:cNvSpPr txBox="1"/>
          <p:nvPr/>
        </p:nvSpPr>
        <p:spPr>
          <a:xfrm>
            <a:off x="432288" y="1769195"/>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2</a:t>
            </a:r>
          </a:p>
        </p:txBody>
      </p:sp>
      <p:graphicFrame>
        <p:nvGraphicFramePr>
          <p:cNvPr id="7" name="표 6">
            <a:extLst>
              <a:ext uri="{FF2B5EF4-FFF2-40B4-BE49-F238E27FC236}">
                <a16:creationId xmlns:a16="http://schemas.microsoft.com/office/drawing/2014/main" id="{39F4AFDB-5ECE-314A-7322-DE0AE981724E}"/>
              </a:ext>
            </a:extLst>
          </p:cNvPr>
          <p:cNvGraphicFramePr>
            <a:graphicFrameLocks noGrp="1"/>
          </p:cNvGraphicFramePr>
          <p:nvPr>
            <p:extLst>
              <p:ext uri="{D42A27DB-BD31-4B8C-83A1-F6EECF244321}">
                <p14:modId xmlns:p14="http://schemas.microsoft.com/office/powerpoint/2010/main" val="2152520599"/>
              </p:ext>
            </p:extLst>
          </p:nvPr>
        </p:nvGraphicFramePr>
        <p:xfrm>
          <a:off x="429679" y="2038442"/>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0" name="TextBox 9">
            <a:extLst>
              <a:ext uri="{FF2B5EF4-FFF2-40B4-BE49-F238E27FC236}">
                <a16:creationId xmlns:a16="http://schemas.microsoft.com/office/drawing/2014/main" id="{9FBA0E3B-0B66-E938-BAF0-FD153359623B}"/>
              </a:ext>
            </a:extLst>
          </p:cNvPr>
          <p:cNvSpPr txBox="1"/>
          <p:nvPr/>
        </p:nvSpPr>
        <p:spPr>
          <a:xfrm>
            <a:off x="432782" y="2615819"/>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3</a:t>
            </a:r>
          </a:p>
        </p:txBody>
      </p:sp>
      <p:graphicFrame>
        <p:nvGraphicFramePr>
          <p:cNvPr id="28" name="표 27">
            <a:extLst>
              <a:ext uri="{FF2B5EF4-FFF2-40B4-BE49-F238E27FC236}">
                <a16:creationId xmlns:a16="http://schemas.microsoft.com/office/drawing/2014/main" id="{E7093E2D-76E5-DAA2-A2BE-AEC29536A80E}"/>
              </a:ext>
            </a:extLst>
          </p:cNvPr>
          <p:cNvGraphicFramePr>
            <a:graphicFrameLocks noGrp="1"/>
          </p:cNvGraphicFramePr>
          <p:nvPr>
            <p:extLst>
              <p:ext uri="{D42A27DB-BD31-4B8C-83A1-F6EECF244321}">
                <p14:modId xmlns:p14="http://schemas.microsoft.com/office/powerpoint/2010/main" val="1887060579"/>
              </p:ext>
            </p:extLst>
          </p:nvPr>
        </p:nvGraphicFramePr>
        <p:xfrm>
          <a:off x="430173" y="2885066"/>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5F87CBB7-D132-45E7-29AD-97C71ACA01A5}"/>
              </a:ext>
            </a:extLst>
          </p:cNvPr>
          <p:cNvSpPr txBox="1"/>
          <p:nvPr/>
        </p:nvSpPr>
        <p:spPr>
          <a:xfrm>
            <a:off x="432288" y="3540812"/>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4</a:t>
            </a:r>
          </a:p>
        </p:txBody>
      </p:sp>
      <p:graphicFrame>
        <p:nvGraphicFramePr>
          <p:cNvPr id="30" name="표 29">
            <a:extLst>
              <a:ext uri="{FF2B5EF4-FFF2-40B4-BE49-F238E27FC236}">
                <a16:creationId xmlns:a16="http://schemas.microsoft.com/office/drawing/2014/main" id="{148E404B-6134-C70C-CCA8-67B4ACF42683}"/>
              </a:ext>
            </a:extLst>
          </p:cNvPr>
          <p:cNvGraphicFramePr>
            <a:graphicFrameLocks noGrp="1"/>
          </p:cNvGraphicFramePr>
          <p:nvPr>
            <p:extLst>
              <p:ext uri="{D42A27DB-BD31-4B8C-83A1-F6EECF244321}">
                <p14:modId xmlns:p14="http://schemas.microsoft.com/office/powerpoint/2010/main" val="3457516540"/>
              </p:ext>
            </p:extLst>
          </p:nvPr>
        </p:nvGraphicFramePr>
        <p:xfrm>
          <a:off x="429679" y="3810059"/>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50D1E30B-1C2A-35A8-214D-1CFBE8758609}"/>
              </a:ext>
            </a:extLst>
          </p:cNvPr>
          <p:cNvSpPr txBox="1"/>
          <p:nvPr/>
        </p:nvSpPr>
        <p:spPr>
          <a:xfrm>
            <a:off x="432288" y="4463557"/>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5</a:t>
            </a:r>
          </a:p>
        </p:txBody>
      </p:sp>
      <p:graphicFrame>
        <p:nvGraphicFramePr>
          <p:cNvPr id="32" name="표 31">
            <a:extLst>
              <a:ext uri="{FF2B5EF4-FFF2-40B4-BE49-F238E27FC236}">
                <a16:creationId xmlns:a16="http://schemas.microsoft.com/office/drawing/2014/main" id="{A81BF932-DDCA-87A6-87AB-4A488C150498}"/>
              </a:ext>
            </a:extLst>
          </p:cNvPr>
          <p:cNvGraphicFramePr>
            <a:graphicFrameLocks noGrp="1"/>
          </p:cNvGraphicFramePr>
          <p:nvPr>
            <p:extLst>
              <p:ext uri="{D42A27DB-BD31-4B8C-83A1-F6EECF244321}">
                <p14:modId xmlns:p14="http://schemas.microsoft.com/office/powerpoint/2010/main" val="2111747442"/>
              </p:ext>
            </p:extLst>
          </p:nvPr>
        </p:nvGraphicFramePr>
        <p:xfrm>
          <a:off x="429679" y="4732804"/>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BLOCK_SIZE_CH9[7:0]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15FA57B3-495D-69FA-2722-4F2D89AA4D10}"/>
              </a:ext>
            </a:extLst>
          </p:cNvPr>
          <p:cNvSpPr txBox="1"/>
          <p:nvPr/>
        </p:nvSpPr>
        <p:spPr>
          <a:xfrm>
            <a:off x="432288" y="5391724"/>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6</a:t>
            </a:r>
          </a:p>
        </p:txBody>
      </p:sp>
      <p:graphicFrame>
        <p:nvGraphicFramePr>
          <p:cNvPr id="34" name="표 33">
            <a:extLst>
              <a:ext uri="{FF2B5EF4-FFF2-40B4-BE49-F238E27FC236}">
                <a16:creationId xmlns:a16="http://schemas.microsoft.com/office/drawing/2014/main" id="{BCD59BB8-33FC-9080-FD20-F737CA78FF7B}"/>
              </a:ext>
            </a:extLst>
          </p:cNvPr>
          <p:cNvGraphicFramePr>
            <a:graphicFrameLocks noGrp="1"/>
          </p:cNvGraphicFramePr>
          <p:nvPr>
            <p:extLst>
              <p:ext uri="{D42A27DB-BD31-4B8C-83A1-F6EECF244321}">
                <p14:modId xmlns:p14="http://schemas.microsoft.com/office/powerpoint/2010/main" val="4257325320"/>
              </p:ext>
            </p:extLst>
          </p:nvPr>
        </p:nvGraphicFramePr>
        <p:xfrm>
          <a:off x="429679" y="5660971"/>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7B248943-C693-3A59-5544-9F2DC8BAC1ED}"/>
              </a:ext>
            </a:extLst>
          </p:cNvPr>
          <p:cNvSpPr txBox="1"/>
          <p:nvPr/>
        </p:nvSpPr>
        <p:spPr>
          <a:xfrm>
            <a:off x="432782" y="6244111"/>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7</a:t>
            </a:r>
          </a:p>
        </p:txBody>
      </p:sp>
      <p:graphicFrame>
        <p:nvGraphicFramePr>
          <p:cNvPr id="36" name="표 35">
            <a:extLst>
              <a:ext uri="{FF2B5EF4-FFF2-40B4-BE49-F238E27FC236}">
                <a16:creationId xmlns:a16="http://schemas.microsoft.com/office/drawing/2014/main" id="{F4FCF8F1-4C08-A8BA-C0E8-B47487420BC4}"/>
              </a:ext>
            </a:extLst>
          </p:cNvPr>
          <p:cNvGraphicFramePr>
            <a:graphicFrameLocks noGrp="1"/>
          </p:cNvGraphicFramePr>
          <p:nvPr>
            <p:extLst>
              <p:ext uri="{D42A27DB-BD31-4B8C-83A1-F6EECF244321}">
                <p14:modId xmlns:p14="http://schemas.microsoft.com/office/powerpoint/2010/main" val="418290049"/>
              </p:ext>
            </p:extLst>
          </p:nvPr>
        </p:nvGraphicFramePr>
        <p:xfrm>
          <a:off x="429679" y="6497811"/>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986D6FA2-69F0-7A68-3A16-4814FB933E95}"/>
              </a:ext>
            </a:extLst>
          </p:cNvPr>
          <p:cNvSpPr txBox="1"/>
          <p:nvPr/>
        </p:nvSpPr>
        <p:spPr>
          <a:xfrm>
            <a:off x="432288" y="7161401"/>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8</a:t>
            </a:r>
          </a:p>
        </p:txBody>
      </p:sp>
      <p:graphicFrame>
        <p:nvGraphicFramePr>
          <p:cNvPr id="38" name="표 37">
            <a:extLst>
              <a:ext uri="{FF2B5EF4-FFF2-40B4-BE49-F238E27FC236}">
                <a16:creationId xmlns:a16="http://schemas.microsoft.com/office/drawing/2014/main" id="{C6DDD468-EB63-37BE-AFFF-C55D8C6BBF58}"/>
              </a:ext>
            </a:extLst>
          </p:cNvPr>
          <p:cNvGraphicFramePr>
            <a:graphicFrameLocks noGrp="1"/>
          </p:cNvGraphicFramePr>
          <p:nvPr>
            <p:extLst>
              <p:ext uri="{D42A27DB-BD31-4B8C-83A1-F6EECF244321}">
                <p14:modId xmlns:p14="http://schemas.microsoft.com/office/powerpoint/2010/main" val="2074217442"/>
              </p:ext>
            </p:extLst>
          </p:nvPr>
        </p:nvGraphicFramePr>
        <p:xfrm>
          <a:off x="429679" y="7430648"/>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968CD3A8-5E29-2C3A-8B85-D3E9056781BF}"/>
              </a:ext>
            </a:extLst>
          </p:cNvPr>
          <p:cNvSpPr txBox="1"/>
          <p:nvPr/>
        </p:nvSpPr>
        <p:spPr>
          <a:xfrm>
            <a:off x="424962" y="8094872"/>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9</a:t>
            </a:r>
          </a:p>
        </p:txBody>
      </p:sp>
      <p:graphicFrame>
        <p:nvGraphicFramePr>
          <p:cNvPr id="40" name="표 39">
            <a:extLst>
              <a:ext uri="{FF2B5EF4-FFF2-40B4-BE49-F238E27FC236}">
                <a16:creationId xmlns:a16="http://schemas.microsoft.com/office/drawing/2014/main" id="{BBD14664-5C9C-CE0C-E819-226A3BCE0B33}"/>
              </a:ext>
            </a:extLst>
          </p:cNvPr>
          <p:cNvGraphicFramePr>
            <a:graphicFrameLocks noGrp="1"/>
          </p:cNvGraphicFramePr>
          <p:nvPr>
            <p:extLst>
              <p:ext uri="{D42A27DB-BD31-4B8C-83A1-F6EECF244321}">
                <p14:modId xmlns:p14="http://schemas.microsoft.com/office/powerpoint/2010/main" val="194390594"/>
              </p:ext>
            </p:extLst>
          </p:nvPr>
        </p:nvGraphicFramePr>
        <p:xfrm>
          <a:off x="421859" y="8358980"/>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911708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114390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10</a:t>
            </a:r>
          </a:p>
        </p:txBody>
      </p:sp>
      <p:graphicFrame>
        <p:nvGraphicFramePr>
          <p:cNvPr id="5" name="표 4">
            <a:extLst>
              <a:ext uri="{FF2B5EF4-FFF2-40B4-BE49-F238E27FC236}">
                <a16:creationId xmlns:a16="http://schemas.microsoft.com/office/drawing/2014/main" id="{5A731732-399E-9F44-8075-500DA7D78333}"/>
              </a:ext>
            </a:extLst>
          </p:cNvPr>
          <p:cNvGraphicFramePr>
            <a:graphicFrameLocks noGrp="1"/>
          </p:cNvGraphicFramePr>
          <p:nvPr>
            <p:extLst>
              <p:ext uri="{D42A27DB-BD31-4B8C-83A1-F6EECF244321}">
                <p14:modId xmlns:p14="http://schemas.microsoft.com/office/powerpoint/2010/main" val="3015172656"/>
              </p:ext>
            </p:extLst>
          </p:nvPr>
        </p:nvGraphicFramePr>
        <p:xfrm>
          <a:off x="421859" y="1116708"/>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BLOCK_SIZE_CH20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AB16208-E93A-57F1-0F6A-4E4243D7B9FC}"/>
              </a:ext>
            </a:extLst>
          </p:cNvPr>
          <p:cNvSpPr txBox="1"/>
          <p:nvPr/>
        </p:nvSpPr>
        <p:spPr>
          <a:xfrm>
            <a:off x="424468" y="1760612"/>
            <a:ext cx="114390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11</a:t>
            </a:r>
          </a:p>
        </p:txBody>
      </p:sp>
      <p:graphicFrame>
        <p:nvGraphicFramePr>
          <p:cNvPr id="11" name="표 10">
            <a:extLst>
              <a:ext uri="{FF2B5EF4-FFF2-40B4-BE49-F238E27FC236}">
                <a16:creationId xmlns:a16="http://schemas.microsoft.com/office/drawing/2014/main" id="{E51263A7-588F-9E89-A153-389192759A65}"/>
              </a:ext>
            </a:extLst>
          </p:cNvPr>
          <p:cNvGraphicFramePr>
            <a:graphicFrameLocks noGrp="1"/>
          </p:cNvGraphicFramePr>
          <p:nvPr>
            <p:extLst>
              <p:ext uri="{D42A27DB-BD31-4B8C-83A1-F6EECF244321}">
                <p14:modId xmlns:p14="http://schemas.microsoft.com/office/powerpoint/2010/main" val="3763900227"/>
              </p:ext>
            </p:extLst>
          </p:nvPr>
        </p:nvGraphicFramePr>
        <p:xfrm>
          <a:off x="421859" y="2029859"/>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BLOCK_SIZE_CH22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BLOCK_SIZE_CH21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273997B-3A1B-BA1D-A4A4-B99AD8721645}"/>
              </a:ext>
            </a:extLst>
          </p:cNvPr>
          <p:cNvSpPr txBox="1"/>
          <p:nvPr/>
        </p:nvSpPr>
        <p:spPr>
          <a:xfrm>
            <a:off x="424468" y="2712994"/>
            <a:ext cx="114390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12</a:t>
            </a:r>
          </a:p>
        </p:txBody>
      </p:sp>
      <p:graphicFrame>
        <p:nvGraphicFramePr>
          <p:cNvPr id="13" name="표 12">
            <a:extLst>
              <a:ext uri="{FF2B5EF4-FFF2-40B4-BE49-F238E27FC236}">
                <a16:creationId xmlns:a16="http://schemas.microsoft.com/office/drawing/2014/main" id="{1BC1959C-4014-9D72-2CA6-7FFF552E99A3}"/>
              </a:ext>
            </a:extLst>
          </p:cNvPr>
          <p:cNvGraphicFramePr>
            <a:graphicFrameLocks noGrp="1"/>
          </p:cNvGraphicFramePr>
          <p:nvPr>
            <p:extLst>
              <p:ext uri="{D42A27DB-BD31-4B8C-83A1-F6EECF244321}">
                <p14:modId xmlns:p14="http://schemas.microsoft.com/office/powerpoint/2010/main" val="3504216781"/>
              </p:ext>
            </p:extLst>
          </p:nvPr>
        </p:nvGraphicFramePr>
        <p:xfrm>
          <a:off x="421859" y="2982241"/>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BLOCK_SIZE_CH24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BLOCK_SIZE_CH23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0F6F46DA-2509-D98C-5506-D36B38F7A9C2}"/>
              </a:ext>
            </a:extLst>
          </p:cNvPr>
          <p:cNvGraphicFramePr>
            <a:graphicFrameLocks noGrp="1"/>
          </p:cNvGraphicFramePr>
          <p:nvPr>
            <p:extLst>
              <p:ext uri="{D42A27DB-BD31-4B8C-83A1-F6EECF244321}">
                <p14:modId xmlns:p14="http://schemas.microsoft.com/office/powerpoint/2010/main" val="478605895"/>
              </p:ext>
            </p:extLst>
          </p:nvPr>
        </p:nvGraphicFramePr>
        <p:xfrm>
          <a:off x="421859" y="3690283"/>
          <a:ext cx="6127360" cy="120362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should be set with a valid number for correct operating. The number means how many block zones are daisied in those channel. The maximum 127 block zones per channel can be daisied.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239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same as above.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0313176"/>
                  </a:ext>
                </a:extLst>
              </a:tr>
            </a:tbl>
          </a:graphicData>
        </a:graphic>
      </p:graphicFrame>
      <p:sp>
        <p:nvSpPr>
          <p:cNvPr id="18" name="TextBox 17">
            <a:extLst>
              <a:ext uri="{FF2B5EF4-FFF2-40B4-BE49-F238E27FC236}">
                <a16:creationId xmlns:a16="http://schemas.microsoft.com/office/drawing/2014/main" id="{7611ADD5-FE31-9718-F1D8-D719D9EBADE5}"/>
              </a:ext>
            </a:extLst>
          </p:cNvPr>
          <p:cNvSpPr txBox="1"/>
          <p:nvPr/>
        </p:nvSpPr>
        <p:spPr>
          <a:xfrm>
            <a:off x="421859" y="5361277"/>
            <a:ext cx="2317301"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DAISIED DEVICE CHANNEL SIZE</a:t>
            </a:r>
          </a:p>
        </p:txBody>
      </p:sp>
      <p:graphicFrame>
        <p:nvGraphicFramePr>
          <p:cNvPr id="19" name="표 18">
            <a:extLst>
              <a:ext uri="{FF2B5EF4-FFF2-40B4-BE49-F238E27FC236}">
                <a16:creationId xmlns:a16="http://schemas.microsoft.com/office/drawing/2014/main" id="{5C31CF8D-3D44-FE1A-D9EA-7CEA54E58ABF}"/>
              </a:ext>
            </a:extLst>
          </p:cNvPr>
          <p:cNvGraphicFramePr>
            <a:graphicFrameLocks noGrp="1"/>
          </p:cNvGraphicFramePr>
          <p:nvPr>
            <p:extLst>
              <p:ext uri="{D42A27DB-BD31-4B8C-83A1-F6EECF244321}">
                <p14:modId xmlns:p14="http://schemas.microsoft.com/office/powerpoint/2010/main" val="535565522"/>
              </p:ext>
            </p:extLst>
          </p:nvPr>
        </p:nvGraphicFramePr>
        <p:xfrm>
          <a:off x="421859" y="6369128"/>
          <a:ext cx="6127360" cy="87964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DAISIED_DEV_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CH_SIZE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should be set with a valid number for correct operating. The number means how many channels of the XD-12 drivers are to be activated.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graphicFrame>
        <p:nvGraphicFramePr>
          <p:cNvPr id="20" name="표 19">
            <a:extLst>
              <a:ext uri="{FF2B5EF4-FFF2-40B4-BE49-F238E27FC236}">
                <a16:creationId xmlns:a16="http://schemas.microsoft.com/office/drawing/2014/main" id="{85D34513-6B3C-B096-3991-42D5F0639DD2}"/>
              </a:ext>
            </a:extLst>
          </p:cNvPr>
          <p:cNvGraphicFramePr>
            <a:graphicFrameLocks noGrp="1"/>
          </p:cNvGraphicFramePr>
          <p:nvPr>
            <p:extLst>
              <p:ext uri="{D42A27DB-BD31-4B8C-83A1-F6EECF244321}">
                <p14:modId xmlns:p14="http://schemas.microsoft.com/office/powerpoint/2010/main" val="1285847947"/>
              </p:ext>
            </p:extLst>
          </p:nvPr>
        </p:nvGraphicFramePr>
        <p:xfrm>
          <a:off x="421859" y="5684776"/>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DASIED_DEV_CH_SIZE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9677360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5" y="845945"/>
            <a:ext cx="152541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CHANNEL ENABLE 1</a:t>
            </a:r>
          </a:p>
        </p:txBody>
      </p:sp>
      <p:graphicFrame>
        <p:nvGraphicFramePr>
          <p:cNvPr id="16" name="표 15">
            <a:extLst>
              <a:ext uri="{FF2B5EF4-FFF2-40B4-BE49-F238E27FC236}">
                <a16:creationId xmlns:a16="http://schemas.microsoft.com/office/drawing/2014/main" id="{0F6F46DA-2509-D98C-5506-D36B38F7A9C2}"/>
              </a:ext>
            </a:extLst>
          </p:cNvPr>
          <p:cNvGraphicFramePr>
            <a:graphicFrameLocks noGrp="1"/>
          </p:cNvGraphicFramePr>
          <p:nvPr>
            <p:extLst>
              <p:ext uri="{D42A27DB-BD31-4B8C-83A1-F6EECF244321}">
                <p14:modId xmlns:p14="http://schemas.microsoft.com/office/powerpoint/2010/main" val="2756733593"/>
              </p:ext>
            </p:extLst>
          </p:nvPr>
        </p:nvGraphicFramePr>
        <p:xfrm>
          <a:off x="409143" y="2204570"/>
          <a:ext cx="6127360" cy="87964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CHx_EN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should be set if each corresponding channel is to be activated for the local dimming operation.  If any channel is not used, then don’t set its bit.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graphicFrame>
        <p:nvGraphicFramePr>
          <p:cNvPr id="23" name="표 22">
            <a:extLst>
              <a:ext uri="{FF2B5EF4-FFF2-40B4-BE49-F238E27FC236}">
                <a16:creationId xmlns:a16="http://schemas.microsoft.com/office/drawing/2014/main" id="{CFCC0CA4-FE21-64E8-01A0-798FD0763784}"/>
              </a:ext>
            </a:extLst>
          </p:cNvPr>
          <p:cNvGraphicFramePr>
            <a:graphicFrameLocks noGrp="1"/>
          </p:cNvGraphicFramePr>
          <p:nvPr>
            <p:extLst>
              <p:ext uri="{D42A27DB-BD31-4B8C-83A1-F6EECF244321}">
                <p14:modId xmlns:p14="http://schemas.microsoft.com/office/powerpoint/2010/main" val="1349731205"/>
              </p:ext>
            </p:extLst>
          </p:nvPr>
        </p:nvGraphicFramePr>
        <p:xfrm>
          <a:off x="417045" y="1161370"/>
          <a:ext cx="6118557"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672371">
                  <a:extLst>
                    <a:ext uri="{9D8B030D-6E8A-4147-A177-3AD203B41FA5}">
                      <a16:colId xmlns:a16="http://schemas.microsoft.com/office/drawing/2014/main" val="4293411712"/>
                    </a:ext>
                  </a:extLst>
                </a:gridCol>
                <a:gridCol w="672371">
                  <a:extLst>
                    <a:ext uri="{9D8B030D-6E8A-4147-A177-3AD203B41FA5}">
                      <a16:colId xmlns:a16="http://schemas.microsoft.com/office/drawing/2014/main" val="657570846"/>
                    </a:ext>
                  </a:extLst>
                </a:gridCol>
                <a:gridCol w="672371">
                  <a:extLst>
                    <a:ext uri="{9D8B030D-6E8A-4147-A177-3AD203B41FA5}">
                      <a16:colId xmlns:a16="http://schemas.microsoft.com/office/drawing/2014/main" val="3259894497"/>
                    </a:ext>
                  </a:extLst>
                </a:gridCol>
                <a:gridCol w="672371">
                  <a:extLst>
                    <a:ext uri="{9D8B030D-6E8A-4147-A177-3AD203B41FA5}">
                      <a16:colId xmlns:a16="http://schemas.microsoft.com/office/drawing/2014/main" val="4170535043"/>
                    </a:ext>
                  </a:extLst>
                </a:gridCol>
                <a:gridCol w="672371">
                  <a:extLst>
                    <a:ext uri="{9D8B030D-6E8A-4147-A177-3AD203B41FA5}">
                      <a16:colId xmlns:a16="http://schemas.microsoft.com/office/drawing/2014/main" val="2079070694"/>
                    </a:ext>
                  </a:extLst>
                </a:gridCol>
                <a:gridCol w="672371">
                  <a:extLst>
                    <a:ext uri="{9D8B030D-6E8A-4147-A177-3AD203B41FA5}">
                      <a16:colId xmlns:a16="http://schemas.microsoft.com/office/drawing/2014/main" val="4213315911"/>
                    </a:ext>
                  </a:extLst>
                </a:gridCol>
                <a:gridCol w="672371">
                  <a:extLst>
                    <a:ext uri="{9D8B030D-6E8A-4147-A177-3AD203B41FA5}">
                      <a16:colId xmlns:a16="http://schemas.microsoft.com/office/drawing/2014/main" val="2769999950"/>
                    </a:ext>
                  </a:extLst>
                </a:gridCol>
                <a:gridCol w="672371">
                  <a:extLst>
                    <a:ext uri="{9D8B030D-6E8A-4147-A177-3AD203B41FA5}">
                      <a16:colId xmlns:a16="http://schemas.microsoft.com/office/drawing/2014/main" val="53592781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D41D5382-F3B1-B661-03A7-D602C5B5014F}"/>
              </a:ext>
            </a:extLst>
          </p:cNvPr>
          <p:cNvGraphicFramePr>
            <a:graphicFrameLocks noGrp="1"/>
          </p:cNvGraphicFramePr>
          <p:nvPr>
            <p:extLst>
              <p:ext uri="{D42A27DB-BD31-4B8C-83A1-F6EECF244321}">
                <p14:modId xmlns:p14="http://schemas.microsoft.com/office/powerpoint/2010/main" val="3507714513"/>
              </p:ext>
            </p:extLst>
          </p:nvPr>
        </p:nvGraphicFramePr>
        <p:xfrm>
          <a:off x="413545" y="1624882"/>
          <a:ext cx="6118557"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672371">
                  <a:extLst>
                    <a:ext uri="{9D8B030D-6E8A-4147-A177-3AD203B41FA5}">
                      <a16:colId xmlns:a16="http://schemas.microsoft.com/office/drawing/2014/main" val="4293411712"/>
                    </a:ext>
                  </a:extLst>
                </a:gridCol>
                <a:gridCol w="672371">
                  <a:extLst>
                    <a:ext uri="{9D8B030D-6E8A-4147-A177-3AD203B41FA5}">
                      <a16:colId xmlns:a16="http://schemas.microsoft.com/office/drawing/2014/main" val="657570846"/>
                    </a:ext>
                  </a:extLst>
                </a:gridCol>
                <a:gridCol w="672371">
                  <a:extLst>
                    <a:ext uri="{9D8B030D-6E8A-4147-A177-3AD203B41FA5}">
                      <a16:colId xmlns:a16="http://schemas.microsoft.com/office/drawing/2014/main" val="3259894497"/>
                    </a:ext>
                  </a:extLst>
                </a:gridCol>
                <a:gridCol w="672371">
                  <a:extLst>
                    <a:ext uri="{9D8B030D-6E8A-4147-A177-3AD203B41FA5}">
                      <a16:colId xmlns:a16="http://schemas.microsoft.com/office/drawing/2014/main" val="4170535043"/>
                    </a:ext>
                  </a:extLst>
                </a:gridCol>
                <a:gridCol w="672371">
                  <a:extLst>
                    <a:ext uri="{9D8B030D-6E8A-4147-A177-3AD203B41FA5}">
                      <a16:colId xmlns:a16="http://schemas.microsoft.com/office/drawing/2014/main" val="2079070694"/>
                    </a:ext>
                  </a:extLst>
                </a:gridCol>
                <a:gridCol w="672371">
                  <a:extLst>
                    <a:ext uri="{9D8B030D-6E8A-4147-A177-3AD203B41FA5}">
                      <a16:colId xmlns:a16="http://schemas.microsoft.com/office/drawing/2014/main" val="4213315911"/>
                    </a:ext>
                  </a:extLst>
                </a:gridCol>
                <a:gridCol w="672371">
                  <a:extLst>
                    <a:ext uri="{9D8B030D-6E8A-4147-A177-3AD203B41FA5}">
                      <a16:colId xmlns:a16="http://schemas.microsoft.com/office/drawing/2014/main" val="2769999950"/>
                    </a:ext>
                  </a:extLst>
                </a:gridCol>
                <a:gridCol w="672371">
                  <a:extLst>
                    <a:ext uri="{9D8B030D-6E8A-4147-A177-3AD203B41FA5}">
                      <a16:colId xmlns:a16="http://schemas.microsoft.com/office/drawing/2014/main" val="53592781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0" name="TextBox 29">
            <a:extLst>
              <a:ext uri="{FF2B5EF4-FFF2-40B4-BE49-F238E27FC236}">
                <a16:creationId xmlns:a16="http://schemas.microsoft.com/office/drawing/2014/main" id="{D7591E81-9DE3-58EB-03F5-77DB1E92AE24}"/>
              </a:ext>
            </a:extLst>
          </p:cNvPr>
          <p:cNvSpPr txBox="1"/>
          <p:nvPr/>
        </p:nvSpPr>
        <p:spPr>
          <a:xfrm>
            <a:off x="413545" y="3249423"/>
            <a:ext cx="2684389"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CHANNEL ENABLE 2/ SIZE/ LD WIDTH</a:t>
            </a:r>
          </a:p>
        </p:txBody>
      </p:sp>
      <p:graphicFrame>
        <p:nvGraphicFramePr>
          <p:cNvPr id="31" name="표 30">
            <a:extLst>
              <a:ext uri="{FF2B5EF4-FFF2-40B4-BE49-F238E27FC236}">
                <a16:creationId xmlns:a16="http://schemas.microsoft.com/office/drawing/2014/main" id="{C371C1AF-0CB3-63E7-59C0-6F9AD732799E}"/>
              </a:ext>
            </a:extLst>
          </p:cNvPr>
          <p:cNvGraphicFramePr>
            <a:graphicFrameLocks noGrp="1"/>
          </p:cNvGraphicFramePr>
          <p:nvPr>
            <p:extLst>
              <p:ext uri="{D42A27DB-BD31-4B8C-83A1-F6EECF244321}">
                <p14:modId xmlns:p14="http://schemas.microsoft.com/office/powerpoint/2010/main" val="1875852549"/>
              </p:ext>
            </p:extLst>
          </p:nvPr>
        </p:nvGraphicFramePr>
        <p:xfrm>
          <a:off x="413545" y="4601514"/>
          <a:ext cx="6127360" cy="2393448"/>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191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15:14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These bits represent the number of bits contained in one LD data in one block zone.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2’b00 : 24 bits/block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even if the 24 bits/block are transferred in SPI interface, the valid bits are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PAM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 bits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and PWM 10 bits.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2’b01 : 24 bits/block, PAM 10 bits + PWM 11 bits.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2’b10 : 24 bits/block, PAM 10 bits + PWM 12 bits.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2’b11 : 16 bits/block</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9463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CH_SIZE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These bits represent how many channels are activated.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9861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CHx_EN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same as above CHANNEL ENABLE 1 register.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8637668"/>
                  </a:ext>
                </a:extLst>
              </a:tr>
            </a:tbl>
          </a:graphicData>
        </a:graphic>
      </p:graphicFrame>
      <p:graphicFrame>
        <p:nvGraphicFramePr>
          <p:cNvPr id="33" name="표 32">
            <a:extLst>
              <a:ext uri="{FF2B5EF4-FFF2-40B4-BE49-F238E27FC236}">
                <a16:creationId xmlns:a16="http://schemas.microsoft.com/office/drawing/2014/main" id="{2945A74B-B51A-7C17-AD78-B91F9BAD9EF6}"/>
              </a:ext>
            </a:extLst>
          </p:cNvPr>
          <p:cNvGraphicFramePr>
            <a:graphicFrameLocks noGrp="1"/>
          </p:cNvGraphicFramePr>
          <p:nvPr>
            <p:extLst>
              <p:ext uri="{D42A27DB-BD31-4B8C-83A1-F6EECF244321}">
                <p14:modId xmlns:p14="http://schemas.microsoft.com/office/powerpoint/2010/main" val="3254957275"/>
              </p:ext>
            </p:extLst>
          </p:nvPr>
        </p:nvGraphicFramePr>
        <p:xfrm>
          <a:off x="422348" y="4018760"/>
          <a:ext cx="6118557"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672371">
                  <a:extLst>
                    <a:ext uri="{9D8B030D-6E8A-4147-A177-3AD203B41FA5}">
                      <a16:colId xmlns:a16="http://schemas.microsoft.com/office/drawing/2014/main" val="4293411712"/>
                    </a:ext>
                  </a:extLst>
                </a:gridCol>
                <a:gridCol w="672371">
                  <a:extLst>
                    <a:ext uri="{9D8B030D-6E8A-4147-A177-3AD203B41FA5}">
                      <a16:colId xmlns:a16="http://schemas.microsoft.com/office/drawing/2014/main" val="657570846"/>
                    </a:ext>
                  </a:extLst>
                </a:gridCol>
                <a:gridCol w="672371">
                  <a:extLst>
                    <a:ext uri="{9D8B030D-6E8A-4147-A177-3AD203B41FA5}">
                      <a16:colId xmlns:a16="http://schemas.microsoft.com/office/drawing/2014/main" val="3259894497"/>
                    </a:ext>
                  </a:extLst>
                </a:gridCol>
                <a:gridCol w="672371">
                  <a:extLst>
                    <a:ext uri="{9D8B030D-6E8A-4147-A177-3AD203B41FA5}">
                      <a16:colId xmlns:a16="http://schemas.microsoft.com/office/drawing/2014/main" val="4170535043"/>
                    </a:ext>
                  </a:extLst>
                </a:gridCol>
                <a:gridCol w="672371">
                  <a:extLst>
                    <a:ext uri="{9D8B030D-6E8A-4147-A177-3AD203B41FA5}">
                      <a16:colId xmlns:a16="http://schemas.microsoft.com/office/drawing/2014/main" val="2079070694"/>
                    </a:ext>
                  </a:extLst>
                </a:gridCol>
                <a:gridCol w="672371">
                  <a:extLst>
                    <a:ext uri="{9D8B030D-6E8A-4147-A177-3AD203B41FA5}">
                      <a16:colId xmlns:a16="http://schemas.microsoft.com/office/drawing/2014/main" val="4213315911"/>
                    </a:ext>
                  </a:extLst>
                </a:gridCol>
                <a:gridCol w="672371">
                  <a:extLst>
                    <a:ext uri="{9D8B030D-6E8A-4147-A177-3AD203B41FA5}">
                      <a16:colId xmlns:a16="http://schemas.microsoft.com/office/drawing/2014/main" val="2769999950"/>
                    </a:ext>
                  </a:extLst>
                </a:gridCol>
                <a:gridCol w="672371">
                  <a:extLst>
                    <a:ext uri="{9D8B030D-6E8A-4147-A177-3AD203B41FA5}">
                      <a16:colId xmlns:a16="http://schemas.microsoft.com/office/drawing/2014/main" val="53592781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49F342FB-1BD8-6F54-D9EB-499910C89789}"/>
              </a:ext>
            </a:extLst>
          </p:cNvPr>
          <p:cNvGraphicFramePr>
            <a:graphicFrameLocks noGrp="1"/>
          </p:cNvGraphicFramePr>
          <p:nvPr>
            <p:extLst>
              <p:ext uri="{D42A27DB-BD31-4B8C-83A1-F6EECF244321}">
                <p14:modId xmlns:p14="http://schemas.microsoft.com/office/powerpoint/2010/main" val="1421689042"/>
              </p:ext>
            </p:extLst>
          </p:nvPr>
        </p:nvGraphicFramePr>
        <p:xfrm>
          <a:off x="417946" y="3564308"/>
          <a:ext cx="6118557"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672371">
                  <a:extLst>
                    <a:ext uri="{9D8B030D-6E8A-4147-A177-3AD203B41FA5}">
                      <a16:colId xmlns:a16="http://schemas.microsoft.com/office/drawing/2014/main" val="4293411712"/>
                    </a:ext>
                  </a:extLst>
                </a:gridCol>
                <a:gridCol w="672371">
                  <a:extLst>
                    <a:ext uri="{9D8B030D-6E8A-4147-A177-3AD203B41FA5}">
                      <a16:colId xmlns:a16="http://schemas.microsoft.com/office/drawing/2014/main" val="657570846"/>
                    </a:ext>
                  </a:extLst>
                </a:gridCol>
                <a:gridCol w="672371">
                  <a:extLst>
                    <a:ext uri="{9D8B030D-6E8A-4147-A177-3AD203B41FA5}">
                      <a16:colId xmlns:a16="http://schemas.microsoft.com/office/drawing/2014/main" val="3259894497"/>
                    </a:ext>
                  </a:extLst>
                </a:gridCol>
                <a:gridCol w="672371">
                  <a:extLst>
                    <a:ext uri="{9D8B030D-6E8A-4147-A177-3AD203B41FA5}">
                      <a16:colId xmlns:a16="http://schemas.microsoft.com/office/drawing/2014/main" val="4170535043"/>
                    </a:ext>
                  </a:extLst>
                </a:gridCol>
                <a:gridCol w="672371">
                  <a:extLst>
                    <a:ext uri="{9D8B030D-6E8A-4147-A177-3AD203B41FA5}">
                      <a16:colId xmlns:a16="http://schemas.microsoft.com/office/drawing/2014/main" val="2079070694"/>
                    </a:ext>
                  </a:extLst>
                </a:gridCol>
                <a:gridCol w="672371">
                  <a:extLst>
                    <a:ext uri="{9D8B030D-6E8A-4147-A177-3AD203B41FA5}">
                      <a16:colId xmlns:a16="http://schemas.microsoft.com/office/drawing/2014/main" val="4213315911"/>
                    </a:ext>
                  </a:extLst>
                </a:gridCol>
                <a:gridCol w="672371">
                  <a:extLst>
                    <a:ext uri="{9D8B030D-6E8A-4147-A177-3AD203B41FA5}">
                      <a16:colId xmlns:a16="http://schemas.microsoft.com/office/drawing/2014/main" val="2769999950"/>
                    </a:ext>
                  </a:extLst>
                </a:gridCol>
                <a:gridCol w="672371">
                  <a:extLst>
                    <a:ext uri="{9D8B030D-6E8A-4147-A177-3AD203B41FA5}">
                      <a16:colId xmlns:a16="http://schemas.microsoft.com/office/drawing/2014/main" val="53592781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CH_SIZE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B4FF1803-3C65-70D1-F3EE-181B19294948}"/>
              </a:ext>
            </a:extLst>
          </p:cNvPr>
          <p:cNvSpPr txBox="1"/>
          <p:nvPr/>
        </p:nvSpPr>
        <p:spPr>
          <a:xfrm>
            <a:off x="413545" y="6991646"/>
            <a:ext cx="161518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GLOBAL-WRITE DATA</a:t>
            </a:r>
          </a:p>
        </p:txBody>
      </p:sp>
      <p:graphicFrame>
        <p:nvGraphicFramePr>
          <p:cNvPr id="36" name="표 35">
            <a:extLst>
              <a:ext uri="{FF2B5EF4-FFF2-40B4-BE49-F238E27FC236}">
                <a16:creationId xmlns:a16="http://schemas.microsoft.com/office/drawing/2014/main" id="{7D2303DE-2705-A1BA-E591-6E8875C1833A}"/>
              </a:ext>
            </a:extLst>
          </p:cNvPr>
          <p:cNvGraphicFramePr>
            <a:graphicFrameLocks noGrp="1"/>
          </p:cNvGraphicFramePr>
          <p:nvPr>
            <p:extLst>
              <p:ext uri="{D42A27DB-BD31-4B8C-83A1-F6EECF244321}">
                <p14:modId xmlns:p14="http://schemas.microsoft.com/office/powerpoint/2010/main" val="340444840"/>
              </p:ext>
            </p:extLst>
          </p:nvPr>
        </p:nvGraphicFramePr>
        <p:xfrm>
          <a:off x="408250" y="7926240"/>
          <a:ext cx="6127360" cy="87964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GLOBAL_WR_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represents the data to be written to the XD-12 drivers daisied. This register should be written with desired value before the global-writing command is executed.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graphicFrame>
        <p:nvGraphicFramePr>
          <p:cNvPr id="37" name="표 36">
            <a:extLst>
              <a:ext uri="{FF2B5EF4-FFF2-40B4-BE49-F238E27FC236}">
                <a16:creationId xmlns:a16="http://schemas.microsoft.com/office/drawing/2014/main" id="{230DCD04-1AF1-B313-D023-454D5F90E74A}"/>
              </a:ext>
            </a:extLst>
          </p:cNvPr>
          <p:cNvGraphicFramePr>
            <a:graphicFrameLocks noGrp="1"/>
          </p:cNvGraphicFramePr>
          <p:nvPr>
            <p:extLst>
              <p:ext uri="{D42A27DB-BD31-4B8C-83A1-F6EECF244321}">
                <p14:modId xmlns:p14="http://schemas.microsoft.com/office/powerpoint/2010/main" val="2770602985"/>
              </p:ext>
            </p:extLst>
          </p:nvPr>
        </p:nvGraphicFramePr>
        <p:xfrm>
          <a:off x="417045" y="7307071"/>
          <a:ext cx="6118565"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336186">
                  <a:extLst>
                    <a:ext uri="{9D8B030D-6E8A-4147-A177-3AD203B41FA5}">
                      <a16:colId xmlns:a16="http://schemas.microsoft.com/office/drawing/2014/main" val="4293411712"/>
                    </a:ext>
                  </a:extLst>
                </a:gridCol>
                <a:gridCol w="336186">
                  <a:extLst>
                    <a:ext uri="{9D8B030D-6E8A-4147-A177-3AD203B41FA5}">
                      <a16:colId xmlns:a16="http://schemas.microsoft.com/office/drawing/2014/main" val="2836782931"/>
                    </a:ext>
                  </a:extLst>
                </a:gridCol>
                <a:gridCol w="336186">
                  <a:extLst>
                    <a:ext uri="{9D8B030D-6E8A-4147-A177-3AD203B41FA5}">
                      <a16:colId xmlns:a16="http://schemas.microsoft.com/office/drawing/2014/main" val="657570846"/>
                    </a:ext>
                  </a:extLst>
                </a:gridCol>
                <a:gridCol w="336186">
                  <a:extLst>
                    <a:ext uri="{9D8B030D-6E8A-4147-A177-3AD203B41FA5}">
                      <a16:colId xmlns:a16="http://schemas.microsoft.com/office/drawing/2014/main" val="2321858971"/>
                    </a:ext>
                  </a:extLst>
                </a:gridCol>
                <a:gridCol w="336186">
                  <a:extLst>
                    <a:ext uri="{9D8B030D-6E8A-4147-A177-3AD203B41FA5}">
                      <a16:colId xmlns:a16="http://schemas.microsoft.com/office/drawing/2014/main" val="3259894497"/>
                    </a:ext>
                  </a:extLst>
                </a:gridCol>
                <a:gridCol w="336186">
                  <a:extLst>
                    <a:ext uri="{9D8B030D-6E8A-4147-A177-3AD203B41FA5}">
                      <a16:colId xmlns:a16="http://schemas.microsoft.com/office/drawing/2014/main" val="1304684406"/>
                    </a:ext>
                  </a:extLst>
                </a:gridCol>
                <a:gridCol w="336186">
                  <a:extLst>
                    <a:ext uri="{9D8B030D-6E8A-4147-A177-3AD203B41FA5}">
                      <a16:colId xmlns:a16="http://schemas.microsoft.com/office/drawing/2014/main" val="4170535043"/>
                    </a:ext>
                  </a:extLst>
                </a:gridCol>
                <a:gridCol w="336186">
                  <a:extLst>
                    <a:ext uri="{9D8B030D-6E8A-4147-A177-3AD203B41FA5}">
                      <a16:colId xmlns:a16="http://schemas.microsoft.com/office/drawing/2014/main" val="1136078265"/>
                    </a:ext>
                  </a:extLst>
                </a:gridCol>
                <a:gridCol w="336186">
                  <a:extLst>
                    <a:ext uri="{9D8B030D-6E8A-4147-A177-3AD203B41FA5}">
                      <a16:colId xmlns:a16="http://schemas.microsoft.com/office/drawing/2014/main" val="2079070694"/>
                    </a:ext>
                  </a:extLst>
                </a:gridCol>
                <a:gridCol w="336186">
                  <a:extLst>
                    <a:ext uri="{9D8B030D-6E8A-4147-A177-3AD203B41FA5}">
                      <a16:colId xmlns:a16="http://schemas.microsoft.com/office/drawing/2014/main" val="2033937797"/>
                    </a:ext>
                  </a:extLst>
                </a:gridCol>
                <a:gridCol w="336186">
                  <a:extLst>
                    <a:ext uri="{9D8B030D-6E8A-4147-A177-3AD203B41FA5}">
                      <a16:colId xmlns:a16="http://schemas.microsoft.com/office/drawing/2014/main" val="4213315911"/>
                    </a:ext>
                  </a:extLst>
                </a:gridCol>
                <a:gridCol w="336186">
                  <a:extLst>
                    <a:ext uri="{9D8B030D-6E8A-4147-A177-3AD203B41FA5}">
                      <a16:colId xmlns:a16="http://schemas.microsoft.com/office/drawing/2014/main" val="3028126248"/>
                    </a:ext>
                  </a:extLst>
                </a:gridCol>
                <a:gridCol w="336186">
                  <a:extLst>
                    <a:ext uri="{9D8B030D-6E8A-4147-A177-3AD203B41FA5}">
                      <a16:colId xmlns:a16="http://schemas.microsoft.com/office/drawing/2014/main" val="2769999950"/>
                    </a:ext>
                  </a:extLst>
                </a:gridCol>
                <a:gridCol w="336186">
                  <a:extLst>
                    <a:ext uri="{9D8B030D-6E8A-4147-A177-3AD203B41FA5}">
                      <a16:colId xmlns:a16="http://schemas.microsoft.com/office/drawing/2014/main" val="56067941"/>
                    </a:ext>
                  </a:extLst>
                </a:gridCol>
                <a:gridCol w="336186">
                  <a:extLst>
                    <a:ext uri="{9D8B030D-6E8A-4147-A177-3AD203B41FA5}">
                      <a16:colId xmlns:a16="http://schemas.microsoft.com/office/drawing/2014/main" val="535927816"/>
                    </a:ext>
                  </a:extLst>
                </a:gridCol>
                <a:gridCol w="336186">
                  <a:extLst>
                    <a:ext uri="{9D8B030D-6E8A-4147-A177-3AD203B41FA5}">
                      <a16:colId xmlns:a16="http://schemas.microsoft.com/office/drawing/2014/main" val="1259624473"/>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GLOBAL_WR_DATA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8229598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5" y="845945"/>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1</a:t>
            </a:r>
          </a:p>
        </p:txBody>
      </p:sp>
      <p:graphicFrame>
        <p:nvGraphicFramePr>
          <p:cNvPr id="16" name="표 15">
            <a:extLst>
              <a:ext uri="{FF2B5EF4-FFF2-40B4-BE49-F238E27FC236}">
                <a16:creationId xmlns:a16="http://schemas.microsoft.com/office/drawing/2014/main" id="{0F6F46DA-2509-D98C-5506-D36B38F7A9C2}"/>
              </a:ext>
            </a:extLst>
          </p:cNvPr>
          <p:cNvGraphicFramePr>
            <a:graphicFrameLocks noGrp="1"/>
          </p:cNvGraphicFramePr>
          <p:nvPr>
            <p:extLst>
              <p:ext uri="{D42A27DB-BD31-4B8C-83A1-F6EECF244321}">
                <p14:modId xmlns:p14="http://schemas.microsoft.com/office/powerpoint/2010/main" val="2947556102"/>
              </p:ext>
            </p:extLst>
          </p:nvPr>
        </p:nvGraphicFramePr>
        <p:xfrm>
          <a:off x="394953" y="5989444"/>
          <a:ext cx="6127360" cy="1630420"/>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15:12</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7:4</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These bits represent the fault status from all XD-12 drivers daisied in each channel.</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FAULT_CHx [3] : The thermal status,  all bits from each channel are OR-ed.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FAULT_CHx [2] : The short status,  all bits from each channel are OR-ed.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FAULT_CHx [1] : The open status,  all bits from each channel are OR-ed.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FAULT_CHx [0] : The fb status,  all bits from each channel are OR-ed.</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FAULT_CHx [3:1] are auto-cleared after reading the INTERRUPT register, but the FAULT_CHx [0] remains at the level even if the INTERRUPT register is read-out. And the FAULT_CHx [0] value is driven directly to the FB pin.</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graphicFrame>
        <p:nvGraphicFramePr>
          <p:cNvPr id="2" name="표 1">
            <a:extLst>
              <a:ext uri="{FF2B5EF4-FFF2-40B4-BE49-F238E27FC236}">
                <a16:creationId xmlns:a16="http://schemas.microsoft.com/office/drawing/2014/main" id="{D7A25EF3-BBCE-BF6A-E553-A58ADF1417E5}"/>
              </a:ext>
            </a:extLst>
          </p:cNvPr>
          <p:cNvGraphicFramePr>
            <a:graphicFrameLocks noGrp="1"/>
          </p:cNvGraphicFramePr>
          <p:nvPr>
            <p:extLst>
              <p:ext uri="{D42A27DB-BD31-4B8C-83A1-F6EECF244321}">
                <p14:modId xmlns:p14="http://schemas.microsoft.com/office/powerpoint/2010/main" val="1902092854"/>
              </p:ext>
            </p:extLst>
          </p:nvPr>
        </p:nvGraphicFramePr>
        <p:xfrm>
          <a:off x="408496" y="1122633"/>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8092E673-C8C9-AFFE-A48F-D2ACEBE87505}"/>
              </a:ext>
            </a:extLst>
          </p:cNvPr>
          <p:cNvSpPr txBox="1"/>
          <p:nvPr/>
        </p:nvSpPr>
        <p:spPr>
          <a:xfrm>
            <a:off x="408044" y="1691412"/>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2</a:t>
            </a:r>
          </a:p>
        </p:txBody>
      </p:sp>
      <p:graphicFrame>
        <p:nvGraphicFramePr>
          <p:cNvPr id="7" name="표 6">
            <a:extLst>
              <a:ext uri="{FF2B5EF4-FFF2-40B4-BE49-F238E27FC236}">
                <a16:creationId xmlns:a16="http://schemas.microsoft.com/office/drawing/2014/main" id="{318C9154-A381-0311-2F97-2E6656A8E11E}"/>
              </a:ext>
            </a:extLst>
          </p:cNvPr>
          <p:cNvGraphicFramePr>
            <a:graphicFrameLocks noGrp="1"/>
          </p:cNvGraphicFramePr>
          <p:nvPr>
            <p:extLst>
              <p:ext uri="{D42A27DB-BD31-4B8C-83A1-F6EECF244321}">
                <p14:modId xmlns:p14="http://schemas.microsoft.com/office/powerpoint/2010/main" val="3541190648"/>
              </p:ext>
            </p:extLst>
          </p:nvPr>
        </p:nvGraphicFramePr>
        <p:xfrm>
          <a:off x="402995" y="1968100"/>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FAULT_CH8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FAULT_CH7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FAULT_CH6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FAULT_CH5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B512219F-27E3-DD1E-C879-50DC812DD32A}"/>
              </a:ext>
            </a:extLst>
          </p:cNvPr>
          <p:cNvSpPr txBox="1"/>
          <p:nvPr/>
        </p:nvSpPr>
        <p:spPr>
          <a:xfrm>
            <a:off x="408044" y="2541282"/>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3</a:t>
            </a:r>
          </a:p>
        </p:txBody>
      </p:sp>
      <p:graphicFrame>
        <p:nvGraphicFramePr>
          <p:cNvPr id="10" name="표 9">
            <a:extLst>
              <a:ext uri="{FF2B5EF4-FFF2-40B4-BE49-F238E27FC236}">
                <a16:creationId xmlns:a16="http://schemas.microsoft.com/office/drawing/2014/main" id="{E000B799-C335-FDE2-081D-B83B28D5B5AD}"/>
              </a:ext>
            </a:extLst>
          </p:cNvPr>
          <p:cNvGraphicFramePr>
            <a:graphicFrameLocks noGrp="1"/>
          </p:cNvGraphicFramePr>
          <p:nvPr>
            <p:extLst>
              <p:ext uri="{D42A27DB-BD31-4B8C-83A1-F6EECF244321}">
                <p14:modId xmlns:p14="http://schemas.microsoft.com/office/powerpoint/2010/main" val="2125223511"/>
              </p:ext>
            </p:extLst>
          </p:nvPr>
        </p:nvGraphicFramePr>
        <p:xfrm>
          <a:off x="402995" y="2817970"/>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FAULT_CH10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FAULT_CH9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89055251-E96A-83F4-3B30-73A58ABEE14A}"/>
              </a:ext>
            </a:extLst>
          </p:cNvPr>
          <p:cNvSpPr txBox="1"/>
          <p:nvPr/>
        </p:nvSpPr>
        <p:spPr>
          <a:xfrm>
            <a:off x="400493" y="3383860"/>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4</a:t>
            </a:r>
          </a:p>
        </p:txBody>
      </p:sp>
      <p:graphicFrame>
        <p:nvGraphicFramePr>
          <p:cNvPr id="12" name="표 11">
            <a:extLst>
              <a:ext uri="{FF2B5EF4-FFF2-40B4-BE49-F238E27FC236}">
                <a16:creationId xmlns:a16="http://schemas.microsoft.com/office/drawing/2014/main" id="{77F18A74-5EA0-0823-8BE7-77218EEFCDE9}"/>
              </a:ext>
            </a:extLst>
          </p:cNvPr>
          <p:cNvGraphicFramePr>
            <a:graphicFrameLocks noGrp="1"/>
          </p:cNvGraphicFramePr>
          <p:nvPr>
            <p:extLst>
              <p:ext uri="{D42A27DB-BD31-4B8C-83A1-F6EECF244321}">
                <p14:modId xmlns:p14="http://schemas.microsoft.com/office/powerpoint/2010/main" val="2683398982"/>
              </p:ext>
            </p:extLst>
          </p:nvPr>
        </p:nvGraphicFramePr>
        <p:xfrm>
          <a:off x="395444" y="3660548"/>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FAULT_CH16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FAULT_CH15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97024E6C-EC17-A699-5A18-F30E45D6A056}"/>
              </a:ext>
            </a:extLst>
          </p:cNvPr>
          <p:cNvSpPr txBox="1"/>
          <p:nvPr/>
        </p:nvSpPr>
        <p:spPr>
          <a:xfrm>
            <a:off x="400493" y="4237743"/>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5</a:t>
            </a:r>
          </a:p>
        </p:txBody>
      </p:sp>
      <p:graphicFrame>
        <p:nvGraphicFramePr>
          <p:cNvPr id="14" name="표 13">
            <a:extLst>
              <a:ext uri="{FF2B5EF4-FFF2-40B4-BE49-F238E27FC236}">
                <a16:creationId xmlns:a16="http://schemas.microsoft.com/office/drawing/2014/main" id="{8983F0ED-49B7-118C-D169-6D8E1E0449B5}"/>
              </a:ext>
            </a:extLst>
          </p:cNvPr>
          <p:cNvGraphicFramePr>
            <a:graphicFrameLocks noGrp="1"/>
          </p:cNvGraphicFramePr>
          <p:nvPr>
            <p:extLst>
              <p:ext uri="{D42A27DB-BD31-4B8C-83A1-F6EECF244321}">
                <p14:modId xmlns:p14="http://schemas.microsoft.com/office/powerpoint/2010/main" val="1234902916"/>
              </p:ext>
            </p:extLst>
          </p:nvPr>
        </p:nvGraphicFramePr>
        <p:xfrm>
          <a:off x="395444" y="4514431"/>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FAULT_CH20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FAULT_CH19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FAULT_CH18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FAULT_CH17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6204C7E1-C663-B628-C920-14563073F91D}"/>
              </a:ext>
            </a:extLst>
          </p:cNvPr>
          <p:cNvSpPr txBox="1"/>
          <p:nvPr/>
        </p:nvSpPr>
        <p:spPr>
          <a:xfrm>
            <a:off x="400493" y="5084953"/>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6</a:t>
            </a:r>
          </a:p>
        </p:txBody>
      </p:sp>
      <p:graphicFrame>
        <p:nvGraphicFramePr>
          <p:cNvPr id="18" name="표 17">
            <a:extLst>
              <a:ext uri="{FF2B5EF4-FFF2-40B4-BE49-F238E27FC236}">
                <a16:creationId xmlns:a16="http://schemas.microsoft.com/office/drawing/2014/main" id="{620CF1DC-1CD2-4BAD-0CBF-6ADB7938B962}"/>
              </a:ext>
            </a:extLst>
          </p:cNvPr>
          <p:cNvGraphicFramePr>
            <a:graphicFrameLocks noGrp="1"/>
          </p:cNvGraphicFramePr>
          <p:nvPr>
            <p:extLst>
              <p:ext uri="{D42A27DB-BD31-4B8C-83A1-F6EECF244321}">
                <p14:modId xmlns:p14="http://schemas.microsoft.com/office/powerpoint/2010/main" val="2929054005"/>
              </p:ext>
            </p:extLst>
          </p:nvPr>
        </p:nvGraphicFramePr>
        <p:xfrm>
          <a:off x="395444" y="5361641"/>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23972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5" y="845945"/>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 ~ PORT8 LOCAL RW DATA 1</a:t>
            </a:r>
          </a:p>
        </p:txBody>
      </p:sp>
      <p:graphicFrame>
        <p:nvGraphicFramePr>
          <p:cNvPr id="2" name="표 1">
            <a:extLst>
              <a:ext uri="{FF2B5EF4-FFF2-40B4-BE49-F238E27FC236}">
                <a16:creationId xmlns:a16="http://schemas.microsoft.com/office/drawing/2014/main" id="{D7A25EF3-BBCE-BF6A-E553-A58ADF1417E5}"/>
              </a:ext>
            </a:extLst>
          </p:cNvPr>
          <p:cNvGraphicFramePr>
            <a:graphicFrameLocks noGrp="1"/>
          </p:cNvGraphicFramePr>
          <p:nvPr>
            <p:extLst>
              <p:ext uri="{D42A27DB-BD31-4B8C-83A1-F6EECF244321}">
                <p14:modId xmlns:p14="http://schemas.microsoft.com/office/powerpoint/2010/main" val="1441594817"/>
              </p:ext>
            </p:extLst>
          </p:nvPr>
        </p:nvGraphicFramePr>
        <p:xfrm>
          <a:off x="408496" y="1122633"/>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‘h70~’h77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 [11:0] ~ PORT8_LOCAL_RW_DATA 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8092E673-C8C9-AFFE-A48F-D2ACEBE87505}"/>
              </a:ext>
            </a:extLst>
          </p:cNvPr>
          <p:cNvSpPr txBox="1"/>
          <p:nvPr/>
        </p:nvSpPr>
        <p:spPr>
          <a:xfrm>
            <a:off x="408044" y="1653569"/>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2 ~ PORT8 LOCAL RW DATA 2</a:t>
            </a:r>
          </a:p>
        </p:txBody>
      </p:sp>
      <p:graphicFrame>
        <p:nvGraphicFramePr>
          <p:cNvPr id="7" name="표 6">
            <a:extLst>
              <a:ext uri="{FF2B5EF4-FFF2-40B4-BE49-F238E27FC236}">
                <a16:creationId xmlns:a16="http://schemas.microsoft.com/office/drawing/2014/main" id="{318C9154-A381-0311-2F97-2E6656A8E11E}"/>
              </a:ext>
            </a:extLst>
          </p:cNvPr>
          <p:cNvGraphicFramePr>
            <a:graphicFrameLocks noGrp="1"/>
          </p:cNvGraphicFramePr>
          <p:nvPr>
            <p:extLst>
              <p:ext uri="{D42A27DB-BD31-4B8C-83A1-F6EECF244321}">
                <p14:modId xmlns:p14="http://schemas.microsoft.com/office/powerpoint/2010/main" val="3991177119"/>
              </p:ext>
            </p:extLst>
          </p:nvPr>
        </p:nvGraphicFramePr>
        <p:xfrm>
          <a:off x="402995" y="1930257"/>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‘h78~’h7F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2 [11:0] ~ PORT8_LOCAL_RW_DATA 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BD8FA760-5504-48F0-1D6D-4FF2A772209E}"/>
              </a:ext>
            </a:extLst>
          </p:cNvPr>
          <p:cNvSpPr txBox="1"/>
          <p:nvPr/>
        </p:nvSpPr>
        <p:spPr>
          <a:xfrm>
            <a:off x="405012" y="2442673"/>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3 ~ PORT8 LOCAL RW DATA 3</a:t>
            </a:r>
          </a:p>
        </p:txBody>
      </p:sp>
      <p:graphicFrame>
        <p:nvGraphicFramePr>
          <p:cNvPr id="26" name="표 25">
            <a:extLst>
              <a:ext uri="{FF2B5EF4-FFF2-40B4-BE49-F238E27FC236}">
                <a16:creationId xmlns:a16="http://schemas.microsoft.com/office/drawing/2014/main" id="{6BE820EA-B195-4E29-A379-68185D2E95CC}"/>
              </a:ext>
            </a:extLst>
          </p:cNvPr>
          <p:cNvGraphicFramePr>
            <a:graphicFrameLocks noGrp="1"/>
          </p:cNvGraphicFramePr>
          <p:nvPr>
            <p:extLst>
              <p:ext uri="{D42A27DB-BD31-4B8C-83A1-F6EECF244321}">
                <p14:modId xmlns:p14="http://schemas.microsoft.com/office/powerpoint/2010/main" val="2533669679"/>
              </p:ext>
            </p:extLst>
          </p:nvPr>
        </p:nvGraphicFramePr>
        <p:xfrm>
          <a:off x="399963" y="2719361"/>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‘h80~’h87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3 [11:0] ~ PORT8_LOCAL_RW_DATA 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7" name="TextBox 26">
            <a:extLst>
              <a:ext uri="{FF2B5EF4-FFF2-40B4-BE49-F238E27FC236}">
                <a16:creationId xmlns:a16="http://schemas.microsoft.com/office/drawing/2014/main" id="{CA3C4F5B-20C9-C19C-0987-2D6B820292A3}"/>
              </a:ext>
            </a:extLst>
          </p:cNvPr>
          <p:cNvSpPr txBox="1"/>
          <p:nvPr/>
        </p:nvSpPr>
        <p:spPr>
          <a:xfrm>
            <a:off x="399511" y="3238050"/>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4 ~ PORT8 LOCAL RW DATA 4</a:t>
            </a:r>
          </a:p>
        </p:txBody>
      </p:sp>
      <p:graphicFrame>
        <p:nvGraphicFramePr>
          <p:cNvPr id="28" name="표 27">
            <a:extLst>
              <a:ext uri="{FF2B5EF4-FFF2-40B4-BE49-F238E27FC236}">
                <a16:creationId xmlns:a16="http://schemas.microsoft.com/office/drawing/2014/main" id="{DE659E0F-3CEA-0C11-348B-BB7700962684}"/>
              </a:ext>
            </a:extLst>
          </p:cNvPr>
          <p:cNvGraphicFramePr>
            <a:graphicFrameLocks noGrp="1"/>
          </p:cNvGraphicFramePr>
          <p:nvPr>
            <p:extLst>
              <p:ext uri="{D42A27DB-BD31-4B8C-83A1-F6EECF244321}">
                <p14:modId xmlns:p14="http://schemas.microsoft.com/office/powerpoint/2010/main" val="2590751623"/>
              </p:ext>
            </p:extLst>
          </p:nvPr>
        </p:nvGraphicFramePr>
        <p:xfrm>
          <a:off x="394462" y="3514738"/>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‘h88~’h8F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4 [11:0] ~ PORT8_LOCAL_RW_DATA 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488BFBE-C57D-42A5-3C9E-D8AC9BD0B3DB}"/>
              </a:ext>
            </a:extLst>
          </p:cNvPr>
          <p:cNvSpPr txBox="1"/>
          <p:nvPr/>
        </p:nvSpPr>
        <p:spPr>
          <a:xfrm>
            <a:off x="408771" y="4053977"/>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5 ~ PORT8 LOCAL RW DATA 5</a:t>
            </a:r>
          </a:p>
        </p:txBody>
      </p:sp>
      <p:graphicFrame>
        <p:nvGraphicFramePr>
          <p:cNvPr id="30" name="표 29">
            <a:extLst>
              <a:ext uri="{FF2B5EF4-FFF2-40B4-BE49-F238E27FC236}">
                <a16:creationId xmlns:a16="http://schemas.microsoft.com/office/drawing/2014/main" id="{787AB606-C880-B2E8-EF71-9F729253D63B}"/>
              </a:ext>
            </a:extLst>
          </p:cNvPr>
          <p:cNvGraphicFramePr>
            <a:graphicFrameLocks noGrp="1"/>
          </p:cNvGraphicFramePr>
          <p:nvPr>
            <p:extLst>
              <p:ext uri="{D42A27DB-BD31-4B8C-83A1-F6EECF244321}">
                <p14:modId xmlns:p14="http://schemas.microsoft.com/office/powerpoint/2010/main" val="948021558"/>
              </p:ext>
            </p:extLst>
          </p:nvPr>
        </p:nvGraphicFramePr>
        <p:xfrm>
          <a:off x="403722" y="4330665"/>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‘h90~’h97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5 [11:0] ~ PORT8_LOCAL_RW_DATA 5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2E100105-D377-EFE3-73DF-90778640032B}"/>
              </a:ext>
            </a:extLst>
          </p:cNvPr>
          <p:cNvSpPr txBox="1"/>
          <p:nvPr/>
        </p:nvSpPr>
        <p:spPr>
          <a:xfrm>
            <a:off x="403270" y="4857519"/>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6 ~ PORT8 LOCAL RW DATA 6</a:t>
            </a:r>
          </a:p>
        </p:txBody>
      </p:sp>
      <p:graphicFrame>
        <p:nvGraphicFramePr>
          <p:cNvPr id="32" name="표 31">
            <a:extLst>
              <a:ext uri="{FF2B5EF4-FFF2-40B4-BE49-F238E27FC236}">
                <a16:creationId xmlns:a16="http://schemas.microsoft.com/office/drawing/2014/main" id="{6BF95CAD-63DB-D556-D74F-5DD454690654}"/>
              </a:ext>
            </a:extLst>
          </p:cNvPr>
          <p:cNvGraphicFramePr>
            <a:graphicFrameLocks noGrp="1"/>
          </p:cNvGraphicFramePr>
          <p:nvPr>
            <p:extLst>
              <p:ext uri="{D42A27DB-BD31-4B8C-83A1-F6EECF244321}">
                <p14:modId xmlns:p14="http://schemas.microsoft.com/office/powerpoint/2010/main" val="4146075165"/>
              </p:ext>
            </p:extLst>
          </p:nvPr>
        </p:nvGraphicFramePr>
        <p:xfrm>
          <a:off x="398221" y="5134207"/>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‘h98~’h9F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6 [11:0] ~ PORT8_LOCAL_RW_DATA 6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208ABBE0-296C-8C47-7708-EE33C1D4F4F0}"/>
              </a:ext>
            </a:extLst>
          </p:cNvPr>
          <p:cNvSpPr txBox="1"/>
          <p:nvPr/>
        </p:nvSpPr>
        <p:spPr>
          <a:xfrm>
            <a:off x="400238" y="5658869"/>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7 ~ PORT8 LOCAL RW DATA 7</a:t>
            </a:r>
          </a:p>
        </p:txBody>
      </p:sp>
      <p:graphicFrame>
        <p:nvGraphicFramePr>
          <p:cNvPr id="34" name="표 33">
            <a:extLst>
              <a:ext uri="{FF2B5EF4-FFF2-40B4-BE49-F238E27FC236}">
                <a16:creationId xmlns:a16="http://schemas.microsoft.com/office/drawing/2014/main" id="{8D421324-72F5-FF45-D482-0CAF1D1B017F}"/>
              </a:ext>
            </a:extLst>
          </p:cNvPr>
          <p:cNvGraphicFramePr>
            <a:graphicFrameLocks noGrp="1"/>
          </p:cNvGraphicFramePr>
          <p:nvPr>
            <p:extLst>
              <p:ext uri="{D42A27DB-BD31-4B8C-83A1-F6EECF244321}">
                <p14:modId xmlns:p14="http://schemas.microsoft.com/office/powerpoint/2010/main" val="3856925020"/>
              </p:ext>
            </p:extLst>
          </p:nvPr>
        </p:nvGraphicFramePr>
        <p:xfrm>
          <a:off x="395189" y="5935557"/>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‘hA0~’hA7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7 [11:0] ~ PORT8_LOCAL_RW_DATA 7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52ADB9DD-B677-3A3B-87BD-DD9E3FFE64C3}"/>
              </a:ext>
            </a:extLst>
          </p:cNvPr>
          <p:cNvSpPr txBox="1"/>
          <p:nvPr/>
        </p:nvSpPr>
        <p:spPr>
          <a:xfrm>
            <a:off x="394737" y="6474659"/>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8 ~ PORT8 LOCAL RW DATA 8</a:t>
            </a:r>
          </a:p>
        </p:txBody>
      </p:sp>
      <p:graphicFrame>
        <p:nvGraphicFramePr>
          <p:cNvPr id="36" name="표 35">
            <a:extLst>
              <a:ext uri="{FF2B5EF4-FFF2-40B4-BE49-F238E27FC236}">
                <a16:creationId xmlns:a16="http://schemas.microsoft.com/office/drawing/2014/main" id="{F3924073-9439-9B70-AA69-5CE7E357EB65}"/>
              </a:ext>
            </a:extLst>
          </p:cNvPr>
          <p:cNvGraphicFramePr>
            <a:graphicFrameLocks noGrp="1"/>
          </p:cNvGraphicFramePr>
          <p:nvPr>
            <p:extLst>
              <p:ext uri="{D42A27DB-BD31-4B8C-83A1-F6EECF244321}">
                <p14:modId xmlns:p14="http://schemas.microsoft.com/office/powerpoint/2010/main" val="2617125754"/>
              </p:ext>
            </p:extLst>
          </p:nvPr>
        </p:nvGraphicFramePr>
        <p:xfrm>
          <a:off x="389688" y="6751347"/>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‘hA8~’hAF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8 [11:0] ~ PORT8_LOCAL_RW_DATA 8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DC3CF930-7B64-45B4-F326-EBB5FEBBF7D9}"/>
              </a:ext>
            </a:extLst>
          </p:cNvPr>
          <p:cNvSpPr txBox="1"/>
          <p:nvPr/>
        </p:nvSpPr>
        <p:spPr>
          <a:xfrm>
            <a:off x="395468" y="7297501"/>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9 ~ PORT8 LOCAL RW DATA 9</a:t>
            </a:r>
          </a:p>
        </p:txBody>
      </p:sp>
      <p:graphicFrame>
        <p:nvGraphicFramePr>
          <p:cNvPr id="38" name="표 37">
            <a:extLst>
              <a:ext uri="{FF2B5EF4-FFF2-40B4-BE49-F238E27FC236}">
                <a16:creationId xmlns:a16="http://schemas.microsoft.com/office/drawing/2014/main" id="{8704C94C-1E69-CA54-5D42-25A792BCF144}"/>
              </a:ext>
            </a:extLst>
          </p:cNvPr>
          <p:cNvGraphicFramePr>
            <a:graphicFrameLocks noGrp="1"/>
          </p:cNvGraphicFramePr>
          <p:nvPr>
            <p:extLst>
              <p:ext uri="{D42A27DB-BD31-4B8C-83A1-F6EECF244321}">
                <p14:modId xmlns:p14="http://schemas.microsoft.com/office/powerpoint/2010/main" val="2276650113"/>
              </p:ext>
            </p:extLst>
          </p:nvPr>
        </p:nvGraphicFramePr>
        <p:xfrm>
          <a:off x="390419" y="7574189"/>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‘hB0~’hB7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9 [11:0] ~ PORT8_LOCAL_RW_DATA 9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A57005E5-485E-2679-83C0-559961E12D3E}"/>
              </a:ext>
            </a:extLst>
          </p:cNvPr>
          <p:cNvSpPr txBox="1"/>
          <p:nvPr/>
        </p:nvSpPr>
        <p:spPr>
          <a:xfrm>
            <a:off x="389967" y="8105124"/>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10 ~ PORT8 LOCAL RW DATA 10</a:t>
            </a:r>
          </a:p>
        </p:txBody>
      </p:sp>
      <p:graphicFrame>
        <p:nvGraphicFramePr>
          <p:cNvPr id="40" name="표 39">
            <a:extLst>
              <a:ext uri="{FF2B5EF4-FFF2-40B4-BE49-F238E27FC236}">
                <a16:creationId xmlns:a16="http://schemas.microsoft.com/office/drawing/2014/main" id="{2B89E8C2-AC20-2403-20CE-33C82C864C5C}"/>
              </a:ext>
            </a:extLst>
          </p:cNvPr>
          <p:cNvGraphicFramePr>
            <a:graphicFrameLocks noGrp="1"/>
          </p:cNvGraphicFramePr>
          <p:nvPr>
            <p:extLst>
              <p:ext uri="{D42A27DB-BD31-4B8C-83A1-F6EECF244321}">
                <p14:modId xmlns:p14="http://schemas.microsoft.com/office/powerpoint/2010/main" val="3107940583"/>
              </p:ext>
            </p:extLst>
          </p:nvPr>
        </p:nvGraphicFramePr>
        <p:xfrm>
          <a:off x="384918" y="8381812"/>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‘hB8~’hBF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10 [11:0] ~ PORT8_LOCAL_RW_DATA 10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692350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4636" y="1586103"/>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12 ~ PORT8 LOCAL RW DATA 12</a:t>
            </a:r>
          </a:p>
        </p:txBody>
      </p:sp>
      <p:graphicFrame>
        <p:nvGraphicFramePr>
          <p:cNvPr id="2" name="표 1">
            <a:extLst>
              <a:ext uri="{FF2B5EF4-FFF2-40B4-BE49-F238E27FC236}">
                <a16:creationId xmlns:a16="http://schemas.microsoft.com/office/drawing/2014/main" id="{D7A25EF3-BBCE-BF6A-E553-A58ADF1417E5}"/>
              </a:ext>
            </a:extLst>
          </p:cNvPr>
          <p:cNvGraphicFramePr>
            <a:graphicFrameLocks noGrp="1"/>
          </p:cNvGraphicFramePr>
          <p:nvPr>
            <p:extLst>
              <p:ext uri="{D42A27DB-BD31-4B8C-83A1-F6EECF244321}">
                <p14:modId xmlns:p14="http://schemas.microsoft.com/office/powerpoint/2010/main" val="4188680913"/>
              </p:ext>
            </p:extLst>
          </p:nvPr>
        </p:nvGraphicFramePr>
        <p:xfrm>
          <a:off x="409587" y="1862791"/>
          <a:ext cx="6148150"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‘hC8~’hCF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12 [11:0] ~ PORT8_LOCAL_RW_DATA 12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8092E673-C8C9-AFFE-A48F-D2ACEBE87505}"/>
              </a:ext>
            </a:extLst>
          </p:cNvPr>
          <p:cNvSpPr txBox="1"/>
          <p:nvPr/>
        </p:nvSpPr>
        <p:spPr>
          <a:xfrm>
            <a:off x="409135" y="2385562"/>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13 ~ PORT8 LOCAL RW DATA 13</a:t>
            </a:r>
          </a:p>
        </p:txBody>
      </p:sp>
      <p:graphicFrame>
        <p:nvGraphicFramePr>
          <p:cNvPr id="7" name="표 6">
            <a:extLst>
              <a:ext uri="{FF2B5EF4-FFF2-40B4-BE49-F238E27FC236}">
                <a16:creationId xmlns:a16="http://schemas.microsoft.com/office/drawing/2014/main" id="{318C9154-A381-0311-2F97-2E6656A8E11E}"/>
              </a:ext>
            </a:extLst>
          </p:cNvPr>
          <p:cNvGraphicFramePr>
            <a:graphicFrameLocks noGrp="1"/>
          </p:cNvGraphicFramePr>
          <p:nvPr>
            <p:extLst>
              <p:ext uri="{D42A27DB-BD31-4B8C-83A1-F6EECF244321}">
                <p14:modId xmlns:p14="http://schemas.microsoft.com/office/powerpoint/2010/main" val="3708270781"/>
              </p:ext>
            </p:extLst>
          </p:nvPr>
        </p:nvGraphicFramePr>
        <p:xfrm>
          <a:off x="404086" y="2662250"/>
          <a:ext cx="6165472"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‘hD0~’hD7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13 [11:0] ~ PORT8_LOCAL_RW_DATA 13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BD8FA760-5504-48F0-1D6D-4FF2A772209E}"/>
              </a:ext>
            </a:extLst>
          </p:cNvPr>
          <p:cNvSpPr txBox="1"/>
          <p:nvPr/>
        </p:nvSpPr>
        <p:spPr>
          <a:xfrm>
            <a:off x="406103" y="3182830"/>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14 ~ PORT8 LOCAL RW DATA 14</a:t>
            </a:r>
          </a:p>
        </p:txBody>
      </p:sp>
      <p:graphicFrame>
        <p:nvGraphicFramePr>
          <p:cNvPr id="26" name="표 25">
            <a:extLst>
              <a:ext uri="{FF2B5EF4-FFF2-40B4-BE49-F238E27FC236}">
                <a16:creationId xmlns:a16="http://schemas.microsoft.com/office/drawing/2014/main" id="{6BE820EA-B195-4E29-A379-68185D2E95CC}"/>
              </a:ext>
            </a:extLst>
          </p:cNvPr>
          <p:cNvGraphicFramePr>
            <a:graphicFrameLocks noGrp="1"/>
          </p:cNvGraphicFramePr>
          <p:nvPr>
            <p:extLst>
              <p:ext uri="{D42A27DB-BD31-4B8C-83A1-F6EECF244321}">
                <p14:modId xmlns:p14="http://schemas.microsoft.com/office/powerpoint/2010/main" val="465164640"/>
              </p:ext>
            </p:extLst>
          </p:nvPr>
        </p:nvGraphicFramePr>
        <p:xfrm>
          <a:off x="401054" y="3459518"/>
          <a:ext cx="6148150"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‘hD8~’hDF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14 [11:0] ~ PORT8_LOCAL_RW_DATA 14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7" name="TextBox 26">
            <a:extLst>
              <a:ext uri="{FF2B5EF4-FFF2-40B4-BE49-F238E27FC236}">
                <a16:creationId xmlns:a16="http://schemas.microsoft.com/office/drawing/2014/main" id="{CA3C4F5B-20C9-C19C-0987-2D6B820292A3}"/>
              </a:ext>
            </a:extLst>
          </p:cNvPr>
          <p:cNvSpPr txBox="1"/>
          <p:nvPr/>
        </p:nvSpPr>
        <p:spPr>
          <a:xfrm>
            <a:off x="400602" y="3990453"/>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15 ~ PORT8 LOCAL RW DATA 15</a:t>
            </a:r>
          </a:p>
        </p:txBody>
      </p:sp>
      <p:graphicFrame>
        <p:nvGraphicFramePr>
          <p:cNvPr id="28" name="표 27">
            <a:extLst>
              <a:ext uri="{FF2B5EF4-FFF2-40B4-BE49-F238E27FC236}">
                <a16:creationId xmlns:a16="http://schemas.microsoft.com/office/drawing/2014/main" id="{DE659E0F-3CEA-0C11-348B-BB7700962684}"/>
              </a:ext>
            </a:extLst>
          </p:cNvPr>
          <p:cNvGraphicFramePr>
            <a:graphicFrameLocks noGrp="1"/>
          </p:cNvGraphicFramePr>
          <p:nvPr>
            <p:extLst>
              <p:ext uri="{D42A27DB-BD31-4B8C-83A1-F6EECF244321}">
                <p14:modId xmlns:p14="http://schemas.microsoft.com/office/powerpoint/2010/main" val="3818805067"/>
              </p:ext>
            </p:extLst>
          </p:nvPr>
        </p:nvGraphicFramePr>
        <p:xfrm>
          <a:off x="395553" y="4267141"/>
          <a:ext cx="6165472"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‘hE0~’hE7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15 [11:0] ~ PORT8_LOCAL_RW_DATA 15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488BFBE-C57D-42A5-3C9E-D8AC9BD0B3DB}"/>
              </a:ext>
            </a:extLst>
          </p:cNvPr>
          <p:cNvSpPr txBox="1"/>
          <p:nvPr/>
        </p:nvSpPr>
        <p:spPr>
          <a:xfrm>
            <a:off x="409862" y="4802297"/>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16 ~ PORT8 LOCAL RW DATA 16</a:t>
            </a:r>
          </a:p>
        </p:txBody>
      </p:sp>
      <p:graphicFrame>
        <p:nvGraphicFramePr>
          <p:cNvPr id="30" name="표 29">
            <a:extLst>
              <a:ext uri="{FF2B5EF4-FFF2-40B4-BE49-F238E27FC236}">
                <a16:creationId xmlns:a16="http://schemas.microsoft.com/office/drawing/2014/main" id="{787AB606-C880-B2E8-EF71-9F729253D63B}"/>
              </a:ext>
            </a:extLst>
          </p:cNvPr>
          <p:cNvGraphicFramePr>
            <a:graphicFrameLocks noGrp="1"/>
          </p:cNvGraphicFramePr>
          <p:nvPr>
            <p:extLst>
              <p:ext uri="{D42A27DB-BD31-4B8C-83A1-F6EECF244321}">
                <p14:modId xmlns:p14="http://schemas.microsoft.com/office/powerpoint/2010/main" val="224702873"/>
              </p:ext>
            </p:extLst>
          </p:nvPr>
        </p:nvGraphicFramePr>
        <p:xfrm>
          <a:off x="404813" y="5078985"/>
          <a:ext cx="6148150"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‘hE8~’hEF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16 [11:0] ~ PORT8_LOCAL_RW_DATA 16[11:0]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67BD09F4-990D-CC41-4D2E-C2300383BF9F}"/>
              </a:ext>
            </a:extLst>
          </p:cNvPr>
          <p:cNvSpPr txBox="1"/>
          <p:nvPr/>
        </p:nvSpPr>
        <p:spPr>
          <a:xfrm>
            <a:off x="413545" y="845945"/>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11 ~ PORT8 LOCAL RW DATA 11</a:t>
            </a:r>
          </a:p>
        </p:txBody>
      </p:sp>
      <p:graphicFrame>
        <p:nvGraphicFramePr>
          <p:cNvPr id="10" name="표 9">
            <a:extLst>
              <a:ext uri="{FF2B5EF4-FFF2-40B4-BE49-F238E27FC236}">
                <a16:creationId xmlns:a16="http://schemas.microsoft.com/office/drawing/2014/main" id="{D48E398D-0C33-A525-17F4-AE657CBABC74}"/>
              </a:ext>
            </a:extLst>
          </p:cNvPr>
          <p:cNvGraphicFramePr>
            <a:graphicFrameLocks noGrp="1"/>
          </p:cNvGraphicFramePr>
          <p:nvPr>
            <p:extLst>
              <p:ext uri="{D42A27DB-BD31-4B8C-83A1-F6EECF244321}">
                <p14:modId xmlns:p14="http://schemas.microsoft.com/office/powerpoint/2010/main" val="3706276205"/>
              </p:ext>
            </p:extLst>
          </p:nvPr>
        </p:nvGraphicFramePr>
        <p:xfrm>
          <a:off x="408496" y="1122633"/>
          <a:ext cx="6143388" cy="372600"/>
        </p:xfrm>
        <a:graphic>
          <a:graphicData uri="http://schemas.openxmlformats.org/drawingml/2006/table">
            <a:tbl>
              <a:tblPr firstRow="1" bandRow="1">
                <a:tableStyleId>{5C22544A-7EE6-4342-B048-85BDC9FD1C3A}</a:tableStyleId>
              </a:tblPr>
              <a:tblGrid>
                <a:gridCol w="511738">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‘hC0~’hC7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11 [11:0] ~ PORT8_LOCAL_RW_DATA 11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C965153F-5BB0-3991-A057-E064B1978910}"/>
              </a:ext>
            </a:extLst>
          </p:cNvPr>
          <p:cNvGraphicFramePr>
            <a:graphicFrameLocks noGrp="1"/>
          </p:cNvGraphicFramePr>
          <p:nvPr>
            <p:extLst>
              <p:ext uri="{D42A27DB-BD31-4B8C-83A1-F6EECF244321}">
                <p14:modId xmlns:p14="http://schemas.microsoft.com/office/powerpoint/2010/main" val="2582063829"/>
              </p:ext>
            </p:extLst>
          </p:nvPr>
        </p:nvGraphicFramePr>
        <p:xfrm>
          <a:off x="404086" y="5708986"/>
          <a:ext cx="6204903" cy="3367780"/>
        </p:xfrm>
        <a:graphic>
          <a:graphicData uri="http://schemas.openxmlformats.org/drawingml/2006/table">
            <a:tbl>
              <a:tblPr firstRow="1" bandRow="1">
                <a:tableStyleId>{5C22544A-7EE6-4342-B048-85BDC9FD1C3A}</a:tableStyleId>
              </a:tblPr>
              <a:tblGrid>
                <a:gridCol w="435277">
                  <a:extLst>
                    <a:ext uri="{9D8B030D-6E8A-4147-A177-3AD203B41FA5}">
                      <a16:colId xmlns:a16="http://schemas.microsoft.com/office/drawing/2014/main" val="4170535043"/>
                    </a:ext>
                  </a:extLst>
                </a:gridCol>
                <a:gridCol w="1103436">
                  <a:extLst>
                    <a:ext uri="{9D8B030D-6E8A-4147-A177-3AD203B41FA5}">
                      <a16:colId xmlns:a16="http://schemas.microsoft.com/office/drawing/2014/main" val="2079070694"/>
                    </a:ext>
                  </a:extLst>
                </a:gridCol>
                <a:gridCol w="4666190">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_LOCAL_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Y</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These registers are used to contain the data to be written/read to/from the XD-12 drivers daisied to each channel for accessing the XD-12 drivers’ registers.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registers should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be written before executing the relevant commands, the local-reading or local-writing command.</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needs to be careful to use that these registers are differently mapped according to the CH_SEG [1:0] of the LOCAL WRITE/READ COMMAND registers</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CH_SEG = 2’b00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PORT1 to PORT8 are mapped to the channel 1 to 8 in order.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CH_SEG = 2’b01 : PORT1 to PORT8 are mapped to the channel 9 to 16 in order.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CH_SEG = 2’b10 : PORT1 to PORT8 are mapped to the channel 17 to 24 in order.</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data order to be transferred to the XD-12 drivers daisied in a channel</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_LOCAL_RW_DATA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to the 1</a:t>
                      </a:r>
                      <a:r>
                        <a:rPr kumimoji="0" lang="en-US" altLang="ko-KR" sz="9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st</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driver,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_LOCAL_RW_DATA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to the 2</a:t>
                      </a:r>
                      <a:r>
                        <a:rPr kumimoji="0" lang="en-US" altLang="ko-KR" sz="9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nd</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driver, …..</a:t>
                      </a:r>
                      <a:endPar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data order to be received from the XD-12 drivers daisied in a channel</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_LOCAL_RW_DATA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from the last driver,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_LOCAL_RW_DATA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from the (last -1) driver, …..</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Refer to the Figure 10. in detail.</a:t>
                      </a:r>
                      <a:endPar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spTree>
    <p:extLst>
      <p:ext uri="{BB962C8B-B14F-4D97-AF65-F5344CB8AC3E}">
        <p14:creationId xmlns:p14="http://schemas.microsoft.com/office/powerpoint/2010/main" val="723354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45</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Tree>
    <p:extLst>
      <p:ext uri="{BB962C8B-B14F-4D97-AF65-F5344CB8AC3E}">
        <p14:creationId xmlns:p14="http://schemas.microsoft.com/office/powerpoint/2010/main" val="13567828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46</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B01886F8-833F-E7C8-64D7-3229101F9CC5}"/>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ECE76E6-C6E6-2D71-4221-9CAD67ED331F}"/>
              </a:ext>
            </a:extLst>
          </p:cNvPr>
          <p:cNvSpPr txBox="1"/>
          <p:nvPr/>
        </p:nvSpPr>
        <p:spPr>
          <a:xfrm>
            <a:off x="1231087" y="1322553"/>
            <a:ext cx="934166" cy="276999"/>
          </a:xfrm>
          <a:prstGeom prst="rect">
            <a:avLst/>
          </a:prstGeom>
          <a:noFill/>
        </p:spPr>
        <p:txBody>
          <a:bodyPr wrap="none" rtlCol="0">
            <a:spAutoFit/>
          </a:bodyPr>
          <a:lstStyle/>
          <a:p>
            <a:r>
              <a:rPr lang="en-US" altLang="ko-KR" sz="1200" dirty="0">
                <a:latin typeface="Arial" panose="020B0604020202020204" pitchFamily="34" charset="0"/>
                <a:cs typeface="Arial" panose="020B0604020202020204" pitchFamily="34" charset="0"/>
              </a:rPr>
              <a:t>TOP VIEW</a:t>
            </a:r>
            <a:endParaRPr lang="ko-KR" altLang="en-US" sz="1200" dirty="0">
              <a:latin typeface="Arial" panose="020B0604020202020204" pitchFamily="34" charset="0"/>
              <a:cs typeface="Arial" panose="020B0604020202020204" pitchFamily="34" charset="0"/>
            </a:endParaRPr>
          </a:p>
        </p:txBody>
      </p:sp>
      <p:graphicFrame>
        <p:nvGraphicFramePr>
          <p:cNvPr id="125" name="표 124">
            <a:extLst>
              <a:ext uri="{FF2B5EF4-FFF2-40B4-BE49-F238E27FC236}">
                <a16:creationId xmlns:a16="http://schemas.microsoft.com/office/drawing/2014/main" id="{E3689C04-284C-7CFA-F6B5-52DEDC412AD3}"/>
              </a:ext>
            </a:extLst>
          </p:cNvPr>
          <p:cNvGraphicFramePr>
            <a:graphicFrameLocks noGrp="1"/>
          </p:cNvGraphicFramePr>
          <p:nvPr>
            <p:extLst>
              <p:ext uri="{D42A27DB-BD31-4B8C-83A1-F6EECF244321}">
                <p14:modId xmlns:p14="http://schemas.microsoft.com/office/powerpoint/2010/main" val="2070011383"/>
              </p:ext>
            </p:extLst>
          </p:nvPr>
        </p:nvGraphicFramePr>
        <p:xfrm>
          <a:off x="2019193" y="4857733"/>
          <a:ext cx="2691915" cy="3888251"/>
        </p:xfrm>
        <a:graphic>
          <a:graphicData uri="http://schemas.openxmlformats.org/drawingml/2006/table">
            <a:tbl>
              <a:tblPr/>
              <a:tblGrid>
                <a:gridCol w="797046">
                  <a:extLst>
                    <a:ext uri="{9D8B030D-6E8A-4147-A177-3AD203B41FA5}">
                      <a16:colId xmlns:a16="http://schemas.microsoft.com/office/drawing/2014/main" val="277156858"/>
                    </a:ext>
                  </a:extLst>
                </a:gridCol>
                <a:gridCol w="631623">
                  <a:extLst>
                    <a:ext uri="{9D8B030D-6E8A-4147-A177-3AD203B41FA5}">
                      <a16:colId xmlns:a16="http://schemas.microsoft.com/office/drawing/2014/main" val="1529212435"/>
                    </a:ext>
                  </a:extLst>
                </a:gridCol>
                <a:gridCol w="631623">
                  <a:extLst>
                    <a:ext uri="{9D8B030D-6E8A-4147-A177-3AD203B41FA5}">
                      <a16:colId xmlns:a16="http://schemas.microsoft.com/office/drawing/2014/main" val="3403192241"/>
                    </a:ext>
                  </a:extLst>
                </a:gridCol>
                <a:gridCol w="631623">
                  <a:extLst>
                    <a:ext uri="{9D8B030D-6E8A-4147-A177-3AD203B41FA5}">
                      <a16:colId xmlns:a16="http://schemas.microsoft.com/office/drawing/2014/main" val="2690407686"/>
                    </a:ext>
                  </a:extLst>
                </a:gridCol>
              </a:tblGrid>
              <a:tr h="352775">
                <a:tc rowSpan="2">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Symbol</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Dimensions in mm</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483013432"/>
                  </a:ext>
                </a:extLst>
              </a:tr>
              <a:tr h="252534">
                <a:tc vMerge="1">
                  <a:txBody>
                    <a:bodyPr/>
                    <a:lstStyle/>
                    <a:p>
                      <a:pPr latinLnBrk="1"/>
                      <a:endParaRPr lang="ko-KR" altLang="en-US"/>
                    </a:p>
                  </a:txBody>
                  <a:tcPr/>
                </a:tc>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Min</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Typ</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Max</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9100475"/>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A</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0.700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0.750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0.800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028096"/>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A1</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0.000</a:t>
                      </a: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0.020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0.050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5928533"/>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A3</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0.203 REF</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774923541"/>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5.900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6.000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6.100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7554096"/>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E</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5.900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6.000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6.100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937671"/>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4.3</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4.4</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4.5</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78559"/>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E1</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4.3</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4.4</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4.5</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028676"/>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k</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0.275 REF</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3089035"/>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b</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0.140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0.200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0.250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61903"/>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e</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0.400 BSC</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926513765"/>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Nd</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4.400 BSC</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827091284"/>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Ne</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4.400 BSC</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230867288"/>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L</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0.350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0.400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0.450</a:t>
                      </a:r>
                    </a:p>
                  </a:txBody>
                  <a:tcPr marL="5275" marR="5275" marT="527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2825556"/>
                  </a:ext>
                </a:extLst>
              </a:tr>
            </a:tbl>
          </a:graphicData>
        </a:graphic>
      </p:graphicFrame>
      <p:sp>
        <p:nvSpPr>
          <p:cNvPr id="126" name="TextBox 125">
            <a:extLst>
              <a:ext uri="{FF2B5EF4-FFF2-40B4-BE49-F238E27FC236}">
                <a16:creationId xmlns:a16="http://schemas.microsoft.com/office/drawing/2014/main" id="{5F5E678F-8862-7787-B868-8C9A46D469EF}"/>
              </a:ext>
            </a:extLst>
          </p:cNvPr>
          <p:cNvSpPr txBox="1"/>
          <p:nvPr/>
        </p:nvSpPr>
        <p:spPr>
          <a:xfrm>
            <a:off x="3904475" y="1322553"/>
            <a:ext cx="1279966" cy="276999"/>
          </a:xfrm>
          <a:prstGeom prst="rect">
            <a:avLst/>
          </a:prstGeom>
          <a:noFill/>
        </p:spPr>
        <p:txBody>
          <a:bodyPr wrap="none" rtlCol="0">
            <a:spAutoFit/>
          </a:bodyPr>
          <a:lstStyle/>
          <a:p>
            <a:r>
              <a:rPr lang="en-US" altLang="ko-KR" sz="1200" dirty="0">
                <a:latin typeface="Arial" panose="020B0604020202020204" pitchFamily="34" charset="0"/>
                <a:cs typeface="Arial" panose="020B0604020202020204" pitchFamily="34" charset="0"/>
              </a:rPr>
              <a:t>BOTTOM VIEW</a:t>
            </a:r>
            <a:endParaRPr lang="ko-KR" altLang="en-US" sz="1200" dirty="0">
              <a:latin typeface="Arial" panose="020B0604020202020204" pitchFamily="34" charset="0"/>
              <a:cs typeface="Arial" panose="020B0604020202020204" pitchFamily="34" charset="0"/>
            </a:endParaRPr>
          </a:p>
        </p:txBody>
      </p:sp>
      <p:grpSp>
        <p:nvGrpSpPr>
          <p:cNvPr id="3" name="그룹 2">
            <a:extLst>
              <a:ext uri="{FF2B5EF4-FFF2-40B4-BE49-F238E27FC236}">
                <a16:creationId xmlns:a16="http://schemas.microsoft.com/office/drawing/2014/main" id="{151F023C-E449-71B3-AF21-DAC81B6FE8AB}"/>
              </a:ext>
            </a:extLst>
          </p:cNvPr>
          <p:cNvGrpSpPr/>
          <p:nvPr/>
        </p:nvGrpSpPr>
        <p:grpSpPr>
          <a:xfrm>
            <a:off x="637836" y="1599552"/>
            <a:ext cx="6077946" cy="2818484"/>
            <a:chOff x="204607" y="684154"/>
            <a:chExt cx="7262993" cy="3532904"/>
          </a:xfrm>
        </p:grpSpPr>
        <p:pic>
          <p:nvPicPr>
            <p:cNvPr id="5" name="그림 4">
              <a:extLst>
                <a:ext uri="{FF2B5EF4-FFF2-40B4-BE49-F238E27FC236}">
                  <a16:creationId xmlns:a16="http://schemas.microsoft.com/office/drawing/2014/main" id="{EACFEA82-7B03-BA37-1DF2-61FA903564D1}"/>
                </a:ext>
              </a:extLst>
            </p:cNvPr>
            <p:cNvPicPr>
              <a:picLocks noChangeAspect="1"/>
            </p:cNvPicPr>
            <p:nvPr/>
          </p:nvPicPr>
          <p:blipFill>
            <a:blip r:embed="rId4"/>
            <a:stretch>
              <a:fillRect/>
            </a:stretch>
          </p:blipFill>
          <p:spPr>
            <a:xfrm>
              <a:off x="204607" y="684154"/>
              <a:ext cx="7262993" cy="3532904"/>
            </a:xfrm>
            <a:prstGeom prst="rect">
              <a:avLst/>
            </a:prstGeom>
          </p:spPr>
        </p:pic>
        <p:sp>
          <p:nvSpPr>
            <p:cNvPr id="6" name="TextBox 5">
              <a:extLst>
                <a:ext uri="{FF2B5EF4-FFF2-40B4-BE49-F238E27FC236}">
                  <a16:creationId xmlns:a16="http://schemas.microsoft.com/office/drawing/2014/main" id="{F9CE62AA-CDDC-DD6B-E193-D428DEB36BD2}"/>
                </a:ext>
              </a:extLst>
            </p:cNvPr>
            <p:cNvSpPr txBox="1"/>
            <p:nvPr/>
          </p:nvSpPr>
          <p:spPr>
            <a:xfrm>
              <a:off x="4602480" y="868680"/>
              <a:ext cx="365760" cy="153888"/>
            </a:xfrm>
            <a:prstGeom prst="rect">
              <a:avLst/>
            </a:prstGeom>
            <a:solidFill>
              <a:schemeClr val="bg1"/>
            </a:solidFill>
          </p:spPr>
          <p:txBody>
            <a:bodyPr wrap="square" lIns="0" tIns="0" rIns="0" bIns="0" rtlCol="0" anchor="b">
              <a:spAutoFit/>
            </a:bodyPr>
            <a:lstStyle/>
            <a:p>
              <a:pPr algn="ctr"/>
              <a:r>
                <a:rPr lang="en-US" altLang="ko-KR" sz="1000" dirty="0"/>
                <a:t>Ne</a:t>
              </a:r>
              <a:endParaRPr lang="ko-KR" altLang="en-US" sz="1000" dirty="0"/>
            </a:p>
          </p:txBody>
        </p:sp>
        <p:sp>
          <p:nvSpPr>
            <p:cNvPr id="7" name="TextBox 6">
              <a:extLst>
                <a:ext uri="{FF2B5EF4-FFF2-40B4-BE49-F238E27FC236}">
                  <a16:creationId xmlns:a16="http://schemas.microsoft.com/office/drawing/2014/main" id="{1296DC2B-3A7A-1642-041B-272F3A49CB99}"/>
                </a:ext>
              </a:extLst>
            </p:cNvPr>
            <p:cNvSpPr txBox="1"/>
            <p:nvPr/>
          </p:nvSpPr>
          <p:spPr>
            <a:xfrm>
              <a:off x="4472400" y="2462115"/>
              <a:ext cx="252000" cy="153888"/>
            </a:xfrm>
            <a:prstGeom prst="rect">
              <a:avLst/>
            </a:prstGeom>
            <a:solidFill>
              <a:schemeClr val="bg1"/>
            </a:solidFill>
          </p:spPr>
          <p:txBody>
            <a:bodyPr wrap="square" lIns="0" tIns="0" rIns="0" bIns="0" rtlCol="0" anchor="b">
              <a:spAutoFit/>
            </a:bodyPr>
            <a:lstStyle/>
            <a:p>
              <a:pPr algn="ctr"/>
              <a:r>
                <a:rPr lang="en-US" altLang="ko-KR" sz="1000" dirty="0"/>
                <a:t>D1</a:t>
              </a:r>
              <a:endParaRPr lang="ko-KR" altLang="en-US" sz="1000" dirty="0"/>
            </a:p>
          </p:txBody>
        </p:sp>
        <p:sp>
          <p:nvSpPr>
            <p:cNvPr id="8" name="TextBox 7">
              <a:extLst>
                <a:ext uri="{FF2B5EF4-FFF2-40B4-BE49-F238E27FC236}">
                  <a16:creationId xmlns:a16="http://schemas.microsoft.com/office/drawing/2014/main" id="{5146CE77-7488-3D69-CD45-5880ED8D1DDB}"/>
                </a:ext>
              </a:extLst>
            </p:cNvPr>
            <p:cNvSpPr txBox="1"/>
            <p:nvPr/>
          </p:nvSpPr>
          <p:spPr>
            <a:xfrm>
              <a:off x="4190460" y="2406006"/>
              <a:ext cx="180000" cy="153888"/>
            </a:xfrm>
            <a:prstGeom prst="rect">
              <a:avLst/>
            </a:prstGeom>
            <a:solidFill>
              <a:schemeClr val="bg1"/>
            </a:solidFill>
          </p:spPr>
          <p:txBody>
            <a:bodyPr wrap="square" lIns="0" tIns="0" rIns="0" bIns="0" rtlCol="0" anchor="b">
              <a:spAutoFit/>
            </a:bodyPr>
            <a:lstStyle/>
            <a:p>
              <a:pPr algn="ctr"/>
              <a:r>
                <a:rPr lang="en-US" altLang="ko-KR" sz="1000" dirty="0"/>
                <a:t>E1</a:t>
              </a:r>
              <a:endParaRPr lang="ko-KR" altLang="en-US" sz="1000" dirty="0"/>
            </a:p>
          </p:txBody>
        </p:sp>
        <p:sp>
          <p:nvSpPr>
            <p:cNvPr id="12" name="TextBox 11">
              <a:extLst>
                <a:ext uri="{FF2B5EF4-FFF2-40B4-BE49-F238E27FC236}">
                  <a16:creationId xmlns:a16="http://schemas.microsoft.com/office/drawing/2014/main" id="{08670DB2-ED29-D2FA-AE82-C6AEC26E88DD}"/>
                </a:ext>
              </a:extLst>
            </p:cNvPr>
            <p:cNvSpPr txBox="1"/>
            <p:nvPr/>
          </p:nvSpPr>
          <p:spPr>
            <a:xfrm>
              <a:off x="3268440" y="2169786"/>
              <a:ext cx="180000" cy="153888"/>
            </a:xfrm>
            <a:prstGeom prst="rect">
              <a:avLst/>
            </a:prstGeom>
            <a:solidFill>
              <a:schemeClr val="bg1"/>
            </a:solidFill>
          </p:spPr>
          <p:txBody>
            <a:bodyPr wrap="square" lIns="0" tIns="0" rIns="0" bIns="0" rtlCol="0" anchor="b">
              <a:spAutoFit/>
            </a:bodyPr>
            <a:lstStyle/>
            <a:p>
              <a:pPr algn="ctr"/>
              <a:r>
                <a:rPr lang="en-US" altLang="ko-KR" sz="1000" dirty="0"/>
                <a:t>Nd</a:t>
              </a:r>
              <a:endParaRPr lang="ko-KR" altLang="en-US" sz="1000" dirty="0"/>
            </a:p>
          </p:txBody>
        </p:sp>
        <p:sp>
          <p:nvSpPr>
            <p:cNvPr id="17" name="TextBox 16">
              <a:extLst>
                <a:ext uri="{FF2B5EF4-FFF2-40B4-BE49-F238E27FC236}">
                  <a16:creationId xmlns:a16="http://schemas.microsoft.com/office/drawing/2014/main" id="{4498855A-BC8D-AE6B-4583-6BE578A8D09C}"/>
                </a:ext>
              </a:extLst>
            </p:cNvPr>
            <p:cNvSpPr txBox="1"/>
            <p:nvPr/>
          </p:nvSpPr>
          <p:spPr>
            <a:xfrm>
              <a:off x="3283680" y="3124098"/>
              <a:ext cx="180000" cy="153888"/>
            </a:xfrm>
            <a:prstGeom prst="rect">
              <a:avLst/>
            </a:prstGeom>
            <a:solidFill>
              <a:schemeClr val="bg1"/>
            </a:solidFill>
          </p:spPr>
          <p:txBody>
            <a:bodyPr wrap="square" lIns="0" tIns="0" rIns="0" bIns="0" rtlCol="0" anchor="b">
              <a:spAutoFit/>
            </a:bodyPr>
            <a:lstStyle/>
            <a:p>
              <a:pPr algn="ctr"/>
              <a:r>
                <a:rPr lang="en-US" altLang="ko-KR" sz="1000" dirty="0"/>
                <a:t>L</a:t>
              </a:r>
              <a:endParaRPr lang="ko-KR" altLang="en-US" sz="1000" dirty="0"/>
            </a:p>
          </p:txBody>
        </p:sp>
        <p:sp>
          <p:nvSpPr>
            <p:cNvPr id="21" name="TextBox 20">
              <a:extLst>
                <a:ext uri="{FF2B5EF4-FFF2-40B4-BE49-F238E27FC236}">
                  <a16:creationId xmlns:a16="http://schemas.microsoft.com/office/drawing/2014/main" id="{00C89886-6480-C969-FC64-22533F6104FE}"/>
                </a:ext>
              </a:extLst>
            </p:cNvPr>
            <p:cNvSpPr txBox="1"/>
            <p:nvPr/>
          </p:nvSpPr>
          <p:spPr>
            <a:xfrm>
              <a:off x="3289320" y="3672221"/>
              <a:ext cx="180000" cy="153888"/>
            </a:xfrm>
            <a:prstGeom prst="rect">
              <a:avLst/>
            </a:prstGeom>
            <a:solidFill>
              <a:schemeClr val="bg1"/>
            </a:solidFill>
          </p:spPr>
          <p:txBody>
            <a:bodyPr wrap="square" lIns="0" tIns="0" rIns="0" bIns="0" rtlCol="0" anchor="b">
              <a:spAutoFit/>
            </a:bodyPr>
            <a:lstStyle/>
            <a:p>
              <a:pPr algn="ctr"/>
              <a:r>
                <a:rPr lang="en-US" altLang="ko-KR" sz="1000" dirty="0"/>
                <a:t>A</a:t>
              </a:r>
              <a:endParaRPr lang="ko-KR" altLang="en-US" sz="1000" dirty="0"/>
            </a:p>
          </p:txBody>
        </p:sp>
        <p:sp>
          <p:nvSpPr>
            <p:cNvPr id="27" name="TextBox 26">
              <a:extLst>
                <a:ext uri="{FF2B5EF4-FFF2-40B4-BE49-F238E27FC236}">
                  <a16:creationId xmlns:a16="http://schemas.microsoft.com/office/drawing/2014/main" id="{B0E11CB1-D59E-4A54-37BB-FF67AAD1E2E8}"/>
                </a:ext>
              </a:extLst>
            </p:cNvPr>
            <p:cNvSpPr txBox="1"/>
            <p:nvPr/>
          </p:nvSpPr>
          <p:spPr>
            <a:xfrm>
              <a:off x="3289320" y="3927911"/>
              <a:ext cx="180000" cy="153888"/>
            </a:xfrm>
            <a:prstGeom prst="rect">
              <a:avLst/>
            </a:prstGeom>
            <a:solidFill>
              <a:schemeClr val="bg1"/>
            </a:solidFill>
          </p:spPr>
          <p:txBody>
            <a:bodyPr wrap="square" lIns="0" tIns="0" rIns="0" bIns="0" rtlCol="0" anchor="b">
              <a:spAutoFit/>
            </a:bodyPr>
            <a:lstStyle/>
            <a:p>
              <a:pPr algn="ctr"/>
              <a:r>
                <a:rPr lang="en-US" altLang="ko-KR" sz="1000" dirty="0"/>
                <a:t>A1</a:t>
              </a:r>
              <a:endParaRPr lang="ko-KR" altLang="en-US" sz="1000" dirty="0"/>
            </a:p>
          </p:txBody>
        </p:sp>
        <p:sp>
          <p:nvSpPr>
            <p:cNvPr id="28" name="TextBox 27">
              <a:extLst>
                <a:ext uri="{FF2B5EF4-FFF2-40B4-BE49-F238E27FC236}">
                  <a16:creationId xmlns:a16="http://schemas.microsoft.com/office/drawing/2014/main" id="{8951264D-44B0-64D7-5BD8-5EE951EAE85F}"/>
                </a:ext>
              </a:extLst>
            </p:cNvPr>
            <p:cNvSpPr txBox="1"/>
            <p:nvPr/>
          </p:nvSpPr>
          <p:spPr>
            <a:xfrm>
              <a:off x="3929400" y="3441029"/>
              <a:ext cx="180000" cy="153888"/>
            </a:xfrm>
            <a:prstGeom prst="rect">
              <a:avLst/>
            </a:prstGeom>
            <a:solidFill>
              <a:schemeClr val="bg1"/>
            </a:solidFill>
          </p:spPr>
          <p:txBody>
            <a:bodyPr wrap="square" lIns="0" tIns="0" rIns="0" bIns="0" rtlCol="0" anchor="b">
              <a:spAutoFit/>
            </a:bodyPr>
            <a:lstStyle/>
            <a:p>
              <a:pPr algn="ctr"/>
              <a:r>
                <a:rPr lang="en-US" altLang="ko-KR" sz="1000" dirty="0"/>
                <a:t>b</a:t>
              </a:r>
              <a:endParaRPr lang="ko-KR" altLang="en-US" sz="1000" dirty="0"/>
            </a:p>
          </p:txBody>
        </p:sp>
        <p:sp>
          <p:nvSpPr>
            <p:cNvPr id="127" name="TextBox 126">
              <a:extLst>
                <a:ext uri="{FF2B5EF4-FFF2-40B4-BE49-F238E27FC236}">
                  <a16:creationId xmlns:a16="http://schemas.microsoft.com/office/drawing/2014/main" id="{AE8A0D01-FF5A-0FCF-CBA3-B3FA22DCC676}"/>
                </a:ext>
              </a:extLst>
            </p:cNvPr>
            <p:cNvSpPr txBox="1"/>
            <p:nvPr/>
          </p:nvSpPr>
          <p:spPr>
            <a:xfrm>
              <a:off x="4544400" y="3441029"/>
              <a:ext cx="180000" cy="153888"/>
            </a:xfrm>
            <a:prstGeom prst="rect">
              <a:avLst/>
            </a:prstGeom>
            <a:solidFill>
              <a:schemeClr val="bg1"/>
            </a:solidFill>
          </p:spPr>
          <p:txBody>
            <a:bodyPr wrap="square" lIns="0" tIns="0" rIns="0" bIns="0" rtlCol="0" anchor="b">
              <a:spAutoFit/>
            </a:bodyPr>
            <a:lstStyle/>
            <a:p>
              <a:pPr algn="ctr"/>
              <a:r>
                <a:rPr lang="en-US" altLang="ko-KR" sz="1000" dirty="0"/>
                <a:t>e</a:t>
              </a:r>
              <a:endParaRPr lang="ko-KR" altLang="en-US" sz="1000" dirty="0"/>
            </a:p>
          </p:txBody>
        </p:sp>
        <p:sp>
          <p:nvSpPr>
            <p:cNvPr id="128" name="TextBox 127">
              <a:extLst>
                <a:ext uri="{FF2B5EF4-FFF2-40B4-BE49-F238E27FC236}">
                  <a16:creationId xmlns:a16="http://schemas.microsoft.com/office/drawing/2014/main" id="{10E8FD64-0666-0AD0-C9A1-6DB5F8321331}"/>
                </a:ext>
              </a:extLst>
            </p:cNvPr>
            <p:cNvSpPr txBox="1"/>
            <p:nvPr/>
          </p:nvSpPr>
          <p:spPr>
            <a:xfrm>
              <a:off x="5713740" y="3962002"/>
              <a:ext cx="180000" cy="153888"/>
            </a:xfrm>
            <a:prstGeom prst="rect">
              <a:avLst/>
            </a:prstGeom>
            <a:solidFill>
              <a:schemeClr val="bg1"/>
            </a:solidFill>
          </p:spPr>
          <p:txBody>
            <a:bodyPr wrap="square" lIns="0" tIns="0" rIns="0" bIns="0" rtlCol="0" anchor="b">
              <a:spAutoFit/>
            </a:bodyPr>
            <a:lstStyle/>
            <a:p>
              <a:pPr algn="ctr"/>
              <a:r>
                <a:rPr lang="en-US" altLang="ko-KR" sz="1000" dirty="0"/>
                <a:t>A3</a:t>
              </a:r>
              <a:endParaRPr lang="ko-KR" altLang="en-US" sz="1000" dirty="0"/>
            </a:p>
          </p:txBody>
        </p:sp>
        <p:sp>
          <p:nvSpPr>
            <p:cNvPr id="129" name="TextBox 128">
              <a:extLst>
                <a:ext uri="{FF2B5EF4-FFF2-40B4-BE49-F238E27FC236}">
                  <a16:creationId xmlns:a16="http://schemas.microsoft.com/office/drawing/2014/main" id="{5F65C8E4-2C78-D279-7E9C-054D5AC93CFD}"/>
                </a:ext>
              </a:extLst>
            </p:cNvPr>
            <p:cNvSpPr txBox="1"/>
            <p:nvPr/>
          </p:nvSpPr>
          <p:spPr>
            <a:xfrm>
              <a:off x="5465160" y="2829681"/>
              <a:ext cx="180000" cy="153888"/>
            </a:xfrm>
            <a:prstGeom prst="rect">
              <a:avLst/>
            </a:prstGeom>
            <a:solidFill>
              <a:schemeClr val="bg1"/>
            </a:solidFill>
          </p:spPr>
          <p:txBody>
            <a:bodyPr wrap="square" lIns="0" tIns="0" rIns="0" bIns="0" rtlCol="0" anchor="b">
              <a:spAutoFit/>
            </a:bodyPr>
            <a:lstStyle/>
            <a:p>
              <a:pPr algn="ctr"/>
              <a:r>
                <a:rPr lang="en-US" altLang="ko-KR" sz="1000" dirty="0"/>
                <a:t>k</a:t>
              </a:r>
              <a:endParaRPr lang="ko-KR" altLang="en-US" sz="1000" dirty="0"/>
            </a:p>
          </p:txBody>
        </p:sp>
        <p:sp>
          <p:nvSpPr>
            <p:cNvPr id="130" name="TextBox 129">
              <a:extLst>
                <a:ext uri="{FF2B5EF4-FFF2-40B4-BE49-F238E27FC236}">
                  <a16:creationId xmlns:a16="http://schemas.microsoft.com/office/drawing/2014/main" id="{22B9D00E-4510-A509-0529-3FE94494E7BC}"/>
                </a:ext>
              </a:extLst>
            </p:cNvPr>
            <p:cNvSpPr txBox="1"/>
            <p:nvPr/>
          </p:nvSpPr>
          <p:spPr>
            <a:xfrm>
              <a:off x="2582640" y="2172588"/>
              <a:ext cx="180000" cy="153888"/>
            </a:xfrm>
            <a:prstGeom prst="rect">
              <a:avLst/>
            </a:prstGeom>
            <a:solidFill>
              <a:schemeClr val="bg1"/>
            </a:solidFill>
          </p:spPr>
          <p:txBody>
            <a:bodyPr wrap="square" lIns="0" tIns="0" rIns="0" bIns="0" rtlCol="0" anchor="b">
              <a:spAutoFit/>
            </a:bodyPr>
            <a:lstStyle/>
            <a:p>
              <a:pPr algn="ctr"/>
              <a:r>
                <a:rPr lang="en-US" altLang="ko-KR" sz="1000" dirty="0"/>
                <a:t>E</a:t>
              </a:r>
              <a:endParaRPr lang="ko-KR" altLang="en-US" sz="1000" dirty="0"/>
            </a:p>
          </p:txBody>
        </p:sp>
        <p:sp>
          <p:nvSpPr>
            <p:cNvPr id="131" name="TextBox 130">
              <a:extLst>
                <a:ext uri="{FF2B5EF4-FFF2-40B4-BE49-F238E27FC236}">
                  <a16:creationId xmlns:a16="http://schemas.microsoft.com/office/drawing/2014/main" id="{14254473-2CED-D7A1-52E5-AE76EE591A5B}"/>
                </a:ext>
              </a:extLst>
            </p:cNvPr>
            <p:cNvSpPr txBox="1"/>
            <p:nvPr/>
          </p:nvSpPr>
          <p:spPr>
            <a:xfrm>
              <a:off x="1381680" y="3320998"/>
              <a:ext cx="180000" cy="153888"/>
            </a:xfrm>
            <a:prstGeom prst="rect">
              <a:avLst/>
            </a:prstGeom>
            <a:solidFill>
              <a:schemeClr val="bg1"/>
            </a:solidFill>
          </p:spPr>
          <p:txBody>
            <a:bodyPr wrap="square" lIns="0" tIns="0" rIns="0" bIns="0" rtlCol="0" anchor="b">
              <a:spAutoFit/>
            </a:bodyPr>
            <a:lstStyle/>
            <a:p>
              <a:pPr algn="ctr"/>
              <a:r>
                <a:rPr lang="en-US" altLang="ko-KR" sz="1000" dirty="0"/>
                <a:t>D</a:t>
              </a:r>
              <a:endParaRPr lang="ko-KR" altLang="en-US" sz="1000" dirty="0"/>
            </a:p>
          </p:txBody>
        </p:sp>
        <p:sp>
          <p:nvSpPr>
            <p:cNvPr id="132" name="TextBox 131">
              <a:extLst>
                <a:ext uri="{FF2B5EF4-FFF2-40B4-BE49-F238E27FC236}">
                  <a16:creationId xmlns:a16="http://schemas.microsoft.com/office/drawing/2014/main" id="{23B50D92-29CD-4CA7-FA40-C24EB06BCBB8}"/>
                </a:ext>
              </a:extLst>
            </p:cNvPr>
            <p:cNvSpPr txBox="1"/>
            <p:nvPr/>
          </p:nvSpPr>
          <p:spPr>
            <a:xfrm>
              <a:off x="359700" y="3557325"/>
              <a:ext cx="425160" cy="215444"/>
            </a:xfrm>
            <a:prstGeom prst="rect">
              <a:avLst/>
            </a:prstGeom>
            <a:solidFill>
              <a:schemeClr val="bg1"/>
            </a:solidFill>
          </p:spPr>
          <p:txBody>
            <a:bodyPr wrap="square" lIns="0" tIns="0" rIns="0" bIns="0" rtlCol="0" anchor="b">
              <a:spAutoFit/>
            </a:bodyPr>
            <a:lstStyle/>
            <a:p>
              <a:pPr algn="ctr"/>
              <a:r>
                <a:rPr lang="en-US" altLang="ko-KR" sz="1400" b="1" dirty="0"/>
                <a:t>N1</a:t>
              </a:r>
              <a:endParaRPr lang="ko-KR" altLang="en-US" sz="1400" b="1" dirty="0"/>
            </a:p>
          </p:txBody>
        </p:sp>
        <p:sp>
          <p:nvSpPr>
            <p:cNvPr id="133" name="TextBox 132">
              <a:extLst>
                <a:ext uri="{FF2B5EF4-FFF2-40B4-BE49-F238E27FC236}">
                  <a16:creationId xmlns:a16="http://schemas.microsoft.com/office/drawing/2014/main" id="{4DCC210F-0A70-68BB-BDCC-D7DFD6BF55FD}"/>
                </a:ext>
              </a:extLst>
            </p:cNvPr>
            <p:cNvSpPr txBox="1"/>
            <p:nvPr/>
          </p:nvSpPr>
          <p:spPr>
            <a:xfrm>
              <a:off x="2144550" y="3557302"/>
              <a:ext cx="425160" cy="215444"/>
            </a:xfrm>
            <a:prstGeom prst="rect">
              <a:avLst/>
            </a:prstGeom>
            <a:solidFill>
              <a:schemeClr val="bg1"/>
            </a:solidFill>
          </p:spPr>
          <p:txBody>
            <a:bodyPr wrap="square" lIns="0" tIns="0" rIns="0" bIns="0" rtlCol="0" anchor="b">
              <a:spAutoFit/>
            </a:bodyPr>
            <a:lstStyle/>
            <a:p>
              <a:pPr algn="ctr"/>
              <a:r>
                <a:rPr lang="en-US" altLang="ko-KR" sz="1400" b="1" dirty="0"/>
                <a:t>N4</a:t>
              </a:r>
              <a:endParaRPr lang="ko-KR" altLang="en-US" sz="1400" b="1" dirty="0"/>
            </a:p>
          </p:txBody>
        </p:sp>
      </p:grpSp>
    </p:spTree>
    <p:extLst>
      <p:ext uri="{BB962C8B-B14F-4D97-AF65-F5344CB8AC3E}">
        <p14:creationId xmlns:p14="http://schemas.microsoft.com/office/powerpoint/2010/main" val="34004408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47</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87620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B01886F8-833F-E7C8-64D7-3229101F9CC5}"/>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2" name="직사각형 31">
            <a:extLst>
              <a:ext uri="{FF2B5EF4-FFF2-40B4-BE49-F238E27FC236}">
                <a16:creationId xmlns:a16="http://schemas.microsoft.com/office/drawing/2014/main" id="{6A138124-BECA-0D29-A24D-31BE6AD1D21D}"/>
              </a:ext>
            </a:extLst>
          </p:cNvPr>
          <p:cNvSpPr/>
          <p:nvPr/>
        </p:nvSpPr>
        <p:spPr>
          <a:xfrm rot="5400000">
            <a:off x="2337479" y="2114071"/>
            <a:ext cx="1698069" cy="1707692"/>
          </a:xfrm>
          <a:prstGeom prst="rect">
            <a:avLst/>
          </a:prstGeom>
          <a:solidFill>
            <a:schemeClr val="bg1"/>
          </a:solidFill>
          <a:ln>
            <a:solidFill>
              <a:srgbClr val="2F52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863" dirty="0"/>
          </a:p>
        </p:txBody>
      </p:sp>
      <p:sp>
        <p:nvSpPr>
          <p:cNvPr id="33" name="직사각형 32">
            <a:extLst>
              <a:ext uri="{FF2B5EF4-FFF2-40B4-BE49-F238E27FC236}">
                <a16:creationId xmlns:a16="http://schemas.microsoft.com/office/drawing/2014/main" id="{8A8973FB-23F0-B362-E91E-99AECA4B6441}"/>
              </a:ext>
            </a:extLst>
          </p:cNvPr>
          <p:cNvSpPr/>
          <p:nvPr/>
        </p:nvSpPr>
        <p:spPr>
          <a:xfrm rot="5400000">
            <a:off x="2267438" y="2074982"/>
            <a:ext cx="366939" cy="381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863" dirty="0"/>
          </a:p>
        </p:txBody>
      </p:sp>
      <p:cxnSp>
        <p:nvCxnSpPr>
          <p:cNvPr id="35" name="직선 연결선 34">
            <a:extLst>
              <a:ext uri="{FF2B5EF4-FFF2-40B4-BE49-F238E27FC236}">
                <a16:creationId xmlns:a16="http://schemas.microsoft.com/office/drawing/2014/main" id="{63973C54-5DFD-5FC9-E9D8-450E0EF55EC1}"/>
              </a:ext>
            </a:extLst>
          </p:cNvPr>
          <p:cNvCxnSpPr>
            <a:cxnSpLocks/>
          </p:cNvCxnSpPr>
          <p:nvPr/>
        </p:nvCxnSpPr>
        <p:spPr>
          <a:xfrm rot="5400000">
            <a:off x="2323012" y="2129370"/>
            <a:ext cx="330801" cy="313550"/>
          </a:xfrm>
          <a:prstGeom prst="line">
            <a:avLst/>
          </a:prstGeom>
          <a:ln w="12700">
            <a:solidFill>
              <a:srgbClr val="2F528F"/>
            </a:solidFill>
          </a:ln>
        </p:spPr>
        <p:style>
          <a:lnRef idx="1">
            <a:schemeClr val="dk1"/>
          </a:lnRef>
          <a:fillRef idx="0">
            <a:schemeClr val="dk1"/>
          </a:fillRef>
          <a:effectRef idx="0">
            <a:schemeClr val="dk1"/>
          </a:effectRef>
          <a:fontRef idx="minor">
            <a:schemeClr val="tx1"/>
          </a:fontRef>
        </p:style>
      </p:cxnSp>
      <p:grpSp>
        <p:nvGrpSpPr>
          <p:cNvPr id="37" name="그룹 36">
            <a:extLst>
              <a:ext uri="{FF2B5EF4-FFF2-40B4-BE49-F238E27FC236}">
                <a16:creationId xmlns:a16="http://schemas.microsoft.com/office/drawing/2014/main" id="{4454255A-BE7A-B919-99C0-80EB9E09566A}"/>
              </a:ext>
            </a:extLst>
          </p:cNvPr>
          <p:cNvGrpSpPr/>
          <p:nvPr/>
        </p:nvGrpSpPr>
        <p:grpSpPr>
          <a:xfrm rot="5400000">
            <a:off x="3104482" y="885400"/>
            <a:ext cx="163456" cy="1912753"/>
            <a:chOff x="566964" y="1301524"/>
            <a:chExt cx="207086" cy="2367801"/>
          </a:xfrm>
        </p:grpSpPr>
        <p:sp>
          <p:nvSpPr>
            <p:cNvPr id="113" name="직사각형 112">
              <a:extLst>
                <a:ext uri="{FF2B5EF4-FFF2-40B4-BE49-F238E27FC236}">
                  <a16:creationId xmlns:a16="http://schemas.microsoft.com/office/drawing/2014/main" id="{2F9A683F-C6C0-47C3-12CC-89D41F7E2B12}"/>
                </a:ext>
              </a:extLst>
            </p:cNvPr>
            <p:cNvSpPr/>
            <p:nvPr/>
          </p:nvSpPr>
          <p:spPr>
            <a:xfrm rot="5400000">
              <a:off x="622300" y="145307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4" name="직사각형 113">
              <a:extLst>
                <a:ext uri="{FF2B5EF4-FFF2-40B4-BE49-F238E27FC236}">
                  <a16:creationId xmlns:a16="http://schemas.microsoft.com/office/drawing/2014/main" id="{FE14F64E-A68F-28D7-B2EB-67DEB5BA7797}"/>
                </a:ext>
              </a:extLst>
            </p:cNvPr>
            <p:cNvSpPr/>
            <p:nvPr/>
          </p:nvSpPr>
          <p:spPr>
            <a:xfrm rot="5400000">
              <a:off x="622300" y="165107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5" name="직사각형 114">
              <a:extLst>
                <a:ext uri="{FF2B5EF4-FFF2-40B4-BE49-F238E27FC236}">
                  <a16:creationId xmlns:a16="http://schemas.microsoft.com/office/drawing/2014/main" id="{7C28EEC4-ABC8-BEA0-A0EF-EA4A04FED863}"/>
                </a:ext>
              </a:extLst>
            </p:cNvPr>
            <p:cNvSpPr/>
            <p:nvPr/>
          </p:nvSpPr>
          <p:spPr>
            <a:xfrm rot="5400000">
              <a:off x="622300" y="186524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6" name="직사각형 115">
              <a:extLst>
                <a:ext uri="{FF2B5EF4-FFF2-40B4-BE49-F238E27FC236}">
                  <a16:creationId xmlns:a16="http://schemas.microsoft.com/office/drawing/2014/main" id="{AA6F566B-D399-136F-4EC2-59F4857350C1}"/>
                </a:ext>
              </a:extLst>
            </p:cNvPr>
            <p:cNvSpPr/>
            <p:nvPr/>
          </p:nvSpPr>
          <p:spPr>
            <a:xfrm rot="5400000">
              <a:off x="622300" y="2060938"/>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7" name="직사각형 116">
              <a:extLst>
                <a:ext uri="{FF2B5EF4-FFF2-40B4-BE49-F238E27FC236}">
                  <a16:creationId xmlns:a16="http://schemas.microsoft.com/office/drawing/2014/main" id="{C798035E-EBC6-771E-68CB-E680AB117CF6}"/>
                </a:ext>
              </a:extLst>
            </p:cNvPr>
            <p:cNvSpPr/>
            <p:nvPr/>
          </p:nvSpPr>
          <p:spPr>
            <a:xfrm rot="5400000">
              <a:off x="622300" y="2275108"/>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8" name="직사각형 117">
              <a:extLst>
                <a:ext uri="{FF2B5EF4-FFF2-40B4-BE49-F238E27FC236}">
                  <a16:creationId xmlns:a16="http://schemas.microsoft.com/office/drawing/2014/main" id="{DCAE031A-651D-40D5-5B25-52DC8CFACCF9}"/>
                </a:ext>
              </a:extLst>
            </p:cNvPr>
            <p:cNvSpPr/>
            <p:nvPr/>
          </p:nvSpPr>
          <p:spPr>
            <a:xfrm rot="5400000">
              <a:off x="622300" y="2473109"/>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9" name="직사각형 118">
              <a:extLst>
                <a:ext uri="{FF2B5EF4-FFF2-40B4-BE49-F238E27FC236}">
                  <a16:creationId xmlns:a16="http://schemas.microsoft.com/office/drawing/2014/main" id="{0A1CCE8C-A084-EED4-E13E-2BDA080CE3F6}"/>
                </a:ext>
              </a:extLst>
            </p:cNvPr>
            <p:cNvSpPr/>
            <p:nvPr/>
          </p:nvSpPr>
          <p:spPr>
            <a:xfrm rot="5400000">
              <a:off x="622300" y="2687279"/>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20" name="직사각형 119">
              <a:extLst>
                <a:ext uri="{FF2B5EF4-FFF2-40B4-BE49-F238E27FC236}">
                  <a16:creationId xmlns:a16="http://schemas.microsoft.com/office/drawing/2014/main" id="{C6D5810E-8E38-A650-27DA-480B5505D37D}"/>
                </a:ext>
              </a:extLst>
            </p:cNvPr>
            <p:cNvSpPr/>
            <p:nvPr/>
          </p:nvSpPr>
          <p:spPr>
            <a:xfrm rot="5400000">
              <a:off x="622300" y="289196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21" name="직사각형 120">
              <a:extLst>
                <a:ext uri="{FF2B5EF4-FFF2-40B4-BE49-F238E27FC236}">
                  <a16:creationId xmlns:a16="http://schemas.microsoft.com/office/drawing/2014/main" id="{A4B205C1-D714-CF05-1E39-CE582DF04011}"/>
                </a:ext>
              </a:extLst>
            </p:cNvPr>
            <p:cNvSpPr/>
            <p:nvPr/>
          </p:nvSpPr>
          <p:spPr>
            <a:xfrm rot="5400000">
              <a:off x="622300" y="310613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22" name="직사각형 121">
              <a:extLst>
                <a:ext uri="{FF2B5EF4-FFF2-40B4-BE49-F238E27FC236}">
                  <a16:creationId xmlns:a16="http://schemas.microsoft.com/office/drawing/2014/main" id="{DAE80FAB-8FCD-2596-E7C4-2420A801BEC3}"/>
                </a:ext>
              </a:extLst>
            </p:cNvPr>
            <p:cNvSpPr/>
            <p:nvPr/>
          </p:nvSpPr>
          <p:spPr>
            <a:xfrm rot="5400000">
              <a:off x="622300" y="330413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23" name="사각형: 잘린 한쪽 모서리 122">
              <a:extLst>
                <a:ext uri="{FF2B5EF4-FFF2-40B4-BE49-F238E27FC236}">
                  <a16:creationId xmlns:a16="http://schemas.microsoft.com/office/drawing/2014/main" id="{A2F53F96-CF79-51D3-FD13-A95673EE0344}"/>
                </a:ext>
              </a:extLst>
            </p:cNvPr>
            <p:cNvSpPr/>
            <p:nvPr/>
          </p:nvSpPr>
          <p:spPr>
            <a:xfrm rot="10800000" flipH="1">
              <a:off x="573314" y="3571093"/>
              <a:ext cx="200736" cy="98232"/>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24" name="사각형: 잘린 한쪽 모서리 123">
              <a:extLst>
                <a:ext uri="{FF2B5EF4-FFF2-40B4-BE49-F238E27FC236}">
                  <a16:creationId xmlns:a16="http://schemas.microsoft.com/office/drawing/2014/main" id="{B5179BE0-E113-E40D-1D59-DC6105ACCE9A}"/>
                </a:ext>
              </a:extLst>
            </p:cNvPr>
            <p:cNvSpPr/>
            <p:nvPr/>
          </p:nvSpPr>
          <p:spPr>
            <a:xfrm rot="10800000" flipH="1" flipV="1">
              <a:off x="566964" y="1301524"/>
              <a:ext cx="200736" cy="98232"/>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grpSp>
      <p:grpSp>
        <p:nvGrpSpPr>
          <p:cNvPr id="38" name="그룹 37">
            <a:extLst>
              <a:ext uri="{FF2B5EF4-FFF2-40B4-BE49-F238E27FC236}">
                <a16:creationId xmlns:a16="http://schemas.microsoft.com/office/drawing/2014/main" id="{9860BD01-D693-5D1D-9E0B-890986B16FF8}"/>
              </a:ext>
            </a:extLst>
          </p:cNvPr>
          <p:cNvGrpSpPr/>
          <p:nvPr/>
        </p:nvGrpSpPr>
        <p:grpSpPr>
          <a:xfrm>
            <a:off x="1954954" y="2038569"/>
            <a:ext cx="167288" cy="1868936"/>
            <a:chOff x="566964" y="1301524"/>
            <a:chExt cx="207086" cy="2367801"/>
          </a:xfrm>
        </p:grpSpPr>
        <p:sp>
          <p:nvSpPr>
            <p:cNvPr id="101" name="직사각형 100">
              <a:extLst>
                <a:ext uri="{FF2B5EF4-FFF2-40B4-BE49-F238E27FC236}">
                  <a16:creationId xmlns:a16="http://schemas.microsoft.com/office/drawing/2014/main" id="{3310D0DB-8BD0-B5F9-1974-67B1D691B2D5}"/>
                </a:ext>
              </a:extLst>
            </p:cNvPr>
            <p:cNvSpPr/>
            <p:nvPr/>
          </p:nvSpPr>
          <p:spPr>
            <a:xfrm rot="5400000">
              <a:off x="622300" y="145307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2" name="직사각형 101">
              <a:extLst>
                <a:ext uri="{FF2B5EF4-FFF2-40B4-BE49-F238E27FC236}">
                  <a16:creationId xmlns:a16="http://schemas.microsoft.com/office/drawing/2014/main" id="{4A37AB32-81E2-9A64-9F45-DC091FBAEBEA}"/>
                </a:ext>
              </a:extLst>
            </p:cNvPr>
            <p:cNvSpPr/>
            <p:nvPr/>
          </p:nvSpPr>
          <p:spPr>
            <a:xfrm rot="5400000">
              <a:off x="622300" y="165107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3" name="직사각형 102">
              <a:extLst>
                <a:ext uri="{FF2B5EF4-FFF2-40B4-BE49-F238E27FC236}">
                  <a16:creationId xmlns:a16="http://schemas.microsoft.com/office/drawing/2014/main" id="{AFA6C00D-2391-49C0-ABDA-D161A5A4D99F}"/>
                </a:ext>
              </a:extLst>
            </p:cNvPr>
            <p:cNvSpPr/>
            <p:nvPr/>
          </p:nvSpPr>
          <p:spPr>
            <a:xfrm rot="5400000">
              <a:off x="622300" y="186524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4" name="직사각형 103">
              <a:extLst>
                <a:ext uri="{FF2B5EF4-FFF2-40B4-BE49-F238E27FC236}">
                  <a16:creationId xmlns:a16="http://schemas.microsoft.com/office/drawing/2014/main" id="{8E2D3A04-5FD4-14CE-86C8-460D0EABBDC8}"/>
                </a:ext>
              </a:extLst>
            </p:cNvPr>
            <p:cNvSpPr/>
            <p:nvPr/>
          </p:nvSpPr>
          <p:spPr>
            <a:xfrm rot="5400000">
              <a:off x="622300" y="2060938"/>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5" name="직사각형 104">
              <a:extLst>
                <a:ext uri="{FF2B5EF4-FFF2-40B4-BE49-F238E27FC236}">
                  <a16:creationId xmlns:a16="http://schemas.microsoft.com/office/drawing/2014/main" id="{695393DE-1E77-CD4E-0459-0FE83F43D60F}"/>
                </a:ext>
              </a:extLst>
            </p:cNvPr>
            <p:cNvSpPr/>
            <p:nvPr/>
          </p:nvSpPr>
          <p:spPr>
            <a:xfrm rot="5400000">
              <a:off x="622300" y="2275108"/>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6" name="직사각형 105">
              <a:extLst>
                <a:ext uri="{FF2B5EF4-FFF2-40B4-BE49-F238E27FC236}">
                  <a16:creationId xmlns:a16="http://schemas.microsoft.com/office/drawing/2014/main" id="{7525216E-BB8A-62BC-5D88-5D9AEB8DCE68}"/>
                </a:ext>
              </a:extLst>
            </p:cNvPr>
            <p:cNvSpPr/>
            <p:nvPr/>
          </p:nvSpPr>
          <p:spPr>
            <a:xfrm rot="5400000">
              <a:off x="622300" y="2473109"/>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7" name="직사각형 106">
              <a:extLst>
                <a:ext uri="{FF2B5EF4-FFF2-40B4-BE49-F238E27FC236}">
                  <a16:creationId xmlns:a16="http://schemas.microsoft.com/office/drawing/2014/main" id="{80FC3719-9334-31EE-88C0-CA471E31BD23}"/>
                </a:ext>
              </a:extLst>
            </p:cNvPr>
            <p:cNvSpPr/>
            <p:nvPr/>
          </p:nvSpPr>
          <p:spPr>
            <a:xfrm rot="5400000">
              <a:off x="622300" y="2687279"/>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8" name="직사각형 107">
              <a:extLst>
                <a:ext uri="{FF2B5EF4-FFF2-40B4-BE49-F238E27FC236}">
                  <a16:creationId xmlns:a16="http://schemas.microsoft.com/office/drawing/2014/main" id="{0C97A056-3D29-F492-0CB9-482C9D8BC13F}"/>
                </a:ext>
              </a:extLst>
            </p:cNvPr>
            <p:cNvSpPr/>
            <p:nvPr/>
          </p:nvSpPr>
          <p:spPr>
            <a:xfrm rot="5400000">
              <a:off x="622300" y="289196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9" name="직사각형 108">
              <a:extLst>
                <a:ext uri="{FF2B5EF4-FFF2-40B4-BE49-F238E27FC236}">
                  <a16:creationId xmlns:a16="http://schemas.microsoft.com/office/drawing/2014/main" id="{99571602-E37B-BDF0-8B0E-756C0417E327}"/>
                </a:ext>
              </a:extLst>
            </p:cNvPr>
            <p:cNvSpPr/>
            <p:nvPr/>
          </p:nvSpPr>
          <p:spPr>
            <a:xfrm rot="5400000">
              <a:off x="622300" y="310613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0" name="직사각형 109">
              <a:extLst>
                <a:ext uri="{FF2B5EF4-FFF2-40B4-BE49-F238E27FC236}">
                  <a16:creationId xmlns:a16="http://schemas.microsoft.com/office/drawing/2014/main" id="{FE81040D-0AAA-3DAE-6827-4C7E72743268}"/>
                </a:ext>
              </a:extLst>
            </p:cNvPr>
            <p:cNvSpPr/>
            <p:nvPr/>
          </p:nvSpPr>
          <p:spPr>
            <a:xfrm rot="5400000">
              <a:off x="622300" y="330413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1" name="사각형: 잘린 한쪽 모서리 110">
              <a:extLst>
                <a:ext uri="{FF2B5EF4-FFF2-40B4-BE49-F238E27FC236}">
                  <a16:creationId xmlns:a16="http://schemas.microsoft.com/office/drawing/2014/main" id="{8C98899E-C586-7DE9-DCAB-2E8F59D7ECD1}"/>
                </a:ext>
              </a:extLst>
            </p:cNvPr>
            <p:cNvSpPr/>
            <p:nvPr/>
          </p:nvSpPr>
          <p:spPr>
            <a:xfrm rot="10800000" flipH="1">
              <a:off x="573314" y="3571093"/>
              <a:ext cx="200736" cy="98232"/>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12" name="사각형: 잘린 한쪽 모서리 111">
              <a:extLst>
                <a:ext uri="{FF2B5EF4-FFF2-40B4-BE49-F238E27FC236}">
                  <a16:creationId xmlns:a16="http://schemas.microsoft.com/office/drawing/2014/main" id="{E04FBF7C-8ACC-A887-7CDE-F963245D1322}"/>
                </a:ext>
              </a:extLst>
            </p:cNvPr>
            <p:cNvSpPr/>
            <p:nvPr/>
          </p:nvSpPr>
          <p:spPr>
            <a:xfrm rot="10800000" flipH="1" flipV="1">
              <a:off x="566964" y="1301524"/>
              <a:ext cx="200736" cy="98232"/>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grpSp>
      <p:grpSp>
        <p:nvGrpSpPr>
          <p:cNvPr id="39" name="그룹 38">
            <a:extLst>
              <a:ext uri="{FF2B5EF4-FFF2-40B4-BE49-F238E27FC236}">
                <a16:creationId xmlns:a16="http://schemas.microsoft.com/office/drawing/2014/main" id="{8F3C4AA2-251E-9E8C-E7FF-E4A6856BB939}"/>
              </a:ext>
            </a:extLst>
          </p:cNvPr>
          <p:cNvGrpSpPr/>
          <p:nvPr/>
        </p:nvGrpSpPr>
        <p:grpSpPr>
          <a:xfrm rot="5400000" flipH="1">
            <a:off x="3104482" y="3144403"/>
            <a:ext cx="163456" cy="1912753"/>
            <a:chOff x="566964" y="1301524"/>
            <a:chExt cx="207086" cy="2367801"/>
          </a:xfrm>
        </p:grpSpPr>
        <p:sp>
          <p:nvSpPr>
            <p:cNvPr id="89" name="직사각형 88">
              <a:extLst>
                <a:ext uri="{FF2B5EF4-FFF2-40B4-BE49-F238E27FC236}">
                  <a16:creationId xmlns:a16="http://schemas.microsoft.com/office/drawing/2014/main" id="{907A2EB6-D227-E3EC-459B-E475A6F569D6}"/>
                </a:ext>
              </a:extLst>
            </p:cNvPr>
            <p:cNvSpPr/>
            <p:nvPr/>
          </p:nvSpPr>
          <p:spPr>
            <a:xfrm rot="5400000">
              <a:off x="622300" y="145307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0" name="직사각형 89">
              <a:extLst>
                <a:ext uri="{FF2B5EF4-FFF2-40B4-BE49-F238E27FC236}">
                  <a16:creationId xmlns:a16="http://schemas.microsoft.com/office/drawing/2014/main" id="{475D3F73-F02D-2D20-D80B-685AEBE3F119}"/>
                </a:ext>
              </a:extLst>
            </p:cNvPr>
            <p:cNvSpPr/>
            <p:nvPr/>
          </p:nvSpPr>
          <p:spPr>
            <a:xfrm rot="5400000">
              <a:off x="622300" y="165107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1" name="직사각형 90">
              <a:extLst>
                <a:ext uri="{FF2B5EF4-FFF2-40B4-BE49-F238E27FC236}">
                  <a16:creationId xmlns:a16="http://schemas.microsoft.com/office/drawing/2014/main" id="{565E8DD4-8B32-82BB-D3B9-B72A4C9870CD}"/>
                </a:ext>
              </a:extLst>
            </p:cNvPr>
            <p:cNvSpPr/>
            <p:nvPr/>
          </p:nvSpPr>
          <p:spPr>
            <a:xfrm rot="5400000">
              <a:off x="622300" y="186524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2" name="직사각형 91">
              <a:extLst>
                <a:ext uri="{FF2B5EF4-FFF2-40B4-BE49-F238E27FC236}">
                  <a16:creationId xmlns:a16="http://schemas.microsoft.com/office/drawing/2014/main" id="{BA99B7BB-8C56-8B16-1E18-CB9609ABF1C0}"/>
                </a:ext>
              </a:extLst>
            </p:cNvPr>
            <p:cNvSpPr/>
            <p:nvPr/>
          </p:nvSpPr>
          <p:spPr>
            <a:xfrm rot="5400000">
              <a:off x="622300" y="2060938"/>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3" name="직사각형 92">
              <a:extLst>
                <a:ext uri="{FF2B5EF4-FFF2-40B4-BE49-F238E27FC236}">
                  <a16:creationId xmlns:a16="http://schemas.microsoft.com/office/drawing/2014/main" id="{03896A50-83ED-4D9F-4C98-E87CAFF6EC8E}"/>
                </a:ext>
              </a:extLst>
            </p:cNvPr>
            <p:cNvSpPr/>
            <p:nvPr/>
          </p:nvSpPr>
          <p:spPr>
            <a:xfrm rot="5400000">
              <a:off x="622300" y="2275108"/>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4" name="직사각형 93">
              <a:extLst>
                <a:ext uri="{FF2B5EF4-FFF2-40B4-BE49-F238E27FC236}">
                  <a16:creationId xmlns:a16="http://schemas.microsoft.com/office/drawing/2014/main" id="{418B21D7-C50B-FE3E-4BC6-41CFB2A0607C}"/>
                </a:ext>
              </a:extLst>
            </p:cNvPr>
            <p:cNvSpPr/>
            <p:nvPr/>
          </p:nvSpPr>
          <p:spPr>
            <a:xfrm rot="5400000">
              <a:off x="622300" y="2473109"/>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5" name="직사각형 94">
              <a:extLst>
                <a:ext uri="{FF2B5EF4-FFF2-40B4-BE49-F238E27FC236}">
                  <a16:creationId xmlns:a16="http://schemas.microsoft.com/office/drawing/2014/main" id="{ADF9DCC7-B449-BA24-EE55-647AC581464D}"/>
                </a:ext>
              </a:extLst>
            </p:cNvPr>
            <p:cNvSpPr/>
            <p:nvPr/>
          </p:nvSpPr>
          <p:spPr>
            <a:xfrm rot="5400000">
              <a:off x="622300" y="2687279"/>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6" name="직사각형 95">
              <a:extLst>
                <a:ext uri="{FF2B5EF4-FFF2-40B4-BE49-F238E27FC236}">
                  <a16:creationId xmlns:a16="http://schemas.microsoft.com/office/drawing/2014/main" id="{399988AB-C836-A91F-CA1E-F6681560174D}"/>
                </a:ext>
              </a:extLst>
            </p:cNvPr>
            <p:cNvSpPr/>
            <p:nvPr/>
          </p:nvSpPr>
          <p:spPr>
            <a:xfrm rot="5400000">
              <a:off x="622300" y="289196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7" name="직사각형 96">
              <a:extLst>
                <a:ext uri="{FF2B5EF4-FFF2-40B4-BE49-F238E27FC236}">
                  <a16:creationId xmlns:a16="http://schemas.microsoft.com/office/drawing/2014/main" id="{6A76CCDA-5B41-5AE2-EE42-78B3DABB984C}"/>
                </a:ext>
              </a:extLst>
            </p:cNvPr>
            <p:cNvSpPr/>
            <p:nvPr/>
          </p:nvSpPr>
          <p:spPr>
            <a:xfrm rot="5400000">
              <a:off x="622300" y="310613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8" name="직사각형 97">
              <a:extLst>
                <a:ext uri="{FF2B5EF4-FFF2-40B4-BE49-F238E27FC236}">
                  <a16:creationId xmlns:a16="http://schemas.microsoft.com/office/drawing/2014/main" id="{F08888D0-6255-0014-6F08-C20142DD30A6}"/>
                </a:ext>
              </a:extLst>
            </p:cNvPr>
            <p:cNvSpPr/>
            <p:nvPr/>
          </p:nvSpPr>
          <p:spPr>
            <a:xfrm rot="5400000">
              <a:off x="622300" y="330413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99" name="사각형: 잘린 한쪽 모서리 98">
              <a:extLst>
                <a:ext uri="{FF2B5EF4-FFF2-40B4-BE49-F238E27FC236}">
                  <a16:creationId xmlns:a16="http://schemas.microsoft.com/office/drawing/2014/main" id="{D569556D-E296-B256-A261-1C9EDA877DA8}"/>
                </a:ext>
              </a:extLst>
            </p:cNvPr>
            <p:cNvSpPr/>
            <p:nvPr/>
          </p:nvSpPr>
          <p:spPr>
            <a:xfrm rot="10800000" flipH="1">
              <a:off x="573314" y="3571093"/>
              <a:ext cx="200736" cy="98232"/>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100" name="사각형: 잘린 한쪽 모서리 99">
              <a:extLst>
                <a:ext uri="{FF2B5EF4-FFF2-40B4-BE49-F238E27FC236}">
                  <a16:creationId xmlns:a16="http://schemas.microsoft.com/office/drawing/2014/main" id="{4E47CEBF-FBDE-3AE1-DD27-8D32BB16CF82}"/>
                </a:ext>
              </a:extLst>
            </p:cNvPr>
            <p:cNvSpPr/>
            <p:nvPr/>
          </p:nvSpPr>
          <p:spPr>
            <a:xfrm rot="10800000" flipH="1" flipV="1">
              <a:off x="566964" y="1301524"/>
              <a:ext cx="200736" cy="98232"/>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grpSp>
      <p:grpSp>
        <p:nvGrpSpPr>
          <p:cNvPr id="40" name="그룹 39">
            <a:extLst>
              <a:ext uri="{FF2B5EF4-FFF2-40B4-BE49-F238E27FC236}">
                <a16:creationId xmlns:a16="http://schemas.microsoft.com/office/drawing/2014/main" id="{E42AF6FB-01B3-AAEF-DA7C-C5353F886D8A}"/>
              </a:ext>
            </a:extLst>
          </p:cNvPr>
          <p:cNvGrpSpPr/>
          <p:nvPr/>
        </p:nvGrpSpPr>
        <p:grpSpPr>
          <a:xfrm rot="10800000" flipV="1">
            <a:off x="4268444" y="2045368"/>
            <a:ext cx="167288" cy="1868936"/>
            <a:chOff x="566964" y="1301524"/>
            <a:chExt cx="207086" cy="2367801"/>
          </a:xfrm>
        </p:grpSpPr>
        <p:sp>
          <p:nvSpPr>
            <p:cNvPr id="76" name="직사각형 75">
              <a:extLst>
                <a:ext uri="{FF2B5EF4-FFF2-40B4-BE49-F238E27FC236}">
                  <a16:creationId xmlns:a16="http://schemas.microsoft.com/office/drawing/2014/main" id="{B1887AEF-30C5-D624-90A7-DB5ED9888A5C}"/>
                </a:ext>
              </a:extLst>
            </p:cNvPr>
            <p:cNvSpPr/>
            <p:nvPr/>
          </p:nvSpPr>
          <p:spPr>
            <a:xfrm rot="5400000">
              <a:off x="622300" y="145307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77" name="직사각형 76">
              <a:extLst>
                <a:ext uri="{FF2B5EF4-FFF2-40B4-BE49-F238E27FC236}">
                  <a16:creationId xmlns:a16="http://schemas.microsoft.com/office/drawing/2014/main" id="{DE87B9F5-CA0E-08A1-1B61-2FA04D3B4FBD}"/>
                </a:ext>
              </a:extLst>
            </p:cNvPr>
            <p:cNvSpPr/>
            <p:nvPr/>
          </p:nvSpPr>
          <p:spPr>
            <a:xfrm rot="5400000">
              <a:off x="622300" y="165107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78" name="직사각형 77">
              <a:extLst>
                <a:ext uri="{FF2B5EF4-FFF2-40B4-BE49-F238E27FC236}">
                  <a16:creationId xmlns:a16="http://schemas.microsoft.com/office/drawing/2014/main" id="{07341052-8907-4BB9-F238-D497D5A96247}"/>
                </a:ext>
              </a:extLst>
            </p:cNvPr>
            <p:cNvSpPr/>
            <p:nvPr/>
          </p:nvSpPr>
          <p:spPr>
            <a:xfrm rot="5400000">
              <a:off x="622300" y="186524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79" name="직사각형 78">
              <a:extLst>
                <a:ext uri="{FF2B5EF4-FFF2-40B4-BE49-F238E27FC236}">
                  <a16:creationId xmlns:a16="http://schemas.microsoft.com/office/drawing/2014/main" id="{53E6622C-3769-D992-96C0-E9DA923A1B82}"/>
                </a:ext>
              </a:extLst>
            </p:cNvPr>
            <p:cNvSpPr/>
            <p:nvPr/>
          </p:nvSpPr>
          <p:spPr>
            <a:xfrm rot="5400000">
              <a:off x="622300" y="2060938"/>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80" name="직사각형 79">
              <a:extLst>
                <a:ext uri="{FF2B5EF4-FFF2-40B4-BE49-F238E27FC236}">
                  <a16:creationId xmlns:a16="http://schemas.microsoft.com/office/drawing/2014/main" id="{7A1AF94E-537D-4876-DA6B-FB80DDA9E1D7}"/>
                </a:ext>
              </a:extLst>
            </p:cNvPr>
            <p:cNvSpPr/>
            <p:nvPr/>
          </p:nvSpPr>
          <p:spPr>
            <a:xfrm rot="5400000">
              <a:off x="622300" y="2275108"/>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81" name="직사각형 80">
              <a:extLst>
                <a:ext uri="{FF2B5EF4-FFF2-40B4-BE49-F238E27FC236}">
                  <a16:creationId xmlns:a16="http://schemas.microsoft.com/office/drawing/2014/main" id="{C4E308B3-6F83-C8DA-57B2-E2DA31E35920}"/>
                </a:ext>
              </a:extLst>
            </p:cNvPr>
            <p:cNvSpPr/>
            <p:nvPr/>
          </p:nvSpPr>
          <p:spPr>
            <a:xfrm rot="5400000">
              <a:off x="622300" y="2473109"/>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82" name="직사각형 81">
              <a:extLst>
                <a:ext uri="{FF2B5EF4-FFF2-40B4-BE49-F238E27FC236}">
                  <a16:creationId xmlns:a16="http://schemas.microsoft.com/office/drawing/2014/main" id="{A0543461-70FC-7435-236E-F4CA8FD65D26}"/>
                </a:ext>
              </a:extLst>
            </p:cNvPr>
            <p:cNvSpPr/>
            <p:nvPr/>
          </p:nvSpPr>
          <p:spPr>
            <a:xfrm rot="5400000">
              <a:off x="622300" y="2687279"/>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83" name="직사각형 82">
              <a:extLst>
                <a:ext uri="{FF2B5EF4-FFF2-40B4-BE49-F238E27FC236}">
                  <a16:creationId xmlns:a16="http://schemas.microsoft.com/office/drawing/2014/main" id="{0DFAFA43-3734-8A8C-B2DC-60CE3116D744}"/>
                </a:ext>
              </a:extLst>
            </p:cNvPr>
            <p:cNvSpPr/>
            <p:nvPr/>
          </p:nvSpPr>
          <p:spPr>
            <a:xfrm rot="5400000">
              <a:off x="622300" y="289196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85" name="직사각형 84">
              <a:extLst>
                <a:ext uri="{FF2B5EF4-FFF2-40B4-BE49-F238E27FC236}">
                  <a16:creationId xmlns:a16="http://schemas.microsoft.com/office/drawing/2014/main" id="{CB338A99-9504-F0A1-3445-E9B31573AC88}"/>
                </a:ext>
              </a:extLst>
            </p:cNvPr>
            <p:cNvSpPr/>
            <p:nvPr/>
          </p:nvSpPr>
          <p:spPr>
            <a:xfrm rot="5400000">
              <a:off x="622300" y="3106132"/>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86" name="직사각형 85">
              <a:extLst>
                <a:ext uri="{FF2B5EF4-FFF2-40B4-BE49-F238E27FC236}">
                  <a16:creationId xmlns:a16="http://schemas.microsoft.com/office/drawing/2014/main" id="{4BA2D384-888F-CBB0-E2BD-F007BB033C20}"/>
                </a:ext>
              </a:extLst>
            </p:cNvPr>
            <p:cNvSpPr/>
            <p:nvPr/>
          </p:nvSpPr>
          <p:spPr>
            <a:xfrm rot="5400000">
              <a:off x="622300" y="3304133"/>
              <a:ext cx="98232" cy="2052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87" name="사각형: 잘린 한쪽 모서리 86">
              <a:extLst>
                <a:ext uri="{FF2B5EF4-FFF2-40B4-BE49-F238E27FC236}">
                  <a16:creationId xmlns:a16="http://schemas.microsoft.com/office/drawing/2014/main" id="{B62B6505-15C7-32C1-E82D-4127FCCAACA7}"/>
                </a:ext>
              </a:extLst>
            </p:cNvPr>
            <p:cNvSpPr/>
            <p:nvPr/>
          </p:nvSpPr>
          <p:spPr>
            <a:xfrm rot="10800000" flipH="1">
              <a:off x="573314" y="3571093"/>
              <a:ext cx="200736" cy="98232"/>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sp>
          <p:nvSpPr>
            <p:cNvPr id="88" name="사각형: 잘린 한쪽 모서리 87">
              <a:extLst>
                <a:ext uri="{FF2B5EF4-FFF2-40B4-BE49-F238E27FC236}">
                  <a16:creationId xmlns:a16="http://schemas.microsoft.com/office/drawing/2014/main" id="{8705A095-AF83-B6F9-0809-F1E23D56E758}"/>
                </a:ext>
              </a:extLst>
            </p:cNvPr>
            <p:cNvSpPr/>
            <p:nvPr/>
          </p:nvSpPr>
          <p:spPr>
            <a:xfrm rot="10800000" flipH="1" flipV="1">
              <a:off x="566964" y="1301524"/>
              <a:ext cx="200736" cy="98232"/>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8253" latinLnBrk="1">
                <a:defRPr/>
              </a:pPr>
              <a:endParaRPr lang="ko-KR" altLang="en-US" sz="863" dirty="0">
                <a:solidFill>
                  <a:prstClr val="white"/>
                </a:solidFill>
                <a:latin typeface="맑은 고딕" panose="020F0502020204030204"/>
                <a:ea typeface="맑은 고딕" panose="020B0503020000020004" pitchFamily="50" charset="-127"/>
              </a:endParaRPr>
            </a:p>
          </p:txBody>
        </p:sp>
      </p:grpSp>
      <p:cxnSp>
        <p:nvCxnSpPr>
          <p:cNvPr id="41" name="직선 화살표 연결선 40">
            <a:extLst>
              <a:ext uri="{FF2B5EF4-FFF2-40B4-BE49-F238E27FC236}">
                <a16:creationId xmlns:a16="http://schemas.microsoft.com/office/drawing/2014/main" id="{D181E465-F926-92F6-5247-BCC38D07428B}"/>
              </a:ext>
            </a:extLst>
          </p:cNvPr>
          <p:cNvCxnSpPr>
            <a:cxnSpLocks/>
          </p:cNvCxnSpPr>
          <p:nvPr/>
        </p:nvCxnSpPr>
        <p:spPr>
          <a:xfrm rot="5400000" flipH="1" flipV="1">
            <a:off x="3632852" y="2964993"/>
            <a:ext cx="2426880" cy="814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AFF337E3-D9D5-DCB4-2552-4276CEBE8302}"/>
              </a:ext>
            </a:extLst>
          </p:cNvPr>
          <p:cNvCxnSpPr>
            <a:cxnSpLocks/>
          </p:cNvCxnSpPr>
          <p:nvPr/>
        </p:nvCxnSpPr>
        <p:spPr>
          <a:xfrm rot="5400000">
            <a:off x="4615694" y="1341198"/>
            <a:ext cx="0" cy="8288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0B0D15EB-64F2-DEB2-5974-D3650B1051DC}"/>
              </a:ext>
            </a:extLst>
          </p:cNvPr>
          <p:cNvCxnSpPr>
            <a:cxnSpLocks/>
          </p:cNvCxnSpPr>
          <p:nvPr/>
        </p:nvCxnSpPr>
        <p:spPr>
          <a:xfrm rot="5400000">
            <a:off x="4591615" y="3799420"/>
            <a:ext cx="0" cy="778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직선 화살표 연결선 43">
            <a:extLst>
              <a:ext uri="{FF2B5EF4-FFF2-40B4-BE49-F238E27FC236}">
                <a16:creationId xmlns:a16="http://schemas.microsoft.com/office/drawing/2014/main" id="{8D88898A-2BAD-F418-BD55-79D37B7E59BC}"/>
              </a:ext>
            </a:extLst>
          </p:cNvPr>
          <p:cNvCxnSpPr>
            <a:cxnSpLocks/>
          </p:cNvCxnSpPr>
          <p:nvPr/>
        </p:nvCxnSpPr>
        <p:spPr>
          <a:xfrm rot="5400000" flipH="1" flipV="1">
            <a:off x="3191208" y="3392551"/>
            <a:ext cx="3140" cy="247565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FBFF9237-A275-3747-730E-2FC190714676}"/>
              </a:ext>
            </a:extLst>
          </p:cNvPr>
          <p:cNvCxnSpPr>
            <a:cxnSpLocks/>
          </p:cNvCxnSpPr>
          <p:nvPr/>
        </p:nvCxnSpPr>
        <p:spPr>
          <a:xfrm rot="5400000" flipH="1">
            <a:off x="4000811" y="4425739"/>
            <a:ext cx="8727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6E8B841F-351B-8B34-6A11-D652B9C6E035}"/>
              </a:ext>
            </a:extLst>
          </p:cNvPr>
          <p:cNvCxnSpPr>
            <a:cxnSpLocks/>
          </p:cNvCxnSpPr>
          <p:nvPr/>
        </p:nvCxnSpPr>
        <p:spPr>
          <a:xfrm rot="5400000" flipH="1">
            <a:off x="1468592" y="4362914"/>
            <a:ext cx="988809" cy="9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3F2820D0-3354-B121-5C9C-0D2C5FA5BE90}"/>
              </a:ext>
            </a:extLst>
          </p:cNvPr>
          <p:cNvCxnSpPr>
            <a:cxnSpLocks/>
          </p:cNvCxnSpPr>
          <p:nvPr/>
        </p:nvCxnSpPr>
        <p:spPr>
          <a:xfrm rot="10800000">
            <a:off x="4142227" y="4186383"/>
            <a:ext cx="0" cy="2250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8DECFD3E-2642-DC02-12AB-04AD70F11104}"/>
              </a:ext>
            </a:extLst>
          </p:cNvPr>
          <p:cNvCxnSpPr>
            <a:cxnSpLocks/>
          </p:cNvCxnSpPr>
          <p:nvPr/>
        </p:nvCxnSpPr>
        <p:spPr>
          <a:xfrm rot="10800000">
            <a:off x="4063598" y="4186482"/>
            <a:ext cx="0" cy="2250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CC3CD49D-D382-EC36-715C-B3E1B1AE572C}"/>
              </a:ext>
            </a:extLst>
          </p:cNvPr>
          <p:cNvCxnSpPr>
            <a:cxnSpLocks/>
            <a:endCxn id="111" idx="0"/>
          </p:cNvCxnSpPr>
          <p:nvPr/>
        </p:nvCxnSpPr>
        <p:spPr>
          <a:xfrm rot="5400000" flipH="1">
            <a:off x="1786188" y="4204792"/>
            <a:ext cx="6721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D46EA457-8139-6CC2-6FE9-2DAFAFB2AFA6}"/>
              </a:ext>
            </a:extLst>
          </p:cNvPr>
          <p:cNvSpPr txBox="1"/>
          <p:nvPr/>
        </p:nvSpPr>
        <p:spPr>
          <a:xfrm>
            <a:off x="4805080" y="2888616"/>
            <a:ext cx="141371" cy="153986"/>
          </a:xfrm>
          <a:prstGeom prst="rect">
            <a:avLst/>
          </a:prstGeom>
          <a:solidFill>
            <a:schemeClr val="bg1"/>
          </a:solidFill>
        </p:spPr>
        <p:txBody>
          <a:bodyPr wrap="square" lIns="0" tIns="0" rIns="0" bIns="0" rtlCol="0" anchor="ctr" anchorCtr="0">
            <a:spAutoFit/>
          </a:bodyPr>
          <a:lstStyle/>
          <a:p>
            <a:pPr defTabSz="438253" latinLnBrk="1">
              <a:defRPr/>
            </a:pPr>
            <a:r>
              <a:rPr lang="en-US" altLang="ko-KR" sz="1000" dirty="0">
                <a:solidFill>
                  <a:prstClr val="black"/>
                </a:solidFill>
                <a:latin typeface="맑은 고딕" panose="020F0502020204030204"/>
                <a:ea typeface="맑은 고딕" panose="020B0503020000020004" pitchFamily="50" charset="-127"/>
              </a:rPr>
              <a:t>D</a:t>
            </a:r>
            <a:endParaRPr lang="ko-KR" altLang="en-US" sz="1000" dirty="0">
              <a:solidFill>
                <a:prstClr val="black"/>
              </a:solidFill>
              <a:latin typeface="맑은 고딕" panose="020F0502020204030204"/>
              <a:ea typeface="맑은 고딕" panose="020B0503020000020004" pitchFamily="50" charset="-127"/>
            </a:endParaRPr>
          </a:p>
        </p:txBody>
      </p:sp>
      <p:sp>
        <p:nvSpPr>
          <p:cNvPr id="51" name="TextBox 50">
            <a:extLst>
              <a:ext uri="{FF2B5EF4-FFF2-40B4-BE49-F238E27FC236}">
                <a16:creationId xmlns:a16="http://schemas.microsoft.com/office/drawing/2014/main" id="{7D3B7C60-3C24-E42F-D165-EBACC668C636}"/>
              </a:ext>
            </a:extLst>
          </p:cNvPr>
          <p:cNvSpPr txBox="1"/>
          <p:nvPr/>
        </p:nvSpPr>
        <p:spPr>
          <a:xfrm>
            <a:off x="4063233" y="4394857"/>
            <a:ext cx="108638" cy="190240"/>
          </a:xfrm>
          <a:prstGeom prst="rect">
            <a:avLst/>
          </a:prstGeom>
          <a:noFill/>
        </p:spPr>
        <p:txBody>
          <a:bodyPr wrap="square" lIns="0" tIns="0" rIns="0" bIns="36000" rtlCol="0" anchor="ctr" anchorCtr="0">
            <a:spAutoFit/>
          </a:bodyPr>
          <a:lstStyle/>
          <a:p>
            <a:pPr defTabSz="438253" latinLnBrk="1">
              <a:defRPr/>
            </a:pPr>
            <a:r>
              <a:rPr lang="en-US" altLang="ko-KR" sz="1000" dirty="0">
                <a:solidFill>
                  <a:prstClr val="black"/>
                </a:solidFill>
                <a:latin typeface="맑은 고딕" panose="020F0502020204030204"/>
                <a:ea typeface="맑은 고딕" panose="020B0503020000020004" pitchFamily="50" charset="-127"/>
              </a:rPr>
              <a:t>B</a:t>
            </a:r>
            <a:endParaRPr lang="ko-KR" altLang="en-US" sz="1000" dirty="0">
              <a:solidFill>
                <a:prstClr val="black"/>
              </a:solidFill>
              <a:latin typeface="맑은 고딕" panose="020F0502020204030204"/>
              <a:ea typeface="맑은 고딕" panose="020B0503020000020004" pitchFamily="50" charset="-127"/>
            </a:endParaRPr>
          </a:p>
        </p:txBody>
      </p:sp>
      <p:cxnSp>
        <p:nvCxnSpPr>
          <p:cNvPr id="52" name="직선 화살표 연결선 51">
            <a:extLst>
              <a:ext uri="{FF2B5EF4-FFF2-40B4-BE49-F238E27FC236}">
                <a16:creationId xmlns:a16="http://schemas.microsoft.com/office/drawing/2014/main" id="{6C76D0AB-6A46-B1BD-377C-6AFE1D2FA17F}"/>
              </a:ext>
            </a:extLst>
          </p:cNvPr>
          <p:cNvCxnSpPr>
            <a:cxnSpLocks/>
          </p:cNvCxnSpPr>
          <p:nvPr/>
        </p:nvCxnSpPr>
        <p:spPr>
          <a:xfrm rot="10800000">
            <a:off x="2334943" y="2643012"/>
            <a:ext cx="130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5E6C1116-7E69-EEB3-8F79-F368E1CDFDAA}"/>
              </a:ext>
            </a:extLst>
          </p:cNvPr>
          <p:cNvCxnSpPr>
            <a:cxnSpLocks/>
          </p:cNvCxnSpPr>
          <p:nvPr/>
        </p:nvCxnSpPr>
        <p:spPr>
          <a:xfrm>
            <a:off x="1996900" y="2641902"/>
            <a:ext cx="130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13E0C50-5A65-B4AA-8B5E-C1C1A53A2B5E}"/>
              </a:ext>
            </a:extLst>
          </p:cNvPr>
          <p:cNvSpPr txBox="1"/>
          <p:nvPr/>
        </p:nvSpPr>
        <p:spPr>
          <a:xfrm>
            <a:off x="2183593" y="2567621"/>
            <a:ext cx="70064" cy="153888"/>
          </a:xfrm>
          <a:prstGeom prst="rect">
            <a:avLst/>
          </a:prstGeom>
          <a:noFill/>
        </p:spPr>
        <p:txBody>
          <a:bodyPr wrap="square" lIns="0" tIns="0" rIns="0" bIns="0" rtlCol="0" anchor="ctr" anchorCtr="0">
            <a:spAutoFit/>
          </a:bodyPr>
          <a:lstStyle/>
          <a:p>
            <a:pPr defTabSz="438253" latinLnBrk="1">
              <a:defRPr/>
            </a:pPr>
            <a:r>
              <a:rPr lang="en-US" altLang="ko-KR" sz="1000" dirty="0">
                <a:solidFill>
                  <a:prstClr val="black"/>
                </a:solidFill>
                <a:latin typeface="맑은 고딕" panose="020F0502020204030204"/>
                <a:ea typeface="맑은 고딕" panose="020B0503020000020004" pitchFamily="50" charset="-127"/>
              </a:rPr>
              <a:t>K</a:t>
            </a:r>
            <a:endParaRPr lang="ko-KR" altLang="en-US" sz="1000" dirty="0">
              <a:solidFill>
                <a:prstClr val="black"/>
              </a:solidFill>
              <a:latin typeface="맑은 고딕" panose="020F0502020204030204"/>
              <a:ea typeface="맑은 고딕" panose="020B0503020000020004" pitchFamily="50" charset="-127"/>
            </a:endParaRPr>
          </a:p>
        </p:txBody>
      </p:sp>
      <p:sp>
        <p:nvSpPr>
          <p:cNvPr id="55" name="TextBox 54">
            <a:extLst>
              <a:ext uri="{FF2B5EF4-FFF2-40B4-BE49-F238E27FC236}">
                <a16:creationId xmlns:a16="http://schemas.microsoft.com/office/drawing/2014/main" id="{D3700254-FFCC-049E-A1A0-BF7AA6E7827E}"/>
              </a:ext>
            </a:extLst>
          </p:cNvPr>
          <p:cNvSpPr txBox="1"/>
          <p:nvPr/>
        </p:nvSpPr>
        <p:spPr>
          <a:xfrm>
            <a:off x="2012536" y="4218768"/>
            <a:ext cx="50856" cy="153888"/>
          </a:xfrm>
          <a:prstGeom prst="rect">
            <a:avLst/>
          </a:prstGeom>
          <a:solidFill>
            <a:schemeClr val="bg1"/>
          </a:solidFill>
        </p:spPr>
        <p:txBody>
          <a:bodyPr wrap="square" lIns="0" tIns="0" rIns="0" bIns="0" rtlCol="0">
            <a:spAutoFit/>
          </a:bodyPr>
          <a:lstStyle/>
          <a:p>
            <a:pPr defTabSz="438253" latinLnBrk="1">
              <a:defRPr/>
            </a:pPr>
            <a:r>
              <a:rPr lang="en-US" altLang="ko-KR" sz="1000" dirty="0">
                <a:solidFill>
                  <a:prstClr val="black"/>
                </a:solidFill>
                <a:latin typeface="맑은 고딕" panose="020F0502020204030204"/>
                <a:ea typeface="맑은 고딕" panose="020B0503020000020004" pitchFamily="50" charset="-127"/>
              </a:rPr>
              <a:t>L</a:t>
            </a:r>
            <a:endParaRPr lang="ko-KR" altLang="en-US" sz="1000" dirty="0">
              <a:solidFill>
                <a:prstClr val="black"/>
              </a:solidFill>
              <a:latin typeface="맑은 고딕" panose="020F0502020204030204"/>
              <a:ea typeface="맑은 고딕" panose="020B0503020000020004" pitchFamily="50" charset="-127"/>
            </a:endParaRPr>
          </a:p>
        </p:txBody>
      </p:sp>
      <p:sp>
        <p:nvSpPr>
          <p:cNvPr id="57" name="TextBox 56">
            <a:extLst>
              <a:ext uri="{FF2B5EF4-FFF2-40B4-BE49-F238E27FC236}">
                <a16:creationId xmlns:a16="http://schemas.microsoft.com/office/drawing/2014/main" id="{AD34F944-C966-4A34-DA68-6B8D39678EA8}"/>
              </a:ext>
            </a:extLst>
          </p:cNvPr>
          <p:cNvSpPr txBox="1"/>
          <p:nvPr/>
        </p:nvSpPr>
        <p:spPr>
          <a:xfrm>
            <a:off x="1146826" y="1723735"/>
            <a:ext cx="968179" cy="215444"/>
          </a:xfrm>
          <a:prstGeom prst="rect">
            <a:avLst/>
          </a:prstGeom>
          <a:noFill/>
        </p:spPr>
        <p:txBody>
          <a:bodyPr wrap="square" rtlCol="0">
            <a:spAutoFit/>
          </a:bodyPr>
          <a:lstStyle/>
          <a:p>
            <a:pPr defTabSz="438253" latinLnBrk="1">
              <a:defRPr/>
            </a:pPr>
            <a:r>
              <a:rPr lang="en-US" altLang="ko-KR" sz="800" dirty="0">
                <a:solidFill>
                  <a:prstClr val="black"/>
                </a:solidFill>
                <a:latin typeface="맑은 고딕" panose="020F0502020204030204"/>
                <a:ea typeface="맑은 고딕" panose="020B0503020000020004" pitchFamily="50" charset="-127"/>
              </a:rPr>
              <a:t>PIN #1 0.400x45’’</a:t>
            </a:r>
            <a:endParaRPr lang="ko-KR" altLang="en-US" sz="800" dirty="0">
              <a:solidFill>
                <a:prstClr val="black"/>
              </a:solidFill>
              <a:latin typeface="맑은 고딕" panose="020F0502020204030204"/>
              <a:ea typeface="맑은 고딕" panose="020B0503020000020004" pitchFamily="50" charset="-127"/>
            </a:endParaRPr>
          </a:p>
        </p:txBody>
      </p:sp>
      <p:sp>
        <p:nvSpPr>
          <p:cNvPr id="58" name="TextBox 57">
            <a:extLst>
              <a:ext uri="{FF2B5EF4-FFF2-40B4-BE49-F238E27FC236}">
                <a16:creationId xmlns:a16="http://schemas.microsoft.com/office/drawing/2014/main" id="{7D45F040-B325-E1CF-E006-7B3A1A976942}"/>
              </a:ext>
            </a:extLst>
          </p:cNvPr>
          <p:cNvSpPr txBox="1"/>
          <p:nvPr/>
        </p:nvSpPr>
        <p:spPr>
          <a:xfrm>
            <a:off x="3191204" y="4541312"/>
            <a:ext cx="98698" cy="153888"/>
          </a:xfrm>
          <a:prstGeom prst="rect">
            <a:avLst/>
          </a:prstGeom>
          <a:solidFill>
            <a:schemeClr val="bg1"/>
          </a:solidFill>
        </p:spPr>
        <p:txBody>
          <a:bodyPr wrap="square" lIns="0" tIns="0" rIns="0" bIns="0" rtlCol="0" anchor="ctr" anchorCtr="0">
            <a:spAutoFit/>
          </a:bodyPr>
          <a:lstStyle/>
          <a:p>
            <a:pPr defTabSz="438253" latinLnBrk="1">
              <a:defRPr/>
            </a:pPr>
            <a:r>
              <a:rPr lang="en-US" altLang="ko-KR" sz="1000" dirty="0">
                <a:solidFill>
                  <a:prstClr val="black"/>
                </a:solidFill>
                <a:latin typeface="맑은 고딕" panose="020F0502020204030204"/>
                <a:ea typeface="맑은 고딕" panose="020B0503020000020004" pitchFamily="50" charset="-127"/>
              </a:rPr>
              <a:t>E</a:t>
            </a:r>
            <a:endParaRPr lang="ko-KR" altLang="en-US" sz="1000" dirty="0">
              <a:solidFill>
                <a:prstClr val="black"/>
              </a:solidFill>
              <a:latin typeface="맑은 고딕" panose="020F0502020204030204"/>
              <a:ea typeface="맑은 고딕" panose="020B0503020000020004" pitchFamily="50" charset="-127"/>
            </a:endParaRPr>
          </a:p>
        </p:txBody>
      </p:sp>
      <p:cxnSp>
        <p:nvCxnSpPr>
          <p:cNvPr id="59" name="직선 연결선 58">
            <a:extLst>
              <a:ext uri="{FF2B5EF4-FFF2-40B4-BE49-F238E27FC236}">
                <a16:creationId xmlns:a16="http://schemas.microsoft.com/office/drawing/2014/main" id="{0AE70FFA-3134-46D7-D22C-67B285E3355A}"/>
              </a:ext>
            </a:extLst>
          </p:cNvPr>
          <p:cNvCxnSpPr>
            <a:cxnSpLocks/>
          </p:cNvCxnSpPr>
          <p:nvPr/>
        </p:nvCxnSpPr>
        <p:spPr>
          <a:xfrm rot="5400000" flipH="1">
            <a:off x="2806145" y="2978384"/>
            <a:ext cx="78029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F3843705-E6B9-C797-14D5-84D4B028E737}"/>
              </a:ext>
            </a:extLst>
          </p:cNvPr>
          <p:cNvCxnSpPr>
            <a:cxnSpLocks/>
          </p:cNvCxnSpPr>
          <p:nvPr/>
        </p:nvCxnSpPr>
        <p:spPr>
          <a:xfrm rot="10800000" flipH="1">
            <a:off x="2808485" y="2974352"/>
            <a:ext cx="7756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5822C6DB-7057-317D-85CD-CD911DE0BB05}"/>
              </a:ext>
            </a:extLst>
          </p:cNvPr>
          <p:cNvCxnSpPr>
            <a:cxnSpLocks/>
          </p:cNvCxnSpPr>
          <p:nvPr/>
        </p:nvCxnSpPr>
        <p:spPr>
          <a:xfrm rot="5400000" flipH="1">
            <a:off x="3047311" y="2967674"/>
            <a:ext cx="167953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FD5BCD7-4454-7C8C-5894-642562C45FA8}"/>
              </a:ext>
            </a:extLst>
          </p:cNvPr>
          <p:cNvSpPr txBox="1"/>
          <p:nvPr/>
        </p:nvSpPr>
        <p:spPr>
          <a:xfrm>
            <a:off x="3807839" y="2888746"/>
            <a:ext cx="178827" cy="153888"/>
          </a:xfrm>
          <a:prstGeom prst="rect">
            <a:avLst/>
          </a:prstGeom>
          <a:solidFill>
            <a:schemeClr val="bg1"/>
          </a:solidFill>
        </p:spPr>
        <p:txBody>
          <a:bodyPr wrap="square" lIns="0" tIns="0" rIns="0" bIns="0" rtlCol="0" anchor="ctr" anchorCtr="0">
            <a:spAutoFit/>
          </a:bodyPr>
          <a:lstStyle/>
          <a:p>
            <a:pPr defTabSz="438253" latinLnBrk="1">
              <a:defRPr/>
            </a:pPr>
            <a:r>
              <a:rPr lang="en-US" altLang="ko-KR" sz="1000" dirty="0">
                <a:solidFill>
                  <a:prstClr val="black"/>
                </a:solidFill>
                <a:latin typeface="맑은 고딕" panose="020F0502020204030204"/>
                <a:ea typeface="맑은 고딕" panose="020B0503020000020004" pitchFamily="50" charset="-127"/>
              </a:rPr>
              <a:t>D1</a:t>
            </a:r>
            <a:endParaRPr lang="ko-KR" altLang="en-US" sz="1000" dirty="0">
              <a:solidFill>
                <a:prstClr val="black"/>
              </a:solidFill>
              <a:latin typeface="맑은 고딕" panose="020F0502020204030204"/>
              <a:ea typeface="맑은 고딕" panose="020B0503020000020004" pitchFamily="50" charset="-127"/>
            </a:endParaRPr>
          </a:p>
        </p:txBody>
      </p:sp>
      <p:cxnSp>
        <p:nvCxnSpPr>
          <p:cNvPr id="63" name="직선 화살표 연결선 62">
            <a:extLst>
              <a:ext uri="{FF2B5EF4-FFF2-40B4-BE49-F238E27FC236}">
                <a16:creationId xmlns:a16="http://schemas.microsoft.com/office/drawing/2014/main" id="{0AEBF62D-E77D-975F-6A65-196E4110708F}"/>
              </a:ext>
            </a:extLst>
          </p:cNvPr>
          <p:cNvCxnSpPr>
            <a:cxnSpLocks/>
          </p:cNvCxnSpPr>
          <p:nvPr/>
        </p:nvCxnSpPr>
        <p:spPr>
          <a:xfrm rot="5400000" flipH="1" flipV="1">
            <a:off x="3171528" y="2735457"/>
            <a:ext cx="8793" cy="167583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C0B462B2-74B6-B7D8-2A74-43511F948EAA}"/>
              </a:ext>
            </a:extLst>
          </p:cNvPr>
          <p:cNvSpPr txBox="1"/>
          <p:nvPr/>
        </p:nvSpPr>
        <p:spPr>
          <a:xfrm>
            <a:off x="3120904" y="3493688"/>
            <a:ext cx="176013" cy="153883"/>
          </a:xfrm>
          <a:prstGeom prst="rect">
            <a:avLst/>
          </a:prstGeom>
          <a:solidFill>
            <a:schemeClr val="bg1"/>
          </a:solidFill>
        </p:spPr>
        <p:txBody>
          <a:bodyPr wrap="square" lIns="0" tIns="0" rIns="0" bIns="0" rtlCol="0" anchor="ctr" anchorCtr="0">
            <a:spAutoFit/>
          </a:bodyPr>
          <a:lstStyle/>
          <a:p>
            <a:pPr defTabSz="438253" latinLnBrk="1">
              <a:defRPr/>
            </a:pPr>
            <a:r>
              <a:rPr lang="en-US" altLang="ko-KR" sz="1000" dirty="0">
                <a:solidFill>
                  <a:prstClr val="black"/>
                </a:solidFill>
                <a:latin typeface="맑은 고딕" panose="020F0502020204030204"/>
                <a:ea typeface="맑은 고딕" panose="020B0503020000020004" pitchFamily="50" charset="-127"/>
              </a:rPr>
              <a:t>E1</a:t>
            </a:r>
            <a:endParaRPr lang="ko-KR" altLang="en-US" sz="1000" dirty="0">
              <a:solidFill>
                <a:prstClr val="black"/>
              </a:solidFill>
              <a:latin typeface="맑은 고딕" panose="020F0502020204030204"/>
              <a:ea typeface="맑은 고딕" panose="020B0503020000020004" pitchFamily="50" charset="-127"/>
            </a:endParaRPr>
          </a:p>
        </p:txBody>
      </p:sp>
      <p:cxnSp>
        <p:nvCxnSpPr>
          <p:cNvPr id="65" name="직선 화살표 연결선 64">
            <a:extLst>
              <a:ext uri="{FF2B5EF4-FFF2-40B4-BE49-F238E27FC236}">
                <a16:creationId xmlns:a16="http://schemas.microsoft.com/office/drawing/2014/main" id="{3AB192C7-5FDB-9992-69F2-86634A4DC040}"/>
              </a:ext>
            </a:extLst>
          </p:cNvPr>
          <p:cNvCxnSpPr>
            <a:cxnSpLocks/>
          </p:cNvCxnSpPr>
          <p:nvPr/>
        </p:nvCxnSpPr>
        <p:spPr>
          <a:xfrm>
            <a:off x="2067162" y="1879863"/>
            <a:ext cx="410540" cy="4120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1541AE70-AB35-2FB8-AA89-93F809A58650}"/>
              </a:ext>
            </a:extLst>
          </p:cNvPr>
          <p:cNvCxnSpPr>
            <a:cxnSpLocks/>
          </p:cNvCxnSpPr>
          <p:nvPr/>
        </p:nvCxnSpPr>
        <p:spPr>
          <a:xfrm rot="10800000">
            <a:off x="4105150" y="1501462"/>
            <a:ext cx="0" cy="3376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331CB8D6-7B0A-2DBF-3E53-2F832894E5F2}"/>
              </a:ext>
            </a:extLst>
          </p:cNvPr>
          <p:cNvCxnSpPr>
            <a:cxnSpLocks/>
          </p:cNvCxnSpPr>
          <p:nvPr/>
        </p:nvCxnSpPr>
        <p:spPr>
          <a:xfrm rot="10800000">
            <a:off x="3935985" y="1507456"/>
            <a:ext cx="0" cy="3376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AA97101-0CF1-8888-9B1A-B12AA8336D9B}"/>
              </a:ext>
            </a:extLst>
          </p:cNvPr>
          <p:cNvSpPr txBox="1"/>
          <p:nvPr/>
        </p:nvSpPr>
        <p:spPr>
          <a:xfrm>
            <a:off x="3973944" y="1548434"/>
            <a:ext cx="59554" cy="153888"/>
          </a:xfrm>
          <a:prstGeom prst="rect">
            <a:avLst/>
          </a:prstGeom>
          <a:solidFill>
            <a:schemeClr val="bg1"/>
          </a:solidFill>
        </p:spPr>
        <p:txBody>
          <a:bodyPr wrap="square" lIns="0" tIns="0" rIns="0" bIns="0" rtlCol="0">
            <a:spAutoFit/>
          </a:bodyPr>
          <a:lstStyle/>
          <a:p>
            <a:pPr defTabSz="438253" latinLnBrk="1">
              <a:defRPr/>
            </a:pPr>
            <a:r>
              <a:rPr lang="en-US" altLang="ko-KR" sz="1000" dirty="0">
                <a:solidFill>
                  <a:prstClr val="black"/>
                </a:solidFill>
                <a:latin typeface="맑은 고딕" panose="020F0502020204030204"/>
                <a:ea typeface="맑은 고딕" panose="020B0503020000020004" pitchFamily="50" charset="-127"/>
              </a:rPr>
              <a:t>e</a:t>
            </a:r>
            <a:endParaRPr lang="ko-KR" altLang="en-US" sz="1000" dirty="0">
              <a:solidFill>
                <a:prstClr val="black"/>
              </a:solidFill>
              <a:latin typeface="맑은 고딕" panose="020F0502020204030204"/>
              <a:ea typeface="맑은 고딕" panose="020B0503020000020004" pitchFamily="50" charset="-127"/>
            </a:endParaRPr>
          </a:p>
        </p:txBody>
      </p:sp>
      <p:cxnSp>
        <p:nvCxnSpPr>
          <p:cNvPr id="69" name="직선 화살표 연결선 68">
            <a:extLst>
              <a:ext uri="{FF2B5EF4-FFF2-40B4-BE49-F238E27FC236}">
                <a16:creationId xmlns:a16="http://schemas.microsoft.com/office/drawing/2014/main" id="{027B2923-E281-D0C6-33C3-0DED5479924E}"/>
              </a:ext>
            </a:extLst>
          </p:cNvPr>
          <p:cNvCxnSpPr>
            <a:cxnSpLocks/>
          </p:cNvCxnSpPr>
          <p:nvPr/>
        </p:nvCxnSpPr>
        <p:spPr>
          <a:xfrm rot="5400000">
            <a:off x="4190030" y="1541833"/>
            <a:ext cx="0" cy="1670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4A2F5014-DFEF-1DD6-A3B2-6B10E6409EFE}"/>
              </a:ext>
            </a:extLst>
          </p:cNvPr>
          <p:cNvCxnSpPr>
            <a:cxnSpLocks/>
          </p:cNvCxnSpPr>
          <p:nvPr/>
        </p:nvCxnSpPr>
        <p:spPr>
          <a:xfrm rot="5400000" flipV="1">
            <a:off x="3838960" y="1541833"/>
            <a:ext cx="0" cy="1670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직선 화살표 연결선 71">
            <a:extLst>
              <a:ext uri="{FF2B5EF4-FFF2-40B4-BE49-F238E27FC236}">
                <a16:creationId xmlns:a16="http://schemas.microsoft.com/office/drawing/2014/main" id="{78FCE660-0527-6387-622B-B2403ECF7720}"/>
              </a:ext>
            </a:extLst>
          </p:cNvPr>
          <p:cNvCxnSpPr>
            <a:cxnSpLocks/>
          </p:cNvCxnSpPr>
          <p:nvPr/>
        </p:nvCxnSpPr>
        <p:spPr>
          <a:xfrm rot="10800000">
            <a:off x="2124318" y="4289001"/>
            <a:ext cx="130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직선 화살표 연결선 72">
            <a:extLst>
              <a:ext uri="{FF2B5EF4-FFF2-40B4-BE49-F238E27FC236}">
                <a16:creationId xmlns:a16="http://schemas.microsoft.com/office/drawing/2014/main" id="{1CCAAD8B-BCB5-9611-4914-CCBEB4BB717A}"/>
              </a:ext>
            </a:extLst>
          </p:cNvPr>
          <p:cNvCxnSpPr>
            <a:cxnSpLocks/>
          </p:cNvCxnSpPr>
          <p:nvPr/>
        </p:nvCxnSpPr>
        <p:spPr>
          <a:xfrm>
            <a:off x="1827875" y="4294802"/>
            <a:ext cx="130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직선 화살표 연결선 73">
            <a:extLst>
              <a:ext uri="{FF2B5EF4-FFF2-40B4-BE49-F238E27FC236}">
                <a16:creationId xmlns:a16="http://schemas.microsoft.com/office/drawing/2014/main" id="{DF58B76D-6B25-30AC-4FF1-BAF782545AEC}"/>
              </a:ext>
            </a:extLst>
          </p:cNvPr>
          <p:cNvCxnSpPr>
            <a:cxnSpLocks/>
          </p:cNvCxnSpPr>
          <p:nvPr/>
        </p:nvCxnSpPr>
        <p:spPr>
          <a:xfrm rot="10800000">
            <a:off x="4147592" y="4323143"/>
            <a:ext cx="130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직선 화살표 연결선 74">
            <a:extLst>
              <a:ext uri="{FF2B5EF4-FFF2-40B4-BE49-F238E27FC236}">
                <a16:creationId xmlns:a16="http://schemas.microsoft.com/office/drawing/2014/main" id="{CBA06A8F-BF48-9D23-4305-A1137BD71622}"/>
              </a:ext>
            </a:extLst>
          </p:cNvPr>
          <p:cNvCxnSpPr>
            <a:cxnSpLocks/>
          </p:cNvCxnSpPr>
          <p:nvPr/>
        </p:nvCxnSpPr>
        <p:spPr>
          <a:xfrm>
            <a:off x="3934004" y="4323776"/>
            <a:ext cx="130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5" name="표 124">
            <a:extLst>
              <a:ext uri="{FF2B5EF4-FFF2-40B4-BE49-F238E27FC236}">
                <a16:creationId xmlns:a16="http://schemas.microsoft.com/office/drawing/2014/main" id="{E3689C04-284C-7CFA-F6B5-52DEDC412AD3}"/>
              </a:ext>
            </a:extLst>
          </p:cNvPr>
          <p:cNvGraphicFramePr>
            <a:graphicFrameLocks noGrp="1"/>
          </p:cNvGraphicFramePr>
          <p:nvPr>
            <p:extLst>
              <p:ext uri="{D42A27DB-BD31-4B8C-83A1-F6EECF244321}">
                <p14:modId xmlns:p14="http://schemas.microsoft.com/office/powerpoint/2010/main" val="3578393342"/>
              </p:ext>
            </p:extLst>
          </p:nvPr>
        </p:nvGraphicFramePr>
        <p:xfrm>
          <a:off x="2148861" y="5202834"/>
          <a:ext cx="2691915" cy="3383183"/>
        </p:xfrm>
        <a:graphic>
          <a:graphicData uri="http://schemas.openxmlformats.org/drawingml/2006/table">
            <a:tbl>
              <a:tblPr/>
              <a:tblGrid>
                <a:gridCol w="797046">
                  <a:extLst>
                    <a:ext uri="{9D8B030D-6E8A-4147-A177-3AD203B41FA5}">
                      <a16:colId xmlns:a16="http://schemas.microsoft.com/office/drawing/2014/main" val="277156858"/>
                    </a:ext>
                  </a:extLst>
                </a:gridCol>
                <a:gridCol w="631623">
                  <a:extLst>
                    <a:ext uri="{9D8B030D-6E8A-4147-A177-3AD203B41FA5}">
                      <a16:colId xmlns:a16="http://schemas.microsoft.com/office/drawing/2014/main" val="1529212435"/>
                    </a:ext>
                  </a:extLst>
                </a:gridCol>
                <a:gridCol w="631623">
                  <a:extLst>
                    <a:ext uri="{9D8B030D-6E8A-4147-A177-3AD203B41FA5}">
                      <a16:colId xmlns:a16="http://schemas.microsoft.com/office/drawing/2014/main" val="3403192241"/>
                    </a:ext>
                  </a:extLst>
                </a:gridCol>
                <a:gridCol w="631623">
                  <a:extLst>
                    <a:ext uri="{9D8B030D-6E8A-4147-A177-3AD203B41FA5}">
                      <a16:colId xmlns:a16="http://schemas.microsoft.com/office/drawing/2014/main" val="2690407686"/>
                    </a:ext>
                  </a:extLst>
                </a:gridCol>
              </a:tblGrid>
              <a:tr h="352775">
                <a:tc rowSpan="2">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Symbol</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Dimensions in mm</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483013432"/>
                  </a:ext>
                </a:extLst>
              </a:tr>
              <a:tr h="252534">
                <a:tc vMerge="1">
                  <a:txBody>
                    <a:bodyPr/>
                    <a:lstStyle/>
                    <a:p>
                      <a:pPr latinLnBrk="1"/>
                      <a:endParaRPr lang="ko-KR" altLang="en-US"/>
                    </a:p>
                  </a:txBody>
                  <a:tcPr/>
                </a:tc>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Min</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Nom</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Max</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9100475"/>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A</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0.7</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0.75</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0.8</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7028096"/>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A1</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0.00</a:t>
                      </a: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0.02</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0.05</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5928533"/>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A2</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0.203 REF</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774923541"/>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B</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0.15</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0.2</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0.25</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7554096"/>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5.9</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6.1</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937671"/>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E</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5.9</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6.1</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478559"/>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4.6</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4.7</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4.8</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0028676"/>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E1</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4.6</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4.7</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4.8</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3089035"/>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e</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0.4 BSC</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74161903"/>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K</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0.25 REF</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926513765"/>
                  </a:ext>
                </a:extLst>
              </a:tr>
              <a:tr h="25253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L</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0.3</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0.4</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0.5</a:t>
                      </a:r>
                    </a:p>
                  </a:txBody>
                  <a:tcPr marL="5275" marR="5275" marT="52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2825556"/>
                  </a:ext>
                </a:extLst>
              </a:tr>
            </a:tbl>
          </a:graphicData>
        </a:graphic>
      </p:graphicFrame>
    </p:spTree>
    <p:extLst>
      <p:ext uri="{BB962C8B-B14F-4D97-AF65-F5344CB8AC3E}">
        <p14:creationId xmlns:p14="http://schemas.microsoft.com/office/powerpoint/2010/main" val="107102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2" name="Rectangle 12">
            <a:extLst>
              <a:ext uri="{FF2B5EF4-FFF2-40B4-BE49-F238E27FC236}">
                <a16:creationId xmlns:a16="http://schemas.microsoft.com/office/drawing/2014/main" id="{35CFC163-8B08-4038-8722-4B054955E712}"/>
              </a:ext>
            </a:extLst>
          </p:cNvPr>
          <p:cNvSpPr>
            <a:spLocks noChangeArrowheads="1"/>
          </p:cNvSpPr>
          <p:nvPr/>
        </p:nvSpPr>
        <p:spPr bwMode="auto">
          <a:xfrm>
            <a:off x="404813" y="6964980"/>
            <a:ext cx="6048622"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r>
              <a:rPr kumimoji="0" lang="en-US" altLang="ko-KR" sz="600" b="0" i="0" u="none" strike="noStrike" cap="none" normalizeH="0" baseline="0" dirty="0">
                <a:ln>
                  <a:noFill/>
                </a:ln>
                <a:solidFill>
                  <a:schemeClr val="tx1"/>
                </a:solidFill>
                <a:effectLst/>
                <a:latin typeface="+mj-lt"/>
              </a:rPr>
              <a:t> </a:t>
            </a:r>
          </a:p>
        </p:txBody>
      </p:sp>
      <p:pic>
        <p:nvPicPr>
          <p:cNvPr id="1035" name="그림 1">
            <a:extLst>
              <a:ext uri="{FF2B5EF4-FFF2-40B4-BE49-F238E27FC236}">
                <a16:creationId xmlns:a16="http://schemas.microsoft.com/office/drawing/2014/main" id="{7483604B-021F-4F33-8BD2-8690A869C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216" y="6976257"/>
            <a:ext cx="100553" cy="14696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5">
            <a:extLst>
              <a:ext uri="{FF2B5EF4-FFF2-40B4-BE49-F238E27FC236}">
                <a16:creationId xmlns:a16="http://schemas.microsoft.com/office/drawing/2014/main" id="{D4F2D7F0-5D5C-4C8A-9010-51FDDF932EC4}"/>
              </a:ext>
            </a:extLst>
          </p:cNvPr>
          <p:cNvSpPr>
            <a:spLocks noChangeArrowheads="1"/>
          </p:cNvSpPr>
          <p:nvPr/>
        </p:nvSpPr>
        <p:spPr bwMode="auto">
          <a:xfrm>
            <a:off x="404689" y="7568676"/>
            <a:ext cx="6048622" cy="13849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r>
              <a:rPr kumimoji="0" lang="en-US" altLang="ko-KR" sz="600" b="0" i="0" u="none" strike="noStrike" cap="none" normalizeH="0" baseline="0" dirty="0">
                <a:ln>
                  <a:noFill/>
                </a:ln>
                <a:solidFill>
                  <a:schemeClr val="tx1"/>
                </a:solidFill>
                <a:effectLst/>
                <a:latin typeface="+mj-lt"/>
              </a:rPr>
              <a:t> </a:t>
            </a:r>
          </a:p>
        </p:txBody>
      </p:sp>
      <p:pic>
        <p:nvPicPr>
          <p:cNvPr id="50" name="그림 1">
            <a:extLst>
              <a:ext uri="{FF2B5EF4-FFF2-40B4-BE49-F238E27FC236}">
                <a16:creationId xmlns:a16="http://schemas.microsoft.com/office/drawing/2014/main" id="{68A01D4B-9986-4FE0-955B-BA5B3C51E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18" y="7580699"/>
            <a:ext cx="91652" cy="133953"/>
          </a:xfrm>
          <a:prstGeom prst="rect">
            <a:avLst/>
          </a:prstGeom>
          <a:noFill/>
          <a:extLst>
            <a:ext uri="{909E8E84-426E-40DD-AFC4-6F175D3DCCD1}">
              <a14:hiddenFill xmlns:a14="http://schemas.microsoft.com/office/drawing/2010/main">
                <a:solidFill>
                  <a:srgbClr val="FFFFFF"/>
                </a:solidFill>
              </a14:hiddenFill>
            </a:ext>
          </a:extLst>
        </p:spPr>
      </p:pic>
      <p:pic>
        <p:nvPicPr>
          <p:cNvPr id="13" name="그림 12">
            <a:extLst>
              <a:ext uri="{FF2B5EF4-FFF2-40B4-BE49-F238E27FC236}">
                <a16:creationId xmlns:a16="http://schemas.microsoft.com/office/drawing/2014/main" id="{FD4A0DEA-5196-4821-A6B0-961423C86A0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D2C408C6-3E99-4903-BAA7-59E01256678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75A7D5AF-5BC5-5440-D2C2-E8FF6FD5D5C7}"/>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274968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29955</TotalTime>
  <Words>15875</Words>
  <Application>Microsoft Office PowerPoint</Application>
  <PresentationFormat>A4 용지(210x297mm)</PresentationFormat>
  <Paragraphs>4527</Paragraphs>
  <Slides>48</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48</vt:i4>
      </vt:variant>
    </vt:vector>
  </HeadingPairs>
  <TitlesOfParts>
    <vt:vector size="57" baseType="lpstr">
      <vt:lpstr>Microsoft GothicNeo</vt:lpstr>
      <vt:lpstr>맑은 고딕</vt:lpstr>
      <vt:lpstr>Aharoni</vt:lpstr>
      <vt:lpstr>Arial</vt:lpstr>
      <vt:lpstr>Calibri</vt:lpstr>
      <vt:lpstr>Calibri Light</vt:lpstr>
      <vt:lpstr>Perpetua Titling MT</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Han ST</dc:creator>
  <cp:lastModifiedBy>윤 진수</cp:lastModifiedBy>
  <cp:revision>1039</cp:revision>
  <cp:lastPrinted>2023-08-01T07:21:23Z</cp:lastPrinted>
  <dcterms:created xsi:type="dcterms:W3CDTF">2020-06-17T04:27:48Z</dcterms:created>
  <dcterms:modified xsi:type="dcterms:W3CDTF">2023-08-31T08:34:30Z</dcterms:modified>
</cp:coreProperties>
</file>