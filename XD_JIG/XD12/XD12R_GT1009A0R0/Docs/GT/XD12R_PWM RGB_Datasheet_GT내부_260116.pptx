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4"/>
  </p:notesMasterIdLst>
  <p:handoutMasterIdLst>
    <p:handoutMasterId r:id="rId45"/>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719" r:id="rId18"/>
    <p:sldId id="722" r:id="rId19"/>
    <p:sldId id="717" r:id="rId20"/>
    <p:sldId id="718" r:id="rId21"/>
    <p:sldId id="432" r:id="rId22"/>
    <p:sldId id="293" r:id="rId23"/>
    <p:sldId id="427" r:id="rId24"/>
    <p:sldId id="330" r:id="rId25"/>
    <p:sldId id="414" r:id="rId26"/>
    <p:sldId id="412" r:id="rId27"/>
    <p:sldId id="407" r:id="rId28"/>
    <p:sldId id="723" r:id="rId29"/>
    <p:sldId id="409" r:id="rId30"/>
    <p:sldId id="422" r:id="rId31"/>
    <p:sldId id="720" r:id="rId32"/>
    <p:sldId id="721" r:id="rId33"/>
    <p:sldId id="415" r:id="rId34"/>
    <p:sldId id="410" r:id="rId35"/>
    <p:sldId id="425" r:id="rId36"/>
    <p:sldId id="426" r:id="rId37"/>
    <p:sldId id="413" r:id="rId38"/>
    <p:sldId id="714" r:id="rId39"/>
    <p:sldId id="715" r:id="rId40"/>
    <p:sldId id="716" r:id="rId41"/>
    <p:sldId id="421" r:id="rId42"/>
    <p:sldId id="348" r:id="rId43"/>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346" userDrawn="1">
          <p15:clr>
            <a:srgbClr val="A4A3A4"/>
          </p15:clr>
        </p15:guide>
        <p15:guide id="14" pos="2659" userDrawn="1">
          <p15:clr>
            <a:srgbClr val="A4A3A4"/>
          </p15:clr>
        </p15:guide>
        <p15:guide id="20" orient="horz" pos="5433" userDrawn="1">
          <p15:clr>
            <a:srgbClr val="A4A3A4"/>
          </p15:clr>
        </p15:guide>
        <p15:guide id="22" orient="horz" pos="2916" userDrawn="1">
          <p15:clr>
            <a:srgbClr val="A4A3A4"/>
          </p15:clr>
        </p15:guide>
        <p15:guide id="24" pos="4065" userDrawn="1">
          <p15:clr>
            <a:srgbClr val="A4A3A4"/>
          </p15:clr>
        </p15:guide>
        <p15:guide id="25" pos="1911" userDrawn="1">
          <p15:clr>
            <a:srgbClr val="A4A3A4"/>
          </p15:clr>
        </p15:guide>
        <p15:guide id="26" orient="horz" pos="434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5FA65B-5604-BE03-608B-F6122C8A8655}" name="dongil kim" initials="dk" userId="1a02b3e6538b5a48" providerId="Windows Live"/>
  <p188:author id="{C8DF6CCE-C23F-CF43-834D-8616D3F5DBC8}" name="Jaeeun Nam" initials="JE" userId="Jaeeun Nam" providerId="None"/>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B"/>
    <a:srgbClr val="FFD1D1"/>
    <a:srgbClr val="FF00FF"/>
    <a:srgbClr val="BDD8FF"/>
    <a:srgbClr val="B3FFB3"/>
    <a:srgbClr val="FFC5FF"/>
    <a:srgbClr val="0066FF"/>
    <a:srgbClr val="CCFFFF"/>
    <a:srgbClr val="E6E6E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3E5902-85AB-4DB0-A7A3-324885CE5C60}" v="1" dt="2026-01-19T02:36:18.883"/>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22" autoAdjust="0"/>
    <p:restoredTop sz="95388" autoAdjust="0"/>
  </p:normalViewPr>
  <p:slideViewPr>
    <p:cSldViewPr snapToGrid="0">
      <p:cViewPr>
        <p:scale>
          <a:sx n="200" d="100"/>
          <a:sy n="200" d="100"/>
        </p:scale>
        <p:origin x="2736" y="-2680"/>
      </p:cViewPr>
      <p:guideLst>
        <p:guide pos="346"/>
        <p:guide pos="2659"/>
        <p:guide orient="horz" pos="5433"/>
        <p:guide orient="horz" pos="2916"/>
        <p:guide pos="4065"/>
        <p:guide pos="1911"/>
        <p:guide orient="horz" pos="4345"/>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onki cho" userId="021aa35ff3f5dfda" providerId="LiveId" clId="{E73E5902-85AB-4DB0-A7A3-324885CE5C60}"/>
    <pc:docChg chg="modSld">
      <pc:chgData name="moonki cho" userId="021aa35ff3f5dfda" providerId="LiveId" clId="{E73E5902-85AB-4DB0-A7A3-324885CE5C60}" dt="2026-01-19T02:36:18.883" v="17"/>
      <pc:docMkLst>
        <pc:docMk/>
      </pc:docMkLst>
      <pc:sldChg chg="modSp mod">
        <pc:chgData name="moonki cho" userId="021aa35ff3f5dfda" providerId="LiveId" clId="{E73E5902-85AB-4DB0-A7A3-324885CE5C60}" dt="2026-01-19T02:36:18.883" v="17"/>
        <pc:sldMkLst>
          <pc:docMk/>
          <pc:sldMk cId="2708730391" sldId="330"/>
        </pc:sldMkLst>
        <pc:graphicFrameChg chg="mod modGraphic">
          <ac:chgData name="moonki cho" userId="021aa35ff3f5dfda" providerId="LiveId" clId="{E73E5902-85AB-4DB0-A7A3-324885CE5C60}" dt="2026-01-19T02:36:18.883" v="17"/>
          <ac:graphicFrameMkLst>
            <pc:docMk/>
            <pc:sldMk cId="2708730391" sldId="330"/>
            <ac:graphicFrameMk id="11" creationId="{14285246-E127-43FC-3DA8-40FA6321DBDC}"/>
          </ac:graphicFrameMkLst>
        </pc:graphicFrameChg>
      </pc:sldChg>
    </pc:docChg>
  </pc:docChgLst>
  <pc:docChgLst>
    <pc:chgData name="moonki cho" userId="021aa35ff3f5dfda" providerId="LiveId" clId="{1214AE6D-017A-4156-88BB-A52207AB0135}"/>
    <pc:docChg chg="custSel modSld">
      <pc:chgData name="moonki cho" userId="021aa35ff3f5dfda" providerId="LiveId" clId="{1214AE6D-017A-4156-88BB-A52207AB0135}" dt="2026-01-14T03:56:44.276" v="135" actId="14100"/>
      <pc:docMkLst>
        <pc:docMk/>
      </pc:docMkLst>
      <pc:sldChg chg="modSp">
        <pc:chgData name="moonki cho" userId="021aa35ff3f5dfda" providerId="LiveId" clId="{1214AE6D-017A-4156-88BB-A52207AB0135}" dt="2026-01-14T03:51:28.544" v="103"/>
        <pc:sldMkLst>
          <pc:docMk/>
          <pc:sldMk cId="2259773967" sldId="410"/>
        </pc:sldMkLst>
        <pc:graphicFrameChg chg="mod">
          <ac:chgData name="moonki cho" userId="021aa35ff3f5dfda" providerId="LiveId" clId="{1214AE6D-017A-4156-88BB-A52207AB0135}" dt="2026-01-14T03:51:28.544" v="103"/>
          <ac:graphicFrameMkLst>
            <pc:docMk/>
            <pc:sldMk cId="2259773967" sldId="410"/>
            <ac:graphicFrameMk id="13" creationId="{3780A594-159F-7DCD-D930-9F425E6521FB}"/>
          </ac:graphicFrameMkLst>
        </pc:graphicFrameChg>
      </pc:sldChg>
      <pc:sldChg chg="modSp">
        <pc:chgData name="moonki cho" userId="021aa35ff3f5dfda" providerId="LiveId" clId="{1214AE6D-017A-4156-88BB-A52207AB0135}" dt="2026-01-14T03:52:11.065" v="108"/>
        <pc:sldMkLst>
          <pc:docMk/>
          <pc:sldMk cId="4294352402" sldId="412"/>
        </pc:sldMkLst>
        <pc:graphicFrameChg chg="mod">
          <ac:chgData name="moonki cho" userId="021aa35ff3f5dfda" providerId="LiveId" clId="{1214AE6D-017A-4156-88BB-A52207AB0135}" dt="2026-01-14T03:52:11.065" v="108"/>
          <ac:graphicFrameMkLst>
            <pc:docMk/>
            <pc:sldMk cId="4294352402" sldId="412"/>
            <ac:graphicFrameMk id="14" creationId="{7475652E-49D4-5321-BD7A-5EA905AD066A}"/>
          </ac:graphicFrameMkLst>
        </pc:graphicFrameChg>
      </pc:sldChg>
      <pc:sldChg chg="modSp mod">
        <pc:chgData name="moonki cho" userId="021aa35ff3f5dfda" providerId="LiveId" clId="{1214AE6D-017A-4156-88BB-A52207AB0135}" dt="2026-01-14T03:52:38.976" v="111" actId="255"/>
        <pc:sldMkLst>
          <pc:docMk/>
          <pc:sldMk cId="2020182844" sldId="414"/>
        </pc:sldMkLst>
        <pc:graphicFrameChg chg="modGraphic">
          <ac:chgData name="moonki cho" userId="021aa35ff3f5dfda" providerId="LiveId" clId="{1214AE6D-017A-4156-88BB-A52207AB0135}" dt="2026-01-14T03:52:34.703" v="110" actId="255"/>
          <ac:graphicFrameMkLst>
            <pc:docMk/>
            <pc:sldMk cId="2020182844" sldId="414"/>
            <ac:graphicFrameMk id="5" creationId="{45708631-8E6C-7BEB-F02D-1EF4BC5ECA70}"/>
          </ac:graphicFrameMkLst>
        </pc:graphicFrameChg>
        <pc:graphicFrameChg chg="modGraphic">
          <ac:chgData name="moonki cho" userId="021aa35ff3f5dfda" providerId="LiveId" clId="{1214AE6D-017A-4156-88BB-A52207AB0135}" dt="2026-01-14T03:52:38.976" v="111" actId="255"/>
          <ac:graphicFrameMkLst>
            <pc:docMk/>
            <pc:sldMk cId="2020182844" sldId="414"/>
            <ac:graphicFrameMk id="7" creationId="{6639C1F7-E3EB-6286-0633-E51D6EF973E7}"/>
          </ac:graphicFrameMkLst>
        </pc:graphicFrameChg>
        <pc:graphicFrameChg chg="modGraphic">
          <ac:chgData name="moonki cho" userId="021aa35ff3f5dfda" providerId="LiveId" clId="{1214AE6D-017A-4156-88BB-A52207AB0135}" dt="2026-01-14T03:52:29.681" v="109" actId="255"/>
          <ac:graphicFrameMkLst>
            <pc:docMk/>
            <pc:sldMk cId="2020182844" sldId="414"/>
            <ac:graphicFrameMk id="14" creationId="{7475652E-49D4-5321-BD7A-5EA905AD066A}"/>
          </ac:graphicFrameMkLst>
        </pc:graphicFrameChg>
      </pc:sldChg>
      <pc:sldChg chg="addSp delSp modSp mod">
        <pc:chgData name="moonki cho" userId="021aa35ff3f5dfda" providerId="LiveId" clId="{1214AE6D-017A-4156-88BB-A52207AB0135}" dt="2026-01-14T03:56:44.276" v="135" actId="14100"/>
        <pc:sldMkLst>
          <pc:docMk/>
          <pc:sldMk cId="1723755585" sldId="420"/>
        </pc:sldMkLst>
        <pc:picChg chg="add mod">
          <ac:chgData name="moonki cho" userId="021aa35ff3f5dfda" providerId="LiveId" clId="{1214AE6D-017A-4156-88BB-A52207AB0135}" dt="2026-01-14T03:56:44.276" v="135" actId="14100"/>
          <ac:picMkLst>
            <pc:docMk/>
            <pc:sldMk cId="1723755585" sldId="420"/>
            <ac:picMk id="4" creationId="{88E2C4E5-61F2-EC1A-2500-91514E7F5A03}"/>
          </ac:picMkLst>
        </pc:picChg>
        <pc:picChg chg="mod">
          <ac:chgData name="moonki cho" userId="021aa35ff3f5dfda" providerId="LiveId" clId="{1214AE6D-017A-4156-88BB-A52207AB0135}" dt="2026-01-14T03:40:01.650" v="45" actId="14100"/>
          <ac:picMkLst>
            <pc:docMk/>
            <pc:sldMk cId="1723755585" sldId="420"/>
            <ac:picMk id="8" creationId="{FF1E76EE-6C56-5BB8-ED2D-2E485C9E7E4A}"/>
          </ac:picMkLst>
        </pc:picChg>
      </pc:sldChg>
      <pc:sldChg chg="modSp">
        <pc:chgData name="moonki cho" userId="021aa35ff3f5dfda" providerId="LiveId" clId="{1214AE6D-017A-4156-88BB-A52207AB0135}" dt="2026-01-14T03:51:23.144" v="102"/>
        <pc:sldMkLst>
          <pc:docMk/>
          <pc:sldMk cId="2085636604" sldId="425"/>
        </pc:sldMkLst>
        <pc:graphicFrameChg chg="mod">
          <ac:chgData name="moonki cho" userId="021aa35ff3f5dfda" providerId="LiveId" clId="{1214AE6D-017A-4156-88BB-A52207AB0135}" dt="2026-01-14T03:51:03.080" v="91"/>
          <ac:graphicFrameMkLst>
            <pc:docMk/>
            <pc:sldMk cId="2085636604" sldId="425"/>
            <ac:graphicFrameMk id="6" creationId="{FCF1F636-FE6C-B712-4D78-ACB7EBC010F0}"/>
          </ac:graphicFrameMkLst>
        </pc:graphicFrameChg>
        <pc:graphicFrameChg chg="mod">
          <ac:chgData name="moonki cho" userId="021aa35ff3f5dfda" providerId="LiveId" clId="{1214AE6D-017A-4156-88BB-A52207AB0135}" dt="2026-01-14T03:51:23.144" v="102"/>
          <ac:graphicFrameMkLst>
            <pc:docMk/>
            <pc:sldMk cId="2085636604" sldId="425"/>
            <ac:graphicFrameMk id="7" creationId="{65C20FBD-C111-AB06-D27D-1D7DC7584ADD}"/>
          </ac:graphicFrameMkLst>
        </pc:graphicFrameChg>
        <pc:graphicFrameChg chg="mod">
          <ac:chgData name="moonki cho" userId="021aa35ff3f5dfda" providerId="LiveId" clId="{1214AE6D-017A-4156-88BB-A52207AB0135}" dt="2026-01-14T03:51:20.956" v="101"/>
          <ac:graphicFrameMkLst>
            <pc:docMk/>
            <pc:sldMk cId="2085636604" sldId="425"/>
            <ac:graphicFrameMk id="10" creationId="{BE9CFE18-B2D9-0F51-0D6B-19743A92302B}"/>
          </ac:graphicFrameMkLst>
        </pc:graphicFrameChg>
        <pc:graphicFrameChg chg="mod">
          <ac:chgData name="moonki cho" userId="021aa35ff3f5dfda" providerId="LiveId" clId="{1214AE6D-017A-4156-88BB-A52207AB0135}" dt="2026-01-14T03:51:04.590" v="92"/>
          <ac:graphicFrameMkLst>
            <pc:docMk/>
            <pc:sldMk cId="2085636604" sldId="425"/>
            <ac:graphicFrameMk id="20" creationId="{AE12691E-C981-3606-36D9-5004E2726680}"/>
          </ac:graphicFrameMkLst>
        </pc:graphicFrameChg>
        <pc:graphicFrameChg chg="mod">
          <ac:chgData name="moonki cho" userId="021aa35ff3f5dfda" providerId="LiveId" clId="{1214AE6D-017A-4156-88BB-A52207AB0135}" dt="2026-01-14T03:51:05.538" v="93"/>
          <ac:graphicFrameMkLst>
            <pc:docMk/>
            <pc:sldMk cId="2085636604" sldId="425"/>
            <ac:graphicFrameMk id="26" creationId="{22B07154-E7B3-7FEF-4598-3C989132CB71}"/>
          </ac:graphicFrameMkLst>
        </pc:graphicFrameChg>
        <pc:graphicFrameChg chg="mod">
          <ac:chgData name="moonki cho" userId="021aa35ff3f5dfda" providerId="LiveId" clId="{1214AE6D-017A-4156-88BB-A52207AB0135}" dt="2026-01-14T03:51:06.723" v="94"/>
          <ac:graphicFrameMkLst>
            <pc:docMk/>
            <pc:sldMk cId="2085636604" sldId="425"/>
            <ac:graphicFrameMk id="30" creationId="{E75B2089-F6D9-989C-7540-63292FD72D76}"/>
          </ac:graphicFrameMkLst>
        </pc:graphicFrameChg>
        <pc:graphicFrameChg chg="mod">
          <ac:chgData name="moonki cho" userId="021aa35ff3f5dfda" providerId="LiveId" clId="{1214AE6D-017A-4156-88BB-A52207AB0135}" dt="2026-01-14T03:51:07.992" v="95"/>
          <ac:graphicFrameMkLst>
            <pc:docMk/>
            <pc:sldMk cId="2085636604" sldId="425"/>
            <ac:graphicFrameMk id="32" creationId="{02EB7AF6-FB6D-9D98-1536-4E34479D6845}"/>
          </ac:graphicFrameMkLst>
        </pc:graphicFrameChg>
        <pc:graphicFrameChg chg="mod">
          <ac:chgData name="moonki cho" userId="021aa35ff3f5dfda" providerId="LiveId" clId="{1214AE6D-017A-4156-88BB-A52207AB0135}" dt="2026-01-14T03:51:09.695" v="96"/>
          <ac:graphicFrameMkLst>
            <pc:docMk/>
            <pc:sldMk cId="2085636604" sldId="425"/>
            <ac:graphicFrameMk id="34" creationId="{859DFFCE-B74E-98EE-8E06-A3A14041C684}"/>
          </ac:graphicFrameMkLst>
        </pc:graphicFrameChg>
        <pc:graphicFrameChg chg="mod">
          <ac:chgData name="moonki cho" userId="021aa35ff3f5dfda" providerId="LiveId" clId="{1214AE6D-017A-4156-88BB-A52207AB0135}" dt="2026-01-14T03:51:15.818" v="97"/>
          <ac:graphicFrameMkLst>
            <pc:docMk/>
            <pc:sldMk cId="2085636604" sldId="425"/>
            <ac:graphicFrameMk id="36" creationId="{C985D9D9-F7C3-6464-0BAF-A458BDB41114}"/>
          </ac:graphicFrameMkLst>
        </pc:graphicFrameChg>
        <pc:graphicFrameChg chg="mod">
          <ac:chgData name="moonki cho" userId="021aa35ff3f5dfda" providerId="LiveId" clId="{1214AE6D-017A-4156-88BB-A52207AB0135}" dt="2026-01-14T03:51:17.128" v="98"/>
          <ac:graphicFrameMkLst>
            <pc:docMk/>
            <pc:sldMk cId="2085636604" sldId="425"/>
            <ac:graphicFrameMk id="38" creationId="{AA7B3CA4-1C9B-5752-7181-F7C5162E0487}"/>
          </ac:graphicFrameMkLst>
        </pc:graphicFrameChg>
        <pc:graphicFrameChg chg="mod">
          <ac:chgData name="moonki cho" userId="021aa35ff3f5dfda" providerId="LiveId" clId="{1214AE6D-017A-4156-88BB-A52207AB0135}" dt="2026-01-14T03:51:18.255" v="99"/>
          <ac:graphicFrameMkLst>
            <pc:docMk/>
            <pc:sldMk cId="2085636604" sldId="425"/>
            <ac:graphicFrameMk id="40" creationId="{0A3FCDFD-37BD-88E3-8B05-0B7D62151B45}"/>
          </ac:graphicFrameMkLst>
        </pc:graphicFrameChg>
        <pc:graphicFrameChg chg="mod">
          <ac:chgData name="moonki cho" userId="021aa35ff3f5dfda" providerId="LiveId" clId="{1214AE6D-017A-4156-88BB-A52207AB0135}" dt="2026-01-14T03:51:19.213" v="100"/>
          <ac:graphicFrameMkLst>
            <pc:docMk/>
            <pc:sldMk cId="2085636604" sldId="425"/>
            <ac:graphicFrameMk id="42" creationId="{CEC4A77F-58FB-B266-D60A-10EDA7AA163B}"/>
          </ac:graphicFrameMkLst>
        </pc:graphicFrameChg>
      </pc:sldChg>
      <pc:sldChg chg="modSp mod">
        <pc:chgData name="moonki cho" userId="021aa35ff3f5dfda" providerId="LiveId" clId="{1214AE6D-017A-4156-88BB-A52207AB0135}" dt="2026-01-14T03:50:56.670" v="90"/>
        <pc:sldMkLst>
          <pc:docMk/>
          <pc:sldMk cId="3204932955" sldId="426"/>
        </pc:sldMkLst>
        <pc:graphicFrameChg chg="modGraphic">
          <ac:chgData name="moonki cho" userId="021aa35ff3f5dfda" providerId="LiveId" clId="{1214AE6D-017A-4156-88BB-A52207AB0135}" dt="2026-01-14T03:50:27.075" v="78" actId="20577"/>
          <ac:graphicFrameMkLst>
            <pc:docMk/>
            <pc:sldMk cId="3204932955" sldId="426"/>
            <ac:graphicFrameMk id="6" creationId="{FCF1F636-FE6C-B712-4D78-ACB7EBC010F0}"/>
          </ac:graphicFrameMkLst>
        </pc:graphicFrameChg>
        <pc:graphicFrameChg chg="mod">
          <ac:chgData name="moonki cho" userId="021aa35ff3f5dfda" providerId="LiveId" clId="{1214AE6D-017A-4156-88BB-A52207AB0135}" dt="2026-01-14T03:50:56.670" v="90"/>
          <ac:graphicFrameMkLst>
            <pc:docMk/>
            <pc:sldMk cId="3204932955" sldId="426"/>
            <ac:graphicFrameMk id="7" creationId="{65C20FBD-C111-AB06-D27D-1D7DC7584ADD}"/>
          </ac:graphicFrameMkLst>
        </pc:graphicFrameChg>
        <pc:graphicFrameChg chg="mod modGraphic">
          <ac:chgData name="moonki cho" userId="021aa35ff3f5dfda" providerId="LiveId" clId="{1214AE6D-017A-4156-88BB-A52207AB0135}" dt="2026-01-14T03:50:53.942" v="89"/>
          <ac:graphicFrameMkLst>
            <pc:docMk/>
            <pc:sldMk cId="3204932955" sldId="426"/>
            <ac:graphicFrameMk id="10" creationId="{BE9CFE18-B2D9-0F51-0D6B-19743A92302B}"/>
          </ac:graphicFrameMkLst>
        </pc:graphicFrameChg>
        <pc:graphicFrameChg chg="mod">
          <ac:chgData name="moonki cho" userId="021aa35ff3f5dfda" providerId="LiveId" clId="{1214AE6D-017A-4156-88BB-A52207AB0135}" dt="2026-01-14T03:50:36.985" v="79"/>
          <ac:graphicFrameMkLst>
            <pc:docMk/>
            <pc:sldMk cId="3204932955" sldId="426"/>
            <ac:graphicFrameMk id="20" creationId="{AE12691E-C981-3606-36D9-5004E2726680}"/>
          </ac:graphicFrameMkLst>
        </pc:graphicFrameChg>
        <pc:graphicFrameChg chg="mod">
          <ac:chgData name="moonki cho" userId="021aa35ff3f5dfda" providerId="LiveId" clId="{1214AE6D-017A-4156-88BB-A52207AB0135}" dt="2026-01-14T03:50:38.712" v="80"/>
          <ac:graphicFrameMkLst>
            <pc:docMk/>
            <pc:sldMk cId="3204932955" sldId="426"/>
            <ac:graphicFrameMk id="26" creationId="{22B07154-E7B3-7FEF-4598-3C989132CB71}"/>
          </ac:graphicFrameMkLst>
        </pc:graphicFrameChg>
        <pc:graphicFrameChg chg="mod">
          <ac:chgData name="moonki cho" userId="021aa35ff3f5dfda" providerId="LiveId" clId="{1214AE6D-017A-4156-88BB-A52207AB0135}" dt="2026-01-14T03:50:41.698" v="81"/>
          <ac:graphicFrameMkLst>
            <pc:docMk/>
            <pc:sldMk cId="3204932955" sldId="426"/>
            <ac:graphicFrameMk id="30" creationId="{E75B2089-F6D9-989C-7540-63292FD72D76}"/>
          </ac:graphicFrameMkLst>
        </pc:graphicFrameChg>
        <pc:graphicFrameChg chg="mod">
          <ac:chgData name="moonki cho" userId="021aa35ff3f5dfda" providerId="LiveId" clId="{1214AE6D-017A-4156-88BB-A52207AB0135}" dt="2026-01-14T03:50:43.043" v="82"/>
          <ac:graphicFrameMkLst>
            <pc:docMk/>
            <pc:sldMk cId="3204932955" sldId="426"/>
            <ac:graphicFrameMk id="32" creationId="{02EB7AF6-FB6D-9D98-1536-4E34479D6845}"/>
          </ac:graphicFrameMkLst>
        </pc:graphicFrameChg>
        <pc:graphicFrameChg chg="mod">
          <ac:chgData name="moonki cho" userId="021aa35ff3f5dfda" providerId="LiveId" clId="{1214AE6D-017A-4156-88BB-A52207AB0135}" dt="2026-01-14T03:50:44.152" v="83"/>
          <ac:graphicFrameMkLst>
            <pc:docMk/>
            <pc:sldMk cId="3204932955" sldId="426"/>
            <ac:graphicFrameMk id="34" creationId="{859DFFCE-B74E-98EE-8E06-A3A14041C684}"/>
          </ac:graphicFrameMkLst>
        </pc:graphicFrameChg>
        <pc:graphicFrameChg chg="mod">
          <ac:chgData name="moonki cho" userId="021aa35ff3f5dfda" providerId="LiveId" clId="{1214AE6D-017A-4156-88BB-A52207AB0135}" dt="2026-01-14T03:50:45.572" v="84"/>
          <ac:graphicFrameMkLst>
            <pc:docMk/>
            <pc:sldMk cId="3204932955" sldId="426"/>
            <ac:graphicFrameMk id="36" creationId="{C985D9D9-F7C3-6464-0BAF-A458BDB41114}"/>
          </ac:graphicFrameMkLst>
        </pc:graphicFrameChg>
        <pc:graphicFrameChg chg="mod">
          <ac:chgData name="moonki cho" userId="021aa35ff3f5dfda" providerId="LiveId" clId="{1214AE6D-017A-4156-88BB-A52207AB0135}" dt="2026-01-14T03:50:46.968" v="85"/>
          <ac:graphicFrameMkLst>
            <pc:docMk/>
            <pc:sldMk cId="3204932955" sldId="426"/>
            <ac:graphicFrameMk id="38" creationId="{AA7B3CA4-1C9B-5752-7181-F7C5162E0487}"/>
          </ac:graphicFrameMkLst>
        </pc:graphicFrameChg>
        <pc:graphicFrameChg chg="mod">
          <ac:chgData name="moonki cho" userId="021aa35ff3f5dfda" providerId="LiveId" clId="{1214AE6D-017A-4156-88BB-A52207AB0135}" dt="2026-01-14T03:50:48.275" v="86"/>
          <ac:graphicFrameMkLst>
            <pc:docMk/>
            <pc:sldMk cId="3204932955" sldId="426"/>
            <ac:graphicFrameMk id="40" creationId="{0A3FCDFD-37BD-88E3-8B05-0B7D62151B45}"/>
          </ac:graphicFrameMkLst>
        </pc:graphicFrameChg>
        <pc:graphicFrameChg chg="mod">
          <ac:chgData name="moonki cho" userId="021aa35ff3f5dfda" providerId="LiveId" clId="{1214AE6D-017A-4156-88BB-A52207AB0135}" dt="2026-01-14T03:50:52.113" v="87"/>
          <ac:graphicFrameMkLst>
            <pc:docMk/>
            <pc:sldMk cId="3204932955" sldId="426"/>
            <ac:graphicFrameMk id="42" creationId="{CEC4A77F-58FB-B266-D60A-10EDA7AA163B}"/>
          </ac:graphicFrameMkLst>
        </pc:graphicFrameChg>
      </pc:sldChg>
      <pc:sldChg chg="modSp mod">
        <pc:chgData name="moonki cho" userId="021aa35ff3f5dfda" providerId="LiveId" clId="{1214AE6D-017A-4156-88BB-A52207AB0135}" dt="2026-01-14T03:51:46.314" v="107"/>
        <pc:sldMkLst>
          <pc:docMk/>
          <pc:sldMk cId="1479102811" sldId="721"/>
        </pc:sldMkLst>
        <pc:graphicFrameChg chg="mod modGraphic">
          <ac:chgData name="moonki cho" userId="021aa35ff3f5dfda" providerId="LiveId" clId="{1214AE6D-017A-4156-88BB-A52207AB0135}" dt="2026-01-14T03:44:59.633" v="75" actId="14734"/>
          <ac:graphicFrameMkLst>
            <pc:docMk/>
            <pc:sldMk cId="1479102811" sldId="721"/>
            <ac:graphicFrameMk id="13" creationId="{07BB6DF7-47EE-B74B-BBE6-7C9C9DCC512C}"/>
          </ac:graphicFrameMkLst>
        </pc:graphicFrameChg>
        <pc:graphicFrameChg chg="mod">
          <ac:chgData name="moonki cho" userId="021aa35ff3f5dfda" providerId="LiveId" clId="{1214AE6D-017A-4156-88BB-A52207AB0135}" dt="2026-01-14T03:51:46.314" v="107"/>
          <ac:graphicFrameMkLst>
            <pc:docMk/>
            <pc:sldMk cId="1479102811" sldId="721"/>
            <ac:graphicFrameMk id="14" creationId="{9E668C40-2FC3-732F-E4A5-41343C5D4BC7}"/>
          </ac:graphicFrameMkLst>
        </pc:graphicFrameChg>
      </pc:sldChg>
    </pc:docChg>
  </pc:docChgLst>
  <pc:docChgLst>
    <pc:chgData name="moonki cho" userId="021aa35ff3f5dfda" providerId="LiveId" clId="{B7532D07-CE61-4B3A-859E-1EBD4DC40659}"/>
    <pc:docChg chg="custSel modSld">
      <pc:chgData name="moonki cho" userId="021aa35ff3f5dfda" providerId="LiveId" clId="{B7532D07-CE61-4B3A-859E-1EBD4DC40659}" dt="2026-01-16T06:40:59.070" v="121"/>
      <pc:docMkLst>
        <pc:docMk/>
      </pc:docMkLst>
      <pc:sldChg chg="modSp mod">
        <pc:chgData name="moonki cho" userId="021aa35ff3f5dfda" providerId="LiveId" clId="{B7532D07-CE61-4B3A-859E-1EBD4DC40659}" dt="2026-01-16T06:40:59.070" v="121"/>
        <pc:sldMkLst>
          <pc:docMk/>
          <pc:sldMk cId="2708730391" sldId="330"/>
        </pc:sldMkLst>
        <pc:graphicFrameChg chg="modGraphic">
          <ac:chgData name="moonki cho" userId="021aa35ff3f5dfda" providerId="LiveId" clId="{B7532D07-CE61-4B3A-859E-1EBD4DC40659}" dt="2026-01-16T06:39:29.117" v="3" actId="20577"/>
          <ac:graphicFrameMkLst>
            <pc:docMk/>
            <pc:sldMk cId="2708730391" sldId="330"/>
            <ac:graphicFrameMk id="3" creationId="{AEC2914C-3763-C1D3-D233-AB03C8E93409}"/>
          </ac:graphicFrameMkLst>
        </pc:graphicFrameChg>
        <pc:graphicFrameChg chg="mod modGraphic">
          <ac:chgData name="moonki cho" userId="021aa35ff3f5dfda" providerId="LiveId" clId="{B7532D07-CE61-4B3A-859E-1EBD4DC40659}" dt="2026-01-16T06:40:59.070" v="121"/>
          <ac:graphicFrameMkLst>
            <pc:docMk/>
            <pc:sldMk cId="2708730391" sldId="330"/>
            <ac:graphicFrameMk id="11" creationId="{14285246-E127-43FC-3DA8-40FA6321DBDC}"/>
          </ac:graphicFrameMkLst>
        </pc:graphicFrameChg>
      </pc:sldChg>
      <pc:sldChg chg="addSp delSp modSp mod">
        <pc:chgData name="moonki cho" userId="021aa35ff3f5dfda" providerId="LiveId" clId="{B7532D07-CE61-4B3A-859E-1EBD4DC40659}" dt="2026-01-16T06:39:14.787" v="1"/>
        <pc:sldMkLst>
          <pc:docMk/>
          <pc:sldMk cId="3973268749" sldId="433"/>
        </pc:sldMkLst>
        <pc:spChg chg="add mod">
          <ac:chgData name="moonki cho" userId="021aa35ff3f5dfda" providerId="LiveId" clId="{B7532D07-CE61-4B3A-859E-1EBD4DC40659}" dt="2026-01-16T06:39:14.787" v="1"/>
          <ac:spMkLst>
            <pc:docMk/>
            <pc:sldMk cId="3973268749" sldId="433"/>
            <ac:spMk id="2" creationId="{40813B5E-1ABF-08AE-4567-5413471AC374}"/>
          </ac:spMkLst>
        </pc:spChg>
        <pc:spChg chg="add mod">
          <ac:chgData name="moonki cho" userId="021aa35ff3f5dfda" providerId="LiveId" clId="{B7532D07-CE61-4B3A-859E-1EBD4DC40659}" dt="2026-01-16T06:39:14.787" v="1"/>
          <ac:spMkLst>
            <pc:docMk/>
            <pc:sldMk cId="3973268749" sldId="433"/>
            <ac:spMk id="6" creationId="{455D2AA4-C763-35CE-4F38-71A6F40B8E08}"/>
          </ac:spMkLst>
        </pc:spChg>
        <pc:spChg chg="add mod">
          <ac:chgData name="moonki cho" userId="021aa35ff3f5dfda" providerId="LiveId" clId="{B7532D07-CE61-4B3A-859E-1EBD4DC40659}" dt="2026-01-16T06:39:14.787" v="1"/>
          <ac:spMkLst>
            <pc:docMk/>
            <pc:sldMk cId="3973268749" sldId="433"/>
            <ac:spMk id="8" creationId="{9F288DE1-C8AE-0AC4-FB4B-D120948A04FC}"/>
          </ac:spMkLst>
        </pc:spChg>
        <pc:spChg chg="add mod">
          <ac:chgData name="moonki cho" userId="021aa35ff3f5dfda" providerId="LiveId" clId="{B7532D07-CE61-4B3A-859E-1EBD4DC40659}" dt="2026-01-16T06:39:14.787" v="1"/>
          <ac:spMkLst>
            <pc:docMk/>
            <pc:sldMk cId="3973268749" sldId="433"/>
            <ac:spMk id="10" creationId="{28339E89-9DF1-E78C-2927-63B047DF21ED}"/>
          </ac:spMkLst>
        </pc:spChg>
        <pc:spChg chg="add mod">
          <ac:chgData name="moonki cho" userId="021aa35ff3f5dfda" providerId="LiveId" clId="{B7532D07-CE61-4B3A-859E-1EBD4DC40659}" dt="2026-01-16T06:39:14.787" v="1"/>
          <ac:spMkLst>
            <pc:docMk/>
            <pc:sldMk cId="3973268749" sldId="433"/>
            <ac:spMk id="12" creationId="{10936B1B-C501-FF2F-E85C-A1619D75490C}"/>
          </ac:spMkLst>
        </pc:spChg>
        <pc:spChg chg="add mod">
          <ac:chgData name="moonki cho" userId="021aa35ff3f5dfda" providerId="LiveId" clId="{B7532D07-CE61-4B3A-859E-1EBD4DC40659}" dt="2026-01-16T06:39:14.787" v="1"/>
          <ac:spMkLst>
            <pc:docMk/>
            <pc:sldMk cId="3973268749" sldId="433"/>
            <ac:spMk id="13" creationId="{AF6A32BA-2DE2-1412-AAB0-CF2DF25E910A}"/>
          </ac:spMkLst>
        </pc:spChg>
        <pc:spChg chg="add mod">
          <ac:chgData name="moonki cho" userId="021aa35ff3f5dfda" providerId="LiveId" clId="{B7532D07-CE61-4B3A-859E-1EBD4DC40659}" dt="2026-01-16T06:39:14.787" v="1"/>
          <ac:spMkLst>
            <pc:docMk/>
            <pc:sldMk cId="3973268749" sldId="433"/>
            <ac:spMk id="17" creationId="{9C62585D-ED76-22E4-0954-486C060AAE4D}"/>
          </ac:spMkLst>
        </pc:spChg>
        <pc:graphicFrameChg chg="add mod">
          <ac:chgData name="moonki cho" userId="021aa35ff3f5dfda" providerId="LiveId" clId="{B7532D07-CE61-4B3A-859E-1EBD4DC40659}" dt="2026-01-16T06:39:14.787" v="1"/>
          <ac:graphicFrameMkLst>
            <pc:docMk/>
            <pc:sldMk cId="3973268749" sldId="433"/>
            <ac:graphicFrameMk id="19" creationId="{9F863215-FB99-F4E9-2880-94439E2CEE3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6400" cy="496888"/>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9688" y="0"/>
            <a:ext cx="2946400" cy="496888"/>
          </a:xfrm>
          <a:prstGeom prst="rect">
            <a:avLst/>
          </a:prstGeom>
        </p:spPr>
        <p:txBody>
          <a:bodyPr vert="horz" lIns="91431" tIns="45715" rIns="91431" bIns="45715" rtlCol="0"/>
          <a:lstStyle>
            <a:lvl1pPr algn="r">
              <a:defRPr sz="1200"/>
            </a:lvl1pPr>
          </a:lstStyle>
          <a:p>
            <a:fld id="{2281637F-B6E0-4E7F-AD60-C289DCB0986F}" type="datetimeFigureOut">
              <a:rPr lang="ko-KR" altLang="en-US" smtClean="0"/>
              <a:t>2026-01-19</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9750"/>
            <a:ext cx="2946400" cy="496888"/>
          </a:xfrm>
          <a:prstGeom prst="rect">
            <a:avLst/>
          </a:prstGeom>
        </p:spPr>
        <p:txBody>
          <a:bodyPr vert="horz" lIns="91431" tIns="45715" rIns="91431" bIns="45715"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9688" y="9429750"/>
            <a:ext cx="2946400" cy="496888"/>
          </a:xfrm>
          <a:prstGeom prst="rect">
            <a:avLst/>
          </a:prstGeom>
        </p:spPr>
        <p:txBody>
          <a:bodyPr vert="horz" lIns="91431" tIns="45715" rIns="91431" bIns="45715"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056"/>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p:cNvSpPr>
            <a:spLocks noGrp="1"/>
          </p:cNvSpPr>
          <p:nvPr>
            <p:ph type="dt" idx="1"/>
          </p:nvPr>
        </p:nvSpPr>
        <p:spPr>
          <a:xfrm>
            <a:off x="3850444" y="0"/>
            <a:ext cx="2945659" cy="498056"/>
          </a:xfrm>
          <a:prstGeom prst="rect">
            <a:avLst/>
          </a:prstGeom>
        </p:spPr>
        <p:txBody>
          <a:bodyPr vert="horz" lIns="91431" tIns="45715" rIns="91431" bIns="45715" rtlCol="0"/>
          <a:lstStyle>
            <a:lvl1pPr algn="r">
              <a:defRPr sz="1200"/>
            </a:lvl1pPr>
          </a:lstStyle>
          <a:p>
            <a:fld id="{1905B5A4-DDD3-42F4-9B43-01BA73DC80EA}" type="datetimeFigureOut">
              <a:rPr lang="ko-KR" altLang="en-US" smtClean="0"/>
              <a:t>2026-01-19</a:t>
            </a:fld>
            <a:endParaRPr lang="ko-KR" altLang="en-US" dirty="0"/>
          </a:p>
        </p:txBody>
      </p:sp>
      <p:sp>
        <p:nvSpPr>
          <p:cNvPr id="4" name="슬라이드 이미지 개체 틀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31" tIns="45715" rIns="91431" bIns="45715" rtlCol="0" anchor="ctr"/>
          <a:lstStyle/>
          <a:p>
            <a:endParaRPr lang="ko-KR" altLang="en-US" dirty="0"/>
          </a:p>
        </p:txBody>
      </p:sp>
      <p:sp>
        <p:nvSpPr>
          <p:cNvPr id="5" name="슬라이드 노트 개체 틀 4"/>
          <p:cNvSpPr>
            <a:spLocks noGrp="1"/>
          </p:cNvSpPr>
          <p:nvPr>
            <p:ph type="body" sz="quarter" idx="3"/>
          </p:nvPr>
        </p:nvSpPr>
        <p:spPr>
          <a:xfrm>
            <a:off x="679768" y="4777195"/>
            <a:ext cx="5438140" cy="3908614"/>
          </a:xfrm>
          <a:prstGeom prst="rect">
            <a:avLst/>
          </a:prstGeom>
        </p:spPr>
        <p:txBody>
          <a:bodyPr vert="horz" lIns="91431" tIns="45715" rIns="91431" bIns="45715"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8584"/>
            <a:ext cx="2945659" cy="498055"/>
          </a:xfrm>
          <a:prstGeom prst="rect">
            <a:avLst/>
          </a:prstGeom>
        </p:spPr>
        <p:txBody>
          <a:bodyPr vert="horz" lIns="91431" tIns="45715" rIns="91431" bIns="45715"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428584"/>
            <a:ext cx="2945659" cy="498055"/>
          </a:xfrm>
          <a:prstGeom prst="rect">
            <a:avLst/>
          </a:prstGeom>
        </p:spPr>
        <p:txBody>
          <a:bodyPr vert="horz" lIns="91431" tIns="45715" rIns="91431" bIns="45715"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36</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37</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XD12R</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2026-01-19</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2026-01-19</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2026-01-19</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2026-01-19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 Jan. 2026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3.png"/><Relationship Id="rId5" Type="http://schemas.openxmlformats.org/officeDocument/2006/relationships/image" Target="../media/image32.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224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XD12R</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0938"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20436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03285" y="3206080"/>
            <a:ext cx="3676234" cy="4154984"/>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XD12R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RGB LED  driver for display  backlight systems.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While conventional RGB backlight systems require separate three channels for red, green, and blue LED pixels, the XD12R achieves multiplexed driving for full-color RGB backlight pixels with one or two channels.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40mA of output current and a maximum output voltage of 40V and can time-share up to            three LEDs per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flicker-free RGB time-sequential operation, the device features optimized subframe timing control and precise current regulation to effectively suppress flickering caused by rapid color transitions.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features include LED open/short detection and overheating shutdown. A feedback control function is also included to optimize the VLED voltage during LED operation, improving power efficiency.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XD12R can be controlled with several commands through a XC24R controller or directly by a MCU.  Multiple XD12R devices can be daisy-chained and controlled via a serial interface from a single XC24R, enabling scalable, high-channel-count RGB LED backlight systems for large-area displays.</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421856" y="8022179"/>
            <a:ext cx="1470444"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586066" y="7995807"/>
            <a:ext cx="3946113" cy="615553"/>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LED Backlight for TV and Monitor.</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6488636"/>
          </a:xfrm>
          <a:prstGeom prst="rect">
            <a:avLst/>
          </a:prstGeom>
          <a:noFill/>
        </p:spPr>
        <p:txBody>
          <a:bodyPr wrap="square" lIns="0">
            <a:spAutoFit/>
          </a:bodyPr>
          <a:lstStyle/>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Specialized to support RGB backlight dimming</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Flexible for various LED pixel configuration: </a:t>
            </a:r>
          </a:p>
          <a:p>
            <a:pPr marL="108000" marR="137795" lvl="0">
              <a:lnSpc>
                <a:spcPct val="150000"/>
              </a:lnSpc>
              <a:spcBef>
                <a:spcPts val="385"/>
              </a:spcBef>
              <a:spcAft>
                <a:spcPts val="0"/>
              </a:spcAft>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Type-1(RGB, 12CH), Type-2(R/GB, 6CH), Type-3 (GB, 12CH)</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latin typeface="Arial" panose="020B0604020202020204" pitchFamily="34" charset="0"/>
              </a:rPr>
              <a:t>Bi-directional 1-wire daisy chain (31 serial) connection with configurable data rate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Interface parity function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12-channel output sink drivers with programmable max. current 40mA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12-bit global brightness control</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12-bit PWM or 14-bit PWM </a:t>
            </a:r>
          </a:p>
          <a:p>
            <a:pPr marL="279450" lvl="0" indent="-171450">
              <a:lnSpc>
                <a:spcPct val="150000"/>
              </a:lnSpc>
              <a:spcBef>
                <a:spcPts val="32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internal OSC frequency spread function for EMI rejection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output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dimming directions, head shift lighting and tail shift lighting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Sync controllability between daisied devices (sync-generation)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Optimal IC pin configuration allows for single layer PCB</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Supply voltage 3.0 ~ 3.6V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Maximum 40V output driver working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LED SHORT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OPEN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FEEDBACK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Over-Temperature Shutdown (Typ. 130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Over/Under-Voltage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Latch-up Immunity, I</a:t>
            </a:r>
            <a:r>
              <a:rPr lang="en-US" altLang="ko-KR" sz="1000" baseline="-25000" dirty="0">
                <a:latin typeface="Arial" panose="020B0604020202020204" pitchFamily="34" charset="0"/>
              </a:rPr>
              <a:t>LATCH</a:t>
            </a:r>
            <a:r>
              <a:rPr lang="en-US" altLang="ko-KR" sz="1000" dirty="0">
                <a:latin typeface="Arial" panose="020B0604020202020204" pitchFamily="34" charset="0"/>
              </a:rPr>
              <a:t> (JEDEC JESD78D Nov 2011) : ±100mA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ESDHBM (JEDEC JS-001-2017 Human Body Model) : ±2KV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Compact QFN3030-24 pin package</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47883"/>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392" name="그림 391">
            <a:extLst>
              <a:ext uri="{FF2B5EF4-FFF2-40B4-BE49-F238E27FC236}">
                <a16:creationId xmlns:a16="http://schemas.microsoft.com/office/drawing/2014/main" id="{A3FF72A2-D2CA-84B7-D886-959B6F771B9F}"/>
              </a:ext>
            </a:extLst>
          </p:cNvPr>
          <p:cNvPicPr>
            <a:picLocks noChangeAspect="1"/>
          </p:cNvPicPr>
          <p:nvPr/>
        </p:nvPicPr>
        <p:blipFill>
          <a:blip r:embed="rId2"/>
          <a:stretch>
            <a:fillRect/>
          </a:stretch>
        </p:blipFill>
        <p:spPr>
          <a:xfrm>
            <a:off x="1504527" y="1088795"/>
            <a:ext cx="4190920" cy="3859088"/>
          </a:xfrm>
          <a:prstGeom prst="rect">
            <a:avLst/>
          </a:prstGeom>
        </p:spPr>
      </p:pic>
      <p:pic>
        <p:nvPicPr>
          <p:cNvPr id="2" name="그림 1">
            <a:extLst>
              <a:ext uri="{FF2B5EF4-FFF2-40B4-BE49-F238E27FC236}">
                <a16:creationId xmlns:a16="http://schemas.microsoft.com/office/drawing/2014/main" id="{FEEC336D-27B7-66F3-82DB-2A6D0A810277}"/>
              </a:ext>
            </a:extLst>
          </p:cNvPr>
          <p:cNvPicPr>
            <a:picLocks noChangeAspect="1"/>
          </p:cNvPicPr>
          <p:nvPr/>
        </p:nvPicPr>
        <p:blipFill>
          <a:blip r:embed="rId3"/>
          <a:stretch>
            <a:fillRect/>
          </a:stretch>
        </p:blipFill>
        <p:spPr>
          <a:xfrm>
            <a:off x="286765" y="6068333"/>
            <a:ext cx="6204726" cy="2251504"/>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10817" y="84819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1497035304"/>
              </p:ext>
            </p:extLst>
          </p:nvPr>
        </p:nvGraphicFramePr>
        <p:xfrm>
          <a:off x="422353" y="4922162"/>
          <a:ext cx="6042618" cy="3771049"/>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675956">
                  <a:extLst>
                    <a:ext uri="{9D8B030D-6E8A-4147-A177-3AD203B41FA5}">
                      <a16:colId xmlns:a16="http://schemas.microsoft.com/office/drawing/2014/main" val="3382103366"/>
                    </a:ext>
                  </a:extLst>
                </a:gridCol>
                <a:gridCol w="1562164">
                  <a:extLst>
                    <a:ext uri="{9D8B030D-6E8A-4147-A177-3AD203B41FA5}">
                      <a16:colId xmlns:a16="http://schemas.microsoft.com/office/drawing/2014/main" val="915546717"/>
                    </a:ext>
                  </a:extLst>
                </a:gridCol>
              </a:tblGrid>
              <a:tr h="260447">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250328">
                <a:tc>
                  <a:txBody>
                    <a:bodyPr/>
                    <a:lstStyle/>
                    <a:p>
                      <a:pPr algn="ctr" fontAlgn="ct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O3</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O4</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O7</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O8</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O11</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O12</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76560">
                <a:tc>
                  <a:txBody>
                    <a:bodyPr/>
                    <a:lstStyle/>
                    <a:p>
                      <a:pPr algn="ctr" fontAlgn="ct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r h="28695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22353" y="456173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77556" y="4049803"/>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91" name="그룹 90">
            <a:extLst>
              <a:ext uri="{FF2B5EF4-FFF2-40B4-BE49-F238E27FC236}">
                <a16:creationId xmlns:a16="http://schemas.microsoft.com/office/drawing/2014/main" id="{E4092F61-0D32-82BF-0AEB-858C24BB3AD8}"/>
              </a:ext>
            </a:extLst>
          </p:cNvPr>
          <p:cNvGrpSpPr/>
          <p:nvPr/>
        </p:nvGrpSpPr>
        <p:grpSpPr>
          <a:xfrm>
            <a:off x="2171806" y="1281348"/>
            <a:ext cx="2616094" cy="2681051"/>
            <a:chOff x="2171806" y="1309289"/>
            <a:chExt cx="2434199" cy="2467950"/>
          </a:xfrm>
        </p:grpSpPr>
        <p:sp>
          <p:nvSpPr>
            <p:cNvPr id="4" name="직사각형 3">
              <a:extLst>
                <a:ext uri="{FF2B5EF4-FFF2-40B4-BE49-F238E27FC236}">
                  <a16:creationId xmlns:a16="http://schemas.microsoft.com/office/drawing/2014/main" id="{10BEFC6D-2279-90DD-5D1C-DDD376E75550}"/>
                </a:ext>
              </a:extLst>
            </p:cNvPr>
            <p:cNvSpPr/>
            <p:nvPr/>
          </p:nvSpPr>
          <p:spPr>
            <a:xfrm rot="5400000">
              <a:off x="2155660" y="132593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rot="5400000">
              <a:off x="4356202"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rot="5400000">
              <a:off x="4356202"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rot="5400000">
              <a:off x="4356202"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rot="5400000">
              <a:off x="4356202"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a:off x="2760341" y="1900239"/>
              <a:ext cx="1247715" cy="1269722"/>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155950" y="2328318"/>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500821" y="17887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505554" y="205405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2505554" y="262165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3985164" y="331422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3723966" y="3317402"/>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3471851" y="331574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2896894" y="3328632"/>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95356" y="164068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886669" y="164440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3175554" y="163795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3746653" y="164446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4066935" y="176739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4066935" y="204555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4070791" y="261266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59981" y="289760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3443662" y="163880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3991514" y="164358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4070791" y="233047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3179429" y="332105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2633269" y="332476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2505554" y="233802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2499306" y="292233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9" name="직사각형 38">
              <a:extLst>
                <a:ext uri="{FF2B5EF4-FFF2-40B4-BE49-F238E27FC236}">
                  <a16:creationId xmlns:a16="http://schemas.microsoft.com/office/drawing/2014/main" id="{FA051048-6E56-1C06-FA00-88E848077C4D}"/>
                </a:ext>
              </a:extLst>
            </p:cNvPr>
            <p:cNvSpPr/>
            <p:nvPr/>
          </p:nvSpPr>
          <p:spPr>
            <a:xfrm rot="5400000">
              <a:off x="2232514"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rot="5400000">
              <a:off x="2232514"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rot="5400000">
              <a:off x="2232514"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rot="5400000">
              <a:off x="2232514"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7" name="사각형: 잘린 한쪽 모서리 46">
              <a:extLst>
                <a:ext uri="{FF2B5EF4-FFF2-40B4-BE49-F238E27FC236}">
                  <a16:creationId xmlns:a16="http://schemas.microsoft.com/office/drawing/2014/main" id="{BCD106BC-541B-5315-F1D4-4DF46DE22057}"/>
                </a:ext>
              </a:extLst>
            </p:cNvPr>
            <p:cNvSpPr/>
            <p:nvPr/>
          </p:nvSpPr>
          <p:spPr>
            <a:xfrm>
              <a:off x="2172769" y="1723703"/>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213198" y="170198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5" name="사각형: 잘린 한쪽 모서리 44">
              <a:extLst>
                <a:ext uri="{FF2B5EF4-FFF2-40B4-BE49-F238E27FC236}">
                  <a16:creationId xmlns:a16="http://schemas.microsoft.com/office/drawing/2014/main" id="{D77BD9FB-05F1-DC04-B60E-6173FDA0DB97}"/>
                </a:ext>
              </a:extLst>
            </p:cNvPr>
            <p:cNvSpPr/>
            <p:nvPr/>
          </p:nvSpPr>
          <p:spPr>
            <a:xfrm rot="10800000" flipH="1">
              <a:off x="2171806" y="3169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2213199" y="314412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62093A6-89CE-FC42-EA15-EC74914A138F}"/>
                </a:ext>
              </a:extLst>
            </p:cNvPr>
            <p:cNvSpPr/>
            <p:nvPr/>
          </p:nvSpPr>
          <p:spPr>
            <a:xfrm>
              <a:off x="2868198"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158155"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48112"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38069"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559894" y="3469636"/>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02033" y="3469638"/>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61" name="직사각형 60">
              <a:extLst>
                <a:ext uri="{FF2B5EF4-FFF2-40B4-BE49-F238E27FC236}">
                  <a16:creationId xmlns:a16="http://schemas.microsoft.com/office/drawing/2014/main" id="{C6513BF3-3B8D-1A5B-8878-3E81D2C5241E}"/>
                </a:ext>
              </a:extLst>
            </p:cNvPr>
            <p:cNvSpPr/>
            <p:nvPr/>
          </p:nvSpPr>
          <p:spPr>
            <a:xfrm>
              <a:off x="3714806"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424849"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134892"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2844935"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사각형: 잘린 한쪽 모서리 68">
              <a:extLst>
                <a:ext uri="{FF2B5EF4-FFF2-40B4-BE49-F238E27FC236}">
                  <a16:creationId xmlns:a16="http://schemas.microsoft.com/office/drawing/2014/main" id="{47BF5BD8-3BA4-5976-3128-182D9136BD46}"/>
                </a:ext>
              </a:extLst>
            </p:cNvPr>
            <p:cNvSpPr/>
            <p:nvPr/>
          </p:nvSpPr>
          <p:spPr>
            <a:xfrm rot="5400000">
              <a:off x="3944568" y="1369428"/>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3986415" y="134956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7" name="사각형: 잘린 한쪽 모서리 66">
              <a:extLst>
                <a:ext uri="{FF2B5EF4-FFF2-40B4-BE49-F238E27FC236}">
                  <a16:creationId xmlns:a16="http://schemas.microsoft.com/office/drawing/2014/main" id="{66327C7A-2876-6B74-AFD1-FCA8E35994B3}"/>
                </a:ext>
              </a:extLst>
            </p:cNvPr>
            <p:cNvSpPr/>
            <p:nvPr/>
          </p:nvSpPr>
          <p:spPr>
            <a:xfrm rot="16200000" flipH="1">
              <a:off x="2497831" y="136894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2544276" y="134956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사각형: 잘린 한쪽 모서리 71">
              <a:extLst>
                <a:ext uri="{FF2B5EF4-FFF2-40B4-BE49-F238E27FC236}">
                  <a16:creationId xmlns:a16="http://schemas.microsoft.com/office/drawing/2014/main" id="{344D9631-1509-6F9F-7501-BD3CA9C18B20}"/>
                </a:ext>
              </a:extLst>
            </p:cNvPr>
            <p:cNvSpPr/>
            <p:nvPr/>
          </p:nvSpPr>
          <p:spPr>
            <a:xfrm rot="10800000" flipV="1">
              <a:off x="4294445" y="171978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4343266" y="170198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5" name="사각형: 잘린 한쪽 모서리 74">
              <a:extLst>
                <a:ext uri="{FF2B5EF4-FFF2-40B4-BE49-F238E27FC236}">
                  <a16:creationId xmlns:a16="http://schemas.microsoft.com/office/drawing/2014/main" id="{D02F29FC-05DF-7B55-A3F7-5FA06294CC4C}"/>
                </a:ext>
              </a:extLst>
            </p:cNvPr>
            <p:cNvSpPr/>
            <p:nvPr/>
          </p:nvSpPr>
          <p:spPr>
            <a:xfrm flipH="1" flipV="1">
              <a:off x="4297917" y="317326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340885" y="314412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D8539796-98D7-4CFC-6D78-EEE30F169D38}"/>
                </a:ext>
              </a:extLst>
            </p:cNvPr>
            <p:cNvSpPr txBox="1"/>
            <p:nvPr/>
          </p:nvSpPr>
          <p:spPr>
            <a:xfrm>
              <a:off x="4048501" y="3213795"/>
              <a:ext cx="201978"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SVO</a:t>
              </a:r>
            </a:p>
          </p:txBody>
        </p:sp>
        <p:sp>
          <p:nvSpPr>
            <p:cNvPr id="78" name="TextBox 77">
              <a:extLst>
                <a:ext uri="{FF2B5EF4-FFF2-40B4-BE49-F238E27FC236}">
                  <a16:creationId xmlns:a16="http://schemas.microsoft.com/office/drawing/2014/main" id="{A3F06153-51CF-A070-1E79-384524A9E328}"/>
                </a:ext>
              </a:extLst>
            </p:cNvPr>
            <p:cNvSpPr txBox="1"/>
            <p:nvPr/>
          </p:nvSpPr>
          <p:spPr>
            <a:xfrm>
              <a:off x="2493111" y="3216065"/>
              <a:ext cx="149080"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SVI</a:t>
              </a:r>
            </a:p>
          </p:txBody>
        </p:sp>
        <p:sp>
          <p:nvSpPr>
            <p:cNvPr id="13" name="TextBox 12">
              <a:extLst>
                <a:ext uri="{FF2B5EF4-FFF2-40B4-BE49-F238E27FC236}">
                  <a16:creationId xmlns:a16="http://schemas.microsoft.com/office/drawing/2014/main" id="{C8C626C8-F415-6D40-6B19-73F26E2D5682}"/>
                </a:ext>
              </a:extLst>
            </p:cNvPr>
            <p:cNvSpPr txBox="1"/>
            <p:nvPr/>
          </p:nvSpPr>
          <p:spPr>
            <a:xfrm>
              <a:off x="2212632" y="1991841"/>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TextBox 79">
              <a:extLst>
                <a:ext uri="{FF2B5EF4-FFF2-40B4-BE49-F238E27FC236}">
                  <a16:creationId xmlns:a16="http://schemas.microsoft.com/office/drawing/2014/main" id="{CE764032-847F-60B3-3F90-98F5DFDD8555}"/>
                </a:ext>
              </a:extLst>
            </p:cNvPr>
            <p:cNvSpPr txBox="1"/>
            <p:nvPr/>
          </p:nvSpPr>
          <p:spPr>
            <a:xfrm>
              <a:off x="2207171" y="228072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TextBox 80">
              <a:extLst>
                <a:ext uri="{FF2B5EF4-FFF2-40B4-BE49-F238E27FC236}">
                  <a16:creationId xmlns:a16="http://schemas.microsoft.com/office/drawing/2014/main" id="{02059E8C-0320-A828-BF47-4CAD7779277B}"/>
                </a:ext>
              </a:extLst>
            </p:cNvPr>
            <p:cNvSpPr txBox="1"/>
            <p:nvPr/>
          </p:nvSpPr>
          <p:spPr>
            <a:xfrm>
              <a:off x="2207171" y="2564517"/>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2" name="TextBox 81">
              <a:extLst>
                <a:ext uri="{FF2B5EF4-FFF2-40B4-BE49-F238E27FC236}">
                  <a16:creationId xmlns:a16="http://schemas.microsoft.com/office/drawing/2014/main" id="{82AD2074-3EAD-5A1A-9DE8-B5520815FC83}"/>
                </a:ext>
              </a:extLst>
            </p:cNvPr>
            <p:cNvSpPr txBox="1"/>
            <p:nvPr/>
          </p:nvSpPr>
          <p:spPr>
            <a:xfrm>
              <a:off x="2207171" y="2858880"/>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9C852FBD-27C3-9A2F-569B-C7BBE5939F08}"/>
                </a:ext>
              </a:extLst>
            </p:cNvPr>
            <p:cNvSpPr txBox="1"/>
            <p:nvPr/>
          </p:nvSpPr>
          <p:spPr>
            <a:xfrm>
              <a:off x="4343266" y="1991841"/>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860FC2FA-762C-1F87-32D3-3A94DD0BF6E8}"/>
                </a:ext>
              </a:extLst>
            </p:cNvPr>
            <p:cNvSpPr txBox="1"/>
            <p:nvPr/>
          </p:nvSpPr>
          <p:spPr>
            <a:xfrm>
              <a:off x="4343266" y="2286173"/>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F78BB64B-D32D-2ED6-4564-962FE1030A22}"/>
                </a:ext>
              </a:extLst>
            </p:cNvPr>
            <p:cNvSpPr txBox="1"/>
            <p:nvPr/>
          </p:nvSpPr>
          <p:spPr>
            <a:xfrm>
              <a:off x="4343266" y="256439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7" name="TextBox 86">
              <a:extLst>
                <a:ext uri="{FF2B5EF4-FFF2-40B4-BE49-F238E27FC236}">
                  <a16:creationId xmlns:a16="http://schemas.microsoft.com/office/drawing/2014/main" id="{5F141AA0-E529-C2FF-53F7-0A977948EDA2}"/>
                </a:ext>
              </a:extLst>
            </p:cNvPr>
            <p:cNvSpPr txBox="1"/>
            <p:nvPr/>
          </p:nvSpPr>
          <p:spPr>
            <a:xfrm>
              <a:off x="4343266" y="2858880"/>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3059795855"/>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45399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11" name="표 10">
            <a:extLst>
              <a:ext uri="{FF2B5EF4-FFF2-40B4-BE49-F238E27FC236}">
                <a16:creationId xmlns:a16="http://schemas.microsoft.com/office/drawing/2014/main" id="{32A16C21-C35C-B179-A30F-4E17D60E9CA8}"/>
              </a:ext>
            </a:extLst>
          </p:cNvPr>
          <p:cNvGraphicFramePr>
            <a:graphicFrameLocks noGrp="1"/>
          </p:cNvGraphicFramePr>
          <p:nvPr>
            <p:extLst>
              <p:ext uri="{D42A27DB-BD31-4B8C-83A1-F6EECF244321}">
                <p14:modId xmlns:p14="http://schemas.microsoft.com/office/powerpoint/2010/main" val="1222920610"/>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Schmit trigger</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TTL output</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57" name="그림 56">
            <a:extLst>
              <a:ext uri="{FF2B5EF4-FFF2-40B4-BE49-F238E27FC236}">
                <a16:creationId xmlns:a16="http://schemas.microsoft.com/office/drawing/2014/main" id="{D84355CA-83EC-9C13-79FB-75FECA5DCF90}"/>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58" name="그룹 57">
            <a:extLst>
              <a:ext uri="{FF2B5EF4-FFF2-40B4-BE49-F238E27FC236}">
                <a16:creationId xmlns:a16="http://schemas.microsoft.com/office/drawing/2014/main" id="{FF0D4A74-2A10-5F0C-F306-67DA01245C4F}"/>
              </a:ext>
            </a:extLst>
          </p:cNvPr>
          <p:cNvGrpSpPr/>
          <p:nvPr/>
        </p:nvGrpSpPr>
        <p:grpSpPr>
          <a:xfrm>
            <a:off x="2807104" y="4142420"/>
            <a:ext cx="1038538" cy="974255"/>
            <a:chOff x="2687819" y="3003631"/>
            <a:chExt cx="1094210" cy="1114062"/>
          </a:xfrm>
        </p:grpSpPr>
        <p:pic>
          <p:nvPicPr>
            <p:cNvPr id="59" name="그림 58">
              <a:extLst>
                <a:ext uri="{FF2B5EF4-FFF2-40B4-BE49-F238E27FC236}">
                  <a16:creationId xmlns:a16="http://schemas.microsoft.com/office/drawing/2014/main" id="{BBF3BF13-E6F5-3CFF-E1B6-C731C6EADD5A}"/>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60" name="TextBox 152">
              <a:extLst>
                <a:ext uri="{FF2B5EF4-FFF2-40B4-BE49-F238E27FC236}">
                  <a16:creationId xmlns:a16="http://schemas.microsoft.com/office/drawing/2014/main" id="{4B145E2B-9427-84E7-D956-78FB850120D2}"/>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61" name="그림 60">
            <a:extLst>
              <a:ext uri="{FF2B5EF4-FFF2-40B4-BE49-F238E27FC236}">
                <a16:creationId xmlns:a16="http://schemas.microsoft.com/office/drawing/2014/main" id="{F1202854-1F25-A9ED-4617-0D3076FA93B7}"/>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8" name="그림 7">
            <a:extLst>
              <a:ext uri="{FF2B5EF4-FFF2-40B4-BE49-F238E27FC236}">
                <a16:creationId xmlns:a16="http://schemas.microsoft.com/office/drawing/2014/main" id="{FF1E76EE-6C56-5BB8-ED2D-2E485C9E7E4A}"/>
              </a:ext>
            </a:extLst>
          </p:cNvPr>
          <p:cNvPicPr>
            <a:picLocks noChangeAspect="1"/>
          </p:cNvPicPr>
          <p:nvPr/>
        </p:nvPicPr>
        <p:blipFill>
          <a:blip r:embed="rId4"/>
          <a:stretch>
            <a:fillRect/>
          </a:stretch>
        </p:blipFill>
        <p:spPr>
          <a:xfrm>
            <a:off x="2657024" y="6836059"/>
            <a:ext cx="1433930" cy="495840"/>
          </a:xfrm>
          <a:prstGeom prst="rect">
            <a:avLst/>
          </a:prstGeom>
        </p:spPr>
      </p:pic>
      <p:pic>
        <p:nvPicPr>
          <p:cNvPr id="4" name="그림 3">
            <a:extLst>
              <a:ext uri="{FF2B5EF4-FFF2-40B4-BE49-F238E27FC236}">
                <a16:creationId xmlns:a16="http://schemas.microsoft.com/office/drawing/2014/main" id="{88E2C4E5-61F2-EC1A-2500-91514E7F5A03}"/>
              </a:ext>
            </a:extLst>
          </p:cNvPr>
          <p:cNvPicPr>
            <a:picLocks noChangeAspect="1"/>
          </p:cNvPicPr>
          <p:nvPr/>
        </p:nvPicPr>
        <p:blipFill>
          <a:blip r:embed="rId5"/>
          <a:stretch>
            <a:fillRect/>
          </a:stretch>
        </p:blipFill>
        <p:spPr>
          <a:xfrm>
            <a:off x="2667800" y="5579533"/>
            <a:ext cx="1423153" cy="54232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314178204"/>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1" name="object 11">
            <a:extLst>
              <a:ext uri="{FF2B5EF4-FFF2-40B4-BE49-F238E27FC236}">
                <a16:creationId xmlns:a16="http://schemas.microsoft.com/office/drawing/2014/main" id="{55B9BB63-ABDA-30DF-1ADD-245600E5B92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16">
            <a:extLst>
              <a:ext uri="{FF2B5EF4-FFF2-40B4-BE49-F238E27FC236}">
                <a16:creationId xmlns:a16="http://schemas.microsoft.com/office/drawing/2014/main" id="{43E2CD28-93DE-03DD-CB17-DC087DC8E39F}"/>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 = 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 40mA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sp>
        <p:nvSpPr>
          <p:cNvPr id="2" name="TextBox 1">
            <a:extLst>
              <a:ext uri="{FF2B5EF4-FFF2-40B4-BE49-F238E27FC236}">
                <a16:creationId xmlns:a16="http://schemas.microsoft.com/office/drawing/2014/main" id="{35171D58-FBAA-278F-0693-FF3701305F6C}"/>
              </a:ext>
            </a:extLst>
          </p:cNvPr>
          <p:cNvSpPr txBox="1"/>
          <p:nvPr/>
        </p:nvSpPr>
        <p:spPr>
          <a:xfrm>
            <a:off x="400853" y="6950863"/>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Ratings</a:t>
            </a:r>
          </a:p>
        </p:txBody>
      </p:sp>
      <p:sp>
        <p:nvSpPr>
          <p:cNvPr id="6" name="object 11">
            <a:extLst>
              <a:ext uri="{FF2B5EF4-FFF2-40B4-BE49-F238E27FC236}">
                <a16:creationId xmlns:a16="http://schemas.microsoft.com/office/drawing/2014/main" id="{8D0E866E-8EFE-F4EE-2C3C-B4E8D0E5AC8F}"/>
              </a:ext>
            </a:extLst>
          </p:cNvPr>
          <p:cNvSpPr txBox="1"/>
          <p:nvPr/>
        </p:nvSpPr>
        <p:spPr>
          <a:xfrm>
            <a:off x="2554451" y="8626005"/>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2" name="표 11">
            <a:extLst>
              <a:ext uri="{FF2B5EF4-FFF2-40B4-BE49-F238E27FC236}">
                <a16:creationId xmlns:a16="http://schemas.microsoft.com/office/drawing/2014/main" id="{FB8DEE20-B587-D217-4F4F-5CA097B677A9}"/>
              </a:ext>
            </a:extLst>
          </p:cNvPr>
          <p:cNvGraphicFramePr>
            <a:graphicFrameLocks noGrp="1"/>
          </p:cNvGraphicFramePr>
          <p:nvPr>
            <p:extLst>
              <p:ext uri="{D42A27DB-BD31-4B8C-83A1-F6EECF244321}">
                <p14:modId xmlns:p14="http://schemas.microsoft.com/office/powerpoint/2010/main" val="22191625"/>
              </p:ext>
            </p:extLst>
          </p:nvPr>
        </p:nvGraphicFramePr>
        <p:xfrm>
          <a:off x="400853" y="7264937"/>
          <a:ext cx="6048621" cy="112256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188728685"/>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133600" y="6254750"/>
            <a:ext cx="3773277" cy="777436"/>
            <a:chOff x="1920695" y="7478240"/>
            <a:chExt cx="3333652" cy="718717"/>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7" name="TextBox 6">
            <a:extLst>
              <a:ext uri="{FF2B5EF4-FFF2-40B4-BE49-F238E27FC236}">
                <a16:creationId xmlns:a16="http://schemas.microsoft.com/office/drawing/2014/main" id="{27E8CB22-5C14-6BD9-34DA-1ECD33A81E0B}"/>
              </a:ext>
            </a:extLst>
          </p:cNvPr>
          <p:cNvSpPr txBox="1"/>
          <p:nvPr/>
        </p:nvSpPr>
        <p:spPr>
          <a:xfrm>
            <a:off x="404813" y="7421974"/>
            <a:ext cx="5888038" cy="8951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pPr algn="just"/>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XC.</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1078263586"/>
              </p:ext>
            </p:extLst>
          </p:nvPr>
        </p:nvGraphicFramePr>
        <p:xfrm>
          <a:off x="333544" y="1136650"/>
          <a:ext cx="6169522" cy="6645372"/>
        </p:xfrm>
        <a:graphic>
          <a:graphicData uri="http://schemas.openxmlformats.org/drawingml/2006/table">
            <a:tbl>
              <a:tblPr>
                <a:tableStyleId>{5C22544A-7EE6-4342-B048-85BDC9FD1C3A}</a:tableStyleId>
              </a:tblPr>
              <a:tblGrid>
                <a:gridCol w="1430556">
                  <a:extLst>
                    <a:ext uri="{9D8B030D-6E8A-4147-A177-3AD203B41FA5}">
                      <a16:colId xmlns:a16="http://schemas.microsoft.com/office/drawing/2014/main" val="1783343538"/>
                    </a:ext>
                  </a:extLst>
                </a:gridCol>
                <a:gridCol w="697700">
                  <a:extLst>
                    <a:ext uri="{9D8B030D-6E8A-4147-A177-3AD203B41FA5}">
                      <a16:colId xmlns:a16="http://schemas.microsoft.com/office/drawing/2014/main" val="3180006436"/>
                    </a:ext>
                  </a:extLst>
                </a:gridCol>
                <a:gridCol w="1845786">
                  <a:extLst>
                    <a:ext uri="{9D8B030D-6E8A-4147-A177-3AD203B41FA5}">
                      <a16:colId xmlns:a16="http://schemas.microsoft.com/office/drawing/2014/main" val="1629708029"/>
                    </a:ext>
                  </a:extLst>
                </a:gridCol>
                <a:gridCol w="540587">
                  <a:extLst>
                    <a:ext uri="{9D8B030D-6E8A-4147-A177-3AD203B41FA5}">
                      <a16:colId xmlns:a16="http://schemas.microsoft.com/office/drawing/2014/main" val="3514095092"/>
                    </a:ext>
                  </a:extLst>
                </a:gridCol>
                <a:gridCol w="540587">
                  <a:extLst>
                    <a:ext uri="{9D8B030D-6E8A-4147-A177-3AD203B41FA5}">
                      <a16:colId xmlns:a16="http://schemas.microsoft.com/office/drawing/2014/main" val="2256908222"/>
                    </a:ext>
                  </a:extLst>
                </a:gridCol>
                <a:gridCol w="540587">
                  <a:extLst>
                    <a:ext uri="{9D8B030D-6E8A-4147-A177-3AD203B41FA5}">
                      <a16:colId xmlns:a16="http://schemas.microsoft.com/office/drawing/2014/main" val="2915946677"/>
                    </a:ext>
                  </a:extLst>
                </a:gridCol>
                <a:gridCol w="573719">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820" b="0" spc="-5" dirty="0">
                          <a:solidFill>
                            <a:schemeClr val="tx1"/>
                          </a:solidFill>
                          <a:latin typeface="Arial"/>
                          <a:cs typeface="Arial"/>
                        </a:rPr>
                        <a:t>0.38V@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dirty="0">
                          <a:solidFill>
                            <a:schemeClr val="tx1"/>
                          </a:solidFill>
                          <a:latin typeface="Arial"/>
                          <a:cs typeface="Arial"/>
                        </a:rPr>
                        <a:t>4mA,    0.40V@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spc="195" baseline="-18518" dirty="0">
                          <a:solidFill>
                            <a:schemeClr val="tx1"/>
                          </a:solidFill>
                          <a:latin typeface="Arial"/>
                          <a:cs typeface="Arial"/>
                        </a:rPr>
                        <a:t> </a:t>
                      </a:r>
                      <a:r>
                        <a:rPr lang="it-IT" altLang="ko-KR" sz="820" b="0" dirty="0">
                          <a:solidFill>
                            <a:schemeClr val="tx1"/>
                          </a:solidFill>
                          <a:latin typeface="Arial"/>
                          <a:cs typeface="Arial"/>
                        </a:rPr>
                        <a:t>8mA</a:t>
                      </a:r>
                    </a:p>
                    <a:p>
                      <a:pPr marL="54610">
                        <a:lnSpc>
                          <a:spcPct val="100000"/>
                        </a:lnSpc>
                      </a:pPr>
                      <a:r>
                        <a:rPr lang="it-IT" altLang="ko-KR" sz="820" b="0" spc="-5" dirty="0">
                          <a:solidFill>
                            <a:schemeClr val="tx1"/>
                          </a:solidFill>
                          <a:latin typeface="Arial"/>
                          <a:cs typeface="Arial"/>
                        </a:rPr>
                        <a:t>0.43V@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12mA,  </a:t>
                      </a:r>
                      <a:r>
                        <a:rPr lang="it-IT" altLang="ko-KR" sz="820" b="0" spc="-40" dirty="0">
                          <a:solidFill>
                            <a:schemeClr val="tx1"/>
                          </a:solidFill>
                          <a:latin typeface="Arial"/>
                          <a:cs typeface="Arial"/>
                        </a:rPr>
                        <a:t>0.45V</a:t>
                      </a:r>
                      <a:r>
                        <a:rPr lang="it-IT" altLang="ko-KR" sz="820" b="0" dirty="0">
                          <a:solidFill>
                            <a:schemeClr val="tx1"/>
                          </a:solidFill>
                          <a:latin typeface="Arial"/>
                          <a:cs typeface="Arial"/>
                        </a:rPr>
                        <a:t>@</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0.47V@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20mA,  0.50V@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24mA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0.52V@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28mA,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0.55V@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32mA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0.57V@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36mA,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40mA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233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l">
                        <a:lnSpc>
                          <a:spcPct val="100000"/>
                        </a:lnSpc>
                        <a:spcBef>
                          <a:spcPts val="160"/>
                        </a:spcBef>
                      </a:pPr>
                      <a:r>
                        <a:rPr sz="800" spc="-15" dirty="0">
                          <a:solidFill>
                            <a:schemeClr val="tx1"/>
                          </a:solidFill>
                          <a:latin typeface="Arial"/>
                          <a:cs typeface="Arial"/>
                        </a:rPr>
                        <a:t>S</a:t>
                      </a:r>
                      <a:r>
                        <a:rPr sz="800" spc="-10" dirty="0">
                          <a:solidFill>
                            <a:schemeClr val="tx1"/>
                          </a:solidFill>
                          <a:latin typeface="Arial"/>
                          <a:cs typeface="Arial"/>
                        </a:rPr>
                        <a:t>ho</a:t>
                      </a:r>
                      <a:r>
                        <a:rPr sz="800" spc="-15" dirty="0">
                          <a:solidFill>
                            <a:schemeClr val="tx1"/>
                          </a:solidFill>
                          <a:latin typeface="Arial"/>
                          <a:cs typeface="Arial"/>
                        </a:rPr>
                        <a:t>r</a:t>
                      </a:r>
                      <a:r>
                        <a:rPr sz="800" dirty="0">
                          <a:solidFill>
                            <a:schemeClr val="tx1"/>
                          </a:solidFill>
                          <a:latin typeface="Arial"/>
                          <a:cs typeface="Arial"/>
                        </a:rPr>
                        <a:t>t</a:t>
                      </a:r>
                      <a:r>
                        <a:rPr sz="800" spc="-60" dirty="0">
                          <a:solidFill>
                            <a:schemeClr val="tx1"/>
                          </a:solidFill>
                          <a:latin typeface="Arial"/>
                          <a:cs typeface="Arial"/>
                        </a:rPr>
                        <a:t> </a:t>
                      </a:r>
                      <a:r>
                        <a:rPr sz="800" spc="-10" dirty="0">
                          <a:solidFill>
                            <a:schemeClr val="tx1"/>
                          </a:solidFill>
                          <a:latin typeface="Arial"/>
                          <a:cs typeface="Arial"/>
                        </a:rPr>
                        <a:t>detecti</a:t>
                      </a:r>
                      <a:r>
                        <a:rPr sz="800" spc="-25" dirty="0">
                          <a:solidFill>
                            <a:schemeClr val="tx1"/>
                          </a:solidFill>
                          <a:latin typeface="Arial"/>
                          <a:cs typeface="Arial"/>
                        </a:rPr>
                        <a:t>o</a:t>
                      </a:r>
                      <a:r>
                        <a:rPr sz="800" dirty="0">
                          <a:solidFill>
                            <a:schemeClr val="tx1"/>
                          </a:solidFill>
                          <a:latin typeface="Arial"/>
                          <a:cs typeface="Arial"/>
                        </a:rPr>
                        <a:t>n</a:t>
                      </a:r>
                      <a:r>
                        <a:rPr sz="800" spc="-70" dirty="0">
                          <a:solidFill>
                            <a:schemeClr val="tx1"/>
                          </a:solidFill>
                          <a:latin typeface="Arial"/>
                          <a:cs typeface="Arial"/>
                        </a:rPr>
                        <a:t> </a:t>
                      </a:r>
                      <a:r>
                        <a:rPr sz="800" spc="-10" dirty="0">
                          <a:solidFill>
                            <a:schemeClr val="tx1"/>
                          </a:solidFill>
                          <a:latin typeface="Arial"/>
                          <a:cs typeface="Arial"/>
                        </a:rPr>
                        <a:t>le</a:t>
                      </a:r>
                      <a:r>
                        <a:rPr sz="800" spc="-20" dirty="0">
                          <a:solidFill>
                            <a:schemeClr val="tx1"/>
                          </a:solidFill>
                          <a:latin typeface="Arial"/>
                          <a:cs typeface="Arial"/>
                        </a:rPr>
                        <a:t>v</a:t>
                      </a:r>
                      <a:r>
                        <a:rPr sz="800" spc="-10" dirty="0">
                          <a:solidFill>
                            <a:schemeClr val="tx1"/>
                          </a:solidFill>
                          <a:latin typeface="Arial"/>
                          <a:cs typeface="Arial"/>
                        </a:rPr>
                        <a:t>e</a:t>
                      </a:r>
                      <a:r>
                        <a:rPr sz="800" dirty="0">
                          <a:solidFill>
                            <a:schemeClr val="tx1"/>
                          </a:solidFill>
                          <a:latin typeface="Arial"/>
                          <a:cs typeface="Arial"/>
                        </a:rPr>
                        <a:t>l</a:t>
                      </a:r>
                      <a:r>
                        <a:rPr sz="800" spc="-30" dirty="0">
                          <a:solidFill>
                            <a:schemeClr val="tx1"/>
                          </a:solidFill>
                          <a:latin typeface="Arial"/>
                          <a:cs typeface="Arial"/>
                        </a:rPr>
                        <a:t> </a:t>
                      </a:r>
                      <a:r>
                        <a:rPr sz="800" spc="-5" dirty="0">
                          <a:solidFill>
                            <a:schemeClr val="tx1"/>
                          </a:solidFill>
                          <a:latin typeface="Arial"/>
                          <a:cs typeface="Arial"/>
                        </a:rPr>
                        <a:t>V</a:t>
                      </a:r>
                      <a:r>
                        <a:rPr sz="800" spc="-7" baseline="-18518" dirty="0">
                          <a:solidFill>
                            <a:schemeClr val="tx1"/>
                          </a:solidFill>
                          <a:latin typeface="Arial"/>
                          <a:cs typeface="Arial"/>
                        </a:rPr>
                        <a:t>S</a:t>
                      </a:r>
                      <a:r>
                        <a:rPr sz="800" baseline="-18518" dirty="0">
                          <a:solidFill>
                            <a:schemeClr val="tx1"/>
                          </a:solidFill>
                          <a:latin typeface="Arial"/>
                          <a:cs typeface="Arial"/>
                        </a:rPr>
                        <a:t>D</a:t>
                      </a:r>
                      <a:r>
                        <a:rPr lang="ko-KR" altLang="en-US" sz="800" baseline="-18518" dirty="0">
                          <a:solidFill>
                            <a:schemeClr val="tx1"/>
                          </a:solidFill>
                          <a:latin typeface="Arial"/>
                          <a:cs typeface="Arial"/>
                        </a:rPr>
                        <a:t> </a:t>
                      </a:r>
                      <a:r>
                        <a:rPr lang="en-US" altLang="ko-KR" sz="800" dirty="0">
                          <a:solidFill>
                            <a:schemeClr val="tx1"/>
                          </a:solidFill>
                          <a:latin typeface="Arial"/>
                          <a:cs typeface="Arial"/>
                        </a:rPr>
                        <a:t>:</a:t>
                      </a:r>
                      <a:r>
                        <a:rPr lang="ko-KR" altLang="en-US" sz="800" dirty="0">
                          <a:solidFill>
                            <a:schemeClr val="tx1"/>
                          </a:solidFill>
                          <a:latin typeface="Arial"/>
                          <a:cs typeface="Arial"/>
                        </a:rPr>
                        <a:t>  </a:t>
                      </a:r>
                      <a:endParaRPr lang="en-US" sz="800" dirty="0">
                        <a:solidFill>
                          <a:schemeClr val="tx1"/>
                        </a:solidFill>
                        <a:latin typeface="Arial"/>
                        <a:cs typeface="Arial"/>
                      </a:endParaRPr>
                    </a:p>
                    <a:p>
                      <a:pPr marL="275590" marR="241300" indent="33020" algn="l">
                        <a:lnSpc>
                          <a:spcPct val="100000"/>
                        </a:lnSpc>
                        <a:spcBef>
                          <a:spcPts val="160"/>
                        </a:spcBef>
                      </a:pPr>
                      <a:r>
                        <a:rPr lang="en-US" sz="800" dirty="0">
                          <a:solidFill>
                            <a:schemeClr val="tx1"/>
                          </a:solidFill>
                          <a:latin typeface="Arial"/>
                          <a:cs typeface="Arial"/>
                        </a:rPr>
                        <a:t>3b’000=3.5V,</a:t>
                      </a:r>
                      <a:r>
                        <a:rPr lang="en-US" sz="800" spc="160" dirty="0">
                          <a:solidFill>
                            <a:schemeClr val="tx1"/>
                          </a:solidFill>
                          <a:latin typeface="Arial"/>
                          <a:cs typeface="Arial"/>
                        </a:rPr>
                        <a:t> </a:t>
                      </a:r>
                      <a:r>
                        <a:rPr lang="en-US" sz="800" dirty="0">
                          <a:solidFill>
                            <a:schemeClr val="tx1"/>
                          </a:solidFill>
                          <a:latin typeface="Arial"/>
                          <a:cs typeface="Arial"/>
                        </a:rPr>
                        <a:t>3b’001=4.5V</a:t>
                      </a:r>
                    </a:p>
                    <a:p>
                      <a:pPr marL="275590" algn="l">
                        <a:lnSpc>
                          <a:spcPct val="100000"/>
                        </a:lnSpc>
                      </a:pPr>
                      <a:r>
                        <a:rPr lang="en-US" sz="800" dirty="0">
                          <a:solidFill>
                            <a:schemeClr val="tx1"/>
                          </a:solidFill>
                          <a:latin typeface="Arial"/>
                          <a:cs typeface="Arial"/>
                        </a:rPr>
                        <a:t> </a:t>
                      </a:r>
                      <a:r>
                        <a:rPr sz="800" dirty="0">
                          <a:solidFill>
                            <a:schemeClr val="tx1"/>
                          </a:solidFill>
                          <a:latin typeface="Arial"/>
                          <a:cs typeface="Arial"/>
                        </a:rPr>
                        <a:t>3b’0</a:t>
                      </a:r>
                      <a:r>
                        <a:rPr lang="en-US" sz="800" dirty="0">
                          <a:solidFill>
                            <a:schemeClr val="tx1"/>
                          </a:solidFill>
                          <a:latin typeface="Arial"/>
                          <a:cs typeface="Arial"/>
                        </a:rPr>
                        <a:t>10</a:t>
                      </a:r>
                      <a:r>
                        <a:rPr sz="800" dirty="0">
                          <a:solidFill>
                            <a:schemeClr val="tx1"/>
                          </a:solidFill>
                          <a:latin typeface="Arial"/>
                          <a:cs typeface="Arial"/>
                        </a:rPr>
                        <a:t>=</a:t>
                      </a:r>
                      <a:r>
                        <a:rPr lang="en-US" sz="800" dirty="0">
                          <a:solidFill>
                            <a:schemeClr val="tx1"/>
                          </a:solidFill>
                          <a:latin typeface="Arial"/>
                          <a:cs typeface="Arial"/>
                        </a:rPr>
                        <a:t>6.5</a:t>
                      </a:r>
                      <a:r>
                        <a:rPr sz="800" dirty="0">
                          <a:solidFill>
                            <a:schemeClr val="tx1"/>
                          </a:solidFill>
                          <a:latin typeface="Arial"/>
                          <a:cs typeface="Arial"/>
                        </a:rPr>
                        <a:t>V,</a:t>
                      </a:r>
                      <a:r>
                        <a:rPr sz="800" spc="125"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011</a:t>
                      </a:r>
                      <a:r>
                        <a:rPr sz="800" dirty="0">
                          <a:solidFill>
                            <a:schemeClr val="tx1"/>
                          </a:solidFill>
                          <a:latin typeface="Arial"/>
                          <a:cs typeface="Arial"/>
                        </a:rPr>
                        <a:t>=</a:t>
                      </a:r>
                      <a:r>
                        <a:rPr lang="en-US" sz="800" dirty="0">
                          <a:solidFill>
                            <a:schemeClr val="tx1"/>
                          </a:solidFill>
                          <a:latin typeface="Arial"/>
                          <a:cs typeface="Arial"/>
                        </a:rPr>
                        <a:t>9.0</a:t>
                      </a:r>
                      <a:r>
                        <a:rPr sz="800" dirty="0">
                          <a:solidFill>
                            <a:schemeClr val="tx1"/>
                          </a:solidFill>
                          <a:latin typeface="Arial"/>
                          <a:cs typeface="Arial"/>
                        </a:rPr>
                        <a:t>V</a:t>
                      </a:r>
                    </a:p>
                    <a:p>
                      <a:pPr marL="275590" algn="l">
                        <a:lnSpc>
                          <a:spcPct val="100000"/>
                        </a:lnSpc>
                      </a:pPr>
                      <a:r>
                        <a:rPr lang="en-US" sz="800" spc="-5" dirty="0">
                          <a:solidFill>
                            <a:schemeClr val="tx1"/>
                          </a:solidFill>
                          <a:latin typeface="Arial"/>
                          <a:cs typeface="Arial"/>
                        </a:rPr>
                        <a:t> </a:t>
                      </a:r>
                      <a:r>
                        <a:rPr sz="800" spc="-5" dirty="0">
                          <a:solidFill>
                            <a:schemeClr val="tx1"/>
                          </a:solidFill>
                          <a:latin typeface="Arial"/>
                          <a:cs typeface="Arial"/>
                        </a:rPr>
                        <a:t>3b’</a:t>
                      </a:r>
                      <a:r>
                        <a:rPr lang="en-US" sz="800" spc="-5" dirty="0">
                          <a:solidFill>
                            <a:schemeClr val="tx1"/>
                          </a:solidFill>
                          <a:latin typeface="Arial"/>
                          <a:cs typeface="Arial"/>
                        </a:rPr>
                        <a:t>100</a:t>
                      </a:r>
                      <a:r>
                        <a:rPr sz="800" spc="-5" dirty="0">
                          <a:solidFill>
                            <a:schemeClr val="tx1"/>
                          </a:solidFill>
                          <a:latin typeface="Arial"/>
                          <a:cs typeface="Arial"/>
                        </a:rPr>
                        <a:t>=</a:t>
                      </a:r>
                      <a:r>
                        <a:rPr lang="en-US" sz="800" spc="-5" dirty="0">
                          <a:solidFill>
                            <a:schemeClr val="tx1"/>
                          </a:solidFill>
                          <a:latin typeface="Arial"/>
                          <a:cs typeface="Arial"/>
                        </a:rPr>
                        <a:t>13.5</a:t>
                      </a:r>
                      <a:r>
                        <a:rPr sz="800" spc="-5" dirty="0">
                          <a:solidFill>
                            <a:schemeClr val="tx1"/>
                          </a:solidFill>
                          <a:latin typeface="Arial"/>
                          <a:cs typeface="Arial"/>
                        </a:rPr>
                        <a:t>V,3b’1</a:t>
                      </a:r>
                      <a:r>
                        <a:rPr lang="en-US" sz="800" spc="-5" dirty="0">
                          <a:solidFill>
                            <a:schemeClr val="tx1"/>
                          </a:solidFill>
                          <a:latin typeface="Arial"/>
                          <a:cs typeface="Arial"/>
                        </a:rPr>
                        <a:t>01</a:t>
                      </a:r>
                      <a:r>
                        <a:rPr sz="800" spc="-5" dirty="0">
                          <a:solidFill>
                            <a:schemeClr val="tx1"/>
                          </a:solidFill>
                          <a:latin typeface="Arial"/>
                          <a:cs typeface="Arial"/>
                        </a:rPr>
                        <a:t>=</a:t>
                      </a:r>
                      <a:r>
                        <a:rPr lang="en-US" sz="800" spc="-5" dirty="0">
                          <a:solidFill>
                            <a:schemeClr val="tx1"/>
                          </a:solidFill>
                          <a:latin typeface="Arial"/>
                          <a:cs typeface="Arial"/>
                        </a:rPr>
                        <a:t>17.5</a:t>
                      </a:r>
                      <a:r>
                        <a:rPr sz="800" spc="-5" dirty="0">
                          <a:solidFill>
                            <a:schemeClr val="tx1"/>
                          </a:solidFill>
                          <a:latin typeface="Arial"/>
                          <a:cs typeface="Arial"/>
                        </a:rPr>
                        <a:t>V</a:t>
                      </a:r>
                      <a:endParaRPr sz="800" dirty="0">
                        <a:solidFill>
                          <a:schemeClr val="tx1"/>
                        </a:solidFill>
                        <a:latin typeface="Arial"/>
                        <a:cs typeface="Arial"/>
                      </a:endParaRPr>
                    </a:p>
                    <a:p>
                      <a:pPr marL="275590" algn="l">
                        <a:lnSpc>
                          <a:spcPct val="100000"/>
                        </a:lnSpc>
                        <a:spcBef>
                          <a:spcPts val="5"/>
                        </a:spcBef>
                      </a:pPr>
                      <a:r>
                        <a:rPr lang="en-US" sz="800"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110</a:t>
                      </a:r>
                      <a:r>
                        <a:rPr sz="800" dirty="0">
                          <a:solidFill>
                            <a:schemeClr val="tx1"/>
                          </a:solidFill>
                          <a:latin typeface="Arial"/>
                          <a:cs typeface="Arial"/>
                        </a:rPr>
                        <a:t>=</a:t>
                      </a:r>
                      <a:r>
                        <a:rPr lang="en-US" sz="800" dirty="0">
                          <a:solidFill>
                            <a:schemeClr val="tx1"/>
                          </a:solidFill>
                          <a:latin typeface="Arial"/>
                          <a:cs typeface="Arial"/>
                        </a:rPr>
                        <a:t>26</a:t>
                      </a:r>
                      <a:r>
                        <a:rPr sz="800" dirty="0">
                          <a:solidFill>
                            <a:schemeClr val="tx1"/>
                          </a:solidFill>
                          <a:latin typeface="Arial"/>
                          <a:cs typeface="Arial"/>
                        </a:rPr>
                        <a:t>V,</a:t>
                      </a:r>
                      <a:r>
                        <a:rPr lang="en-US" sz="800" dirty="0">
                          <a:solidFill>
                            <a:schemeClr val="tx1"/>
                          </a:solidFill>
                          <a:latin typeface="Arial"/>
                          <a:cs typeface="Arial"/>
                        </a:rPr>
                        <a:t> </a:t>
                      </a:r>
                      <a:r>
                        <a:rPr sz="800" spc="125" dirty="0">
                          <a:solidFill>
                            <a:schemeClr val="tx1"/>
                          </a:solidFill>
                          <a:latin typeface="Arial"/>
                          <a:cs typeface="Arial"/>
                        </a:rPr>
                        <a:t> </a:t>
                      </a:r>
                      <a:r>
                        <a:rPr sz="800" dirty="0">
                          <a:solidFill>
                            <a:schemeClr val="tx1"/>
                          </a:solidFill>
                          <a:latin typeface="Arial"/>
                          <a:cs typeface="Arial"/>
                        </a:rPr>
                        <a:t>3b’111=3</a:t>
                      </a:r>
                      <a:r>
                        <a:rPr lang="en-US" sz="800" dirty="0">
                          <a:solidFill>
                            <a:schemeClr val="tx1"/>
                          </a:solidFill>
                          <a:latin typeface="Arial"/>
                          <a:cs typeface="Arial"/>
                        </a:rPr>
                        <a:t>2</a:t>
                      </a:r>
                      <a:r>
                        <a:rPr sz="800" dirty="0">
                          <a:solidFill>
                            <a:schemeClr val="tx1"/>
                          </a:solidFill>
                          <a:latin typeface="Arial"/>
                          <a:cs typeface="Arial"/>
                        </a:rPr>
                        <a:t>V</a:t>
                      </a: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4’b0000 =   4mA, 4’b0001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4’b0010 = 12mA, 4’b0011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4’b0100 = 20mA, 4’b0101 = 24mA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4’b0110 = 28mA, 4’b0111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4’b1000 = 12mA, 4’b1001 = 16mA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4’b1010 = 20mA, 4’b1011 = 24mA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4’b1100 = 28mA, 4’b1101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4’b1110 = 36mA, 4’b1111 = 40mA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40</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0.45V,  3’b001 = 0.55V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0.65V,  3’b011 = 0.75V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0.90V,  3’b101 = 1.05V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1.20V,  3’b111 = 1.35V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altLang="ko-KR" sz="900" dirty="0">
                          <a:solidFill>
                            <a:schemeClr val="tx1"/>
                          </a:solidFill>
                          <a:latin typeface="Arial" panose="020B0604020202020204" pitchFamily="34" charset="0"/>
                          <a:cs typeface="Arial" panose="020B0604020202020204" pitchFamily="34" charset="0"/>
                        </a:rPr>
                        <a:t>Default OFS_TEMP [3:0] = 0x8</a:t>
                      </a: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130</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28208" y="7898910"/>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3535739944"/>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XD12R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4505" y="50771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82625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92076" cy="138499"/>
            </a:xfrm>
            <a:prstGeom prst="rect">
              <a:avLst/>
            </a:prstGeom>
            <a:solidFill>
              <a:schemeClr val="bg1"/>
            </a:solidFill>
          </p:spPr>
          <p:txBody>
            <a:bodyPr wrap="none" lIns="36000" tIns="0" rIns="36000" bIns="0" rtlCol="0" anchor="ctr" anchorCtr="0">
              <a:spAutoFit/>
            </a:bodyPr>
            <a:lstStyle/>
            <a:p>
              <a:r>
                <a:rPr lang="en-US" altLang="ko-KR" sz="900" dirty="0"/>
                <a:t>3.3V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292341"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XD12R </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dirty="0">
                  <a:solidFill>
                    <a:schemeClr val="tx1"/>
                  </a:solidFill>
                  <a:latin typeface="Arial" panose="020B0604020202020204" pitchFamily="34" charset="0"/>
                  <a:cs typeface="Arial" panose="020B0604020202020204" pitchFamily="34" charset="0"/>
                </a:rPr>
                <a:t>XD12R  setup for dimming</a:t>
              </a:r>
              <a:endParaRPr lang="ko-KR" altLang="en-US" sz="8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DCF4DE-CFB3-5366-D892-071ABF42F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228E66B-49BF-A516-78A2-5D69EA4D91D2}"/>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pin 18 as possible in below.</a:t>
            </a:r>
          </a:p>
        </p:txBody>
      </p:sp>
      <p:sp>
        <p:nvSpPr>
          <p:cNvPr id="2" name="TextBox 1">
            <a:extLst>
              <a:ext uri="{FF2B5EF4-FFF2-40B4-BE49-F238E27FC236}">
                <a16:creationId xmlns:a16="http://schemas.microsoft.com/office/drawing/2014/main" id="{FF18CDC6-F1E4-6F3B-CC74-4E610E1B6E19}"/>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XD12R</a:t>
            </a:r>
            <a:r>
              <a:rPr kumimoji="0" lang="ko-KR" altLang="en-US"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single 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1853815E-6839-9E21-F2FA-7EE2B7613B3D}"/>
              </a:ext>
            </a:extLst>
          </p:cNvPr>
          <p:cNvSpPr txBox="1"/>
          <p:nvPr/>
        </p:nvSpPr>
        <p:spPr>
          <a:xfrm>
            <a:off x="553680" y="2427418"/>
            <a:ext cx="5899508" cy="2099870"/>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single 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PSR over lab area size :  </a:t>
            </a:r>
            <a:r>
              <a:rPr lang="en-US" altLang="ko-KR" sz="1000" dirty="0">
                <a:solidFill>
                  <a:prstClr val="black"/>
                </a:solidFill>
                <a:latin typeface="맑은 고딕" panose="020F0502020204030204"/>
              </a:rPr>
              <a:t>2.2 x 0.7 mm</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PSR thickness : 25~35um</a:t>
            </a:r>
            <a:r>
              <a:rPr kumimoji="0" lang="ko-KR" altLang="en-US"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ensure insulation in the overlapping area between the T-PAD and </a:t>
            </a: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Power V</a:t>
            </a:r>
            <a:r>
              <a:rPr kumimoji="0" lang="en-US" altLang="ko-KR" sz="800" b="0" i="0" u="none" strike="noStrike" kern="1200" cap="none" spc="0" normalizeH="0" baseline="-25000" noProof="0" dirty="0">
                <a:ln>
                  <a:noFill/>
                </a:ln>
                <a:solidFill>
                  <a:prstClr val="black"/>
                </a:solidFill>
                <a:effectLst/>
                <a:uLnTx/>
                <a:uFillTx/>
                <a:latin typeface="맑은 고딕" panose="020F0502020204030204"/>
                <a:ea typeface="맑은 고딕" panose="020B0503020000020004" pitchFamily="50" charset="-127"/>
                <a:cs typeface="+mn-cs"/>
              </a:rPr>
              <a:t>DD</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pattern, a PSR thickness of 25 to 35 µm or more is recommended.)</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0.17mm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pic>
        <p:nvPicPr>
          <p:cNvPr id="6" name="그림 5" descr="텍스트, 도표, 평면도, 스크린샷이(가) 표시된 사진&#10;&#10;AI 생성 콘텐츠는 정확하지 않을 수 있습니다.">
            <a:extLst>
              <a:ext uri="{FF2B5EF4-FFF2-40B4-BE49-F238E27FC236}">
                <a16:creationId xmlns:a16="http://schemas.microsoft.com/office/drawing/2014/main" id="{7B0712A9-49EF-F3CE-6954-BC489B76F803}"/>
              </a:ext>
            </a:extLst>
          </p:cNvPr>
          <p:cNvPicPr>
            <a:picLocks noChangeAspect="1"/>
          </p:cNvPicPr>
          <p:nvPr/>
        </p:nvPicPr>
        <p:blipFill>
          <a:blip r:embed="rId2"/>
          <a:stretch>
            <a:fillRect/>
          </a:stretch>
        </p:blipFill>
        <p:spPr>
          <a:xfrm>
            <a:off x="549275" y="5124450"/>
            <a:ext cx="5903913" cy="2270358"/>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그림 20">
            <a:extLst>
              <a:ext uri="{FF2B5EF4-FFF2-40B4-BE49-F238E27FC236}">
                <a16:creationId xmlns:a16="http://schemas.microsoft.com/office/drawing/2014/main" id="{41287EC4-54EE-5E4F-1ED3-9CE8DF4F3F37}"/>
              </a:ext>
            </a:extLst>
          </p:cNvPr>
          <p:cNvPicPr>
            <a:picLocks noChangeAspect="1"/>
          </p:cNvPicPr>
          <p:nvPr/>
        </p:nvPicPr>
        <p:blipFill>
          <a:blip r:embed="rId2"/>
          <a:stretch>
            <a:fillRect/>
          </a:stretch>
        </p:blipFill>
        <p:spPr>
          <a:xfrm>
            <a:off x="1368507" y="5753697"/>
            <a:ext cx="3882786" cy="833175"/>
          </a:xfrm>
          <a:prstGeom prst="rect">
            <a:avLst/>
          </a:prstGeom>
        </p:spPr>
      </p:pic>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can be controlled with several commands through a XC24R controller or directly by MCU. </a:t>
            </a:r>
          </a:p>
          <a:p>
            <a:pPr algn="just"/>
            <a:r>
              <a:rPr lang="en-US" altLang="ko-KR" sz="1000" dirty="0">
                <a:latin typeface="Arial" panose="020B0604020202020204" pitchFamily="34" charset="0"/>
                <a:cs typeface="Arial" panose="020B0604020202020204" pitchFamily="34" charset="0"/>
              </a:rPr>
              <a:t>The access protocol and frame format are as follows and if several XD12R is connected in daisy, the commands should be repeated successively as many as the XD12R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2015319" y="5070075"/>
            <a:ext cx="291105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534874"/>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36" name="그룹 35">
            <a:extLst>
              <a:ext uri="{FF2B5EF4-FFF2-40B4-BE49-F238E27FC236}">
                <a16:creationId xmlns:a16="http://schemas.microsoft.com/office/drawing/2014/main" id="{E0904E6D-4CF6-A0AD-47E9-FC75A62F07DE}"/>
              </a:ext>
            </a:extLst>
          </p:cNvPr>
          <p:cNvGrpSpPr/>
          <p:nvPr/>
        </p:nvGrpSpPr>
        <p:grpSpPr>
          <a:xfrm>
            <a:off x="238088" y="6657762"/>
            <a:ext cx="6245917" cy="2582404"/>
            <a:chOff x="2976563" y="2832662"/>
            <a:chExt cx="6245917" cy="2582404"/>
          </a:xfrm>
        </p:grpSpPr>
        <p:grpSp>
          <p:nvGrpSpPr>
            <p:cNvPr id="37" name="그룹 36">
              <a:extLst>
                <a:ext uri="{FF2B5EF4-FFF2-40B4-BE49-F238E27FC236}">
                  <a16:creationId xmlns:a16="http://schemas.microsoft.com/office/drawing/2014/main" id="{B8C6F0F3-CA28-C49C-C089-2CA8D6D71CFC}"/>
                </a:ext>
              </a:extLst>
            </p:cNvPr>
            <p:cNvGrpSpPr/>
            <p:nvPr/>
          </p:nvGrpSpPr>
          <p:grpSpPr>
            <a:xfrm>
              <a:off x="2976563" y="2832662"/>
              <a:ext cx="6245917" cy="2582404"/>
              <a:chOff x="2976563" y="2832662"/>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3"/>
              <a:stretch>
                <a:fillRect/>
              </a:stretch>
            </p:blipFill>
            <p:spPr>
              <a:xfrm>
                <a:off x="3030480" y="2832662"/>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3597506" y="4637088"/>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84D4B7F5-9EC6-B8F6-FE07-BAEF6E495E56}"/>
                  </a:ext>
                </a:extLst>
              </p:cNvPr>
              <p:cNvGrpSpPr/>
              <p:nvPr/>
            </p:nvGrpSpPr>
            <p:grpSpPr>
              <a:xfrm>
                <a:off x="3877597" y="4599160"/>
                <a:ext cx="260886" cy="169277"/>
                <a:chOff x="2366536" y="4364341"/>
                <a:chExt cx="242374"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2366536" y="4364341"/>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 name="그룹 46">
                <a:extLst>
                  <a:ext uri="{FF2B5EF4-FFF2-40B4-BE49-F238E27FC236}">
                    <a16:creationId xmlns:a16="http://schemas.microsoft.com/office/drawing/2014/main" id="{175EC060-98F9-49E0-509C-7840B372A676}"/>
                  </a:ext>
                </a:extLst>
              </p:cNvPr>
              <p:cNvGrpSpPr/>
              <p:nvPr/>
            </p:nvGrpSpPr>
            <p:grpSpPr>
              <a:xfrm>
                <a:off x="5333396" y="4601034"/>
                <a:ext cx="260886" cy="169277"/>
                <a:chOff x="2368127" y="4366470"/>
                <a:chExt cx="242374"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368127"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 name="그룹 47">
                <a:extLst>
                  <a:ext uri="{FF2B5EF4-FFF2-40B4-BE49-F238E27FC236}">
                    <a16:creationId xmlns:a16="http://schemas.microsoft.com/office/drawing/2014/main" id="{C504E94B-8DB1-083C-70BD-821C64B08FC2}"/>
                  </a:ext>
                </a:extLst>
              </p:cNvPr>
              <p:cNvGrpSpPr/>
              <p:nvPr/>
            </p:nvGrpSpPr>
            <p:grpSpPr>
              <a:xfrm>
                <a:off x="5708109" y="4599572"/>
                <a:ext cx="260886" cy="169277"/>
                <a:chOff x="2369602" y="4366470"/>
                <a:chExt cx="242374"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C6C325BF-500A-D9F8-4AF2-D90FE75FBB47}"/>
                  </a:ext>
                </a:extLst>
              </p:cNvPr>
              <p:cNvGrpSpPr/>
              <p:nvPr/>
            </p:nvGrpSpPr>
            <p:grpSpPr>
              <a:xfrm>
                <a:off x="6407956" y="4599572"/>
                <a:ext cx="260886" cy="169277"/>
                <a:chOff x="2369602" y="4366470"/>
                <a:chExt cx="242374"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3503085" y="4599572"/>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4659234" y="4599443"/>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4"/>
          <a:stretch>
            <a:fillRect/>
          </a:stretch>
        </p:blipFill>
        <p:spPr>
          <a:xfrm>
            <a:off x="495300" y="2245434"/>
            <a:ext cx="5911073" cy="2754488"/>
          </a:xfrm>
          <a:prstGeom prst="rect">
            <a:avLst/>
          </a:prstGeom>
        </p:spPr>
      </p:pic>
      <p:pic>
        <p:nvPicPr>
          <p:cNvPr id="5" name="그림 4">
            <a:extLst>
              <a:ext uri="{FF2B5EF4-FFF2-40B4-BE49-F238E27FC236}">
                <a16:creationId xmlns:a16="http://schemas.microsoft.com/office/drawing/2014/main" id="{88B5AA3B-B2BE-680A-F405-06257B222258}"/>
              </a:ext>
            </a:extLst>
          </p:cNvPr>
          <p:cNvPicPr>
            <a:picLocks noChangeAspect="1"/>
          </p:cNvPicPr>
          <p:nvPr/>
        </p:nvPicPr>
        <p:blipFill>
          <a:blip r:embed="rId5"/>
          <a:stretch>
            <a:fillRect/>
          </a:stretch>
        </p:blipFill>
        <p:spPr>
          <a:xfrm>
            <a:off x="2969634" y="7951044"/>
            <a:ext cx="3379353" cy="425745"/>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04440"/>
            <a:ext cx="955711" cy="184666"/>
          </a:xfrm>
          <a:prstGeom prst="rect">
            <a:avLst/>
          </a:prstGeom>
          <a:noFill/>
        </p:spPr>
        <p:txBody>
          <a:bodyPr wrap="none" rtlCol="0">
            <a:spAutoFit/>
          </a:bodyPr>
          <a:lstStyle/>
          <a:p>
            <a:r>
              <a:rPr lang="en-US" altLang="ko-KR" sz="600" dirty="0"/>
              <a:t>LD_TYP=01,PWM_RES=1</a:t>
            </a:r>
            <a:endParaRPr lang="ko-KR" altLang="en-US" sz="600" dirty="0"/>
          </a:p>
        </p:txBody>
      </p:sp>
      <p:sp>
        <p:nvSpPr>
          <p:cNvPr id="7" name="TextBox 6">
            <a:extLst>
              <a:ext uri="{FF2B5EF4-FFF2-40B4-BE49-F238E27FC236}">
                <a16:creationId xmlns:a16="http://schemas.microsoft.com/office/drawing/2014/main" id="{CD831342-4F10-E99B-91E2-727BBD971028}"/>
              </a:ext>
            </a:extLst>
          </p:cNvPr>
          <p:cNvSpPr txBox="1"/>
          <p:nvPr/>
        </p:nvSpPr>
        <p:spPr>
          <a:xfrm>
            <a:off x="1549400" y="6007099"/>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dirty="0">
                <a:latin typeface="Arial" panose="020B0604020202020204" pitchFamily="34" charset="0"/>
                <a:cs typeface="Arial" panose="020B0604020202020204" pitchFamily="34" charset="0"/>
              </a:rPr>
              <a:t>XC24R</a:t>
            </a:r>
          </a:p>
          <a:p>
            <a:pPr algn="ctr"/>
            <a:r>
              <a:rPr lang="en-US" altLang="ko-KR" sz="700" b="1" dirty="0">
                <a:latin typeface="Arial" panose="020B0604020202020204" pitchFamily="34" charset="0"/>
                <a:cs typeface="Arial" panose="020B0604020202020204" pitchFamily="34" charset="0"/>
              </a:rPr>
              <a:t>or</a:t>
            </a:r>
          </a:p>
          <a:p>
            <a:pPr algn="ctr"/>
            <a:r>
              <a:rPr lang="en-US" altLang="ko-KR" sz="700" b="1" dirty="0">
                <a:latin typeface="Arial" panose="020B0604020202020204" pitchFamily="34" charset="0"/>
                <a:cs typeface="Arial" panose="020B0604020202020204" pitchFamily="34" charset="0"/>
              </a:rPr>
              <a:t>MCU</a:t>
            </a:r>
            <a:endParaRPr lang="ko-KR" altLang="en-US" sz="700" b="1" dirty="0">
              <a:latin typeface="Arial" panose="020B0604020202020204" pitchFamily="34" charset="0"/>
              <a:cs typeface="Arial" panose="020B0604020202020204" pitchFamily="34" charset="0"/>
            </a:endParaRPr>
          </a:p>
        </p:txBody>
      </p:sp>
      <p:sp>
        <p:nvSpPr>
          <p:cNvPr id="9" name="직사각형 8">
            <a:extLst>
              <a:ext uri="{FF2B5EF4-FFF2-40B4-BE49-F238E27FC236}">
                <a16:creationId xmlns:a16="http://schemas.microsoft.com/office/drawing/2014/main" id="{F2BB9B86-FFB5-C1E4-04AB-BAD8EF1BCB01}"/>
              </a:ext>
            </a:extLst>
          </p:cNvPr>
          <p:cNvSpPr/>
          <p:nvPr/>
        </p:nvSpPr>
        <p:spPr>
          <a:xfrm>
            <a:off x="3508375" y="4438650"/>
            <a:ext cx="1895475" cy="4500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7B8E68EA-FF68-5B99-4712-A6BFB6A98555}"/>
              </a:ext>
            </a:extLst>
          </p:cNvPr>
          <p:cNvPicPr>
            <a:picLocks noChangeAspect="1"/>
          </p:cNvPicPr>
          <p:nvPr/>
        </p:nvPicPr>
        <p:blipFill>
          <a:blip r:embed="rId6"/>
          <a:stretch>
            <a:fillRect/>
          </a:stretch>
        </p:blipFill>
        <p:spPr>
          <a:xfrm>
            <a:off x="3533775" y="4433254"/>
            <a:ext cx="3181350" cy="437084"/>
          </a:xfrm>
          <a:prstGeom prst="rect">
            <a:avLst/>
          </a:prstGeom>
        </p:spPr>
      </p:pic>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PWM configuration set to the PWM_RES and SUB-FRAME</a:t>
            </a:r>
          </a:p>
          <a:p>
            <a:pPr algn="just"/>
            <a:r>
              <a:rPr lang="en-US" altLang="ko-KR" sz="1000" dirty="0">
                <a:latin typeface="Arial" panose="020B0604020202020204" pitchFamily="34" charset="0"/>
                <a:cs typeface="Arial" panose="020B0604020202020204" pitchFamily="34" charset="0"/>
              </a:rPr>
              <a:t>(ex: LD_TYPE =1, </a:t>
            </a:r>
            <a:r>
              <a:rPr lang="en-US" altLang="ko-KR" sz="1000" dirty="0" err="1">
                <a:latin typeface="Arial" panose="020B0604020202020204" pitchFamily="34" charset="0"/>
                <a:cs typeface="Arial" panose="020B0604020202020204" pitchFamily="34" charset="0"/>
              </a:rPr>
              <a:t>svsync</a:t>
            </a:r>
            <a:r>
              <a:rPr lang="en-US" altLang="ko-KR" sz="1000" dirty="0">
                <a:latin typeface="Arial" panose="020B0604020202020204" pitchFamily="34" charset="0"/>
                <a:cs typeface="Arial" panose="020B0604020202020204" pitchFamily="34" charset="0"/>
              </a:rPr>
              <a:t> / 3) </a:t>
            </a:r>
            <a:r>
              <a:rPr lang="en-US" altLang="ko-KR" sz="1000" b="0" i="0" dirty="0">
                <a:solidFill>
                  <a:srgbClr val="000000"/>
                </a:solidFill>
                <a:effectLst/>
                <a:latin typeface="Arial" panose="020B0604020202020204" pitchFamily="34" charset="0"/>
                <a:cs typeface="Arial" panose="020B0604020202020204" pitchFamily="34" charset="0"/>
              </a:rPr>
              <a:t>as shown in the Table 6. LD data is applied to the next frame.</a:t>
            </a:r>
            <a:endParaRPr lang="en-US" altLang="ko-KR" sz="10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AEE76F0-8BCF-15BA-E942-467AD6BF2881}"/>
              </a:ext>
            </a:extLst>
          </p:cNvPr>
          <p:cNvSpPr txBox="1"/>
          <p:nvPr/>
        </p:nvSpPr>
        <p:spPr>
          <a:xfrm>
            <a:off x="4496811" y="5582114"/>
            <a:ext cx="2040400" cy="200055"/>
          </a:xfrm>
          <a:prstGeom prst="rect">
            <a:avLst/>
          </a:prstGeom>
          <a:noFill/>
        </p:spPr>
        <p:txBody>
          <a:bodyPr wrap="square" rtlCol="0">
            <a:spAutoFit/>
          </a:bodyPr>
          <a:lstStyle/>
          <a:p>
            <a:r>
              <a:rPr lang="en-US" altLang="ko-KR" sz="700" b="0" dirty="0">
                <a:solidFill>
                  <a:schemeClr val="tx1"/>
                </a:solidFill>
                <a:latin typeface="Arial" panose="020B0604020202020204" pitchFamily="34" charset="0"/>
                <a:cs typeface="Arial" panose="020B0604020202020204" pitchFamily="34" charset="0"/>
              </a:rPr>
              <a:t>LD_TYPE = 1,  LD_DIR = 1,</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SUB_FRAME = 4</a:t>
            </a:r>
            <a:endParaRPr lang="ko-KR" altLang="en-US" sz="7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F934550-38CB-C98B-0171-A1DC1F360649}"/>
              </a:ext>
            </a:extLst>
          </p:cNvPr>
          <p:cNvSpPr txBox="1"/>
          <p:nvPr/>
        </p:nvSpPr>
        <p:spPr>
          <a:xfrm>
            <a:off x="4581499" y="6588141"/>
            <a:ext cx="2100254" cy="461665"/>
          </a:xfrm>
          <a:prstGeom prst="rect">
            <a:avLst/>
          </a:prstGeom>
          <a:noFill/>
        </p:spPr>
        <p:txBody>
          <a:bodyPr wrap="none" rtlCol="0">
            <a:spAutoFit/>
          </a:bodyPr>
          <a:lstStyle/>
          <a:p>
            <a:pPr algn="r"/>
            <a:r>
              <a:rPr lang="en-US" altLang="ko-KR" sz="800" dirty="0">
                <a:latin typeface="Arial" panose="020B0604020202020204" pitchFamily="34" charset="0"/>
                <a:cs typeface="Arial" panose="020B0604020202020204" pitchFamily="34" charset="0"/>
              </a:rPr>
              <a:t>RED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3</a:t>
            </a:r>
          </a:p>
          <a:p>
            <a:pPr algn="r"/>
            <a:r>
              <a:rPr lang="en-US" altLang="ko-KR" sz="800" dirty="0">
                <a:latin typeface="Arial" panose="020B0604020202020204" pitchFamily="34" charset="0"/>
                <a:cs typeface="Arial" panose="020B0604020202020204" pitchFamily="34" charset="0"/>
              </a:rPr>
              <a:t>GREEN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2</a:t>
            </a:r>
          </a:p>
          <a:p>
            <a:pPr algn="r"/>
            <a:r>
              <a:rPr lang="en-US" altLang="ko-KR" sz="800" dirty="0">
                <a:latin typeface="Arial" panose="020B0604020202020204" pitchFamily="34" charset="0"/>
                <a:cs typeface="Arial" panose="020B0604020202020204" pitchFamily="34" charset="0"/>
              </a:rPr>
              <a:t>BLUE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1</a:t>
            </a:r>
            <a:endParaRPr lang="ko-KR" altLang="en-US" sz="8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EBBC48CA-5BF9-B384-D93A-E84A9BDEF2A3}"/>
              </a:ext>
            </a:extLst>
          </p:cNvPr>
          <p:cNvSpPr txBox="1"/>
          <p:nvPr/>
        </p:nvSpPr>
        <p:spPr>
          <a:xfrm>
            <a:off x="407554" y="5446325"/>
            <a:ext cx="3462866" cy="230832"/>
          </a:xfrm>
          <a:prstGeom prst="rect">
            <a:avLst/>
          </a:prstGeom>
          <a:noFill/>
        </p:spPr>
        <p:txBody>
          <a:bodyPr wrap="square">
            <a:spAutoFit/>
          </a:bodyPr>
          <a:lstStyle/>
          <a:p>
            <a:r>
              <a:rPr lang="en-US" altLang="ko-KR" sz="900" dirty="0">
                <a:latin typeface="Arial" panose="020B0604020202020204" pitchFamily="34" charset="0"/>
                <a:cs typeface="Arial" panose="020B0604020202020204" pitchFamily="34" charset="0"/>
              </a:rPr>
              <a:t>(example)</a:t>
            </a:r>
          </a:p>
        </p:txBody>
      </p:sp>
      <p:pic>
        <p:nvPicPr>
          <p:cNvPr id="9" name="그림 8">
            <a:extLst>
              <a:ext uri="{FF2B5EF4-FFF2-40B4-BE49-F238E27FC236}">
                <a16:creationId xmlns:a16="http://schemas.microsoft.com/office/drawing/2014/main" id="{F3611E02-9B7C-B352-4456-E646ACF46A4F}"/>
              </a:ext>
            </a:extLst>
          </p:cNvPr>
          <p:cNvPicPr>
            <a:picLocks noChangeAspect="1"/>
          </p:cNvPicPr>
          <p:nvPr/>
        </p:nvPicPr>
        <p:blipFill>
          <a:blip r:embed="rId2"/>
          <a:stretch>
            <a:fillRect/>
          </a:stretch>
        </p:blipFill>
        <p:spPr>
          <a:xfrm>
            <a:off x="53069" y="5867925"/>
            <a:ext cx="6740776" cy="582193"/>
          </a:xfrm>
          <a:prstGeom prst="rect">
            <a:avLst/>
          </a:prstGeom>
        </p:spPr>
      </p:pic>
      <p:sp>
        <p:nvSpPr>
          <p:cNvPr id="2" name="TextBox 1">
            <a:extLst>
              <a:ext uri="{FF2B5EF4-FFF2-40B4-BE49-F238E27FC236}">
                <a16:creationId xmlns:a16="http://schemas.microsoft.com/office/drawing/2014/main" id="{40813B5E-1ABF-08AE-4567-5413471AC374}"/>
              </a:ext>
            </a:extLst>
          </p:cNvPr>
          <p:cNvSpPr txBox="1"/>
          <p:nvPr/>
        </p:nvSpPr>
        <p:spPr>
          <a:xfrm>
            <a:off x="2699993" y="4562773"/>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6" name="TextBox 5">
            <a:extLst>
              <a:ext uri="{FF2B5EF4-FFF2-40B4-BE49-F238E27FC236}">
                <a16:creationId xmlns:a16="http://schemas.microsoft.com/office/drawing/2014/main" id="{455D2AA4-C763-35CE-4F38-71A6F40B8E08}"/>
              </a:ext>
            </a:extLst>
          </p:cNvPr>
          <p:cNvSpPr txBox="1"/>
          <p:nvPr/>
        </p:nvSpPr>
        <p:spPr>
          <a:xfrm>
            <a:off x="4232988" y="4314404"/>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8" name="직사각형 7">
            <a:extLst>
              <a:ext uri="{FF2B5EF4-FFF2-40B4-BE49-F238E27FC236}">
                <a16:creationId xmlns:a16="http://schemas.microsoft.com/office/drawing/2014/main" id="{9F288DE1-C8AE-0AC4-FB4B-D120948A04FC}"/>
              </a:ext>
            </a:extLst>
          </p:cNvPr>
          <p:cNvSpPr/>
          <p:nvPr/>
        </p:nvSpPr>
        <p:spPr>
          <a:xfrm>
            <a:off x="4178464" y="4375820"/>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10" name="직사각형 9">
            <a:extLst>
              <a:ext uri="{FF2B5EF4-FFF2-40B4-BE49-F238E27FC236}">
                <a16:creationId xmlns:a16="http://schemas.microsoft.com/office/drawing/2014/main" id="{28339E89-9DF1-E78C-2927-63B047DF21ED}"/>
              </a:ext>
            </a:extLst>
          </p:cNvPr>
          <p:cNvSpPr/>
          <p:nvPr/>
        </p:nvSpPr>
        <p:spPr>
          <a:xfrm>
            <a:off x="4171578" y="3932288"/>
            <a:ext cx="108000" cy="108000"/>
          </a:xfrm>
          <a:prstGeom prst="rect">
            <a:avLst/>
          </a:prstGeom>
          <a:solidFill>
            <a:srgbClr val="FFD1D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2" name="TextBox 11">
            <a:extLst>
              <a:ext uri="{FF2B5EF4-FFF2-40B4-BE49-F238E27FC236}">
                <a16:creationId xmlns:a16="http://schemas.microsoft.com/office/drawing/2014/main" id="{10936B1B-C501-FF2F-E85C-A1619D75490C}"/>
              </a:ext>
            </a:extLst>
          </p:cNvPr>
          <p:cNvSpPr txBox="1"/>
          <p:nvPr/>
        </p:nvSpPr>
        <p:spPr>
          <a:xfrm>
            <a:off x="4229813" y="3870872"/>
            <a:ext cx="1519968" cy="230832"/>
          </a:xfrm>
          <a:prstGeom prst="rect">
            <a:avLst/>
          </a:prstGeom>
          <a:noFill/>
        </p:spPr>
        <p:txBody>
          <a:bodyPr wrap="none" rtlCol="0">
            <a:spAutoFit/>
          </a:bodyPr>
          <a:lstStyle/>
          <a:p>
            <a:r>
              <a:rPr lang="en-US" altLang="ko-KR" sz="900" dirty="0"/>
              <a:t>sub-frames # with max. duty</a:t>
            </a:r>
            <a:endParaRPr lang="ko-KR" altLang="en-US" sz="900" dirty="0"/>
          </a:p>
        </p:txBody>
      </p:sp>
      <p:sp>
        <p:nvSpPr>
          <p:cNvPr id="13" name="직사각형 12">
            <a:extLst>
              <a:ext uri="{FF2B5EF4-FFF2-40B4-BE49-F238E27FC236}">
                <a16:creationId xmlns:a16="http://schemas.microsoft.com/office/drawing/2014/main" id="{AF6A32BA-2DE2-1412-AAB0-CF2DF25E910A}"/>
              </a:ext>
            </a:extLst>
          </p:cNvPr>
          <p:cNvSpPr/>
          <p:nvPr/>
        </p:nvSpPr>
        <p:spPr>
          <a:xfrm>
            <a:off x="4169931" y="4161245"/>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7" name="TextBox 16">
            <a:extLst>
              <a:ext uri="{FF2B5EF4-FFF2-40B4-BE49-F238E27FC236}">
                <a16:creationId xmlns:a16="http://schemas.microsoft.com/office/drawing/2014/main" id="{9C62585D-ED76-22E4-0954-486C060AAE4D}"/>
              </a:ext>
            </a:extLst>
          </p:cNvPr>
          <p:cNvSpPr txBox="1"/>
          <p:nvPr/>
        </p:nvSpPr>
        <p:spPr>
          <a:xfrm>
            <a:off x="4227728" y="4099829"/>
            <a:ext cx="1985543" cy="230832"/>
          </a:xfrm>
          <a:prstGeom prst="rect">
            <a:avLst/>
          </a:prstGeom>
          <a:noFill/>
        </p:spPr>
        <p:txBody>
          <a:bodyPr wrap="square" rtlCol="0">
            <a:spAutoFit/>
          </a:bodyPr>
          <a:lstStyle/>
          <a:p>
            <a:r>
              <a:rPr lang="en-US" altLang="ko-KR" sz="900" dirty="0"/>
              <a:t>s</a:t>
            </a:r>
            <a:r>
              <a:rPr lang="en-US" altLang="ko-KR" sz="900"/>
              <a:t>tep </a:t>
            </a:r>
            <a:r>
              <a:rPr lang="en-US" altLang="ko-KR" sz="900" dirty="0"/>
              <a:t># in sub-frame without max. duty</a:t>
            </a:r>
            <a:endParaRPr lang="ko-KR" altLang="en-US" sz="900" dirty="0"/>
          </a:p>
        </p:txBody>
      </p:sp>
      <p:graphicFrame>
        <p:nvGraphicFramePr>
          <p:cNvPr id="19" name="표 18">
            <a:extLst>
              <a:ext uri="{FF2B5EF4-FFF2-40B4-BE49-F238E27FC236}">
                <a16:creationId xmlns:a16="http://schemas.microsoft.com/office/drawing/2014/main" id="{9F863215-FB99-F4E9-2880-94439E2CEE38}"/>
              </a:ext>
            </a:extLst>
          </p:cNvPr>
          <p:cNvGraphicFramePr>
            <a:graphicFrameLocks noGrp="1"/>
          </p:cNvGraphicFramePr>
          <p:nvPr>
            <p:extLst>
              <p:ext uri="{D42A27DB-BD31-4B8C-83A1-F6EECF244321}">
                <p14:modId xmlns:p14="http://schemas.microsoft.com/office/powerpoint/2010/main" val="4097885183"/>
              </p:ext>
            </p:extLst>
          </p:nvPr>
        </p:nvGraphicFramePr>
        <p:xfrm>
          <a:off x="465944" y="2236036"/>
          <a:ext cx="5915026" cy="1542214"/>
        </p:xfrm>
        <a:graphic>
          <a:graphicData uri="http://schemas.openxmlformats.org/drawingml/2006/table">
            <a:tbl>
              <a:tblPr/>
              <a:tblGrid>
                <a:gridCol w="430436">
                  <a:extLst>
                    <a:ext uri="{9D8B030D-6E8A-4147-A177-3AD203B41FA5}">
                      <a16:colId xmlns:a16="http://schemas.microsoft.com/office/drawing/2014/main" val="3531318785"/>
                    </a:ext>
                  </a:extLst>
                </a:gridCol>
                <a:gridCol w="430436">
                  <a:extLst>
                    <a:ext uri="{9D8B030D-6E8A-4147-A177-3AD203B41FA5}">
                      <a16:colId xmlns:a16="http://schemas.microsoft.com/office/drawing/2014/main" val="2912788013"/>
                    </a:ext>
                  </a:extLst>
                </a:gridCol>
                <a:gridCol w="361011">
                  <a:extLst>
                    <a:ext uri="{9D8B030D-6E8A-4147-A177-3AD203B41FA5}">
                      <a16:colId xmlns:a16="http://schemas.microsoft.com/office/drawing/2014/main" val="693301796"/>
                    </a:ext>
                  </a:extLst>
                </a:gridCol>
                <a:gridCol w="361011">
                  <a:extLst>
                    <a:ext uri="{9D8B030D-6E8A-4147-A177-3AD203B41FA5}">
                      <a16:colId xmlns:a16="http://schemas.microsoft.com/office/drawing/2014/main" val="2052919037"/>
                    </a:ext>
                  </a:extLst>
                </a:gridCol>
                <a:gridCol w="361011">
                  <a:extLst>
                    <a:ext uri="{9D8B030D-6E8A-4147-A177-3AD203B41FA5}">
                      <a16:colId xmlns:a16="http://schemas.microsoft.com/office/drawing/2014/main" val="4087507781"/>
                    </a:ext>
                  </a:extLst>
                </a:gridCol>
                <a:gridCol w="361011">
                  <a:extLst>
                    <a:ext uri="{9D8B030D-6E8A-4147-A177-3AD203B41FA5}">
                      <a16:colId xmlns:a16="http://schemas.microsoft.com/office/drawing/2014/main" val="127666806"/>
                    </a:ext>
                  </a:extLst>
                </a:gridCol>
                <a:gridCol w="361011">
                  <a:extLst>
                    <a:ext uri="{9D8B030D-6E8A-4147-A177-3AD203B41FA5}">
                      <a16:colId xmlns:a16="http://schemas.microsoft.com/office/drawing/2014/main" val="3361233993"/>
                    </a:ext>
                  </a:extLst>
                </a:gridCol>
                <a:gridCol w="361011">
                  <a:extLst>
                    <a:ext uri="{9D8B030D-6E8A-4147-A177-3AD203B41FA5}">
                      <a16:colId xmlns:a16="http://schemas.microsoft.com/office/drawing/2014/main" val="2066667105"/>
                    </a:ext>
                  </a:extLst>
                </a:gridCol>
                <a:gridCol w="361011">
                  <a:extLst>
                    <a:ext uri="{9D8B030D-6E8A-4147-A177-3AD203B41FA5}">
                      <a16:colId xmlns:a16="http://schemas.microsoft.com/office/drawing/2014/main" val="3098939016"/>
                    </a:ext>
                  </a:extLst>
                </a:gridCol>
                <a:gridCol w="361011">
                  <a:extLst>
                    <a:ext uri="{9D8B030D-6E8A-4147-A177-3AD203B41FA5}">
                      <a16:colId xmlns:a16="http://schemas.microsoft.com/office/drawing/2014/main" val="1074266879"/>
                    </a:ext>
                  </a:extLst>
                </a:gridCol>
                <a:gridCol w="361011">
                  <a:extLst>
                    <a:ext uri="{9D8B030D-6E8A-4147-A177-3AD203B41FA5}">
                      <a16:colId xmlns:a16="http://schemas.microsoft.com/office/drawing/2014/main" val="2200393420"/>
                    </a:ext>
                  </a:extLst>
                </a:gridCol>
                <a:gridCol w="361011">
                  <a:extLst>
                    <a:ext uri="{9D8B030D-6E8A-4147-A177-3AD203B41FA5}">
                      <a16:colId xmlns:a16="http://schemas.microsoft.com/office/drawing/2014/main" val="714494251"/>
                    </a:ext>
                  </a:extLst>
                </a:gridCol>
                <a:gridCol w="361011">
                  <a:extLst>
                    <a:ext uri="{9D8B030D-6E8A-4147-A177-3AD203B41FA5}">
                      <a16:colId xmlns:a16="http://schemas.microsoft.com/office/drawing/2014/main" val="4231617388"/>
                    </a:ext>
                  </a:extLst>
                </a:gridCol>
                <a:gridCol w="361011">
                  <a:extLst>
                    <a:ext uri="{9D8B030D-6E8A-4147-A177-3AD203B41FA5}">
                      <a16:colId xmlns:a16="http://schemas.microsoft.com/office/drawing/2014/main" val="2238012840"/>
                    </a:ext>
                  </a:extLst>
                </a:gridCol>
                <a:gridCol w="361011">
                  <a:extLst>
                    <a:ext uri="{9D8B030D-6E8A-4147-A177-3AD203B41FA5}">
                      <a16:colId xmlns:a16="http://schemas.microsoft.com/office/drawing/2014/main" val="1152859303"/>
                    </a:ext>
                  </a:extLst>
                </a:gridCol>
                <a:gridCol w="361011">
                  <a:extLst>
                    <a:ext uri="{9D8B030D-6E8A-4147-A177-3AD203B41FA5}">
                      <a16:colId xmlns:a16="http://schemas.microsoft.com/office/drawing/2014/main" val="53892738"/>
                    </a:ext>
                  </a:extLst>
                </a:gridCol>
              </a:tblGrid>
              <a:tr h="152872">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PWM_</a:t>
                      </a:r>
                    </a:p>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RES</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sub-</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frame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gridSpan="14">
                  <a:txBody>
                    <a:bodyPr/>
                    <a:lstStyle/>
                    <a:p>
                      <a:pPr algn="ctr" fontAlgn="ctr"/>
                      <a:r>
                        <a:rPr lang="en-US" sz="700" b="0" i="0" u="none" strike="noStrike">
                          <a:solidFill>
                            <a:srgbClr val="000000"/>
                          </a:solidFill>
                          <a:effectLst/>
                          <a:latin typeface="Arial" panose="020B0604020202020204" pitchFamily="34" charset="0"/>
                          <a:ea typeface="맑은 고딕" panose="020B0503020000020004" pitchFamily="50" charset="-127"/>
                        </a:rPr>
                        <a:t>LD data[13:0]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21362232"/>
                  </a:ext>
                </a:extLst>
              </a:tr>
              <a:tr h="152872">
                <a:tc vMerge="1">
                  <a:txBody>
                    <a:bodyPr/>
                    <a:lstStyle/>
                    <a:p>
                      <a:pPr latinLnBrk="1"/>
                      <a:endParaRPr lang="ko-KR" altLang="en-US"/>
                    </a:p>
                  </a:txBody>
                  <a:tcPr/>
                </a:tc>
                <a:tc vMerge="1">
                  <a:txBody>
                    <a:bodyPr/>
                    <a:lstStyle/>
                    <a:p>
                      <a:pPr latinLnBrk="1"/>
                      <a:endParaRPr lang="ko-KR" altLang="en-US"/>
                    </a:p>
                  </a:txBody>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extLst>
                  <a:ext uri="{0D108BD9-81ED-4DB2-BD59-A6C34878D82A}">
                    <a16:rowId xmlns:a16="http://schemas.microsoft.com/office/drawing/2014/main" val="1661273553"/>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0</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(12-bit)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099392315"/>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3543466361"/>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310943505"/>
                  </a:ext>
                </a:extLst>
              </a:tr>
              <a:tr h="151321">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2901028779"/>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1</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(14-bit)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4124920354"/>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31518300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306826347"/>
                  </a:ext>
                </a:extLst>
              </a:tr>
              <a:tr h="167917">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202027263"/>
                  </a:ext>
                </a:extLst>
              </a:tr>
            </a:tbl>
          </a:graphicData>
        </a:graphic>
      </p:graphicFrame>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649A77B1-12FC-E25F-E078-A19C3B7CD20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A75925-4668-55E6-EACB-FA7F9BC2108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BCC06B23-F551-F495-6384-FAFB84AE4DCF}"/>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47" name="TextBox 146">
            <a:extLst>
              <a:ext uri="{FF2B5EF4-FFF2-40B4-BE49-F238E27FC236}">
                <a16:creationId xmlns:a16="http://schemas.microsoft.com/office/drawing/2014/main" id="{33AC622E-F69F-9E5A-620E-7F66A5BCF37E}"/>
              </a:ext>
            </a:extLst>
          </p:cNvPr>
          <p:cNvSpPr txBox="1"/>
          <p:nvPr/>
        </p:nvSpPr>
        <p:spPr>
          <a:xfrm>
            <a:off x="407554" y="1948587"/>
            <a:ext cx="6047999" cy="107721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three LEDs(red, green, blue) dimming. Type-1 allows for time-division drive of three LEDs(red, green, blue) per channel. The three LEDs can be configured for different RGB colors, and the XC24R sets the time-division drive times for each RGB LED within a frame and transmits them to the XD12R as SVI signals.</a:t>
            </a:r>
          </a:p>
          <a:p>
            <a:pPr algn="just"/>
            <a:r>
              <a:rPr lang="en-US" altLang="ko-KR" sz="1000" dirty="0">
                <a:latin typeface="Arial" panose="020B0604020202020204" pitchFamily="34" charset="0"/>
                <a:cs typeface="Arial" panose="020B0604020202020204" pitchFamily="34" charset="0"/>
              </a:rPr>
              <a:t>The XD12R can independently control the current of each RGB LED by driving VREF1/2/3 at separate SVI intervals. Meanwhile, the XC24R provides external VLED selection signals (GATE1/2/3) for time-division drive.</a:t>
            </a:r>
          </a:p>
        </p:txBody>
      </p:sp>
      <p:sp>
        <p:nvSpPr>
          <p:cNvPr id="148" name="TextBox 147">
            <a:extLst>
              <a:ext uri="{FF2B5EF4-FFF2-40B4-BE49-F238E27FC236}">
                <a16:creationId xmlns:a16="http://schemas.microsoft.com/office/drawing/2014/main" id="{382EF4DC-6D0B-90DF-1B20-6B6EF4F841D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214" name="TextBox 213">
            <a:extLst>
              <a:ext uri="{FF2B5EF4-FFF2-40B4-BE49-F238E27FC236}">
                <a16:creationId xmlns:a16="http://schemas.microsoft.com/office/drawing/2014/main" id="{CD7E7CA0-8943-0AA4-82A4-7E2C85DF074A}"/>
              </a:ext>
            </a:extLst>
          </p:cNvPr>
          <p:cNvSpPr txBox="1"/>
          <p:nvPr/>
        </p:nvSpPr>
        <p:spPr>
          <a:xfrm>
            <a:off x="399458" y="1711955"/>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TYPE-1 (RGB, 12CH)</a:t>
            </a:r>
          </a:p>
        </p:txBody>
      </p:sp>
      <p:sp>
        <p:nvSpPr>
          <p:cNvPr id="222" name="TextBox 221">
            <a:extLst>
              <a:ext uri="{FF2B5EF4-FFF2-40B4-BE49-F238E27FC236}">
                <a16:creationId xmlns:a16="http://schemas.microsoft.com/office/drawing/2014/main" id="{8CAD28A4-17F2-6C85-2F83-09AA438EBA4A}"/>
              </a:ext>
            </a:extLst>
          </p:cNvPr>
          <p:cNvSpPr txBox="1"/>
          <p:nvPr/>
        </p:nvSpPr>
        <p:spPr>
          <a:xfrm>
            <a:off x="1225104" y="8751705"/>
            <a:ext cx="461600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PWM Dimming sequence @ LD_TYP = 01, LD_DIR = 1, SYNCMODE = 0</a:t>
            </a:r>
          </a:p>
        </p:txBody>
      </p:sp>
      <p:grpSp>
        <p:nvGrpSpPr>
          <p:cNvPr id="94" name="그룹 93">
            <a:extLst>
              <a:ext uri="{FF2B5EF4-FFF2-40B4-BE49-F238E27FC236}">
                <a16:creationId xmlns:a16="http://schemas.microsoft.com/office/drawing/2014/main" id="{EF6CF31C-9C3D-ACF4-33F9-BE0A8900A306}"/>
              </a:ext>
            </a:extLst>
          </p:cNvPr>
          <p:cNvGrpSpPr/>
          <p:nvPr/>
        </p:nvGrpSpPr>
        <p:grpSpPr>
          <a:xfrm>
            <a:off x="2096062" y="4285915"/>
            <a:ext cx="3005479" cy="2104030"/>
            <a:chOff x="2096062" y="4285915"/>
            <a:chExt cx="3005479" cy="2104030"/>
          </a:xfrm>
        </p:grpSpPr>
        <p:sp>
          <p:nvSpPr>
            <p:cNvPr id="5" name="직사각형 4">
              <a:extLst>
                <a:ext uri="{FF2B5EF4-FFF2-40B4-BE49-F238E27FC236}">
                  <a16:creationId xmlns:a16="http://schemas.microsoft.com/office/drawing/2014/main" id="{094F65D6-D262-E9EB-8061-B6128F1ACB29}"/>
                </a:ext>
              </a:extLst>
            </p:cNvPr>
            <p:cNvSpPr/>
            <p:nvPr/>
          </p:nvSpPr>
          <p:spPr>
            <a:xfrm>
              <a:off x="3509510" y="5685751"/>
              <a:ext cx="1413175" cy="528825"/>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C2C2B1A3-AE03-E64C-4020-732A0FDB2328}"/>
                </a:ext>
              </a:extLst>
            </p:cNvPr>
            <p:cNvCxnSpPr>
              <a:cxnSpLocks/>
            </p:cNvCxnSpPr>
            <p:nvPr/>
          </p:nvCxnSpPr>
          <p:spPr>
            <a:xfrm>
              <a:off x="3198901" y="5276210"/>
              <a:ext cx="0" cy="521340"/>
            </a:xfrm>
            <a:prstGeom prst="line">
              <a:avLst/>
            </a:prstGeom>
            <a:noFill/>
            <a:ln w="6350" cap="flat" cmpd="sng" algn="ctr">
              <a:solidFill>
                <a:sysClr val="windowText" lastClr="000000"/>
              </a:solidFill>
              <a:prstDash val="solid"/>
              <a:miter lim="800000"/>
            </a:ln>
            <a:effectLst/>
          </p:spPr>
        </p:cxnSp>
        <p:sp>
          <p:nvSpPr>
            <p:cNvPr id="7" name="이등변 삼각형 6">
              <a:extLst>
                <a:ext uri="{FF2B5EF4-FFF2-40B4-BE49-F238E27FC236}">
                  <a16:creationId xmlns:a16="http://schemas.microsoft.com/office/drawing/2014/main" id="{68D1D64B-28FF-F3FE-4757-ADCBA6331749}"/>
                </a:ext>
              </a:extLst>
            </p:cNvPr>
            <p:cNvSpPr/>
            <p:nvPr/>
          </p:nvSpPr>
          <p:spPr>
            <a:xfrm rot="10800000">
              <a:off x="3573354" y="5253432"/>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DB6159F8-094C-230B-1FB7-CC0D976D9B5B}"/>
                </a:ext>
              </a:extLst>
            </p:cNvPr>
            <p:cNvCxnSpPr/>
            <p:nvPr/>
          </p:nvCxnSpPr>
          <p:spPr>
            <a:xfrm>
              <a:off x="3567238" y="5355732"/>
              <a:ext cx="179253" cy="0"/>
            </a:xfrm>
            <a:prstGeom prst="line">
              <a:avLst/>
            </a:prstGeom>
            <a:noFill/>
            <a:ln w="19050" cap="flat" cmpd="sng" algn="ctr">
              <a:solidFill>
                <a:sysClr val="windowText" lastClr="000000"/>
              </a:solidFill>
              <a:prstDash val="solid"/>
              <a:miter lim="800000"/>
            </a:ln>
            <a:effectLst/>
          </p:spPr>
        </p:cxnSp>
        <p:sp>
          <p:nvSpPr>
            <p:cNvPr id="9" name="이등변 삼각형 8">
              <a:extLst>
                <a:ext uri="{FF2B5EF4-FFF2-40B4-BE49-F238E27FC236}">
                  <a16:creationId xmlns:a16="http://schemas.microsoft.com/office/drawing/2014/main" id="{0B444736-3F51-BC40-9A25-59DE10013566}"/>
                </a:ext>
              </a:extLst>
            </p:cNvPr>
            <p:cNvSpPr/>
            <p:nvPr/>
          </p:nvSpPr>
          <p:spPr>
            <a:xfrm rot="10800000">
              <a:off x="3763443" y="5251513"/>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01FD643B-45E6-3E09-2F6F-390D676E9A35}"/>
                </a:ext>
              </a:extLst>
            </p:cNvPr>
            <p:cNvCxnSpPr/>
            <p:nvPr/>
          </p:nvCxnSpPr>
          <p:spPr>
            <a:xfrm>
              <a:off x="3763798" y="5355731"/>
              <a:ext cx="179253" cy="0"/>
            </a:xfrm>
            <a:prstGeom prst="line">
              <a:avLst/>
            </a:prstGeom>
            <a:noFill/>
            <a:ln w="19050" cap="flat" cmpd="sng" algn="ctr">
              <a:solidFill>
                <a:sysClr val="windowText" lastClr="000000"/>
              </a:solidFill>
              <a:prstDash val="solid"/>
              <a:miter lim="800000"/>
            </a:ln>
            <a:effectLst/>
          </p:spPr>
        </p:cxnSp>
        <p:sp>
          <p:nvSpPr>
            <p:cNvPr id="11" name="이등변 삼각형 10">
              <a:extLst>
                <a:ext uri="{FF2B5EF4-FFF2-40B4-BE49-F238E27FC236}">
                  <a16:creationId xmlns:a16="http://schemas.microsoft.com/office/drawing/2014/main" id="{1A57B49D-5265-10FC-9B1C-ECE85F00D8AF}"/>
                </a:ext>
              </a:extLst>
            </p:cNvPr>
            <p:cNvSpPr/>
            <p:nvPr/>
          </p:nvSpPr>
          <p:spPr>
            <a:xfrm rot="10800000">
              <a:off x="3957698" y="524992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2C3A7CC7-BB14-FD17-D619-BB0B02B33C3E}"/>
                </a:ext>
              </a:extLst>
            </p:cNvPr>
            <p:cNvCxnSpPr/>
            <p:nvPr/>
          </p:nvCxnSpPr>
          <p:spPr>
            <a:xfrm>
              <a:off x="3962222" y="5354468"/>
              <a:ext cx="179253"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D4ADB17A-BE4C-D5EE-9E1C-D3D3E5BBA0C7}"/>
                </a:ext>
              </a:extLst>
            </p:cNvPr>
            <p:cNvCxnSpPr>
              <a:cxnSpLocks/>
            </p:cNvCxnSpPr>
            <p:nvPr/>
          </p:nvCxnSpPr>
          <p:spPr>
            <a:xfrm>
              <a:off x="3244850" y="5132559"/>
              <a:ext cx="1533809" cy="0"/>
            </a:xfrm>
            <a:prstGeom prst="line">
              <a:avLst/>
            </a:prstGeom>
            <a:noFill/>
            <a:ln w="1270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CE93D9AB-AD90-DF8E-3E54-48D485F6A629}"/>
                </a:ext>
              </a:extLst>
            </p:cNvPr>
            <p:cNvCxnSpPr>
              <a:cxnSpLocks/>
            </p:cNvCxnSpPr>
            <p:nvPr/>
          </p:nvCxnSpPr>
          <p:spPr>
            <a:xfrm>
              <a:off x="2247900" y="4554664"/>
              <a:ext cx="421650" cy="0"/>
            </a:xfrm>
            <a:prstGeom prst="line">
              <a:avLst/>
            </a:prstGeom>
            <a:noFill/>
            <a:ln w="1270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32066DAA-09ED-47EA-B09C-9709A80434FA}"/>
                </a:ext>
              </a:extLst>
            </p:cNvPr>
            <p:cNvCxnSpPr/>
            <p:nvPr/>
          </p:nvCxnSpPr>
          <p:spPr>
            <a:xfrm>
              <a:off x="3065983" y="5203810"/>
              <a:ext cx="264693"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D305987A-B9B1-41ED-2D49-F5D4B87264DA}"/>
                </a:ext>
              </a:extLst>
            </p:cNvPr>
            <p:cNvCxnSpPr/>
            <p:nvPr/>
          </p:nvCxnSpPr>
          <p:spPr>
            <a:xfrm>
              <a:off x="3131015" y="5266623"/>
              <a:ext cx="132346"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C7FE31FC-34E6-CCB3-697B-76C43EB683DF}"/>
                </a:ext>
              </a:extLst>
            </p:cNvPr>
            <p:cNvCxnSpPr/>
            <p:nvPr/>
          </p:nvCxnSpPr>
          <p:spPr>
            <a:xfrm rot="5400000" flipH="1" flipV="1">
              <a:off x="3108457" y="5165129"/>
              <a:ext cx="63117"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7F92F8DC-CA6F-F2FF-57AE-58185CE82448}"/>
                </a:ext>
              </a:extLst>
            </p:cNvPr>
            <p:cNvCxnSpPr/>
            <p:nvPr/>
          </p:nvCxnSpPr>
          <p:spPr>
            <a:xfrm rot="5400000">
              <a:off x="3219343" y="5163539"/>
              <a:ext cx="63117"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4B0DBDB4-71F9-5259-AF53-B70FC276CBA9}"/>
                </a:ext>
              </a:extLst>
            </p:cNvPr>
            <p:cNvCxnSpPr/>
            <p:nvPr/>
          </p:nvCxnSpPr>
          <p:spPr>
            <a:xfrm>
              <a:off x="3243561" y="5133071"/>
              <a:ext cx="132346"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D539D821-18D8-C38A-9804-19FC12236D1B}"/>
                </a:ext>
              </a:extLst>
            </p:cNvPr>
            <p:cNvCxnSpPr/>
            <p:nvPr/>
          </p:nvCxnSpPr>
          <p:spPr>
            <a:xfrm>
              <a:off x="3017981" y="5135457"/>
              <a:ext cx="132346"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C96A525-D41A-8445-9CCF-F7149E092D52}"/>
                </a:ext>
              </a:extLst>
            </p:cNvPr>
            <p:cNvCxnSpPr/>
            <p:nvPr/>
          </p:nvCxnSpPr>
          <p:spPr>
            <a:xfrm>
              <a:off x="2861347" y="4926572"/>
              <a:ext cx="264693"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281F958F-BF76-F6B7-0D6F-5A52E4B84663}"/>
                </a:ext>
              </a:extLst>
            </p:cNvPr>
            <p:cNvCxnSpPr/>
            <p:nvPr/>
          </p:nvCxnSpPr>
          <p:spPr>
            <a:xfrm>
              <a:off x="2926378" y="4989384"/>
              <a:ext cx="132346"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F15ABA8E-7535-7BB9-F01F-341043C843ED}"/>
                </a:ext>
              </a:extLst>
            </p:cNvPr>
            <p:cNvCxnSpPr/>
            <p:nvPr/>
          </p:nvCxnSpPr>
          <p:spPr>
            <a:xfrm rot="5400000" flipH="1" flipV="1">
              <a:off x="2903820" y="4887890"/>
              <a:ext cx="63117"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EE5AB1BF-6B0F-E8F1-766F-7F1906B415A7}"/>
                </a:ext>
              </a:extLst>
            </p:cNvPr>
            <p:cNvCxnSpPr/>
            <p:nvPr/>
          </p:nvCxnSpPr>
          <p:spPr>
            <a:xfrm rot="5400000">
              <a:off x="3014706" y="4886300"/>
              <a:ext cx="63117"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397F6068-20D2-115C-D20B-883F03631858}"/>
                </a:ext>
              </a:extLst>
            </p:cNvPr>
            <p:cNvCxnSpPr/>
            <p:nvPr/>
          </p:nvCxnSpPr>
          <p:spPr>
            <a:xfrm>
              <a:off x="3038925" y="4855832"/>
              <a:ext cx="132346" cy="0"/>
            </a:xfrm>
            <a:prstGeom prst="line">
              <a:avLst/>
            </a:prstGeom>
            <a:noFill/>
            <a:ln w="1905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20D697C5-4683-E6CF-E4DF-D984F88E63D5}"/>
                </a:ext>
              </a:extLst>
            </p:cNvPr>
            <p:cNvCxnSpPr/>
            <p:nvPr/>
          </p:nvCxnSpPr>
          <p:spPr>
            <a:xfrm>
              <a:off x="2813345" y="4858218"/>
              <a:ext cx="132346" cy="0"/>
            </a:xfrm>
            <a:prstGeom prst="line">
              <a:avLst/>
            </a:prstGeom>
            <a:noFill/>
            <a:ln w="1905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4F25B94D-32D9-E55A-E648-00C976EAB9BE}"/>
                </a:ext>
              </a:extLst>
            </p:cNvPr>
            <p:cNvCxnSpPr/>
            <p:nvPr/>
          </p:nvCxnSpPr>
          <p:spPr>
            <a:xfrm>
              <a:off x="2591860" y="4629151"/>
              <a:ext cx="264693" cy="0"/>
            </a:xfrm>
            <a:prstGeom prst="line">
              <a:avLst/>
            </a:prstGeom>
            <a:noFill/>
            <a:ln w="1905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164F478D-F732-5BFD-6501-789782BDAADB}"/>
                </a:ext>
              </a:extLst>
            </p:cNvPr>
            <p:cNvCxnSpPr/>
            <p:nvPr/>
          </p:nvCxnSpPr>
          <p:spPr>
            <a:xfrm>
              <a:off x="2656892" y="4689583"/>
              <a:ext cx="132346" cy="0"/>
            </a:xfrm>
            <a:prstGeom prst="line">
              <a:avLst/>
            </a:prstGeom>
            <a:noFill/>
            <a:ln w="1905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4F5A938D-E299-C287-BBD6-3BB329E85626}"/>
                </a:ext>
              </a:extLst>
            </p:cNvPr>
            <p:cNvCxnSpPr/>
            <p:nvPr/>
          </p:nvCxnSpPr>
          <p:spPr>
            <a:xfrm rot="5400000" flipH="1" flipV="1">
              <a:off x="2634334" y="4588089"/>
              <a:ext cx="63117" cy="0"/>
            </a:xfrm>
            <a:prstGeom prst="line">
              <a:avLst/>
            </a:prstGeom>
            <a:noFill/>
            <a:ln w="1905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581EC124-695E-784A-135A-F6F37C3E3394}"/>
                </a:ext>
              </a:extLst>
            </p:cNvPr>
            <p:cNvCxnSpPr/>
            <p:nvPr/>
          </p:nvCxnSpPr>
          <p:spPr>
            <a:xfrm rot="5400000">
              <a:off x="2745220" y="4586499"/>
              <a:ext cx="63117" cy="0"/>
            </a:xfrm>
            <a:prstGeom prst="line">
              <a:avLst/>
            </a:prstGeom>
            <a:noFill/>
            <a:ln w="1905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7E920350-8EDA-C909-2FCE-82EE3401E9B0}"/>
                </a:ext>
              </a:extLst>
            </p:cNvPr>
            <p:cNvCxnSpPr/>
            <p:nvPr/>
          </p:nvCxnSpPr>
          <p:spPr>
            <a:xfrm>
              <a:off x="2767057" y="4556031"/>
              <a:ext cx="132346" cy="0"/>
            </a:xfrm>
            <a:prstGeom prst="line">
              <a:avLst/>
            </a:prstGeom>
            <a:noFill/>
            <a:ln w="1905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D4D16681-0BC2-DBD8-808B-69AB994C023C}"/>
                </a:ext>
              </a:extLst>
            </p:cNvPr>
            <p:cNvCxnSpPr/>
            <p:nvPr/>
          </p:nvCxnSpPr>
          <p:spPr>
            <a:xfrm>
              <a:off x="2543859" y="4558417"/>
              <a:ext cx="132346" cy="0"/>
            </a:xfrm>
            <a:prstGeom prst="line">
              <a:avLst/>
            </a:prstGeom>
            <a:noFill/>
            <a:ln w="1905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F445684F-4B3D-EF9E-42F8-30C29936E0ED}"/>
                </a:ext>
              </a:extLst>
            </p:cNvPr>
            <p:cNvCxnSpPr/>
            <p:nvPr/>
          </p:nvCxnSpPr>
          <p:spPr>
            <a:xfrm flipH="1" flipV="1">
              <a:off x="3658175" y="5361257"/>
              <a:ext cx="0" cy="126234"/>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231612B1-C9B5-457E-9031-D92A174D5A17}"/>
                </a:ext>
              </a:extLst>
            </p:cNvPr>
            <p:cNvCxnSpPr/>
            <p:nvPr/>
          </p:nvCxnSpPr>
          <p:spPr>
            <a:xfrm flipH="1" flipV="1">
              <a:off x="3850507" y="5363641"/>
              <a:ext cx="0" cy="315586"/>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10A9B90C-D469-4836-A6AC-5350414F6793}"/>
                </a:ext>
              </a:extLst>
            </p:cNvPr>
            <p:cNvCxnSpPr/>
            <p:nvPr/>
          </p:nvCxnSpPr>
          <p:spPr>
            <a:xfrm flipH="1" flipV="1">
              <a:off x="4044766" y="5358074"/>
              <a:ext cx="0" cy="126234"/>
            </a:xfrm>
            <a:prstGeom prst="line">
              <a:avLst/>
            </a:prstGeom>
            <a:noFill/>
            <a:ln w="1270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9FED52FC-A752-F33F-DB36-2F825B74C0CA}"/>
                </a:ext>
              </a:extLst>
            </p:cNvPr>
            <p:cNvCxnSpPr/>
            <p:nvPr/>
          </p:nvCxnSpPr>
          <p:spPr>
            <a:xfrm flipH="1" flipV="1">
              <a:off x="3659583" y="4552556"/>
              <a:ext cx="0" cy="698753"/>
            </a:xfrm>
            <a:prstGeom prst="line">
              <a:avLst/>
            </a:prstGeom>
            <a:noFill/>
            <a:ln w="1270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2E64F0B5-4CF4-CA32-B6BF-0FE875504B73}"/>
                </a:ext>
              </a:extLst>
            </p:cNvPr>
            <p:cNvCxnSpPr/>
            <p:nvPr/>
          </p:nvCxnSpPr>
          <p:spPr>
            <a:xfrm flipH="1" flipV="1">
              <a:off x="3853008" y="4841180"/>
              <a:ext cx="0" cy="410261"/>
            </a:xfrm>
            <a:prstGeom prst="line">
              <a:avLst/>
            </a:prstGeom>
            <a:noFill/>
            <a:ln w="12700" cap="flat" cmpd="sng" algn="ctr">
              <a:solidFill>
                <a:sysClr val="windowText" lastClr="000000"/>
              </a:solidFill>
              <a:prstDash val="solid"/>
              <a:miter lim="800000"/>
            </a:ln>
            <a:effectLst/>
          </p:spPr>
        </p:cxnSp>
        <p:cxnSp>
          <p:nvCxnSpPr>
            <p:cNvPr id="38" name="직선 연결선 37">
              <a:extLst>
                <a:ext uri="{FF2B5EF4-FFF2-40B4-BE49-F238E27FC236}">
                  <a16:creationId xmlns:a16="http://schemas.microsoft.com/office/drawing/2014/main" id="{521475F1-EEF9-1A85-076A-0050F2394881}"/>
                </a:ext>
              </a:extLst>
            </p:cNvPr>
            <p:cNvCxnSpPr/>
            <p:nvPr/>
          </p:nvCxnSpPr>
          <p:spPr>
            <a:xfrm flipV="1">
              <a:off x="4038930" y="5121142"/>
              <a:ext cx="0" cy="122470"/>
            </a:xfrm>
            <a:prstGeom prst="line">
              <a:avLst/>
            </a:prstGeom>
            <a:noFill/>
            <a:ln w="12700" cap="flat" cmpd="sng" algn="ctr">
              <a:solidFill>
                <a:sysClr val="windowText" lastClr="000000"/>
              </a:solidFill>
              <a:prstDash val="solid"/>
              <a:miter lim="800000"/>
            </a:ln>
            <a:effectLst/>
          </p:spPr>
        </p:cxnSp>
        <p:cxnSp>
          <p:nvCxnSpPr>
            <p:cNvPr id="39" name="직선 연결선 38">
              <a:extLst>
                <a:ext uri="{FF2B5EF4-FFF2-40B4-BE49-F238E27FC236}">
                  <a16:creationId xmlns:a16="http://schemas.microsoft.com/office/drawing/2014/main" id="{7634D114-8EC5-1AAB-B8FE-53DEDA38FF77}"/>
                </a:ext>
              </a:extLst>
            </p:cNvPr>
            <p:cNvCxnSpPr/>
            <p:nvPr/>
          </p:nvCxnSpPr>
          <p:spPr>
            <a:xfrm>
              <a:off x="3157630" y="4854464"/>
              <a:ext cx="1422726" cy="0"/>
            </a:xfrm>
            <a:prstGeom prst="line">
              <a:avLst/>
            </a:prstGeom>
            <a:noFill/>
            <a:ln w="12700" cap="flat" cmpd="sng" algn="ctr">
              <a:solidFill>
                <a:sysClr val="windowText" lastClr="000000"/>
              </a:solidFill>
              <a:prstDash val="solid"/>
              <a:miter lim="800000"/>
            </a:ln>
            <a:effectLst/>
          </p:spPr>
        </p:cxnSp>
        <p:cxnSp>
          <p:nvCxnSpPr>
            <p:cNvPr id="40" name="직선 연결선 39">
              <a:extLst>
                <a:ext uri="{FF2B5EF4-FFF2-40B4-BE49-F238E27FC236}">
                  <a16:creationId xmlns:a16="http://schemas.microsoft.com/office/drawing/2014/main" id="{715FCE9B-EB35-75F4-BDA4-C3826B31CA6F}"/>
                </a:ext>
              </a:extLst>
            </p:cNvPr>
            <p:cNvCxnSpPr>
              <a:cxnSpLocks/>
            </p:cNvCxnSpPr>
            <p:nvPr/>
          </p:nvCxnSpPr>
          <p:spPr>
            <a:xfrm>
              <a:off x="2897981" y="4554890"/>
              <a:ext cx="1485833" cy="0"/>
            </a:xfrm>
            <a:prstGeom prst="line">
              <a:avLst/>
            </a:prstGeom>
            <a:noFill/>
            <a:ln w="12700" cap="flat" cmpd="sng" algn="ctr">
              <a:solidFill>
                <a:sysClr val="windowText" lastClr="000000"/>
              </a:solidFill>
              <a:prstDash val="solid"/>
              <a:miter lim="800000"/>
            </a:ln>
            <a:effectLst/>
          </p:spPr>
        </p:cxnSp>
        <p:cxnSp>
          <p:nvCxnSpPr>
            <p:cNvPr id="41" name="직선 연결선 40">
              <a:extLst>
                <a:ext uri="{FF2B5EF4-FFF2-40B4-BE49-F238E27FC236}">
                  <a16:creationId xmlns:a16="http://schemas.microsoft.com/office/drawing/2014/main" id="{CF66C762-5FDE-3E35-300E-720C4FEF89D0}"/>
                </a:ext>
              </a:extLst>
            </p:cNvPr>
            <p:cNvCxnSpPr>
              <a:cxnSpLocks/>
            </p:cNvCxnSpPr>
            <p:nvPr/>
          </p:nvCxnSpPr>
          <p:spPr>
            <a:xfrm>
              <a:off x="2255044" y="5135176"/>
              <a:ext cx="762195" cy="0"/>
            </a:xfrm>
            <a:prstGeom prst="line">
              <a:avLst/>
            </a:prstGeom>
            <a:noFill/>
            <a:ln w="12700" cap="flat" cmpd="sng" algn="ctr">
              <a:solidFill>
                <a:sysClr val="windowText" lastClr="000000"/>
              </a:solidFill>
              <a:prstDash val="solid"/>
              <a:miter lim="800000"/>
            </a:ln>
            <a:effectLst/>
          </p:spPr>
        </p:cxnSp>
        <p:cxnSp>
          <p:nvCxnSpPr>
            <p:cNvPr id="42" name="직선 연결선 41">
              <a:extLst>
                <a:ext uri="{FF2B5EF4-FFF2-40B4-BE49-F238E27FC236}">
                  <a16:creationId xmlns:a16="http://schemas.microsoft.com/office/drawing/2014/main" id="{BF1A8409-617E-5AAB-2B18-289FFB13F470}"/>
                </a:ext>
              </a:extLst>
            </p:cNvPr>
            <p:cNvCxnSpPr>
              <a:cxnSpLocks/>
            </p:cNvCxnSpPr>
            <p:nvPr/>
          </p:nvCxnSpPr>
          <p:spPr>
            <a:xfrm>
              <a:off x="2252663" y="4857410"/>
              <a:ext cx="633446" cy="0"/>
            </a:xfrm>
            <a:prstGeom prst="line">
              <a:avLst/>
            </a:prstGeom>
            <a:noFill/>
            <a:ln w="12700" cap="flat" cmpd="sng" algn="ctr">
              <a:solidFill>
                <a:sysClr val="windowText" lastClr="000000"/>
              </a:solidFill>
              <a:prstDash val="solid"/>
              <a:miter lim="800000"/>
            </a:ln>
            <a:effectLst/>
          </p:spPr>
        </p:cxnSp>
        <p:cxnSp>
          <p:nvCxnSpPr>
            <p:cNvPr id="43" name="직선 연결선 42">
              <a:extLst>
                <a:ext uri="{FF2B5EF4-FFF2-40B4-BE49-F238E27FC236}">
                  <a16:creationId xmlns:a16="http://schemas.microsoft.com/office/drawing/2014/main" id="{85DC98F8-E200-E366-45CA-A86D7DAD8701}"/>
                </a:ext>
              </a:extLst>
            </p:cNvPr>
            <p:cNvCxnSpPr/>
            <p:nvPr/>
          </p:nvCxnSpPr>
          <p:spPr>
            <a:xfrm>
              <a:off x="3651466" y="5484516"/>
              <a:ext cx="397040" cy="0"/>
            </a:xfrm>
            <a:prstGeom prst="line">
              <a:avLst/>
            </a:prstGeom>
            <a:noFill/>
            <a:ln w="12700" cap="flat" cmpd="sng" algn="ctr">
              <a:solidFill>
                <a:sysClr val="windowText" lastClr="000000"/>
              </a:solidFill>
              <a:prstDash val="solid"/>
              <a:miter lim="800000"/>
            </a:ln>
            <a:effectLst/>
          </p:spPr>
        </p:cxnSp>
        <p:cxnSp>
          <p:nvCxnSpPr>
            <p:cNvPr id="44" name="직선 연결선 43">
              <a:extLst>
                <a:ext uri="{FF2B5EF4-FFF2-40B4-BE49-F238E27FC236}">
                  <a16:creationId xmlns:a16="http://schemas.microsoft.com/office/drawing/2014/main" id="{187D7C34-9C19-99A9-4BDE-6424C8ED1F0A}"/>
                </a:ext>
              </a:extLst>
            </p:cNvPr>
            <p:cNvCxnSpPr/>
            <p:nvPr/>
          </p:nvCxnSpPr>
          <p:spPr>
            <a:xfrm flipH="1">
              <a:off x="2993109" y="4984360"/>
              <a:ext cx="0" cy="615391"/>
            </a:xfrm>
            <a:prstGeom prst="line">
              <a:avLst/>
            </a:prstGeom>
            <a:noFill/>
            <a:ln w="6350" cap="flat" cmpd="sng" algn="ctr">
              <a:solidFill>
                <a:sysClr val="windowText" lastClr="000000"/>
              </a:solidFill>
              <a:prstDash val="solid"/>
              <a:miter lim="800000"/>
            </a:ln>
            <a:effectLst/>
          </p:spPr>
        </p:cxnSp>
        <p:cxnSp>
          <p:nvCxnSpPr>
            <p:cNvPr id="45" name="직선 연결선 44">
              <a:extLst>
                <a:ext uri="{FF2B5EF4-FFF2-40B4-BE49-F238E27FC236}">
                  <a16:creationId xmlns:a16="http://schemas.microsoft.com/office/drawing/2014/main" id="{058B3919-97EE-6605-3B68-7AEDDD3C5049}"/>
                </a:ext>
              </a:extLst>
            </p:cNvPr>
            <p:cNvCxnSpPr>
              <a:cxnSpLocks/>
            </p:cNvCxnSpPr>
            <p:nvPr/>
          </p:nvCxnSpPr>
          <p:spPr>
            <a:xfrm>
              <a:off x="2725611" y="4696490"/>
              <a:ext cx="0" cy="707360"/>
            </a:xfrm>
            <a:prstGeom prst="line">
              <a:avLst/>
            </a:prstGeom>
            <a:noFill/>
            <a:ln w="6350" cap="flat" cmpd="sng" algn="ctr">
              <a:solidFill>
                <a:sysClr val="windowText" lastClr="000000"/>
              </a:solidFill>
              <a:prstDash val="solid"/>
              <a:miter lim="800000"/>
            </a:ln>
            <a:effectLst/>
          </p:spPr>
        </p:cxnSp>
        <p:cxnSp>
          <p:nvCxnSpPr>
            <p:cNvPr id="46" name="직선 연결선 45">
              <a:extLst>
                <a:ext uri="{FF2B5EF4-FFF2-40B4-BE49-F238E27FC236}">
                  <a16:creationId xmlns:a16="http://schemas.microsoft.com/office/drawing/2014/main" id="{2088DF5D-F478-3A55-0E10-256DB08DFE98}"/>
                </a:ext>
              </a:extLst>
            </p:cNvPr>
            <p:cNvCxnSpPr/>
            <p:nvPr/>
          </p:nvCxnSpPr>
          <p:spPr>
            <a:xfrm>
              <a:off x="2273407" y="5801060"/>
              <a:ext cx="926426" cy="0"/>
            </a:xfrm>
            <a:prstGeom prst="line">
              <a:avLst/>
            </a:prstGeom>
            <a:noFill/>
            <a:ln w="6350" cap="flat" cmpd="sng" algn="ctr">
              <a:solidFill>
                <a:sysClr val="windowText" lastClr="000000"/>
              </a:solidFill>
              <a:prstDash val="solid"/>
              <a:miter lim="800000"/>
            </a:ln>
            <a:effectLst/>
          </p:spPr>
        </p:cxnSp>
        <p:cxnSp>
          <p:nvCxnSpPr>
            <p:cNvPr id="47" name="직선 연결선 46">
              <a:extLst>
                <a:ext uri="{FF2B5EF4-FFF2-40B4-BE49-F238E27FC236}">
                  <a16:creationId xmlns:a16="http://schemas.microsoft.com/office/drawing/2014/main" id="{A7584350-A235-5900-DC9F-8201A6835162}"/>
                </a:ext>
              </a:extLst>
            </p:cNvPr>
            <p:cNvCxnSpPr>
              <a:cxnSpLocks/>
            </p:cNvCxnSpPr>
            <p:nvPr/>
          </p:nvCxnSpPr>
          <p:spPr>
            <a:xfrm>
              <a:off x="2269752" y="5600665"/>
              <a:ext cx="724273" cy="0"/>
            </a:xfrm>
            <a:prstGeom prst="line">
              <a:avLst/>
            </a:prstGeom>
            <a:noFill/>
            <a:ln w="6350" cap="flat" cmpd="sng" algn="ctr">
              <a:solidFill>
                <a:sysClr val="windowText" lastClr="000000"/>
              </a:solidFill>
              <a:prstDash val="solid"/>
              <a:miter lim="800000"/>
            </a:ln>
            <a:effectLst/>
          </p:spPr>
        </p:cxnSp>
        <p:cxnSp>
          <p:nvCxnSpPr>
            <p:cNvPr id="48" name="직선 연결선 47">
              <a:extLst>
                <a:ext uri="{FF2B5EF4-FFF2-40B4-BE49-F238E27FC236}">
                  <a16:creationId xmlns:a16="http://schemas.microsoft.com/office/drawing/2014/main" id="{80DBFD00-A0EF-42A3-3152-C52942E2E74D}"/>
                </a:ext>
              </a:extLst>
            </p:cNvPr>
            <p:cNvCxnSpPr>
              <a:cxnSpLocks/>
            </p:cNvCxnSpPr>
            <p:nvPr/>
          </p:nvCxnSpPr>
          <p:spPr>
            <a:xfrm>
              <a:off x="2251075" y="5404242"/>
              <a:ext cx="469900" cy="0"/>
            </a:xfrm>
            <a:prstGeom prst="line">
              <a:avLst/>
            </a:prstGeom>
            <a:noFill/>
            <a:ln w="6350" cap="flat" cmpd="sng" algn="ctr">
              <a:solidFill>
                <a:sysClr val="windowText" lastClr="000000"/>
              </a:solidFill>
              <a:prstDash val="solid"/>
              <a:miter lim="800000"/>
            </a:ln>
            <a:effectLst/>
          </p:spPr>
        </p:cxnSp>
        <p:sp>
          <p:nvSpPr>
            <p:cNvPr id="49" name="TextBox 28">
              <a:extLst>
                <a:ext uri="{FF2B5EF4-FFF2-40B4-BE49-F238E27FC236}">
                  <a16:creationId xmlns:a16="http://schemas.microsoft.com/office/drawing/2014/main" id="{4A66B44B-838E-D888-153C-7216582F8E71}"/>
                </a:ext>
              </a:extLst>
            </p:cNvPr>
            <p:cNvSpPr txBox="1"/>
            <p:nvPr/>
          </p:nvSpPr>
          <p:spPr>
            <a:xfrm>
              <a:off x="2261701" y="567418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0" name="TextBox 29">
              <a:extLst>
                <a:ext uri="{FF2B5EF4-FFF2-40B4-BE49-F238E27FC236}">
                  <a16:creationId xmlns:a16="http://schemas.microsoft.com/office/drawing/2014/main" id="{AA3DEBA3-98F9-BAC7-5F71-2A2BD531973D}"/>
                </a:ext>
              </a:extLst>
            </p:cNvPr>
            <p:cNvSpPr txBox="1"/>
            <p:nvPr/>
          </p:nvSpPr>
          <p:spPr>
            <a:xfrm>
              <a:off x="2267377" y="547452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1" name="TextBox 30">
              <a:extLst>
                <a:ext uri="{FF2B5EF4-FFF2-40B4-BE49-F238E27FC236}">
                  <a16:creationId xmlns:a16="http://schemas.microsoft.com/office/drawing/2014/main" id="{E1BB1E2E-D6F6-0B7C-6BDF-C95FF5B08455}"/>
                </a:ext>
              </a:extLst>
            </p:cNvPr>
            <p:cNvSpPr txBox="1"/>
            <p:nvPr/>
          </p:nvSpPr>
          <p:spPr>
            <a:xfrm>
              <a:off x="2262340" y="5265336"/>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2" name="TextBox 31">
              <a:extLst>
                <a:ext uri="{FF2B5EF4-FFF2-40B4-BE49-F238E27FC236}">
                  <a16:creationId xmlns:a16="http://schemas.microsoft.com/office/drawing/2014/main" id="{8158743B-BF17-CF63-486A-D59AD874D618}"/>
                </a:ext>
              </a:extLst>
            </p:cNvPr>
            <p:cNvSpPr txBox="1"/>
            <p:nvPr/>
          </p:nvSpPr>
          <p:spPr>
            <a:xfrm>
              <a:off x="2251291" y="4427991"/>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3" name="TextBox 32">
              <a:extLst>
                <a:ext uri="{FF2B5EF4-FFF2-40B4-BE49-F238E27FC236}">
                  <a16:creationId xmlns:a16="http://schemas.microsoft.com/office/drawing/2014/main" id="{ECCF26D0-6B34-9536-346F-84603C6BBBFE}"/>
                </a:ext>
              </a:extLst>
            </p:cNvPr>
            <p:cNvSpPr txBox="1"/>
            <p:nvPr/>
          </p:nvSpPr>
          <p:spPr>
            <a:xfrm>
              <a:off x="2251410" y="4726193"/>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TextBox 33">
              <a:extLst>
                <a:ext uri="{FF2B5EF4-FFF2-40B4-BE49-F238E27FC236}">
                  <a16:creationId xmlns:a16="http://schemas.microsoft.com/office/drawing/2014/main" id="{E158FF9F-A7AF-9438-46B5-83598D6E01EE}"/>
                </a:ext>
              </a:extLst>
            </p:cNvPr>
            <p:cNvSpPr txBox="1"/>
            <p:nvPr/>
          </p:nvSpPr>
          <p:spPr>
            <a:xfrm>
              <a:off x="2255898" y="4994206"/>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5" name="TextBox 34">
              <a:extLst>
                <a:ext uri="{FF2B5EF4-FFF2-40B4-BE49-F238E27FC236}">
                  <a16:creationId xmlns:a16="http://schemas.microsoft.com/office/drawing/2014/main" id="{078C3BA9-7639-205E-7FE7-2F574F72418D}"/>
                </a:ext>
              </a:extLst>
            </p:cNvPr>
            <p:cNvSpPr txBox="1"/>
            <p:nvPr/>
          </p:nvSpPr>
          <p:spPr>
            <a:xfrm>
              <a:off x="3764633" y="5711497"/>
              <a:ext cx="17867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57" name="직선 연결선 56">
              <a:extLst>
                <a:ext uri="{FF2B5EF4-FFF2-40B4-BE49-F238E27FC236}">
                  <a16:creationId xmlns:a16="http://schemas.microsoft.com/office/drawing/2014/main" id="{BB9EFD2D-58D9-A172-7E3E-88E7C4594DBE}"/>
                </a:ext>
              </a:extLst>
            </p:cNvPr>
            <p:cNvCxnSpPr/>
            <p:nvPr/>
          </p:nvCxnSpPr>
          <p:spPr>
            <a:xfrm>
              <a:off x="4299253" y="5350166"/>
              <a:ext cx="179253" cy="0"/>
            </a:xfrm>
            <a:prstGeom prst="line">
              <a:avLst/>
            </a:prstGeom>
            <a:noFill/>
            <a:ln w="19050" cap="flat" cmpd="sng" algn="ctr">
              <a:solidFill>
                <a:sysClr val="windowText" lastClr="000000"/>
              </a:solidFill>
              <a:prstDash val="solid"/>
              <a:miter lim="800000"/>
            </a:ln>
            <a:effectLst/>
          </p:spPr>
        </p:cxnSp>
        <p:cxnSp>
          <p:nvCxnSpPr>
            <p:cNvPr id="59" name="직선 연결선 58">
              <a:extLst>
                <a:ext uri="{FF2B5EF4-FFF2-40B4-BE49-F238E27FC236}">
                  <a16:creationId xmlns:a16="http://schemas.microsoft.com/office/drawing/2014/main" id="{2BBEFEE3-6AB2-1FF9-C856-2B6CB04D4882}"/>
                </a:ext>
              </a:extLst>
            </p:cNvPr>
            <p:cNvCxnSpPr/>
            <p:nvPr/>
          </p:nvCxnSpPr>
          <p:spPr>
            <a:xfrm>
              <a:off x="4495813" y="5350165"/>
              <a:ext cx="179253" cy="0"/>
            </a:xfrm>
            <a:prstGeom prst="line">
              <a:avLst/>
            </a:prstGeom>
            <a:noFill/>
            <a:ln w="19050" cap="flat" cmpd="sng" algn="ctr">
              <a:solidFill>
                <a:sysClr val="windowText" lastClr="000000"/>
              </a:solidFill>
              <a:prstDash val="solid"/>
              <a:miter lim="800000"/>
            </a:ln>
            <a:effectLst/>
          </p:spPr>
        </p:cxnSp>
        <p:cxnSp>
          <p:nvCxnSpPr>
            <p:cNvPr id="61" name="직선 연결선 60">
              <a:extLst>
                <a:ext uri="{FF2B5EF4-FFF2-40B4-BE49-F238E27FC236}">
                  <a16:creationId xmlns:a16="http://schemas.microsoft.com/office/drawing/2014/main" id="{C07CEA54-66C1-D8E7-0512-1B9A94DE5BDF}"/>
                </a:ext>
              </a:extLst>
            </p:cNvPr>
            <p:cNvCxnSpPr/>
            <p:nvPr/>
          </p:nvCxnSpPr>
          <p:spPr>
            <a:xfrm>
              <a:off x="4694238" y="5346750"/>
              <a:ext cx="179253" cy="0"/>
            </a:xfrm>
            <a:prstGeom prst="line">
              <a:avLst/>
            </a:prstGeom>
            <a:noFill/>
            <a:ln w="19050" cap="flat" cmpd="sng" algn="ctr">
              <a:solidFill>
                <a:sysClr val="windowText" lastClr="000000"/>
              </a:solidFill>
              <a:prstDash val="solid"/>
              <a:miter lim="800000"/>
            </a:ln>
            <a:effectLst/>
          </p:spPr>
        </p:cxnSp>
        <p:cxnSp>
          <p:nvCxnSpPr>
            <p:cNvPr id="62" name="직선 연결선 61">
              <a:extLst>
                <a:ext uri="{FF2B5EF4-FFF2-40B4-BE49-F238E27FC236}">
                  <a16:creationId xmlns:a16="http://schemas.microsoft.com/office/drawing/2014/main" id="{89EBFF8E-0EDE-55C6-56B3-5B109B45E0D8}"/>
                </a:ext>
              </a:extLst>
            </p:cNvPr>
            <p:cNvCxnSpPr/>
            <p:nvPr/>
          </p:nvCxnSpPr>
          <p:spPr>
            <a:xfrm flipH="1" flipV="1">
              <a:off x="4390190" y="5355689"/>
              <a:ext cx="0" cy="126234"/>
            </a:xfrm>
            <a:prstGeom prst="line">
              <a:avLst/>
            </a:prstGeom>
            <a:noFill/>
            <a:ln w="12700" cap="flat" cmpd="sng" algn="ctr">
              <a:solidFill>
                <a:sysClr val="windowText" lastClr="000000"/>
              </a:solidFill>
              <a:prstDash val="solid"/>
              <a:miter lim="800000"/>
            </a:ln>
            <a:effectLst/>
          </p:spPr>
        </p:cxnSp>
        <p:cxnSp>
          <p:nvCxnSpPr>
            <p:cNvPr id="63" name="직선 연결선 62">
              <a:extLst>
                <a:ext uri="{FF2B5EF4-FFF2-40B4-BE49-F238E27FC236}">
                  <a16:creationId xmlns:a16="http://schemas.microsoft.com/office/drawing/2014/main" id="{C76E3A60-2181-C2D9-8436-304A609686D2}"/>
                </a:ext>
              </a:extLst>
            </p:cNvPr>
            <p:cNvCxnSpPr/>
            <p:nvPr/>
          </p:nvCxnSpPr>
          <p:spPr>
            <a:xfrm flipH="1" flipV="1">
              <a:off x="4582523" y="5358075"/>
              <a:ext cx="0" cy="315586"/>
            </a:xfrm>
            <a:prstGeom prst="line">
              <a:avLst/>
            </a:prstGeom>
            <a:noFill/>
            <a:ln w="12700" cap="flat" cmpd="sng" algn="ctr">
              <a:solidFill>
                <a:sysClr val="windowText" lastClr="000000"/>
              </a:solidFill>
              <a:prstDash val="solid"/>
              <a:miter lim="800000"/>
            </a:ln>
            <a:effectLst/>
          </p:spPr>
        </p:cxnSp>
        <p:cxnSp>
          <p:nvCxnSpPr>
            <p:cNvPr id="64" name="직선 연결선 63">
              <a:extLst>
                <a:ext uri="{FF2B5EF4-FFF2-40B4-BE49-F238E27FC236}">
                  <a16:creationId xmlns:a16="http://schemas.microsoft.com/office/drawing/2014/main" id="{F2A6AD13-83FA-18A2-93F6-9246F8EFA4AD}"/>
                </a:ext>
              </a:extLst>
            </p:cNvPr>
            <p:cNvCxnSpPr/>
            <p:nvPr/>
          </p:nvCxnSpPr>
          <p:spPr>
            <a:xfrm flipH="1" flipV="1">
              <a:off x="4776781" y="5352508"/>
              <a:ext cx="0" cy="126234"/>
            </a:xfrm>
            <a:prstGeom prst="line">
              <a:avLst/>
            </a:prstGeom>
            <a:noFill/>
            <a:ln w="12700" cap="flat" cmpd="sng" algn="ctr">
              <a:solidFill>
                <a:sysClr val="windowText" lastClr="000000"/>
              </a:solidFill>
              <a:prstDash val="solid"/>
              <a:miter lim="800000"/>
            </a:ln>
            <a:effectLst/>
          </p:spPr>
        </p:cxnSp>
        <p:cxnSp>
          <p:nvCxnSpPr>
            <p:cNvPr id="65" name="직선 연결선 64">
              <a:extLst>
                <a:ext uri="{FF2B5EF4-FFF2-40B4-BE49-F238E27FC236}">
                  <a16:creationId xmlns:a16="http://schemas.microsoft.com/office/drawing/2014/main" id="{00D27F0B-A2AC-13E7-724B-C46F9E1056F5}"/>
                </a:ext>
              </a:extLst>
            </p:cNvPr>
            <p:cNvCxnSpPr/>
            <p:nvPr/>
          </p:nvCxnSpPr>
          <p:spPr>
            <a:xfrm flipH="1" flipV="1">
              <a:off x="4389097" y="4551060"/>
              <a:ext cx="0" cy="701139"/>
            </a:xfrm>
            <a:prstGeom prst="line">
              <a:avLst/>
            </a:prstGeom>
            <a:noFill/>
            <a:ln w="12700" cap="flat" cmpd="sng" algn="ctr">
              <a:solidFill>
                <a:sysClr val="windowText" lastClr="000000"/>
              </a:solidFill>
              <a:prstDash val="solid"/>
              <a:miter lim="800000"/>
            </a:ln>
            <a:effectLst/>
          </p:spPr>
        </p:cxnSp>
        <p:cxnSp>
          <p:nvCxnSpPr>
            <p:cNvPr id="66" name="직선 연결선 65">
              <a:extLst>
                <a:ext uri="{FF2B5EF4-FFF2-40B4-BE49-F238E27FC236}">
                  <a16:creationId xmlns:a16="http://schemas.microsoft.com/office/drawing/2014/main" id="{1F515B87-B52B-C1E4-5139-55839B15E447}"/>
                </a:ext>
              </a:extLst>
            </p:cNvPr>
            <p:cNvCxnSpPr/>
            <p:nvPr/>
          </p:nvCxnSpPr>
          <p:spPr>
            <a:xfrm flipH="1" flipV="1">
              <a:off x="4585025" y="4848198"/>
              <a:ext cx="0" cy="410261"/>
            </a:xfrm>
            <a:prstGeom prst="line">
              <a:avLst/>
            </a:prstGeom>
            <a:noFill/>
            <a:ln w="12700" cap="flat" cmpd="sng" algn="ctr">
              <a:solidFill>
                <a:sysClr val="windowText" lastClr="000000"/>
              </a:solidFill>
              <a:prstDash val="solid"/>
              <a:miter lim="800000"/>
            </a:ln>
            <a:effectLst/>
          </p:spPr>
        </p:cxnSp>
        <p:cxnSp>
          <p:nvCxnSpPr>
            <p:cNvPr id="67" name="직선 연결선 66">
              <a:extLst>
                <a:ext uri="{FF2B5EF4-FFF2-40B4-BE49-F238E27FC236}">
                  <a16:creationId xmlns:a16="http://schemas.microsoft.com/office/drawing/2014/main" id="{ED64E28D-9488-F067-9813-9B9BC6CA3359}"/>
                </a:ext>
              </a:extLst>
            </p:cNvPr>
            <p:cNvCxnSpPr/>
            <p:nvPr/>
          </p:nvCxnSpPr>
          <p:spPr>
            <a:xfrm>
              <a:off x="4383482" y="5478949"/>
              <a:ext cx="397040" cy="0"/>
            </a:xfrm>
            <a:prstGeom prst="line">
              <a:avLst/>
            </a:prstGeom>
            <a:noFill/>
            <a:ln w="12700" cap="flat" cmpd="sng" algn="ctr">
              <a:solidFill>
                <a:sysClr val="windowText" lastClr="000000"/>
              </a:solidFill>
              <a:prstDash val="solid"/>
              <a:miter lim="800000"/>
            </a:ln>
            <a:effectLst/>
          </p:spPr>
        </p:cxnSp>
        <p:sp>
          <p:nvSpPr>
            <p:cNvPr id="68" name="TextBox 42">
              <a:extLst>
                <a:ext uri="{FF2B5EF4-FFF2-40B4-BE49-F238E27FC236}">
                  <a16:creationId xmlns:a16="http://schemas.microsoft.com/office/drawing/2014/main" id="{431DF3E6-4BB1-2BAD-BC48-40F085544EFD}"/>
                </a:ext>
              </a:extLst>
            </p:cNvPr>
            <p:cNvSpPr txBox="1"/>
            <p:nvPr/>
          </p:nvSpPr>
          <p:spPr>
            <a:xfrm>
              <a:off x="4459131" y="5705930"/>
              <a:ext cx="28616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9" name="타원 68">
              <a:extLst>
                <a:ext uri="{FF2B5EF4-FFF2-40B4-BE49-F238E27FC236}">
                  <a16:creationId xmlns:a16="http://schemas.microsoft.com/office/drawing/2014/main" id="{935205AC-85E4-2B14-98B5-39AAB616A8E5}"/>
                </a:ext>
              </a:extLst>
            </p:cNvPr>
            <p:cNvSpPr/>
            <p:nvPr/>
          </p:nvSpPr>
          <p:spPr>
            <a:xfrm>
              <a:off x="4009749" y="510523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타원 69">
              <a:extLst>
                <a:ext uri="{FF2B5EF4-FFF2-40B4-BE49-F238E27FC236}">
                  <a16:creationId xmlns:a16="http://schemas.microsoft.com/office/drawing/2014/main" id="{0D8255C3-355A-D8EC-4DF2-0D9F25ED57B6}"/>
                </a:ext>
              </a:extLst>
            </p:cNvPr>
            <p:cNvSpPr/>
            <p:nvPr/>
          </p:nvSpPr>
          <p:spPr>
            <a:xfrm>
              <a:off x="3820493" y="4829294"/>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1" name="타원 70">
              <a:extLst>
                <a:ext uri="{FF2B5EF4-FFF2-40B4-BE49-F238E27FC236}">
                  <a16:creationId xmlns:a16="http://schemas.microsoft.com/office/drawing/2014/main" id="{BCEB7344-068B-487D-E023-A6E80910CE06}"/>
                </a:ext>
              </a:extLst>
            </p:cNvPr>
            <p:cNvSpPr/>
            <p:nvPr/>
          </p:nvSpPr>
          <p:spPr>
            <a:xfrm>
              <a:off x="3627068" y="451756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2" name="타원 71">
              <a:extLst>
                <a:ext uri="{FF2B5EF4-FFF2-40B4-BE49-F238E27FC236}">
                  <a16:creationId xmlns:a16="http://schemas.microsoft.com/office/drawing/2014/main" id="{24075E9A-6338-226C-117A-C066C52BAC45}"/>
                </a:ext>
              </a:extLst>
            </p:cNvPr>
            <p:cNvSpPr/>
            <p:nvPr/>
          </p:nvSpPr>
          <p:spPr>
            <a:xfrm>
              <a:off x="3816324" y="5457522"/>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3" name="타원 72">
              <a:extLst>
                <a:ext uri="{FF2B5EF4-FFF2-40B4-BE49-F238E27FC236}">
                  <a16:creationId xmlns:a16="http://schemas.microsoft.com/office/drawing/2014/main" id="{0BD02FF9-AFAB-BFAE-BA80-A4F39F12AA3D}"/>
                </a:ext>
              </a:extLst>
            </p:cNvPr>
            <p:cNvSpPr/>
            <p:nvPr/>
          </p:nvSpPr>
          <p:spPr>
            <a:xfrm>
              <a:off x="4552509" y="5459908"/>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4" name="직선 연결선 73">
              <a:extLst>
                <a:ext uri="{FF2B5EF4-FFF2-40B4-BE49-F238E27FC236}">
                  <a16:creationId xmlns:a16="http://schemas.microsoft.com/office/drawing/2014/main" id="{A555CFD1-39FC-D698-23F2-7D086A5FEA92}"/>
                </a:ext>
              </a:extLst>
            </p:cNvPr>
            <p:cNvCxnSpPr/>
            <p:nvPr/>
          </p:nvCxnSpPr>
          <p:spPr>
            <a:xfrm flipV="1">
              <a:off x="4770945" y="5135455"/>
              <a:ext cx="0" cy="122470"/>
            </a:xfrm>
            <a:prstGeom prst="line">
              <a:avLst/>
            </a:prstGeom>
            <a:noFill/>
            <a:ln w="12700" cap="flat" cmpd="sng" algn="ctr">
              <a:solidFill>
                <a:sysClr val="windowText" lastClr="000000"/>
              </a:solidFill>
              <a:prstDash val="solid"/>
              <a:miter lim="800000"/>
            </a:ln>
            <a:effectLst/>
          </p:spPr>
        </p:cxnSp>
        <p:sp>
          <p:nvSpPr>
            <p:cNvPr id="75" name="TextBox 3">
              <a:extLst>
                <a:ext uri="{FF2B5EF4-FFF2-40B4-BE49-F238E27FC236}">
                  <a16:creationId xmlns:a16="http://schemas.microsoft.com/office/drawing/2014/main" id="{BD2BA0CB-1D43-106B-ECF8-38CE215BD957}"/>
                </a:ext>
              </a:extLst>
            </p:cNvPr>
            <p:cNvSpPr txBox="1"/>
            <p:nvPr/>
          </p:nvSpPr>
          <p:spPr>
            <a:xfrm>
              <a:off x="3396957" y="4336684"/>
              <a:ext cx="618624" cy="149674"/>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01</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6" name="직사각형 75">
              <a:extLst>
                <a:ext uri="{FF2B5EF4-FFF2-40B4-BE49-F238E27FC236}">
                  <a16:creationId xmlns:a16="http://schemas.microsoft.com/office/drawing/2014/main" id="{3A6DDA93-DE3F-4181-9C65-01221A9BC5EB}"/>
                </a:ext>
              </a:extLst>
            </p:cNvPr>
            <p:cNvSpPr/>
            <p:nvPr/>
          </p:nvSpPr>
          <p:spPr>
            <a:xfrm>
              <a:off x="2096062" y="4285915"/>
              <a:ext cx="3005479" cy="210403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7" name="TextBox 262">
              <a:extLst>
                <a:ext uri="{FF2B5EF4-FFF2-40B4-BE49-F238E27FC236}">
                  <a16:creationId xmlns:a16="http://schemas.microsoft.com/office/drawing/2014/main" id="{8CA05F9B-ABDE-4395-A055-9B6F08FB4F8C}"/>
                </a:ext>
              </a:extLst>
            </p:cNvPr>
            <p:cNvSpPr txBox="1"/>
            <p:nvPr/>
          </p:nvSpPr>
          <p:spPr>
            <a:xfrm>
              <a:off x="4075263" y="5941363"/>
              <a:ext cx="355867" cy="153888"/>
            </a:xfrm>
            <a:prstGeom prst="rect">
              <a:avLst/>
            </a:prstGeom>
            <a:solidFill>
              <a:sysClr val="window" lastClr="FFFFFF"/>
            </a:solidFill>
            <a:ln>
              <a:noFill/>
            </a:ln>
            <a:effectLst/>
          </p:spPr>
          <p:txBody>
            <a:bodyPr wrap="none" lIns="0" tIns="0" rIns="0" bIns="0" rtlCol="0" anchor="ctr" anchorCtr="0">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8" name="이등변 삼각형 77">
              <a:extLst>
                <a:ext uri="{FF2B5EF4-FFF2-40B4-BE49-F238E27FC236}">
                  <a16:creationId xmlns:a16="http://schemas.microsoft.com/office/drawing/2014/main" id="{C2E686CE-C8C6-2E83-E944-F5AE0DA123FE}"/>
                </a:ext>
              </a:extLst>
            </p:cNvPr>
            <p:cNvSpPr/>
            <p:nvPr/>
          </p:nvSpPr>
          <p:spPr>
            <a:xfrm rot="10800000">
              <a:off x="4303604" y="5239757"/>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이등변 삼각형 78">
              <a:extLst>
                <a:ext uri="{FF2B5EF4-FFF2-40B4-BE49-F238E27FC236}">
                  <a16:creationId xmlns:a16="http://schemas.microsoft.com/office/drawing/2014/main" id="{C02A0D91-1FDE-C9AA-144E-D2A80D723FD3}"/>
                </a:ext>
              </a:extLst>
            </p:cNvPr>
            <p:cNvSpPr/>
            <p:nvPr/>
          </p:nvSpPr>
          <p:spPr>
            <a:xfrm rot="10800000">
              <a:off x="4502160" y="523975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BE28349B-0EB8-29E4-BFD1-92DF2E0E46A3}"/>
                </a:ext>
              </a:extLst>
            </p:cNvPr>
            <p:cNvSpPr/>
            <p:nvPr/>
          </p:nvSpPr>
          <p:spPr>
            <a:xfrm rot="10800000">
              <a:off x="4681665" y="523975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sp>
        <p:nvSpPr>
          <p:cNvPr id="60" name="TextBox 59">
            <a:extLst>
              <a:ext uri="{FF2B5EF4-FFF2-40B4-BE49-F238E27FC236}">
                <a16:creationId xmlns:a16="http://schemas.microsoft.com/office/drawing/2014/main" id="{9317544B-A0BD-4AE7-048C-6FA173FAF862}"/>
              </a:ext>
            </a:extLst>
          </p:cNvPr>
          <p:cNvSpPr txBox="1"/>
          <p:nvPr/>
        </p:nvSpPr>
        <p:spPr>
          <a:xfrm>
            <a:off x="2183574" y="3995414"/>
            <a:ext cx="2507097"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XD12R driving type for LED backlight</a:t>
            </a:r>
          </a:p>
        </p:txBody>
      </p:sp>
      <p:graphicFrame>
        <p:nvGraphicFramePr>
          <p:cNvPr id="81" name="표 80">
            <a:extLst>
              <a:ext uri="{FF2B5EF4-FFF2-40B4-BE49-F238E27FC236}">
                <a16:creationId xmlns:a16="http://schemas.microsoft.com/office/drawing/2014/main" id="{96929D06-B311-E7D7-2866-4B464DF8747D}"/>
              </a:ext>
            </a:extLst>
          </p:cNvPr>
          <p:cNvGraphicFramePr>
            <a:graphicFrameLocks noGrp="1"/>
          </p:cNvGraphicFramePr>
          <p:nvPr>
            <p:extLst>
              <p:ext uri="{D42A27DB-BD31-4B8C-83A1-F6EECF244321}">
                <p14:modId xmlns:p14="http://schemas.microsoft.com/office/powerpoint/2010/main" val="2935913411"/>
              </p:ext>
            </p:extLst>
          </p:nvPr>
        </p:nvGraphicFramePr>
        <p:xfrm>
          <a:off x="469992" y="3033997"/>
          <a:ext cx="5915025" cy="871410"/>
        </p:xfrm>
        <a:graphic>
          <a:graphicData uri="http://schemas.openxmlformats.org/drawingml/2006/table">
            <a:tbl>
              <a:tblPr/>
              <a:tblGrid>
                <a:gridCol w="739378">
                  <a:extLst>
                    <a:ext uri="{9D8B030D-6E8A-4147-A177-3AD203B41FA5}">
                      <a16:colId xmlns:a16="http://schemas.microsoft.com/office/drawing/2014/main" val="3132292547"/>
                    </a:ext>
                  </a:extLst>
                </a:gridCol>
                <a:gridCol w="1077380">
                  <a:extLst>
                    <a:ext uri="{9D8B030D-6E8A-4147-A177-3AD203B41FA5}">
                      <a16:colId xmlns:a16="http://schemas.microsoft.com/office/drawing/2014/main" val="3807878096"/>
                    </a:ext>
                  </a:extLst>
                </a:gridCol>
                <a:gridCol w="876691">
                  <a:extLst>
                    <a:ext uri="{9D8B030D-6E8A-4147-A177-3AD203B41FA5}">
                      <a16:colId xmlns:a16="http://schemas.microsoft.com/office/drawing/2014/main" val="4273884663"/>
                    </a:ext>
                  </a:extLst>
                </a:gridCol>
                <a:gridCol w="897816">
                  <a:extLst>
                    <a:ext uri="{9D8B030D-6E8A-4147-A177-3AD203B41FA5}">
                      <a16:colId xmlns:a16="http://schemas.microsoft.com/office/drawing/2014/main" val="123275701"/>
                    </a:ext>
                  </a:extLst>
                </a:gridCol>
                <a:gridCol w="950629">
                  <a:extLst>
                    <a:ext uri="{9D8B030D-6E8A-4147-A177-3AD203B41FA5}">
                      <a16:colId xmlns:a16="http://schemas.microsoft.com/office/drawing/2014/main" val="677468209"/>
                    </a:ext>
                  </a:extLst>
                </a:gridCol>
                <a:gridCol w="1373131">
                  <a:extLst>
                    <a:ext uri="{9D8B030D-6E8A-4147-A177-3AD203B41FA5}">
                      <a16:colId xmlns:a16="http://schemas.microsoft.com/office/drawing/2014/main" val="2073487403"/>
                    </a:ext>
                  </a:extLst>
                </a:gridCol>
              </a:tblGrid>
              <a:tr h="353845">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LD_TYPE</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LED Type</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ch. per pixel</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pixel per IC</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Full-time driving</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Time sequential driving</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655256"/>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FF0000"/>
                          </a:solidFill>
                          <a:effectLst/>
                          <a:latin typeface="맑은 고딕" panose="020B0503020000020004" pitchFamily="50" charset="-127"/>
                          <a:ea typeface="맑은 고딕" panose="020B0503020000020004" pitchFamily="50" charset="-127"/>
                        </a:rPr>
                        <a:t>R</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  or</a:t>
                      </a:r>
                      <a:r>
                        <a:rPr lang="en-US" sz="800" b="0" i="0" u="none" strike="noStrike" dirty="0">
                          <a:solidFill>
                            <a:srgbClr val="000000"/>
                          </a:solidFill>
                          <a:effectLst/>
                          <a:latin typeface="맑은 고딕" panose="020B0503020000020004" pitchFamily="50" charset="-127"/>
                          <a:ea typeface="맑은 고딕" panose="020B0503020000020004" pitchFamily="50" charset="-127"/>
                        </a:rPr>
                        <a:t>  </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 B</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LED1/LED2/LED3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8523999"/>
                  </a:ext>
                </a:extLst>
              </a:tr>
              <a:tr h="169001">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FF0000"/>
                          </a:solidFill>
                          <a:effectLst/>
                          <a:latin typeface="맑은 고딕" panose="020B0503020000020004" pitchFamily="50" charset="-127"/>
                          <a:ea typeface="맑은 고딕" panose="020B0503020000020004" pitchFamily="50" charset="-127"/>
                        </a:rPr>
                        <a:t>R</a:t>
                      </a:r>
                      <a:r>
                        <a:rPr lang="en-US" sz="800" b="0" i="0" u="none" strike="noStrike" dirty="0">
                          <a:solidFill>
                            <a:srgbClr val="000000"/>
                          </a:solidFill>
                          <a:effectLst/>
                          <a:latin typeface="맑은 고딕" panose="020B0503020000020004" pitchFamily="50" charset="-127"/>
                          <a:ea typeface="맑은 고딕" panose="020B0503020000020004" pitchFamily="50" charset="-127"/>
                        </a:rPr>
                        <a:t>-</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6</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1238169"/>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3</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LED3/LED3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820793"/>
                  </a:ext>
                </a:extLst>
              </a:tr>
            </a:tbl>
          </a:graphicData>
        </a:graphic>
      </p:graphicFrame>
      <p:pic>
        <p:nvPicPr>
          <p:cNvPr id="56" name="그림 55">
            <a:extLst>
              <a:ext uri="{FF2B5EF4-FFF2-40B4-BE49-F238E27FC236}">
                <a16:creationId xmlns:a16="http://schemas.microsoft.com/office/drawing/2014/main" id="{861E8DDC-B218-CBD6-543E-8BA85B2605E6}"/>
              </a:ext>
            </a:extLst>
          </p:cNvPr>
          <p:cNvPicPr>
            <a:picLocks noChangeAspect="1"/>
          </p:cNvPicPr>
          <p:nvPr/>
        </p:nvPicPr>
        <p:blipFill>
          <a:blip r:embed="rId2"/>
          <a:stretch>
            <a:fillRect/>
          </a:stretch>
        </p:blipFill>
        <p:spPr>
          <a:xfrm>
            <a:off x="391362" y="6587372"/>
            <a:ext cx="6047999" cy="2074350"/>
          </a:xfrm>
          <a:prstGeom prst="rect">
            <a:avLst/>
          </a:prstGeom>
        </p:spPr>
      </p:pic>
    </p:spTree>
    <p:extLst>
      <p:ext uri="{BB962C8B-B14F-4D97-AF65-F5344CB8AC3E}">
        <p14:creationId xmlns:p14="http://schemas.microsoft.com/office/powerpoint/2010/main" val="129560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TYPE-2 (R/GB, 6CH) </a:t>
            </a:r>
          </a:p>
        </p:txBody>
      </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923330"/>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three LEDs(red, green, blue) dimming. In Type-2 mode, odd channels independently drive one LED(red), while even channels support brightness control by time-divisionally driving two LEDs(green, blue).</a:t>
            </a:r>
          </a:p>
          <a:p>
            <a:pPr algn="just"/>
            <a:r>
              <a:rPr lang="en-US" altLang="ko-KR" sz="1000" dirty="0">
                <a:latin typeface="Arial" panose="020B0604020202020204" pitchFamily="34" charset="0"/>
                <a:cs typeface="Arial" panose="020B0604020202020204" pitchFamily="34" charset="0"/>
              </a:rPr>
              <a:t>Brightness control for odd channels is implemented within a single frame, regardless of the SVI value, while brightness control for even channels is implemented within two SVI intervals for two LEDs within a single frame.</a:t>
            </a:r>
          </a:p>
        </p:txBody>
      </p:sp>
      <p:sp>
        <p:nvSpPr>
          <p:cNvPr id="18" name="TextBox 17">
            <a:extLst>
              <a:ext uri="{FF2B5EF4-FFF2-40B4-BE49-F238E27FC236}">
                <a16:creationId xmlns:a16="http://schemas.microsoft.com/office/drawing/2014/main" id="{55CEA467-6652-6C41-7DCC-B5ADB45F165A}"/>
              </a:ext>
            </a:extLst>
          </p:cNvPr>
          <p:cNvSpPr txBox="1"/>
          <p:nvPr/>
        </p:nvSpPr>
        <p:spPr>
          <a:xfrm>
            <a:off x="1278787" y="8269409"/>
            <a:ext cx="468205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PWM Dimming sequence @ LD_TYP = 10, LD_DIR = 1, SYNC_MODE = 0</a:t>
            </a:r>
          </a:p>
        </p:txBody>
      </p:sp>
      <p:grpSp>
        <p:nvGrpSpPr>
          <p:cNvPr id="25" name="그룹 24">
            <a:extLst>
              <a:ext uri="{FF2B5EF4-FFF2-40B4-BE49-F238E27FC236}">
                <a16:creationId xmlns:a16="http://schemas.microsoft.com/office/drawing/2014/main" id="{4EE0D293-EC08-FAFB-BBAE-5B66C5A1F9D9}"/>
              </a:ext>
            </a:extLst>
          </p:cNvPr>
          <p:cNvGrpSpPr/>
          <p:nvPr/>
        </p:nvGrpSpPr>
        <p:grpSpPr>
          <a:xfrm>
            <a:off x="1864615" y="3049000"/>
            <a:ext cx="3006000" cy="2106000"/>
            <a:chOff x="1864615" y="3049000"/>
            <a:chExt cx="3006000" cy="2106000"/>
          </a:xfrm>
        </p:grpSpPr>
        <p:sp>
          <p:nvSpPr>
            <p:cNvPr id="79" name="직사각형 78">
              <a:extLst>
                <a:ext uri="{FF2B5EF4-FFF2-40B4-BE49-F238E27FC236}">
                  <a16:creationId xmlns:a16="http://schemas.microsoft.com/office/drawing/2014/main" id="{92C82B35-4C09-1A43-15DD-04F036EE0A5F}"/>
                </a:ext>
              </a:extLst>
            </p:cNvPr>
            <p:cNvSpPr/>
            <p:nvPr/>
          </p:nvSpPr>
          <p:spPr>
            <a:xfrm>
              <a:off x="3280068" y="4451193"/>
              <a:ext cx="1412909"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a:cxnSpLocks/>
            </p:cNvCxnSpPr>
            <p:nvPr/>
          </p:nvCxnSpPr>
          <p:spPr>
            <a:xfrm>
              <a:off x="3090244" y="4041260"/>
              <a:ext cx="0" cy="324365"/>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3337763" y="4120859"/>
              <a:ext cx="179219"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3534308" y="4120858"/>
              <a:ext cx="179219"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3732696" y="4117441"/>
              <a:ext cx="179218"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a:cxnSpLocks/>
            </p:cNvCxnSpPr>
            <p:nvPr/>
          </p:nvCxnSpPr>
          <p:spPr>
            <a:xfrm>
              <a:off x="3136900" y="3897471"/>
              <a:ext cx="1407584"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986006" y="3318458"/>
              <a:ext cx="2183309"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2957351" y="3968796"/>
              <a:ext cx="264644"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3022371" y="4031665"/>
              <a:ext cx="132322"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2999780" y="3930073"/>
              <a:ext cx="63177"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3110646" y="3928482"/>
              <a:ext cx="63177"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3137277" y="3897985"/>
              <a:ext cx="132321"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2909358" y="3900372"/>
              <a:ext cx="132321"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2632026" y="3693673"/>
              <a:ext cx="264644"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2697046" y="3754161"/>
              <a:ext cx="132322"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2674455" y="3652568"/>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2785321" y="3650977"/>
              <a:ext cx="63177"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2809572" y="3620480"/>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2584033" y="3622868"/>
              <a:ext cx="132321"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3430947" y="4126388"/>
              <a:ext cx="0" cy="315887"/>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3621000" y="4128776"/>
              <a:ext cx="0" cy="126355"/>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3815223" y="4123202"/>
              <a:ext cx="0" cy="126355"/>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3430113" y="3316913"/>
              <a:ext cx="0" cy="699422"/>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3623501" y="3605814"/>
              <a:ext cx="0" cy="410654"/>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3809388" y="3886043"/>
              <a:ext cx="0" cy="12258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2923769" y="3619110"/>
              <a:ext cx="1422459"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a:cxnSpLocks/>
            </p:cNvCxnSpPr>
            <p:nvPr/>
          </p:nvCxnSpPr>
          <p:spPr>
            <a:xfrm>
              <a:off x="2000250" y="3897938"/>
              <a:ext cx="908366"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995176" y="3622059"/>
              <a:ext cx="661609"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3619813" y="4249766"/>
              <a:ext cx="198483"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a:cxnSpLocks/>
            </p:cNvCxnSpPr>
            <p:nvPr/>
          </p:nvCxnSpPr>
          <p:spPr>
            <a:xfrm>
              <a:off x="2757416" y="3749132"/>
              <a:ext cx="0" cy="421231"/>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a:cxnSpLocks/>
            </p:cNvCxnSpPr>
            <p:nvPr/>
          </p:nvCxnSpPr>
          <p:spPr>
            <a:xfrm>
              <a:off x="2001838" y="4366026"/>
              <a:ext cx="1089025"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a:cxnSpLocks/>
            </p:cNvCxnSpPr>
            <p:nvPr/>
          </p:nvCxnSpPr>
          <p:spPr>
            <a:xfrm>
              <a:off x="2008188" y="4169416"/>
              <a:ext cx="752475"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2021376" y="4042357"/>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2019114" y="4239761"/>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2019704" y="3185080"/>
              <a:ext cx="717146"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 (: GATE1)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2022204" y="3478005"/>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2033040" y="3758987"/>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3368429" y="4476964"/>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4069642" y="4115288"/>
              <a:ext cx="179219"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4266186" y="4115287"/>
              <a:ext cx="179219"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4464574" y="4111868"/>
              <a:ext cx="179218"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4162825" y="4124796"/>
              <a:ext cx="0" cy="315887"/>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4352878" y="4123203"/>
              <a:ext cx="0" cy="126355"/>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4551597" y="4117631"/>
              <a:ext cx="0" cy="126355"/>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4161738" y="3317570"/>
              <a:ext cx="0" cy="701810"/>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4355380" y="3614994"/>
              <a:ext cx="0" cy="410654"/>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4360029" y="4244193"/>
              <a:ext cx="198483"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3625169" y="4475373"/>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3780213" y="387012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3590992" y="35939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3397604" y="328189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3686853" y="422274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4427069" y="422115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4545762" y="3891755"/>
              <a:ext cx="0" cy="12258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4463744" y="4252949"/>
              <a:ext cx="0" cy="189533"/>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3724363" y="4251357"/>
              <a:ext cx="0" cy="189533"/>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4071131" y="4479351"/>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4327872" y="4477760"/>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3" name="TextBox 90">
              <a:extLst>
                <a:ext uri="{FF2B5EF4-FFF2-40B4-BE49-F238E27FC236}">
                  <a16:creationId xmlns:a16="http://schemas.microsoft.com/office/drawing/2014/main" id="{2270C4EF-DD10-B7E3-432E-34D7CEE14684}"/>
                </a:ext>
              </a:extLst>
            </p:cNvPr>
            <p:cNvSpPr txBox="1"/>
            <p:nvPr/>
          </p:nvSpPr>
          <p:spPr>
            <a:xfrm>
              <a:off x="3155032" y="3108794"/>
              <a:ext cx="617590" cy="149814"/>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10</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1864615" y="3049000"/>
              <a:ext cx="3006000" cy="210600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3868361" y="4727562"/>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345464" y="4015634"/>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540845" y="4015635"/>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729875" y="4015634"/>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86291" y="4011399"/>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75322" y="401140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467527" y="4011399"/>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74224CB3-F1FF-91B0-6C2F-E876359BAE62}"/>
              </a:ext>
            </a:extLst>
          </p:cNvPr>
          <p:cNvPicPr>
            <a:picLocks noChangeAspect="1"/>
          </p:cNvPicPr>
          <p:nvPr/>
        </p:nvPicPr>
        <p:blipFill>
          <a:blip r:embed="rId2"/>
          <a:stretch>
            <a:fillRect/>
          </a:stretch>
        </p:blipFill>
        <p:spPr>
          <a:xfrm>
            <a:off x="239062" y="5237333"/>
            <a:ext cx="6257105" cy="2834261"/>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TYPE-3 (GB, 12CH)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two LEDs(green, blue) dimming.</a:t>
            </a:r>
          </a:p>
          <a:p>
            <a:pPr algn="just"/>
            <a:r>
              <a:rPr lang="en-US" altLang="ko-KR" sz="1000" dirty="0">
                <a:latin typeface="Arial" panose="020B0604020202020204" pitchFamily="34" charset="0"/>
                <a:cs typeface="Arial" panose="020B0604020202020204" pitchFamily="34" charset="0"/>
              </a:rPr>
              <a:t>Type-3 mode supports time-division dimming for two LEDs (green/blue) per channel..</a:t>
            </a:r>
          </a:p>
        </p:txBody>
      </p:sp>
      <p:sp>
        <p:nvSpPr>
          <p:cNvPr id="13" name="TextBox 12">
            <a:extLst>
              <a:ext uri="{FF2B5EF4-FFF2-40B4-BE49-F238E27FC236}">
                <a16:creationId xmlns:a16="http://schemas.microsoft.com/office/drawing/2014/main" id="{484A6925-DF40-47E3-FADA-AE51C86971AD}"/>
              </a:ext>
            </a:extLst>
          </p:cNvPr>
          <p:cNvSpPr txBox="1"/>
          <p:nvPr/>
        </p:nvSpPr>
        <p:spPr>
          <a:xfrm>
            <a:off x="1311390" y="7413939"/>
            <a:ext cx="468205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PWM Dimming sequence @ LD_TYP = 11, LD_DIR = 0, SYNC_MODE = 0</a:t>
            </a:r>
          </a:p>
        </p:txBody>
      </p:sp>
      <p:grpSp>
        <p:nvGrpSpPr>
          <p:cNvPr id="24" name="그룹 23">
            <a:extLst>
              <a:ext uri="{FF2B5EF4-FFF2-40B4-BE49-F238E27FC236}">
                <a16:creationId xmlns:a16="http://schemas.microsoft.com/office/drawing/2014/main" id="{9B7CD6EB-ABD6-EE28-C2F4-D9B0AC7C0689}"/>
              </a:ext>
            </a:extLst>
          </p:cNvPr>
          <p:cNvGrpSpPr/>
          <p:nvPr/>
        </p:nvGrpSpPr>
        <p:grpSpPr>
          <a:xfrm>
            <a:off x="1893554" y="2519097"/>
            <a:ext cx="3265487" cy="2387600"/>
            <a:chOff x="1893554" y="2519097"/>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3431841" y="4112947"/>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a:cxnSpLocks/>
            </p:cNvCxnSpPr>
            <p:nvPr/>
          </p:nvCxnSpPr>
          <p:spPr>
            <a:xfrm>
              <a:off x="3157204" y="3647809"/>
              <a:ext cx="0" cy="31221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3592179" y="3738297"/>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3809666" y="3735122"/>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a:cxnSpLocks/>
            </p:cNvCxnSpPr>
            <p:nvPr/>
          </p:nvCxnSpPr>
          <p:spPr>
            <a:xfrm>
              <a:off x="3245644" y="3482709"/>
              <a:ext cx="14577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3012741" y="3566847"/>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3082591" y="3636697"/>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3057191" y="3522397"/>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3177841" y="3520809"/>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3205622" y="3485884"/>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2961941" y="3489059"/>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2726991" y="3252522"/>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2798429" y="3322372"/>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2773029" y="3208072"/>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2893679" y="3206484"/>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2919872" y="3171559"/>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2674604" y="3174734"/>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3689016" y="37478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39001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3692191" y="3154097"/>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a:cxnSpLocks/>
              <a:stCxn id="7" idx="3"/>
            </p:cNvCxnSpPr>
            <p:nvPr/>
          </p:nvCxnSpPr>
          <p:spPr>
            <a:xfrm flipH="1" flipV="1">
              <a:off x="3893804" y="3471597"/>
              <a:ext cx="1752" cy="15539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3044491" y="3169972"/>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2088356" y="3485884"/>
              <a:ext cx="9116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a:cxnSpLocks/>
            </p:cNvCxnSpPr>
            <p:nvPr/>
          </p:nvCxnSpPr>
          <p:spPr>
            <a:xfrm>
              <a:off x="2095500" y="3173147"/>
              <a:ext cx="66006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3687429" y="388434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a:cxnSpLocks/>
            </p:cNvCxnSpPr>
            <p:nvPr/>
          </p:nvCxnSpPr>
          <p:spPr>
            <a:xfrm>
              <a:off x="2863516" y="3317609"/>
              <a:ext cx="0" cy="47334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a:cxnSpLocks/>
            </p:cNvCxnSpPr>
            <p:nvPr/>
          </p:nvCxnSpPr>
          <p:spPr>
            <a:xfrm>
              <a:off x="2084054" y="3784335"/>
              <a:ext cx="779796"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a:cxnSpLocks/>
            </p:cNvCxnSpPr>
            <p:nvPr/>
          </p:nvCxnSpPr>
          <p:spPr>
            <a:xfrm>
              <a:off x="2084054" y="3960546"/>
              <a:ext cx="107110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2099930" y="3806560"/>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GATE3</a:t>
              </a:r>
              <a:endParaRPr lang="ko-KR" altLang="en-US" sz="900" i="0" dirty="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2103104" y="3639872"/>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2107867" y="3028684"/>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VLED2</a:t>
              </a:r>
              <a:endParaRPr lang="ko-KR" altLang="en-US" sz="900" i="0" dirty="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4387516" y="3731947"/>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4605004" y="3728772"/>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44843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4700254" y="37351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4485941" y="3165209"/>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4490704" y="387799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3716004" y="4141522"/>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3862054" y="3454134"/>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3657266" y="3141397"/>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3760454" y="3854184"/>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4563729" y="3852597"/>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4690729" y="3481122"/>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4605004" y="3887522"/>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3800141" y="3885934"/>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4514516" y="4144697"/>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199" name="TextBox 333">
              <a:extLst>
                <a:ext uri="{FF2B5EF4-FFF2-40B4-BE49-F238E27FC236}">
                  <a16:creationId xmlns:a16="http://schemas.microsoft.com/office/drawing/2014/main" id="{9E021A76-AF64-4607-8547-DB0A704CDB98}"/>
                </a:ext>
              </a:extLst>
            </p:cNvPr>
            <p:cNvSpPr txBox="1"/>
            <p:nvPr/>
          </p:nvSpPr>
          <p:spPr>
            <a:xfrm>
              <a:off x="3174666" y="2622284"/>
              <a:ext cx="671513" cy="171450"/>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100" b="0" i="0" dirty="0" err="1">
                  <a:solidFill>
                    <a:schemeClr val="tx1"/>
                  </a:solidFill>
                </a:rPr>
                <a:t>ld_type</a:t>
              </a:r>
              <a:r>
                <a:rPr lang="en-US" altLang="ko-KR" sz="1100" b="0" i="0" baseline="0" dirty="0">
                  <a:solidFill>
                    <a:schemeClr val="tx1"/>
                  </a:solidFill>
                </a:rPr>
                <a:t> = 11</a:t>
              </a:r>
              <a:endParaRPr lang="ko-KR" altLang="en-US" sz="1100" b="0" i="0" dirty="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1893554" y="2519097"/>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4070016" y="4427272"/>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dirty="0">
                  <a:solidFill>
                    <a:schemeClr val="tx1"/>
                  </a:solidFill>
                </a:rPr>
                <a:t>XD12R</a:t>
              </a:r>
              <a:endParaRPr lang="ko-KR" altLang="en-US" sz="1000" b="1" i="0" dirty="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3582654" y="33445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3816016" y="3339834"/>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4382754" y="3336659"/>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4614529" y="33318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62568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626995"/>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624194"/>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08972" y="3623351"/>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111042" y="3336501"/>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a:t>
              </a:r>
              <a:r>
                <a:rPr lang="en-US" altLang="ko-KR" sz="900" dirty="0"/>
                <a:t>3</a:t>
              </a:r>
              <a:endParaRPr lang="ko-KR" altLang="en-US" sz="900" i="0" dirty="0">
                <a:solidFill>
                  <a:schemeClr val="tx1"/>
                </a:solidFill>
              </a:endParaRPr>
            </a:p>
          </p:txBody>
        </p:sp>
      </p:grpSp>
      <p:pic>
        <p:nvPicPr>
          <p:cNvPr id="5" name="그림 4">
            <a:extLst>
              <a:ext uri="{FF2B5EF4-FFF2-40B4-BE49-F238E27FC236}">
                <a16:creationId xmlns:a16="http://schemas.microsoft.com/office/drawing/2014/main" id="{C57F3E05-7066-5405-13B8-3D122A0C404D}"/>
              </a:ext>
            </a:extLst>
          </p:cNvPr>
          <p:cNvPicPr>
            <a:picLocks noChangeAspect="1"/>
          </p:cNvPicPr>
          <p:nvPr/>
        </p:nvPicPr>
        <p:blipFill>
          <a:blip r:embed="rId2"/>
          <a:stretch>
            <a:fillRect/>
          </a:stretch>
        </p:blipFill>
        <p:spPr>
          <a:xfrm>
            <a:off x="355541" y="5438509"/>
            <a:ext cx="6040456" cy="1822627"/>
          </a:xfrm>
          <a:prstGeom prst="rect">
            <a:avLst/>
          </a:prstGeom>
        </p:spPr>
      </p:pic>
    </p:spTree>
    <p:extLst>
      <p:ext uri="{BB962C8B-B14F-4D97-AF65-F5344CB8AC3E}">
        <p14:creationId xmlns:p14="http://schemas.microsoft.com/office/powerpoint/2010/main" val="622698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3458FFB0-B6F0-2FD8-80EC-7FADADDF99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DB9F162-70BE-F551-51CA-40B5A616747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071F-5694-778B-2A03-691360296A1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2F68EC2E-6D6A-88F3-F654-3B39993E2D58}"/>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PARITY</a:t>
            </a:r>
          </a:p>
        </p:txBody>
      </p:sp>
      <p:sp>
        <p:nvSpPr>
          <p:cNvPr id="11" name="TextBox 10">
            <a:extLst>
              <a:ext uri="{FF2B5EF4-FFF2-40B4-BE49-F238E27FC236}">
                <a16:creationId xmlns:a16="http://schemas.microsoft.com/office/drawing/2014/main" id="{ECDE530E-4B35-5CB9-8B11-D4C9AC9300E9}"/>
              </a:ext>
            </a:extLst>
          </p:cNvPr>
          <p:cNvSpPr txBox="1"/>
          <p:nvPr/>
        </p:nvSpPr>
        <p:spPr>
          <a:xfrm>
            <a:off x="490104" y="1594666"/>
            <a:ext cx="6047999" cy="153888"/>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The XDR12 supports parity function for interface communication with XCR.</a:t>
            </a:r>
            <a:endParaRPr lang="ko-KR" altLang="en-US" sz="1000" dirty="0">
              <a:latin typeface="Arial" panose="020B0604020202020204" pitchFamily="34" charset="0"/>
              <a:cs typeface="Arial" panose="020B0604020202020204" pitchFamily="34" charset="0"/>
            </a:endParaRPr>
          </a:p>
        </p:txBody>
      </p:sp>
      <p:pic>
        <p:nvPicPr>
          <p:cNvPr id="12" name="그림 11">
            <a:extLst>
              <a:ext uri="{FF2B5EF4-FFF2-40B4-BE49-F238E27FC236}">
                <a16:creationId xmlns:a16="http://schemas.microsoft.com/office/drawing/2014/main" id="{5E235F77-3F91-FB91-5E1C-01F86FFBAB44}"/>
              </a:ext>
            </a:extLst>
          </p:cNvPr>
          <p:cNvPicPr>
            <a:picLocks noChangeAspect="1"/>
          </p:cNvPicPr>
          <p:nvPr/>
        </p:nvPicPr>
        <p:blipFill>
          <a:blip r:embed="rId2"/>
          <a:stretch>
            <a:fillRect/>
          </a:stretch>
        </p:blipFill>
        <p:spPr>
          <a:xfrm>
            <a:off x="490104" y="3286751"/>
            <a:ext cx="5772150" cy="1905106"/>
          </a:xfrm>
          <a:prstGeom prst="rect">
            <a:avLst/>
          </a:prstGeom>
        </p:spPr>
      </p:pic>
      <p:graphicFrame>
        <p:nvGraphicFramePr>
          <p:cNvPr id="13" name="표 12">
            <a:extLst>
              <a:ext uri="{FF2B5EF4-FFF2-40B4-BE49-F238E27FC236}">
                <a16:creationId xmlns:a16="http://schemas.microsoft.com/office/drawing/2014/main" id="{973210F2-927B-78FE-9ED6-5E3C63BB0526}"/>
              </a:ext>
            </a:extLst>
          </p:cNvPr>
          <p:cNvGraphicFramePr>
            <a:graphicFrameLocks noGrp="1"/>
          </p:cNvGraphicFramePr>
          <p:nvPr>
            <p:extLst>
              <p:ext uri="{D42A27DB-BD31-4B8C-83A1-F6EECF244321}">
                <p14:modId xmlns:p14="http://schemas.microsoft.com/office/powerpoint/2010/main" val="2835225128"/>
              </p:ext>
            </p:extLst>
          </p:nvPr>
        </p:nvGraphicFramePr>
        <p:xfrm>
          <a:off x="540904" y="1897436"/>
          <a:ext cx="5170486" cy="998189"/>
        </p:xfrm>
        <a:graphic>
          <a:graphicData uri="http://schemas.openxmlformats.org/drawingml/2006/table">
            <a:tbl>
              <a:tblPr/>
              <a:tblGrid>
                <a:gridCol w="837472">
                  <a:extLst>
                    <a:ext uri="{9D8B030D-6E8A-4147-A177-3AD203B41FA5}">
                      <a16:colId xmlns:a16="http://schemas.microsoft.com/office/drawing/2014/main" val="1029587374"/>
                    </a:ext>
                  </a:extLst>
                </a:gridCol>
                <a:gridCol w="4333014">
                  <a:extLst>
                    <a:ext uri="{9D8B030D-6E8A-4147-A177-3AD203B41FA5}">
                      <a16:colId xmlns:a16="http://schemas.microsoft.com/office/drawing/2014/main" val="3325282042"/>
                    </a:ext>
                  </a:extLst>
                </a:gridCol>
              </a:tblGrid>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TYPE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EVEN PARITY</a:t>
                      </a:r>
                      <a:br>
                        <a:rPr lang="en-US" sz="700" b="0" i="0" u="none" strike="noStrike" dirty="0">
                          <a:solidFill>
                            <a:srgbClr val="000000"/>
                          </a:solidFill>
                          <a:effectLst/>
                          <a:latin typeface="맑은 고딕" panose="020B0503020000020004" pitchFamily="50" charset="-127"/>
                          <a:ea typeface="맑은 고딕" panose="020B0503020000020004" pitchFamily="50" charset="-127"/>
                        </a:rPr>
                      </a:b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number of 1s in the data bits is odd, the parity bit is set to 1.</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9266691"/>
                  </a:ext>
                </a:extLst>
              </a:tr>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Supporting all commands except LD transfer 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878742"/>
                  </a:ext>
                </a:extLst>
              </a:tr>
              <a:tr h="264621">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RANGE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All area of protocol.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16695"/>
                  </a:ext>
                </a:extLst>
              </a:tr>
              <a:tr h="231124">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FAIL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parity does not match, the command is not executed (daisy transmission is stopped).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332959"/>
                  </a:ext>
                </a:extLst>
              </a:tr>
            </a:tbl>
          </a:graphicData>
        </a:graphic>
      </p:graphicFrame>
      <p:sp>
        <p:nvSpPr>
          <p:cNvPr id="17" name="TextBox 16">
            <a:extLst>
              <a:ext uri="{FF2B5EF4-FFF2-40B4-BE49-F238E27FC236}">
                <a16:creationId xmlns:a16="http://schemas.microsoft.com/office/drawing/2014/main" id="{D9FF05F8-9EC7-524D-6660-F6A5697CC635}"/>
              </a:ext>
            </a:extLst>
          </p:cNvPr>
          <p:cNvSpPr txBox="1"/>
          <p:nvPr/>
        </p:nvSpPr>
        <p:spPr>
          <a:xfrm>
            <a:off x="1778829" y="5379783"/>
            <a:ext cx="2962349"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9. Serial communication protocol @ PC_EN = 1</a:t>
            </a:r>
          </a:p>
        </p:txBody>
      </p:sp>
    </p:spTree>
    <p:extLst>
      <p:ext uri="{BB962C8B-B14F-4D97-AF65-F5344CB8AC3E}">
        <p14:creationId xmlns:p14="http://schemas.microsoft.com/office/powerpoint/2010/main" val="239822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10.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11.  PWM 14-bit</a:t>
            </a:r>
          </a:p>
        </p:txBody>
      </p:sp>
      <p:pic>
        <p:nvPicPr>
          <p:cNvPr id="8" name="그림 7">
            <a:extLst>
              <a:ext uri="{FF2B5EF4-FFF2-40B4-BE49-F238E27FC236}">
                <a16:creationId xmlns:a16="http://schemas.microsoft.com/office/drawing/2014/main" id="{46B0A560-C425-D61E-2DD0-6F0CAF7618C0}"/>
              </a:ext>
            </a:extLst>
          </p:cNvPr>
          <p:cNvPicPr>
            <a:picLocks noChangeAspect="1"/>
          </p:cNvPicPr>
          <p:nvPr/>
        </p:nvPicPr>
        <p:blipFill>
          <a:blip r:embed="rId2"/>
          <a:stretch>
            <a:fillRect/>
          </a:stretch>
        </p:blipFill>
        <p:spPr>
          <a:xfrm rot="5400000">
            <a:off x="1634066" y="4080887"/>
            <a:ext cx="6858000" cy="2061179"/>
          </a:xfrm>
          <a:prstGeom prst="rect">
            <a:avLst/>
          </a:prstGeom>
        </p:spPr>
      </p:pic>
      <p:pic>
        <p:nvPicPr>
          <p:cNvPr id="11" name="그림 10">
            <a:extLst>
              <a:ext uri="{FF2B5EF4-FFF2-40B4-BE49-F238E27FC236}">
                <a16:creationId xmlns:a16="http://schemas.microsoft.com/office/drawing/2014/main" id="{9C79266A-4AC6-7389-2018-727D41ED42D5}"/>
              </a:ext>
            </a:extLst>
          </p:cNvPr>
          <p:cNvPicPr>
            <a:picLocks noChangeAspect="1"/>
          </p:cNvPicPr>
          <p:nvPr/>
        </p:nvPicPr>
        <p:blipFill>
          <a:blip r:embed="rId3"/>
          <a:stretch>
            <a:fillRect/>
          </a:stretch>
        </p:blipFill>
        <p:spPr>
          <a:xfrm rot="5400000">
            <a:off x="-1401234" y="3998535"/>
            <a:ext cx="6858000" cy="2162930"/>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245361962"/>
              </p:ext>
            </p:extLst>
          </p:nvPr>
        </p:nvGraphicFramePr>
        <p:xfrm>
          <a:off x="404812" y="2194460"/>
          <a:ext cx="6048622" cy="370074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98646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XD12R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XD12R will receive the ID-Gen command from the XC24R controller, then the ID value is automatically generated. The ID value is needed for proper reading, so, the ID-Gen command must be firstly executed by the XC24R controller before executing any commands.  If all XD12R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939199090"/>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2058029774"/>
              </p:ext>
            </p:extLst>
          </p:nvPr>
        </p:nvGraphicFramePr>
        <p:xfrm>
          <a:off x="396248" y="1676168"/>
          <a:ext cx="6053219" cy="5284757"/>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parity check.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parity check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parity check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959455"/>
                  </a:ext>
                </a:extLst>
              </a:tr>
              <a:tr h="3028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to use VREF3.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used VREF2 and VREF3.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not used VREF3 ( VREF2 = VREF3 )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LD_TYPE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150000"/>
                        </a:lnSpc>
                        <a:buFont typeface="Arial" panose="020B0604020202020204" pitchFamily="34" charset="0"/>
                        <a:buNone/>
                      </a:pPr>
                      <a:r>
                        <a:rPr lang="en-US" altLang="ko-KR" sz="900" b="0" dirty="0">
                          <a:solidFill>
                            <a:schemeClr val="tx1"/>
                          </a:solidFill>
                          <a:latin typeface="Arial" panose="020B0604020202020204" pitchFamily="34" charset="0"/>
                          <a:ea typeface="+mn-ea"/>
                          <a:cs typeface="Arial" panose="020B0604020202020204" pitchFamily="34" charset="0"/>
                        </a:rPr>
                        <a:t>These bits determine the </a:t>
                      </a:r>
                      <a:r>
                        <a:rPr lang="en-US" altLang="ko-KR" sz="900" dirty="0">
                          <a:latin typeface="Arial" panose="020B0604020202020204" pitchFamily="34" charset="0"/>
                          <a:cs typeface="Arial" panose="020B0604020202020204" pitchFamily="34" charset="0"/>
                        </a:rPr>
                        <a:t>RGB PWM Dimming (LED1/2/3 PWM Dimming)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a:t>
                      </a:r>
                      <a:r>
                        <a:rPr lang="en-US" altLang="ko-KR" sz="900" dirty="0">
                          <a:latin typeface="Arial" panose="020B0604020202020204" pitchFamily="34" charset="0"/>
                          <a:cs typeface="Arial" panose="020B0604020202020204" pitchFamily="34" charset="0"/>
                        </a:rPr>
                        <a:t>Type-1 (RGB, 12CH)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Type-2 (R/GB, 6CH)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   </a:t>
                      </a:r>
                      <a:r>
                        <a:rPr lang="en-US" altLang="ko-KR" sz="900" dirty="0">
                          <a:latin typeface="Arial" panose="020B0604020202020204" pitchFamily="34" charset="0"/>
                          <a:cs typeface="Arial" panose="020B0604020202020204" pitchFamily="34" charset="0"/>
                        </a:rPr>
                        <a:t>Type-3 (GB, 12CH)</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136682275"/>
              </p:ext>
            </p:extLst>
          </p:nvPr>
        </p:nvGraphicFramePr>
        <p:xfrm>
          <a:off x="401292" y="1108857"/>
          <a:ext cx="6051895" cy="47928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347853">
                  <a:extLst>
                    <a:ext uri="{9D8B030D-6E8A-4147-A177-3AD203B41FA5}">
                      <a16:colId xmlns:a16="http://schemas.microsoft.com/office/drawing/2014/main" val="2079070694"/>
                    </a:ext>
                  </a:extLst>
                </a:gridCol>
                <a:gridCol w="335430">
                  <a:extLst>
                    <a:ext uri="{9D8B030D-6E8A-4147-A177-3AD203B41FA5}">
                      <a16:colId xmlns:a16="http://schemas.microsoft.com/office/drawing/2014/main" val="4213315911"/>
                    </a:ext>
                  </a:extLst>
                </a:gridCol>
                <a:gridCol w="242805">
                  <a:extLst>
                    <a:ext uri="{9D8B030D-6E8A-4147-A177-3AD203B41FA5}">
                      <a16:colId xmlns:a16="http://schemas.microsoft.com/office/drawing/2014/main" val="2769999950"/>
                    </a:ext>
                  </a:extLst>
                </a:gridCol>
                <a:gridCol w="273313">
                  <a:extLst>
                    <a:ext uri="{9D8B030D-6E8A-4147-A177-3AD203B41FA5}">
                      <a16:colId xmlns:a16="http://schemas.microsoft.com/office/drawing/2014/main" val="135637185"/>
                    </a:ext>
                  </a:extLst>
                </a:gridCol>
                <a:gridCol w="375806">
                  <a:extLst>
                    <a:ext uri="{9D8B030D-6E8A-4147-A177-3AD203B41FA5}">
                      <a16:colId xmlns:a16="http://schemas.microsoft.com/office/drawing/2014/main" val="3038050475"/>
                    </a:ext>
                  </a:extLst>
                </a:gridCol>
                <a:gridCol w="565261">
                  <a:extLst>
                    <a:ext uri="{9D8B030D-6E8A-4147-A177-3AD203B41FA5}">
                      <a16:colId xmlns:a16="http://schemas.microsoft.com/office/drawing/2014/main" val="1979433044"/>
                    </a:ext>
                  </a:extLst>
                </a:gridCol>
                <a:gridCol w="658436">
                  <a:extLst>
                    <a:ext uri="{9D8B030D-6E8A-4147-A177-3AD203B41FA5}">
                      <a16:colId xmlns:a16="http://schemas.microsoft.com/office/drawing/2014/main" val="4270661649"/>
                    </a:ext>
                  </a:extLst>
                </a:gridCol>
                <a:gridCol w="543521">
                  <a:extLst>
                    <a:ext uri="{9D8B030D-6E8A-4147-A177-3AD203B41FA5}">
                      <a16:colId xmlns:a16="http://schemas.microsoft.com/office/drawing/2014/main" val="3027041370"/>
                    </a:ext>
                  </a:extLst>
                </a:gridCol>
                <a:gridCol w="313689">
                  <a:extLst>
                    <a:ext uri="{9D8B030D-6E8A-4147-A177-3AD203B41FA5}">
                      <a16:colId xmlns:a16="http://schemas.microsoft.com/office/drawing/2014/main" val="2852526216"/>
                    </a:ext>
                  </a:extLst>
                </a:gridCol>
                <a:gridCol w="349299">
                  <a:extLst>
                    <a:ext uri="{9D8B030D-6E8A-4147-A177-3AD203B41FA5}">
                      <a16:colId xmlns:a16="http://schemas.microsoft.com/office/drawing/2014/main" val="103420222"/>
                    </a:ext>
                  </a:extLst>
                </a:gridCol>
                <a:gridCol w="424053">
                  <a:extLst>
                    <a:ext uri="{9D8B030D-6E8A-4147-A177-3AD203B41FA5}">
                      <a16:colId xmlns:a16="http://schemas.microsoft.com/office/drawing/2014/main" val="1470405609"/>
                    </a:ext>
                  </a:extLst>
                </a:gridCol>
                <a:gridCol w="5210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PC_EN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ko-KR" sz="700" b="0" dirty="0">
                          <a:solidFill>
                            <a:schemeClr val="tx1"/>
                          </a:solidFill>
                          <a:latin typeface="Arial" panose="020B0604020202020204" pitchFamily="34" charset="0"/>
                          <a:cs typeface="Arial" panose="020B0604020202020204" pitchFamily="34" charset="0"/>
                        </a:rPr>
                        <a:t>VREFMODE</a:t>
                      </a:r>
                      <a:endParaRPr sz="700"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SYNCMODE</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LD_TYPE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spTree>
    <p:extLst>
      <p:ext uri="{BB962C8B-B14F-4D97-AF65-F5344CB8AC3E}">
        <p14:creationId xmlns:p14="http://schemas.microsoft.com/office/powerpoint/2010/main" val="1571062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674715055"/>
              </p:ext>
            </p:extLst>
          </p:nvPr>
        </p:nvGraphicFramePr>
        <p:xfrm>
          <a:off x="408435" y="2733660"/>
          <a:ext cx="6053732" cy="254772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vsync assertion.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FPWM_DIV1[8:0]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RED LED ( LED1 )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GREEN LED ( LED2 )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BLUE LED ( LED3 )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91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(0x02)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sub-frame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4  : #4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8  : #8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16 : #16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32 : #32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Other register values ​​are unused.</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2580227"/>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SVSYNC NUMBER / 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428599149"/>
              </p:ext>
            </p:extLst>
          </p:nvPr>
        </p:nvGraphicFramePr>
        <p:xfrm>
          <a:off x="389761" y="7216513"/>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6496059"/>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3931327812"/>
              </p:ext>
            </p:extLst>
          </p:nvPr>
        </p:nvGraphicFramePr>
        <p:xfrm>
          <a:off x="394817" y="1109669"/>
          <a:ext cx="6058369" cy="47928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PWMCLK_DIV1[8]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SF_NO[5:0]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241881453"/>
              </p:ext>
            </p:extLst>
          </p:nvPr>
        </p:nvGraphicFramePr>
        <p:xfrm>
          <a:off x="394817" y="6761574"/>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336127038"/>
              </p:ext>
            </p:extLst>
          </p:nvPr>
        </p:nvGraphicFramePr>
        <p:xfrm>
          <a:off x="1920179" y="8203260"/>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8853" y="8215576"/>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12536" y="8676669"/>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8993" y="8576899"/>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20179" y="849457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6536" y="8490597"/>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5426" y="8845995"/>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25" name="표 24">
            <a:extLst>
              <a:ext uri="{FF2B5EF4-FFF2-40B4-BE49-F238E27FC236}">
                <a16:creationId xmlns:a16="http://schemas.microsoft.com/office/drawing/2014/main" id="{54C3364E-020E-DF31-1671-C40EF62F47B7}"/>
              </a:ext>
            </a:extLst>
          </p:cNvPr>
          <p:cNvGraphicFramePr>
            <a:graphicFrameLocks noGrp="1"/>
          </p:cNvGraphicFramePr>
          <p:nvPr>
            <p:extLst>
              <p:ext uri="{D42A27DB-BD31-4B8C-83A1-F6EECF244321}">
                <p14:modId xmlns:p14="http://schemas.microsoft.com/office/powerpoint/2010/main" val="3347143721"/>
              </p:ext>
            </p:extLst>
          </p:nvPr>
        </p:nvGraphicFramePr>
        <p:xfrm>
          <a:off x="397025" y="1760887"/>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6" name="표 25">
            <a:extLst>
              <a:ext uri="{FF2B5EF4-FFF2-40B4-BE49-F238E27FC236}">
                <a16:creationId xmlns:a16="http://schemas.microsoft.com/office/drawing/2014/main" id="{9EFDFB5E-0937-65D7-B57F-EF77CD7C6B44}"/>
              </a:ext>
            </a:extLst>
          </p:cNvPr>
          <p:cNvGraphicFramePr>
            <a:graphicFrameLocks noGrp="1"/>
          </p:cNvGraphicFramePr>
          <p:nvPr>
            <p:extLst>
              <p:ext uri="{D42A27DB-BD31-4B8C-83A1-F6EECF244321}">
                <p14:modId xmlns:p14="http://schemas.microsoft.com/office/powerpoint/2010/main" val="579066760"/>
              </p:ext>
            </p:extLst>
          </p:nvPr>
        </p:nvGraphicFramePr>
        <p:xfrm>
          <a:off x="403798" y="2279696"/>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297052404"/>
              </p:ext>
            </p:extLst>
          </p:nvPr>
        </p:nvGraphicFramePr>
        <p:xfrm>
          <a:off x="406838" y="1556231"/>
          <a:ext cx="6046597" cy="375783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O_SLEW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slew control for PWM drivers.</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FB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FB1, FB2, FB3 : vled1, vled2, vled3 different from each other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FB1, (FB2 || FB3) : vled2 and vled3 using a same </a:t>
                      </a:r>
                      <a:r>
                        <a:rPr lang="en-US" altLang="ko-KR" sz="900" b="0" dirty="0" err="1">
                          <a:solidFill>
                            <a:schemeClr val="tx1"/>
                          </a:solidFill>
                          <a:latin typeface="Arial" panose="020B0604020202020204" pitchFamily="34" charset="0"/>
                          <a:ea typeface="+mn-ea"/>
                          <a:cs typeface="Arial" panose="020B0604020202020204" pitchFamily="34" charset="0"/>
                        </a:rPr>
                        <a:t>vled</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928563338"/>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343789">
                  <a:extLst>
                    <a:ext uri="{9D8B030D-6E8A-4147-A177-3AD203B41FA5}">
                      <a16:colId xmlns:a16="http://schemas.microsoft.com/office/drawing/2014/main" val="2769999950"/>
                    </a:ext>
                  </a:extLst>
                </a:gridCol>
                <a:gridCol w="431601">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461126">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O_SLEW[1:0]</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graphicFrame>
        <p:nvGraphicFramePr>
          <p:cNvPr id="4" name="표 3">
            <a:extLst>
              <a:ext uri="{FF2B5EF4-FFF2-40B4-BE49-F238E27FC236}">
                <a16:creationId xmlns:a16="http://schemas.microsoft.com/office/drawing/2014/main" id="{D3CB8E13-BD92-4CE4-DB78-18803788DC04}"/>
              </a:ext>
            </a:extLst>
          </p:cNvPr>
          <p:cNvGraphicFramePr>
            <a:graphicFrameLocks noGrp="1"/>
          </p:cNvGraphicFramePr>
          <p:nvPr>
            <p:extLst>
              <p:ext uri="{D42A27DB-BD31-4B8C-83A1-F6EECF244321}">
                <p14:modId xmlns:p14="http://schemas.microsoft.com/office/powerpoint/2010/main" val="839670549"/>
              </p:ext>
            </p:extLst>
          </p:nvPr>
        </p:nvGraphicFramePr>
        <p:xfrm>
          <a:off x="395972" y="6444737"/>
          <a:ext cx="6046597" cy="266700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197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&lt;  0.90V         3’b101 : &lt;  1.05V        3’b110 : &lt;  1.20V        3b’111 : &lt; 1.35V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FB1_LEVEL : FB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FB2_LEVEL : FB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FB3_LEVEL : FB_LEVEL for LED3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&gt;  3.5V           3b’001 : &gt;  4.5V          3b’010 : &gt;  6.5V          3b’011 : &gt; 9.0V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&gt; 13.5V          3b’101 : &gt; 17.5V         3b’110 : &gt; 26.0V         3b’111 : &gt; 32.0V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SHORT1_LEVEL : SHORT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SHORT2_LEVEL : SHORT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SHORT3_LEVEL : SHORT_LEVEL for LED3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5" name="표 4">
            <a:extLst>
              <a:ext uri="{FF2B5EF4-FFF2-40B4-BE49-F238E27FC236}">
                <a16:creationId xmlns:a16="http://schemas.microsoft.com/office/drawing/2014/main" id="{45708631-8E6C-7BEB-F02D-1EF4BC5ECA70}"/>
              </a:ext>
            </a:extLst>
          </p:cNvPr>
          <p:cNvGraphicFramePr>
            <a:graphicFrameLocks noGrp="1"/>
          </p:cNvGraphicFramePr>
          <p:nvPr>
            <p:extLst>
              <p:ext uri="{D42A27DB-BD31-4B8C-83A1-F6EECF244321}">
                <p14:modId xmlns:p14="http://schemas.microsoft.com/office/powerpoint/2010/main" val="2356941242"/>
              </p:ext>
            </p:extLst>
          </p:nvPr>
        </p:nvGraphicFramePr>
        <p:xfrm>
          <a:off x="404813" y="5514009"/>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405B7C2-D563-4513-E1EB-601268D12B0E}"/>
              </a:ext>
            </a:extLst>
          </p:cNvPr>
          <p:cNvSpPr txBox="1"/>
          <p:nvPr/>
        </p:nvSpPr>
        <p:spPr>
          <a:xfrm>
            <a:off x="404702" y="5249012"/>
            <a:ext cx="605398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a:t>
            </a:r>
            <a:r>
              <a:rPr lang="en-US" altLang="ko-KR" sz="1100" b="1" dirty="0">
                <a:latin typeface="Arial" panose="020B0604020202020204" pitchFamily="34" charset="0"/>
                <a:cs typeface="Arial" panose="020B0604020202020204" pitchFamily="34" charset="0"/>
              </a:rPr>
              <a:t>LEVEL</a:t>
            </a:r>
          </a:p>
        </p:txBody>
      </p:sp>
      <p:graphicFrame>
        <p:nvGraphicFramePr>
          <p:cNvPr id="7" name="표 6">
            <a:extLst>
              <a:ext uri="{FF2B5EF4-FFF2-40B4-BE49-F238E27FC236}">
                <a16:creationId xmlns:a16="http://schemas.microsoft.com/office/drawing/2014/main" id="{6639C1F7-E3EB-6286-0633-E51D6EF973E7}"/>
              </a:ext>
            </a:extLst>
          </p:cNvPr>
          <p:cNvGraphicFramePr>
            <a:graphicFrameLocks noGrp="1"/>
          </p:cNvGraphicFramePr>
          <p:nvPr>
            <p:extLst>
              <p:ext uri="{D42A27DB-BD31-4B8C-83A1-F6EECF244321}">
                <p14:modId xmlns:p14="http://schemas.microsoft.com/office/powerpoint/2010/main" val="4151305400"/>
              </p:ext>
            </p:extLst>
          </p:nvPr>
        </p:nvGraphicFramePr>
        <p:xfrm>
          <a:off x="404813" y="5961049"/>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020182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121496477"/>
              </p:ext>
            </p:extLst>
          </p:nvPr>
        </p:nvGraphicFramePr>
        <p:xfrm>
          <a:off x="386687" y="7299713"/>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LEVEL3/2/1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491585"/>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278744927"/>
              </p:ext>
            </p:extLst>
          </p:nvPr>
        </p:nvGraphicFramePr>
        <p:xfrm>
          <a:off x="403137" y="6756222"/>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4117753152"/>
              </p:ext>
            </p:extLst>
          </p:nvPr>
        </p:nvGraphicFramePr>
        <p:xfrm>
          <a:off x="403137" y="1668334"/>
          <a:ext cx="6047025" cy="4572817"/>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TIMEOUT_ERR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TIMEOUT_ERR bit indicates no readout case within the count time set in 0x19.</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418525516"/>
              </p:ext>
            </p:extLst>
          </p:nvPr>
        </p:nvGraphicFramePr>
        <p:xfrm>
          <a:off x="404564" y="1109616"/>
          <a:ext cx="6048450" cy="47928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4210221373"/>
              </p:ext>
            </p:extLst>
          </p:nvPr>
        </p:nvGraphicFramePr>
        <p:xfrm>
          <a:off x="401035" y="2625858"/>
          <a:ext cx="6052400" cy="173883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MAX_CURR_VREF1/2/3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MAX_CURR_VREF1 : MAX_CURR_VREF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MAX_CURR_VREF2 : MAX_CURR_VREF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MAX_CURR_VREF3 : MAX_CURR_VREF for LED3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1783912449"/>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MAX_CURR_VREF1[11:0]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4" name="표 3">
            <a:extLst>
              <a:ext uri="{FF2B5EF4-FFF2-40B4-BE49-F238E27FC236}">
                <a16:creationId xmlns:a16="http://schemas.microsoft.com/office/drawing/2014/main" id="{96ABD091-2D29-51CF-7CDC-CEE8FBA2C7D0}"/>
              </a:ext>
            </a:extLst>
          </p:cNvPr>
          <p:cNvGraphicFramePr>
            <a:graphicFrameLocks noGrp="1"/>
          </p:cNvGraphicFramePr>
          <p:nvPr>
            <p:extLst>
              <p:ext uri="{D42A27DB-BD31-4B8C-83A1-F6EECF244321}">
                <p14:modId xmlns:p14="http://schemas.microsoft.com/office/powerpoint/2010/main" val="1801070095"/>
              </p:ext>
            </p:extLst>
          </p:nvPr>
        </p:nvGraphicFramePr>
        <p:xfrm>
          <a:off x="415467" y="154617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MAX_CURR_VREF2[11:0]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C6700ED-C82D-EDC2-43C1-7C68860C512C}"/>
              </a:ext>
            </a:extLst>
          </p:cNvPr>
          <p:cNvGraphicFramePr>
            <a:graphicFrameLocks noGrp="1"/>
          </p:cNvGraphicFramePr>
          <p:nvPr>
            <p:extLst>
              <p:ext uri="{D42A27DB-BD31-4B8C-83A1-F6EECF244321}">
                <p14:modId xmlns:p14="http://schemas.microsoft.com/office/powerpoint/2010/main" val="3375538301"/>
              </p:ext>
            </p:extLst>
          </p:nvPr>
        </p:nvGraphicFramePr>
        <p:xfrm>
          <a:off x="415467" y="1999567"/>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MAX_CURR_VREF3[11:0]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0A0E28D5-A8BE-3313-6E1E-880FD4AA20EE}"/>
              </a:ext>
            </a:extLst>
          </p:cNvPr>
          <p:cNvSpPr txBox="1"/>
          <p:nvPr/>
        </p:nvSpPr>
        <p:spPr>
          <a:xfrm>
            <a:off x="404813" y="4907280"/>
            <a:ext cx="600918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a:t>
            </a:r>
          </a:p>
        </p:txBody>
      </p:sp>
      <p:graphicFrame>
        <p:nvGraphicFramePr>
          <p:cNvPr id="33" name="표 32">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493928181"/>
              </p:ext>
            </p:extLst>
          </p:nvPr>
        </p:nvGraphicFramePr>
        <p:xfrm>
          <a:off x="404813" y="8218976"/>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err="1">
                          <a:solidFill>
                            <a:schemeClr val="tx1"/>
                          </a:solidFill>
                          <a:latin typeface="Arial" panose="020B0604020202020204" pitchFamily="34" charset="0"/>
                          <a:ea typeface="+mn-ea"/>
                          <a:cs typeface="Arial" panose="020B0604020202020204" pitchFamily="34" charset="0"/>
                        </a:rPr>
                        <a:t>DELAY_CHx</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EEF8D6D6-7AA3-CF7E-18EB-077CD9DAD2F8}"/>
              </a:ext>
            </a:extLst>
          </p:cNvPr>
          <p:cNvGraphicFramePr>
            <a:graphicFrameLocks noGrp="1"/>
          </p:cNvGraphicFramePr>
          <p:nvPr>
            <p:extLst>
              <p:ext uri="{D42A27DB-BD31-4B8C-83A1-F6EECF244321}">
                <p14:modId xmlns:p14="http://schemas.microsoft.com/office/powerpoint/2010/main" val="3187440062"/>
              </p:ext>
            </p:extLst>
          </p:nvPr>
        </p:nvGraphicFramePr>
        <p:xfrm>
          <a:off x="423594" y="516666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5" name="표 4">
            <a:extLst>
              <a:ext uri="{FF2B5EF4-FFF2-40B4-BE49-F238E27FC236}">
                <a16:creationId xmlns:a16="http://schemas.microsoft.com/office/drawing/2014/main" id="{4547DBF1-4569-7689-F8E8-293FEAC6DE73}"/>
              </a:ext>
            </a:extLst>
          </p:cNvPr>
          <p:cNvGraphicFramePr>
            <a:graphicFrameLocks noGrp="1"/>
          </p:cNvGraphicFramePr>
          <p:nvPr>
            <p:extLst>
              <p:ext uri="{D42A27DB-BD31-4B8C-83A1-F6EECF244321}">
                <p14:modId xmlns:p14="http://schemas.microsoft.com/office/powerpoint/2010/main" val="1222187266"/>
              </p:ext>
            </p:extLst>
          </p:nvPr>
        </p:nvGraphicFramePr>
        <p:xfrm>
          <a:off x="423594" y="5664053"/>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68A2CD42-F248-9D87-E2DC-12E9625A197A}"/>
              </a:ext>
            </a:extLst>
          </p:cNvPr>
          <p:cNvGraphicFramePr>
            <a:graphicFrameLocks noGrp="1"/>
          </p:cNvGraphicFramePr>
          <p:nvPr>
            <p:extLst>
              <p:ext uri="{D42A27DB-BD31-4B8C-83A1-F6EECF244321}">
                <p14:modId xmlns:p14="http://schemas.microsoft.com/office/powerpoint/2010/main" val="3273079369"/>
              </p:ext>
            </p:extLst>
          </p:nvPr>
        </p:nvGraphicFramePr>
        <p:xfrm>
          <a:off x="423594" y="6178437"/>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9" name="표 8">
            <a:extLst>
              <a:ext uri="{FF2B5EF4-FFF2-40B4-BE49-F238E27FC236}">
                <a16:creationId xmlns:a16="http://schemas.microsoft.com/office/drawing/2014/main" id="{6B7B6CEC-9EAF-318E-576A-08BA667B2AA9}"/>
              </a:ext>
            </a:extLst>
          </p:cNvPr>
          <p:cNvGraphicFramePr>
            <a:graphicFrameLocks noGrp="1"/>
          </p:cNvGraphicFramePr>
          <p:nvPr>
            <p:extLst>
              <p:ext uri="{D42A27DB-BD31-4B8C-83A1-F6EECF244321}">
                <p14:modId xmlns:p14="http://schemas.microsoft.com/office/powerpoint/2010/main" val="3782658382"/>
              </p:ext>
            </p:extLst>
          </p:nvPr>
        </p:nvGraphicFramePr>
        <p:xfrm>
          <a:off x="423594" y="669282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0" name="표 9">
            <a:extLst>
              <a:ext uri="{FF2B5EF4-FFF2-40B4-BE49-F238E27FC236}">
                <a16:creationId xmlns:a16="http://schemas.microsoft.com/office/drawing/2014/main" id="{64CD34D6-5502-D355-C35F-3A07169C488C}"/>
              </a:ext>
            </a:extLst>
          </p:cNvPr>
          <p:cNvGraphicFramePr>
            <a:graphicFrameLocks noGrp="1"/>
          </p:cNvGraphicFramePr>
          <p:nvPr>
            <p:extLst>
              <p:ext uri="{D42A27DB-BD31-4B8C-83A1-F6EECF244321}">
                <p14:modId xmlns:p14="http://schemas.microsoft.com/office/powerpoint/2010/main" val="382832018"/>
              </p:ext>
            </p:extLst>
          </p:nvPr>
        </p:nvGraphicFramePr>
        <p:xfrm>
          <a:off x="423594" y="7190208"/>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F3B597C4-17A7-FCE1-9082-16CDDD4D9254}"/>
              </a:ext>
            </a:extLst>
          </p:cNvPr>
          <p:cNvGraphicFramePr>
            <a:graphicFrameLocks noGrp="1"/>
          </p:cNvGraphicFramePr>
          <p:nvPr>
            <p:extLst>
              <p:ext uri="{D42A27DB-BD31-4B8C-83A1-F6EECF244321}">
                <p14:modId xmlns:p14="http://schemas.microsoft.com/office/powerpoint/2010/main" val="1271380121"/>
              </p:ext>
            </p:extLst>
          </p:nvPr>
        </p:nvGraphicFramePr>
        <p:xfrm>
          <a:off x="423594" y="7704592"/>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74568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1314549249"/>
              </p:ext>
            </p:extLst>
          </p:nvPr>
        </p:nvGraphicFramePr>
        <p:xfrm>
          <a:off x="400554" y="152262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1314161565"/>
              </p:ext>
            </p:extLst>
          </p:nvPr>
        </p:nvGraphicFramePr>
        <p:xfrm>
          <a:off x="400554" y="100633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3614074"/>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2917636702"/>
              </p:ext>
            </p:extLst>
          </p:nvPr>
        </p:nvGraphicFramePr>
        <p:xfrm>
          <a:off x="399387" y="4397052"/>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and the first bit of (n+1)</a:t>
                      </a:r>
                      <a:r>
                        <a:rPr lang="en-US" altLang="ko-KR" sz="900" b="0" baseline="30000" dirty="0" err="1">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incoming from the XC. The setting value should be larger than the 1-bit serial data length time at which the XCR is sending to the daisied XD12R s. So, the proper value depends on the serial baudrate of the XCR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XCR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2836082422"/>
              </p:ext>
            </p:extLst>
          </p:nvPr>
        </p:nvGraphicFramePr>
        <p:xfrm>
          <a:off x="404813" y="3876413"/>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348067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1333564403"/>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342023976"/>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only valid</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under</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a:t>
                      </a:r>
                      <a:r>
                        <a:rPr lang="en-US" altLang="ko-KR" sz="900" b="0" dirty="0" err="1">
                          <a:solidFill>
                            <a:schemeClr val="tx1"/>
                          </a:solidFill>
                          <a:latin typeface="Arial" panose="020B0604020202020204" pitchFamily="34" charset="0"/>
                          <a:ea typeface="+mn-ea"/>
                          <a:cs typeface="Arial" panose="020B0604020202020204" pitchFamily="34" charset="0"/>
                        </a:rPr>
                        <a:t>syncmode</a:t>
                      </a:r>
                      <a:r>
                        <a:rPr lang="en-US" altLang="ko-KR" sz="900" b="0" dirty="0">
                          <a:solidFill>
                            <a:schemeClr val="tx1"/>
                          </a:solidFill>
                          <a:latin typeface="Arial" panose="020B0604020202020204" pitchFamily="34" charset="0"/>
                          <a:ea typeface="+mn-ea"/>
                          <a:cs typeface="Arial" panose="020B0604020202020204" pitchFamily="34" charset="0"/>
                        </a:rPr>
                        <a:t> = 1). Refer the picture Figure 12 below. (unit MCLK/2)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9602BED-C8B2-1F88-3D7A-109D6FB697B5}"/>
              </a:ext>
            </a:extLst>
          </p:cNvPr>
          <p:cNvSpPr txBox="1"/>
          <p:nvPr/>
        </p:nvSpPr>
        <p:spPr>
          <a:xfrm>
            <a:off x="404813" y="345617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76336407"/>
              </p:ext>
            </p:extLst>
          </p:nvPr>
        </p:nvGraphicFramePr>
        <p:xfrm>
          <a:off x="404813" y="3712173"/>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4052160314"/>
              </p:ext>
            </p:extLst>
          </p:nvPr>
        </p:nvGraphicFramePr>
        <p:xfrm>
          <a:off x="417695" y="4065773"/>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1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 determines internal SVSYNC rising / falling position. (unit MCLK/2)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363930"/>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RSTCNT</a:t>
            </a:r>
          </a:p>
        </p:txBody>
      </p:sp>
      <p:graphicFrame>
        <p:nvGraphicFramePr>
          <p:cNvPr id="4" name="표 3">
            <a:extLst>
              <a:ext uri="{FF2B5EF4-FFF2-40B4-BE49-F238E27FC236}">
                <a16:creationId xmlns:a16="http://schemas.microsoft.com/office/drawing/2014/main" id="{7F3B34E6-1C8B-528A-478F-C1A45C921525}"/>
              </a:ext>
            </a:extLst>
          </p:cNvPr>
          <p:cNvGraphicFramePr>
            <a:graphicFrameLocks noGrp="1"/>
          </p:cNvGraphicFramePr>
          <p:nvPr>
            <p:extLst>
              <p:ext uri="{D42A27DB-BD31-4B8C-83A1-F6EECF244321}">
                <p14:modId xmlns:p14="http://schemas.microsoft.com/office/powerpoint/2010/main" val="606930469"/>
              </p:ext>
            </p:extLst>
          </p:nvPr>
        </p:nvGraphicFramePr>
        <p:xfrm>
          <a:off x="404813" y="5619929"/>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RSTCNT[10:0]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612288218"/>
              </p:ext>
            </p:extLst>
          </p:nvPr>
        </p:nvGraphicFramePr>
        <p:xfrm>
          <a:off x="417695" y="6093062"/>
          <a:ext cx="6046695" cy="785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is counted by a MCLK/64 from a last svsync, reset at every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(unit MCLK/64)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208613"/>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2012943670"/>
              </p:ext>
            </p:extLst>
          </p:nvPr>
        </p:nvGraphicFramePr>
        <p:xfrm>
          <a:off x="404813" y="7464612"/>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a:r>
                        <a:rPr lang="en-US" sz="700" dirty="0">
                          <a:latin typeface="Arial" panose="020B0604020202020204" pitchFamily="34" charset="0"/>
                          <a:cs typeface="Arial" panose="020B0604020202020204" pitchFamily="34" charset="0"/>
                        </a:rPr>
                        <a:t>TIMEOUT[9:0]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2606854954"/>
              </p:ext>
            </p:extLst>
          </p:nvPr>
        </p:nvGraphicFramePr>
        <p:xfrm>
          <a:off x="404813" y="7937745"/>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 (unit MCLK/64)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BE34BB5B-EE8C-2259-6D65-D71E2CEB9C28}"/>
              </a:ext>
            </a:extLst>
          </p:cNvPr>
          <p:cNvSpPr txBox="1"/>
          <p:nvPr/>
        </p:nvSpPr>
        <p:spPr>
          <a:xfrm>
            <a:off x="1432912" y="3190954"/>
            <a:ext cx="4469172"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12. Timing Diagram for VSYNC / SVSYNC generation ( @SYNC_MODE = 1)</a:t>
            </a:r>
          </a:p>
        </p:txBody>
      </p:sp>
      <p:pic>
        <p:nvPicPr>
          <p:cNvPr id="8" name="그림 7">
            <a:extLst>
              <a:ext uri="{FF2B5EF4-FFF2-40B4-BE49-F238E27FC236}">
                <a16:creationId xmlns:a16="http://schemas.microsoft.com/office/drawing/2014/main" id="{C47A0656-18E9-A4CB-30F4-E22703891B7E}"/>
              </a:ext>
            </a:extLst>
          </p:cNvPr>
          <p:cNvPicPr>
            <a:picLocks noChangeAspect="1"/>
          </p:cNvPicPr>
          <p:nvPr/>
        </p:nvPicPr>
        <p:blipFill>
          <a:blip r:embed="rId2"/>
          <a:stretch>
            <a:fillRect/>
          </a:stretch>
        </p:blipFill>
        <p:spPr>
          <a:xfrm>
            <a:off x="351365" y="2263734"/>
            <a:ext cx="6011335" cy="883775"/>
          </a:xfrm>
          <a:prstGeom prst="rect">
            <a:avLst/>
          </a:prstGeom>
        </p:spPr>
      </p:pic>
    </p:spTree>
    <p:extLst>
      <p:ext uri="{BB962C8B-B14F-4D97-AF65-F5344CB8AC3E}">
        <p14:creationId xmlns:p14="http://schemas.microsoft.com/office/powerpoint/2010/main" val="1749379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512342028"/>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FLLCNT is counted by an MCLK/64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XD12R  and set to 1 just before the vsync is not asserted if the vsync will be not supplied any more to the XD12R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704924327"/>
              </p:ext>
            </p:extLst>
          </p:nvPr>
        </p:nvGraphicFramePr>
        <p:xfrm>
          <a:off x="404813" y="1553077"/>
          <a:ext cx="6048379" cy="387840"/>
        </p:xfrm>
        <a:graphic>
          <a:graphicData uri="http://schemas.openxmlformats.org/drawingml/2006/table">
            <a:tbl>
              <a:tblPr firstRow="1" bandRow="1">
                <a:tableStyleId>{5C22544A-7EE6-4342-B048-85BDC9FD1C3A}</a:tableStyleId>
              </a:tblPr>
              <a:tblGrid>
                <a:gridCol w="296942">
                  <a:extLst>
                    <a:ext uri="{9D8B030D-6E8A-4147-A177-3AD203B41FA5}">
                      <a16:colId xmlns:a16="http://schemas.microsoft.com/office/drawing/2014/main" val="657570846"/>
                    </a:ext>
                  </a:extLst>
                </a:gridCol>
                <a:gridCol w="347491">
                  <a:extLst>
                    <a:ext uri="{9D8B030D-6E8A-4147-A177-3AD203B41FA5}">
                      <a16:colId xmlns:a16="http://schemas.microsoft.com/office/drawing/2014/main" val="3259894497"/>
                    </a:ext>
                  </a:extLst>
                </a:gridCol>
                <a:gridCol w="466020">
                  <a:extLst>
                    <a:ext uri="{9D8B030D-6E8A-4147-A177-3AD203B41FA5}">
                      <a16:colId xmlns:a16="http://schemas.microsoft.com/office/drawing/2014/main" val="4170535043"/>
                    </a:ext>
                  </a:extLst>
                </a:gridCol>
                <a:gridCol w="427835">
                  <a:extLst>
                    <a:ext uri="{9D8B030D-6E8A-4147-A177-3AD203B41FA5}">
                      <a16:colId xmlns:a16="http://schemas.microsoft.com/office/drawing/2014/main" val="2079070694"/>
                    </a:ext>
                  </a:extLst>
                </a:gridCol>
                <a:gridCol w="450416">
                  <a:extLst>
                    <a:ext uri="{9D8B030D-6E8A-4147-A177-3AD203B41FA5}">
                      <a16:colId xmlns:a16="http://schemas.microsoft.com/office/drawing/2014/main" val="4213315911"/>
                    </a:ext>
                  </a:extLst>
                </a:gridCol>
                <a:gridCol w="452837">
                  <a:extLst>
                    <a:ext uri="{9D8B030D-6E8A-4147-A177-3AD203B41FA5}">
                      <a16:colId xmlns:a16="http://schemas.microsoft.com/office/drawing/2014/main" val="2769999950"/>
                    </a:ext>
                  </a:extLst>
                </a:gridCol>
                <a:gridCol w="478250">
                  <a:extLst>
                    <a:ext uri="{9D8B030D-6E8A-4147-A177-3AD203B41FA5}">
                      <a16:colId xmlns:a16="http://schemas.microsoft.com/office/drawing/2014/main" val="135637185"/>
                    </a:ext>
                  </a:extLst>
                </a:gridCol>
                <a:gridCol w="394532">
                  <a:extLst>
                    <a:ext uri="{9D8B030D-6E8A-4147-A177-3AD203B41FA5}">
                      <a16:colId xmlns:a16="http://schemas.microsoft.com/office/drawing/2014/main" val="3038050475"/>
                    </a:ext>
                  </a:extLst>
                </a:gridCol>
                <a:gridCol w="394532">
                  <a:extLst>
                    <a:ext uri="{9D8B030D-6E8A-4147-A177-3AD203B41FA5}">
                      <a16:colId xmlns:a16="http://schemas.microsoft.com/office/drawing/2014/main" val="1979433044"/>
                    </a:ext>
                  </a:extLst>
                </a:gridCol>
                <a:gridCol w="394532">
                  <a:extLst>
                    <a:ext uri="{9D8B030D-6E8A-4147-A177-3AD203B41FA5}">
                      <a16:colId xmlns:a16="http://schemas.microsoft.com/office/drawing/2014/main" val="4270661649"/>
                    </a:ext>
                  </a:extLst>
                </a:gridCol>
                <a:gridCol w="394532">
                  <a:extLst>
                    <a:ext uri="{9D8B030D-6E8A-4147-A177-3AD203B41FA5}">
                      <a16:colId xmlns:a16="http://schemas.microsoft.com/office/drawing/2014/main" val="3027041370"/>
                    </a:ext>
                  </a:extLst>
                </a:gridCol>
                <a:gridCol w="394532">
                  <a:extLst>
                    <a:ext uri="{9D8B030D-6E8A-4147-A177-3AD203B41FA5}">
                      <a16:colId xmlns:a16="http://schemas.microsoft.com/office/drawing/2014/main" val="2852526216"/>
                    </a:ext>
                  </a:extLst>
                </a:gridCol>
                <a:gridCol w="397067">
                  <a:extLst>
                    <a:ext uri="{9D8B030D-6E8A-4147-A177-3AD203B41FA5}">
                      <a16:colId xmlns:a16="http://schemas.microsoft.com/office/drawing/2014/main" val="103420222"/>
                    </a:ext>
                  </a:extLst>
                </a:gridCol>
                <a:gridCol w="394532">
                  <a:extLst>
                    <a:ext uri="{9D8B030D-6E8A-4147-A177-3AD203B41FA5}">
                      <a16:colId xmlns:a16="http://schemas.microsoft.com/office/drawing/2014/main" val="1470405609"/>
                    </a:ext>
                  </a:extLst>
                </a:gridCol>
                <a:gridCol w="364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FLL_RANGE[1:0]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FLLCNT[20:12]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3672764367"/>
              </p:ext>
            </p:extLst>
          </p:nvPr>
        </p:nvGraphicFramePr>
        <p:xfrm>
          <a:off x="404812" y="1096476"/>
          <a:ext cx="6048376"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842922">
                  <a:extLst>
                    <a:ext uri="{9D8B030D-6E8A-4147-A177-3AD203B41FA5}">
                      <a16:colId xmlns:a16="http://schemas.microsoft.com/office/drawing/2014/main" val="2079070694"/>
                    </a:ext>
                  </a:extLst>
                </a:gridCol>
                <a:gridCol w="384274">
                  <a:extLst>
                    <a:ext uri="{9D8B030D-6E8A-4147-A177-3AD203B41FA5}">
                      <a16:colId xmlns:a16="http://schemas.microsoft.com/office/drawing/2014/main" val="4213315911"/>
                    </a:ext>
                  </a:extLst>
                </a:gridCol>
                <a:gridCol w="376548">
                  <a:extLst>
                    <a:ext uri="{9D8B030D-6E8A-4147-A177-3AD203B41FA5}">
                      <a16:colId xmlns:a16="http://schemas.microsoft.com/office/drawing/2014/main" val="2769999950"/>
                    </a:ext>
                  </a:extLst>
                </a:gridCol>
                <a:gridCol w="426431">
                  <a:extLst>
                    <a:ext uri="{9D8B030D-6E8A-4147-A177-3AD203B41FA5}">
                      <a16:colId xmlns:a16="http://schemas.microsoft.com/office/drawing/2014/main" val="135637185"/>
                    </a:ext>
                  </a:extLst>
                </a:gridCol>
                <a:gridCol w="361860">
                  <a:extLst>
                    <a:ext uri="{9D8B030D-6E8A-4147-A177-3AD203B41FA5}">
                      <a16:colId xmlns:a16="http://schemas.microsoft.com/office/drawing/2014/main" val="3038050475"/>
                    </a:ext>
                  </a:extLst>
                </a:gridCol>
                <a:gridCol w="374252">
                  <a:extLst>
                    <a:ext uri="{9D8B030D-6E8A-4147-A177-3AD203B41FA5}">
                      <a16:colId xmlns:a16="http://schemas.microsoft.com/office/drawing/2014/main" val="1979433044"/>
                    </a:ext>
                  </a:extLst>
                </a:gridCol>
                <a:gridCol w="369295">
                  <a:extLst>
                    <a:ext uri="{9D8B030D-6E8A-4147-A177-3AD203B41FA5}">
                      <a16:colId xmlns:a16="http://schemas.microsoft.com/office/drawing/2014/main" val="4270661649"/>
                    </a:ext>
                  </a:extLst>
                </a:gridCol>
                <a:gridCol w="376730">
                  <a:extLst>
                    <a:ext uri="{9D8B030D-6E8A-4147-A177-3AD203B41FA5}">
                      <a16:colId xmlns:a16="http://schemas.microsoft.com/office/drawing/2014/main" val="3027041370"/>
                    </a:ext>
                  </a:extLst>
                </a:gridCol>
                <a:gridCol w="366816">
                  <a:extLst>
                    <a:ext uri="{9D8B030D-6E8A-4147-A177-3AD203B41FA5}">
                      <a16:colId xmlns:a16="http://schemas.microsoft.com/office/drawing/2014/main" val="2852526216"/>
                    </a:ext>
                  </a:extLst>
                </a:gridCol>
                <a:gridCol w="351948">
                  <a:extLst>
                    <a:ext uri="{9D8B030D-6E8A-4147-A177-3AD203B41FA5}">
                      <a16:colId xmlns:a16="http://schemas.microsoft.com/office/drawing/2014/main" val="103420222"/>
                    </a:ext>
                  </a:extLst>
                </a:gridCol>
                <a:gridCol w="351947">
                  <a:extLst>
                    <a:ext uri="{9D8B030D-6E8A-4147-A177-3AD203B41FA5}">
                      <a16:colId xmlns:a16="http://schemas.microsoft.com/office/drawing/2014/main" val="1470405609"/>
                    </a:ext>
                  </a:extLst>
                </a:gridCol>
                <a:gridCol w="3639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403590590"/>
              </p:ext>
            </p:extLst>
          </p:nvPr>
        </p:nvGraphicFramePr>
        <p:xfrm>
          <a:off x="404812" y="5720961"/>
          <a:ext cx="6034799" cy="128650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Other values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305398074"/>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WR_PROTECT[11:0]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630109372"/>
              </p:ext>
            </p:extLst>
          </p:nvPr>
        </p:nvGraphicFramePr>
        <p:xfrm>
          <a:off x="414077" y="1550702"/>
          <a:ext cx="6057234" cy="377590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2125243365"/>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BBKN_TH[5:0]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BBKN_EN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3159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183870982"/>
              </p:ext>
            </p:extLst>
          </p:nvPr>
        </p:nvGraphicFramePr>
        <p:xfrm>
          <a:off x="392113" y="5963608"/>
          <a:ext cx="6057234" cy="31552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CHOP_DRV_EN is determinant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CHOP_OSCLDO_EN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CHOP_OSCLDO_EN is determinant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CHOP_OSC_EN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CHOP_OSC_EN determinant OSC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CHOP_IREF_EN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CHOP_IREF_EN determinant IREF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CHOP_DAC_EN determinant DAC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CHOP_BGR_EN determinant BGR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2429498749"/>
              </p:ext>
            </p:extLst>
          </p:nvPr>
        </p:nvGraphicFramePr>
        <p:xfrm>
          <a:off x="404984" y="5577568"/>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619125">
                  <a:extLst>
                    <a:ext uri="{9D8B030D-6E8A-4147-A177-3AD203B41FA5}">
                      <a16:colId xmlns:a16="http://schemas.microsoft.com/office/drawing/2014/main" val="3027041370"/>
                    </a:ext>
                  </a:extLst>
                </a:gridCol>
                <a:gridCol w="4762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CHOP_DRV_EN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CHOP_OSCLDO_EN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CHOP_IREF_EN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825092"/>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627651604"/>
              </p:ext>
            </p:extLst>
          </p:nvPr>
        </p:nvGraphicFramePr>
        <p:xfrm>
          <a:off x="386686" y="1618527"/>
          <a:ext cx="6057230" cy="173691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692821672"/>
              </p:ext>
            </p:extLst>
          </p:nvPr>
        </p:nvGraphicFramePr>
        <p:xfrm>
          <a:off x="404812" y="1090806"/>
          <a:ext cx="6048365" cy="37260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342367">
                  <a:extLst>
                    <a:ext uri="{9D8B030D-6E8A-4147-A177-3AD203B41FA5}">
                      <a16:colId xmlns:a16="http://schemas.microsoft.com/office/drawing/2014/main" val="135637185"/>
                    </a:ext>
                  </a:extLst>
                </a:gridCol>
                <a:gridCol w="460189">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6145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4294135543"/>
              </p:ext>
            </p:extLst>
          </p:nvPr>
        </p:nvGraphicFramePr>
        <p:xfrm>
          <a:off x="395952" y="4753889"/>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2294458813"/>
              </p:ext>
            </p:extLst>
          </p:nvPr>
        </p:nvGraphicFramePr>
        <p:xfrm>
          <a:off x="395955" y="3880174"/>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3974553683"/>
              </p:ext>
            </p:extLst>
          </p:nvPr>
        </p:nvGraphicFramePr>
        <p:xfrm>
          <a:off x="395955" y="4323131"/>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027320"/>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883299375"/>
              </p:ext>
            </p:extLst>
          </p:nvPr>
        </p:nvGraphicFramePr>
        <p:xfrm>
          <a:off x="395955" y="6721695"/>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SPRD_SPD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3825949921"/>
              </p:ext>
            </p:extLst>
          </p:nvPr>
        </p:nvGraphicFramePr>
        <p:xfrm>
          <a:off x="395955" y="6293034"/>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389723">
                  <a:extLst>
                    <a:ext uri="{9D8B030D-6E8A-4147-A177-3AD203B41FA5}">
                      <a16:colId xmlns:a16="http://schemas.microsoft.com/office/drawing/2014/main" val="4213315911"/>
                    </a:ext>
                  </a:extLst>
                </a:gridCol>
                <a:gridCol w="389211">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SPRD_GAIN[2:0]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80901949"/>
              </p:ext>
            </p:extLst>
          </p:nvPr>
        </p:nvGraphicFramePr>
        <p:xfrm>
          <a:off x="395875" y="1734018"/>
          <a:ext cx="6063640" cy="353840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97857">
                  <a:extLst>
                    <a:ext uri="{9D8B030D-6E8A-4147-A177-3AD203B41FA5}">
                      <a16:colId xmlns:a16="http://schemas.microsoft.com/office/drawing/2014/main" val="2393941440"/>
                    </a:ext>
                  </a:extLst>
                </a:gridCol>
                <a:gridCol w="4392590">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743663239"/>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463550">
                  <a:extLst>
                    <a:ext uri="{9D8B030D-6E8A-4147-A177-3AD203B41FA5}">
                      <a16:colId xmlns:a16="http://schemas.microsoft.com/office/drawing/2014/main" val="2769999950"/>
                    </a:ext>
                  </a:extLst>
                </a:gridCol>
                <a:gridCol w="362975">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2053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273050">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380864"/>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570208614"/>
              </p:ext>
            </p:extLst>
          </p:nvPr>
        </p:nvGraphicFramePr>
        <p:xfrm>
          <a:off x="413751" y="6847159"/>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584073"/>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305037"/>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157693"/>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1131873578"/>
              </p:ext>
            </p:extLst>
          </p:nvPr>
        </p:nvGraphicFramePr>
        <p:xfrm>
          <a:off x="408467" y="8424309"/>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316919675"/>
              </p:ext>
            </p:extLst>
          </p:nvPr>
        </p:nvGraphicFramePr>
        <p:xfrm>
          <a:off x="404815" y="6099298"/>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942217728"/>
              </p:ext>
            </p:extLst>
          </p:nvPr>
        </p:nvGraphicFramePr>
        <p:xfrm>
          <a:off x="404815" y="5652394"/>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graphicFrame>
        <p:nvGraphicFramePr>
          <p:cNvPr id="3" name="표 2">
            <a:extLst>
              <a:ext uri="{FF2B5EF4-FFF2-40B4-BE49-F238E27FC236}">
                <a16:creationId xmlns:a16="http://schemas.microsoft.com/office/drawing/2014/main" id="{D206093B-CCD6-EAD8-73FC-FE642D4E5C54}"/>
              </a:ext>
            </a:extLst>
          </p:cNvPr>
          <p:cNvGraphicFramePr>
            <a:graphicFrameLocks noGrp="1"/>
          </p:cNvGraphicFramePr>
          <p:nvPr>
            <p:extLst>
              <p:ext uri="{D42A27DB-BD31-4B8C-83A1-F6EECF244321}">
                <p14:modId xmlns:p14="http://schemas.microsoft.com/office/powerpoint/2010/main" val="2505574438"/>
              </p:ext>
            </p:extLst>
          </p:nvPr>
        </p:nvGraphicFramePr>
        <p:xfrm>
          <a:off x="415983" y="7573618"/>
          <a:ext cx="6043532" cy="47928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546937022"/>
                    </a:ext>
                  </a:extLst>
                </a:gridCol>
                <a:gridCol w="341612">
                  <a:extLst>
                    <a:ext uri="{9D8B030D-6E8A-4147-A177-3AD203B41FA5}">
                      <a16:colId xmlns:a16="http://schemas.microsoft.com/office/drawing/2014/main" val="3679049324"/>
                    </a:ext>
                  </a:extLst>
                </a:gridCol>
                <a:gridCol w="468643">
                  <a:extLst>
                    <a:ext uri="{9D8B030D-6E8A-4147-A177-3AD203B41FA5}">
                      <a16:colId xmlns:a16="http://schemas.microsoft.com/office/drawing/2014/main" val="1482617252"/>
                    </a:ext>
                  </a:extLst>
                </a:gridCol>
                <a:gridCol w="380816">
                  <a:extLst>
                    <a:ext uri="{9D8B030D-6E8A-4147-A177-3AD203B41FA5}">
                      <a16:colId xmlns:a16="http://schemas.microsoft.com/office/drawing/2014/main" val="3494853055"/>
                    </a:ext>
                  </a:extLst>
                </a:gridCol>
                <a:gridCol w="294773">
                  <a:extLst>
                    <a:ext uri="{9D8B030D-6E8A-4147-A177-3AD203B41FA5}">
                      <a16:colId xmlns:a16="http://schemas.microsoft.com/office/drawing/2014/main" val="1891275224"/>
                    </a:ext>
                  </a:extLst>
                </a:gridCol>
                <a:gridCol w="224253">
                  <a:extLst>
                    <a:ext uri="{9D8B030D-6E8A-4147-A177-3AD203B41FA5}">
                      <a16:colId xmlns:a16="http://schemas.microsoft.com/office/drawing/2014/main" val="1421756592"/>
                    </a:ext>
                  </a:extLst>
                </a:gridCol>
                <a:gridCol w="278855">
                  <a:extLst>
                    <a:ext uri="{9D8B030D-6E8A-4147-A177-3AD203B41FA5}">
                      <a16:colId xmlns:a16="http://schemas.microsoft.com/office/drawing/2014/main" val="2891059164"/>
                    </a:ext>
                  </a:extLst>
                </a:gridCol>
                <a:gridCol w="278855">
                  <a:extLst>
                    <a:ext uri="{9D8B030D-6E8A-4147-A177-3AD203B41FA5}">
                      <a16:colId xmlns:a16="http://schemas.microsoft.com/office/drawing/2014/main" val="535086100"/>
                    </a:ext>
                  </a:extLst>
                </a:gridCol>
                <a:gridCol w="278855">
                  <a:extLst>
                    <a:ext uri="{9D8B030D-6E8A-4147-A177-3AD203B41FA5}">
                      <a16:colId xmlns:a16="http://schemas.microsoft.com/office/drawing/2014/main" val="1174381936"/>
                    </a:ext>
                  </a:extLst>
                </a:gridCol>
                <a:gridCol w="278855">
                  <a:extLst>
                    <a:ext uri="{9D8B030D-6E8A-4147-A177-3AD203B41FA5}">
                      <a16:colId xmlns:a16="http://schemas.microsoft.com/office/drawing/2014/main" val="1887168502"/>
                    </a:ext>
                  </a:extLst>
                </a:gridCol>
                <a:gridCol w="278855">
                  <a:extLst>
                    <a:ext uri="{9D8B030D-6E8A-4147-A177-3AD203B41FA5}">
                      <a16:colId xmlns:a16="http://schemas.microsoft.com/office/drawing/2014/main" val="1577479977"/>
                    </a:ext>
                  </a:extLst>
                </a:gridCol>
                <a:gridCol w="278855">
                  <a:extLst>
                    <a:ext uri="{9D8B030D-6E8A-4147-A177-3AD203B41FA5}">
                      <a16:colId xmlns:a16="http://schemas.microsoft.com/office/drawing/2014/main" val="1361295346"/>
                    </a:ext>
                  </a:extLst>
                </a:gridCol>
                <a:gridCol w="278855">
                  <a:extLst>
                    <a:ext uri="{9D8B030D-6E8A-4147-A177-3AD203B41FA5}">
                      <a16:colId xmlns:a16="http://schemas.microsoft.com/office/drawing/2014/main" val="2176800636"/>
                    </a:ext>
                  </a:extLst>
                </a:gridCol>
                <a:gridCol w="1014921">
                  <a:extLst>
                    <a:ext uri="{9D8B030D-6E8A-4147-A177-3AD203B41FA5}">
                      <a16:colId xmlns:a16="http://schemas.microsoft.com/office/drawing/2014/main" val="24291207"/>
                    </a:ext>
                  </a:extLst>
                </a:gridCol>
                <a:gridCol w="1016951">
                  <a:extLst>
                    <a:ext uri="{9D8B030D-6E8A-4147-A177-3AD203B41FA5}">
                      <a16:colId xmlns:a16="http://schemas.microsoft.com/office/drawing/2014/main" val="2028804627"/>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28007311"/>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OTP_PG_DONE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6841602"/>
                  </a:ext>
                </a:extLst>
              </a:tr>
            </a:tbl>
          </a:graphicData>
        </a:graphic>
      </p:graphicFrame>
    </p:spTree>
    <p:extLst>
      <p:ext uri="{BB962C8B-B14F-4D97-AF65-F5344CB8AC3E}">
        <p14:creationId xmlns:p14="http://schemas.microsoft.com/office/powerpoint/2010/main" val="207895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42135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 / LDO_OSC_CTL / LOD_CTL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3682074401"/>
              </p:ext>
            </p:extLst>
          </p:nvPr>
        </p:nvGraphicFramePr>
        <p:xfrm>
          <a:off x="399057" y="3686127"/>
          <a:ext cx="6054130" cy="47928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OSC_RCTL[3:0]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OFFSET / IREF_CTL / BGR_CTL</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2538652734"/>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DACA_OFS[6:0]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graphicFrame>
        <p:nvGraphicFramePr>
          <p:cNvPr id="5" name="표 4">
            <a:extLst>
              <a:ext uri="{FF2B5EF4-FFF2-40B4-BE49-F238E27FC236}">
                <a16:creationId xmlns:a16="http://schemas.microsoft.com/office/drawing/2014/main" id="{DCDEB022-41A8-B7A5-2F6D-6B7BE8017AE6}"/>
              </a:ext>
            </a:extLst>
          </p:cNvPr>
          <p:cNvGraphicFramePr>
            <a:graphicFrameLocks noGrp="1"/>
          </p:cNvGraphicFramePr>
          <p:nvPr>
            <p:extLst>
              <p:ext uri="{D42A27DB-BD31-4B8C-83A1-F6EECF244321}">
                <p14:modId xmlns:p14="http://schemas.microsoft.com/office/powerpoint/2010/main" val="8990128"/>
              </p:ext>
            </p:extLst>
          </p:nvPr>
        </p:nvGraphicFramePr>
        <p:xfrm>
          <a:off x="407377" y="2878992"/>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DACB_OFS[6:5]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F0312C83-859C-0031-8589-EE9378A2D76F}"/>
              </a:ext>
            </a:extLst>
          </p:cNvPr>
          <p:cNvGraphicFramePr>
            <a:graphicFrameLocks noGrp="1"/>
          </p:cNvGraphicFramePr>
          <p:nvPr>
            <p:extLst>
              <p:ext uri="{D42A27DB-BD31-4B8C-83A1-F6EECF244321}">
                <p14:modId xmlns:p14="http://schemas.microsoft.com/office/powerpoint/2010/main" val="3282676122"/>
              </p:ext>
            </p:extLst>
          </p:nvPr>
        </p:nvGraphicFramePr>
        <p:xfrm>
          <a:off x="403619" y="4234513"/>
          <a:ext cx="6049567"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396844">
                  <a:extLst>
                    <a:ext uri="{9D8B030D-6E8A-4147-A177-3AD203B41FA5}">
                      <a16:colId xmlns:a16="http://schemas.microsoft.com/office/drawing/2014/main" val="2079070694"/>
                    </a:ext>
                  </a:extLst>
                </a:gridCol>
                <a:gridCol w="419200">
                  <a:extLst>
                    <a:ext uri="{9D8B030D-6E8A-4147-A177-3AD203B41FA5}">
                      <a16:colId xmlns:a16="http://schemas.microsoft.com/office/drawing/2014/main" val="4213315911"/>
                    </a:ext>
                  </a:extLst>
                </a:gridCol>
                <a:gridCol w="413611">
                  <a:extLst>
                    <a:ext uri="{9D8B030D-6E8A-4147-A177-3AD203B41FA5}">
                      <a16:colId xmlns:a16="http://schemas.microsoft.com/office/drawing/2014/main" val="2769999950"/>
                    </a:ext>
                  </a:extLst>
                </a:gridCol>
                <a:gridCol w="408022">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LDO_DAC_CTL[3:0]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259773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605925452"/>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3032488263"/>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230717669"/>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1882589242"/>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398507544"/>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1414884420"/>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996982702"/>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1288687682"/>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3816720269"/>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2686772589"/>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1343402106"/>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2074191333"/>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79974252"/>
              </p:ext>
            </p:extLst>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4100916725"/>
              </p:ext>
            </p:extLst>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037846191"/>
              </p:ext>
            </p:extLst>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3903747922"/>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2655313149"/>
              </p:ext>
            </p:extLst>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2606781498"/>
              </p:ext>
            </p:extLst>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123554461"/>
              </p:ext>
            </p:extLst>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3675305747"/>
              </p:ext>
            </p:extLst>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3972956916"/>
              </p:ext>
            </p:extLst>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133073760"/>
              </p:ext>
            </p:extLst>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661640727"/>
              </p:ext>
            </p:extLst>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1485536487"/>
              </p:ext>
            </p:extLst>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13.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0B926796-826C-8FB6-4304-EFB8BE484653}"/>
              </a:ext>
            </a:extLst>
          </p:cNvPr>
          <p:cNvGrpSpPr/>
          <p:nvPr/>
        </p:nvGrpSpPr>
        <p:grpSpPr>
          <a:xfrm>
            <a:off x="2976684" y="2012056"/>
            <a:ext cx="997628" cy="989567"/>
            <a:chOff x="3030961" y="1951322"/>
            <a:chExt cx="997628" cy="989567"/>
          </a:xfrm>
        </p:grpSpPr>
        <p:sp>
          <p:nvSpPr>
            <p:cNvPr id="4483" name="직사각형 4482">
              <a:extLst>
                <a:ext uri="{FF2B5EF4-FFF2-40B4-BE49-F238E27FC236}">
                  <a16:creationId xmlns:a16="http://schemas.microsoft.com/office/drawing/2014/main" id="{DF49E695-762E-CE84-7A16-54E986048318}"/>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484" name="object 19">
              <a:extLst>
                <a:ext uri="{FF2B5EF4-FFF2-40B4-BE49-F238E27FC236}">
                  <a16:creationId xmlns:a16="http://schemas.microsoft.com/office/drawing/2014/main" id="{7C196ADE-2E63-D7E1-85C6-8DEB225C3CFE}"/>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dirty="0">
                  <a:solidFill>
                    <a:schemeClr val="bg1"/>
                  </a:solidFill>
                  <a:latin typeface="Arial" panose="020B0604020202020204" pitchFamily="34" charset="0"/>
                  <a:cs typeface="Arial" panose="020B0604020202020204" pitchFamily="34" charset="0"/>
                </a:rPr>
                <a:t>XXXXX</a:t>
              </a:r>
              <a:endParaRPr sz="1600" b="1" dirty="0">
                <a:solidFill>
                  <a:schemeClr val="bg1"/>
                </a:solidFill>
                <a:latin typeface="Arial" panose="020B0604020202020204" pitchFamily="34" charset="0"/>
                <a:cs typeface="Arial" panose="020B0604020202020204" pitchFamily="34" charset="0"/>
              </a:endParaRPr>
            </a:p>
          </p:txBody>
        </p:sp>
        <p:sp>
          <p:nvSpPr>
            <p:cNvPr id="4485" name="object 19">
              <a:extLst>
                <a:ext uri="{FF2B5EF4-FFF2-40B4-BE49-F238E27FC236}">
                  <a16:creationId xmlns:a16="http://schemas.microsoft.com/office/drawing/2014/main" id="{5775165B-85C9-715D-A91D-51B00135E9A4}"/>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err="1">
                  <a:solidFill>
                    <a:schemeClr val="bg1"/>
                  </a:solidFill>
                  <a:latin typeface="Arial" panose="020B0604020202020204" pitchFamily="34" charset="0"/>
                  <a:cs typeface="Arial" panose="020B0604020202020204" pitchFamily="34" charset="0"/>
                </a:rPr>
                <a:t>abc</a:t>
              </a:r>
              <a:endParaRPr sz="1000" b="1" dirty="0">
                <a:solidFill>
                  <a:schemeClr val="bg1"/>
                </a:solidFill>
                <a:latin typeface="Arial" panose="020B0604020202020204" pitchFamily="34" charset="0"/>
                <a:cs typeface="Arial" panose="020B0604020202020204" pitchFamily="34" charset="0"/>
              </a:endParaRPr>
            </a:p>
          </p:txBody>
        </p:sp>
        <p:sp>
          <p:nvSpPr>
            <p:cNvPr id="4486" name="object 19">
              <a:extLst>
                <a:ext uri="{FF2B5EF4-FFF2-40B4-BE49-F238E27FC236}">
                  <a16:creationId xmlns:a16="http://schemas.microsoft.com/office/drawing/2014/main" id="{686801C9-6A0A-47E4-F4EC-9B97C4B29728}"/>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a:solidFill>
                    <a:schemeClr val="bg1"/>
                  </a:solidFill>
                  <a:latin typeface="Arial" panose="020B0604020202020204" pitchFamily="34" charset="0"/>
                  <a:cs typeface="Arial" panose="020B0604020202020204" pitchFamily="34" charset="0"/>
                </a:rPr>
                <a:t>YWCD@</a:t>
              </a:r>
              <a:endParaRPr sz="1000" b="1" dirty="0">
                <a:solidFill>
                  <a:schemeClr val="bg1"/>
                </a:solidFill>
                <a:latin typeface="Arial" panose="020B0604020202020204" pitchFamily="34" charset="0"/>
                <a:cs typeface="Arial" panose="020B0604020202020204" pitchFamily="34" charset="0"/>
              </a:endParaRPr>
            </a:p>
          </p:txBody>
        </p:sp>
      </p:grpSp>
      <p:sp>
        <p:nvSpPr>
          <p:cNvPr id="7" name="object 24">
            <a:extLst>
              <a:ext uri="{FF2B5EF4-FFF2-40B4-BE49-F238E27FC236}">
                <a16:creationId xmlns:a16="http://schemas.microsoft.com/office/drawing/2014/main" id="{0BBA2FDD-E2A2-0EC2-D3F2-D59E72D37CA2}"/>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Example code :2025. 07. 07</a:t>
            </a:r>
          </a:p>
          <a:p>
            <a:pPr lvl="4">
              <a:spcBef>
                <a:spcPts val="100"/>
              </a:spcBef>
            </a:pPr>
            <a:r>
              <a:rPr lang="en-US" sz="800" dirty="0">
                <a:latin typeface="Arial" panose="020B0604020202020204" pitchFamily="34" charset="0"/>
                <a:ea typeface="맑은 고딕" panose="020B0503020000020004" pitchFamily="50" charset="-127"/>
                <a:cs typeface="Arial" panose="020B0604020202020204" pitchFamily="34" charset="0"/>
              </a:rPr>
              <a:t>                             wafer Lot </a:t>
            </a:r>
            <a:r>
              <a:rPr lang="ko-KR" altLang="en-US" sz="800" dirty="0">
                <a:latin typeface="Arial" panose="020B0604020202020204" pitchFamily="34" charset="0"/>
                <a:ea typeface="맑은 고딕" panose="020B0503020000020004" pitchFamily="50" charset="-127"/>
                <a:cs typeface="Arial" panose="020B0604020202020204" pitchFamily="34" charset="0"/>
              </a:rPr>
              <a:t> </a:t>
            </a:r>
            <a:r>
              <a:rPr lang="en-US" altLang="ko-KR" sz="800" dirty="0">
                <a:latin typeface="Arial" panose="020B0604020202020204" pitchFamily="34" charset="0"/>
                <a:ea typeface="맑은 고딕" panose="020B0503020000020004" pitchFamily="50" charset="-127"/>
                <a:cs typeface="Arial" panose="020B0604020202020204" pitchFamily="34" charset="0"/>
              </a:rPr>
              <a:t>#1-5</a:t>
            </a:r>
            <a:endParaRPr lang="en-US" sz="800" dirty="0">
              <a:latin typeface="Arial" panose="020B0604020202020204" pitchFamily="34" charset="0"/>
              <a:ea typeface="맑은 고딕" panose="020B0503020000020004" pitchFamily="50" charset="-127"/>
              <a:cs typeface="Arial" panose="020B0604020202020204" pitchFamily="34" charset="0"/>
            </a:endParaRPr>
          </a:p>
        </p:txBody>
      </p:sp>
      <p:sp>
        <p:nvSpPr>
          <p:cNvPr id="18" name="object 18">
            <a:extLst>
              <a:ext uri="{FF2B5EF4-FFF2-40B4-BE49-F238E27FC236}">
                <a16:creationId xmlns:a16="http://schemas.microsoft.com/office/drawing/2014/main" id="{E07664D1-C1ED-69C4-640B-B5BBFE6DABF4}"/>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pic>
        <p:nvPicPr>
          <p:cNvPr id="19" name="object 22">
            <a:extLst>
              <a:ext uri="{FF2B5EF4-FFF2-40B4-BE49-F238E27FC236}">
                <a16:creationId xmlns:a16="http://schemas.microsoft.com/office/drawing/2014/main" id="{CC01A5A4-136B-50B7-E8A0-FBC4C94CE803}"/>
              </a:ext>
            </a:extLst>
          </p:cNvPr>
          <p:cNvPicPr/>
          <p:nvPr/>
        </p:nvPicPr>
        <p:blipFill>
          <a:blip r:embed="rId2" cstate="print"/>
          <a:stretch>
            <a:fillRect/>
          </a:stretch>
        </p:blipFill>
        <p:spPr>
          <a:xfrm>
            <a:off x="1132848" y="3240016"/>
            <a:ext cx="112794" cy="114265"/>
          </a:xfrm>
          <a:prstGeom prst="rect">
            <a:avLst/>
          </a:prstGeom>
        </p:spPr>
      </p:pic>
      <p:sp>
        <p:nvSpPr>
          <p:cNvPr id="20" name="직사각형 19">
            <a:extLst>
              <a:ext uri="{FF2B5EF4-FFF2-40B4-BE49-F238E27FC236}">
                <a16:creationId xmlns:a16="http://schemas.microsoft.com/office/drawing/2014/main" id="{601ACE50-EB3E-5A0B-FC6F-398F47549F8D}"/>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21" name="TextBox 4533">
            <a:extLst>
              <a:ext uri="{FF2B5EF4-FFF2-40B4-BE49-F238E27FC236}">
                <a16:creationId xmlns:a16="http://schemas.microsoft.com/office/drawing/2014/main" id="{B5F6F448-6570-362D-9F87-64B8791D4A24}"/>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JSICAT marking &gt;</a:t>
            </a:r>
            <a:endParaRPr lang="ko-KR" altLang="en-US" sz="1200" b="1" dirty="0">
              <a:latin typeface="Arial" panose="020B0604020202020204" pitchFamily="34" charset="0"/>
              <a:cs typeface="Arial" panose="020B0604020202020204" pitchFamily="34" charset="0"/>
            </a:endParaRPr>
          </a:p>
        </p:txBody>
      </p:sp>
      <p:sp>
        <p:nvSpPr>
          <p:cNvPr id="22" name="object 24">
            <a:extLst>
              <a:ext uri="{FF2B5EF4-FFF2-40B4-BE49-F238E27FC236}">
                <a16:creationId xmlns:a16="http://schemas.microsoft.com/office/drawing/2014/main" id="{BD1FCA71-29AA-7FFC-5E78-EA09D080E9B3}"/>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Fix. Code </a:t>
            </a:r>
            <a:r>
              <a:rPr sz="1200" b="1" dirty="0">
                <a:latin typeface="Arial" panose="020B0604020202020204" pitchFamily="34" charset="0"/>
                <a:cs typeface="Arial" panose="020B0604020202020204" pitchFamily="34" charset="0"/>
              </a:rPr>
              <a:t>IC</a:t>
            </a:r>
            <a:r>
              <a:rPr sz="1200" b="1" spc="-20" dirty="0">
                <a:latin typeface="Arial" panose="020B0604020202020204" pitchFamily="34" charset="0"/>
                <a:cs typeface="Arial" panose="020B0604020202020204" pitchFamily="34" charset="0"/>
              </a:rPr>
              <a:t> </a:t>
            </a:r>
            <a:r>
              <a:rPr sz="1200" b="1" dirty="0">
                <a:latin typeface="Arial" panose="020B0604020202020204" pitchFamily="34" charset="0"/>
                <a:cs typeface="Arial" panose="020B0604020202020204" pitchFamily="34" charset="0"/>
              </a:rPr>
              <a:t>Part</a:t>
            </a:r>
            <a:r>
              <a:rPr sz="1200" b="1" spc="-25" dirty="0">
                <a:latin typeface="Arial" panose="020B0604020202020204" pitchFamily="34" charset="0"/>
                <a:cs typeface="Arial" panose="020B0604020202020204" pitchFamily="34" charset="0"/>
              </a:rPr>
              <a:t> </a:t>
            </a:r>
            <a:r>
              <a:rPr sz="1200" b="1" spc="-20" dirty="0">
                <a:latin typeface="Arial" panose="020B0604020202020204" pitchFamily="34" charset="0"/>
                <a:cs typeface="Arial" panose="020B0604020202020204" pitchFamily="34" charset="0"/>
              </a:rPr>
              <a:t>Name</a:t>
            </a:r>
            <a:r>
              <a:rPr lang="en-US" sz="1200" b="1" spc="-2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XD12R</a:t>
            </a:r>
          </a:p>
          <a:p>
            <a:pPr marL="228600" indent="-228600">
              <a:lnSpc>
                <a:spcPct val="100000"/>
              </a:lnSpc>
              <a:spcBef>
                <a:spcPts val="100"/>
              </a:spcBef>
              <a:buAutoNum type="arabicParenBoth"/>
            </a:pPr>
            <a:endParaRPr lang="en-US" sz="1200" b="1" dirty="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B70A2B5A-7D84-C460-3DCF-975EFAC058F9}"/>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sp>
        <p:nvSpPr>
          <p:cNvPr id="38" name="object 129">
            <a:extLst>
              <a:ext uri="{FF2B5EF4-FFF2-40B4-BE49-F238E27FC236}">
                <a16:creationId xmlns:a16="http://schemas.microsoft.com/office/drawing/2014/main" id="{436C4AE4-77E5-A72B-BE05-F384812CCB0C}"/>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41" name="TextBox 24">
            <a:extLst>
              <a:ext uri="{FF2B5EF4-FFF2-40B4-BE49-F238E27FC236}">
                <a16:creationId xmlns:a16="http://schemas.microsoft.com/office/drawing/2014/main" id="{4B95F45A-B22A-09DF-4B6F-4017A7DF7EA9}"/>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SEMTECH marking &gt;</a:t>
            </a:r>
            <a:endParaRPr lang="ko-KR" altLang="en-US" sz="1200" b="1" dirty="0">
              <a:latin typeface="Arial" panose="020B0604020202020204" pitchFamily="34" charset="0"/>
              <a:cs typeface="Arial" panose="020B0604020202020204" pitchFamily="34" charset="0"/>
            </a:endParaRPr>
          </a:p>
        </p:txBody>
      </p:sp>
      <p:pic>
        <p:nvPicPr>
          <p:cNvPr id="42" name="table">
            <a:extLst>
              <a:ext uri="{FF2B5EF4-FFF2-40B4-BE49-F238E27FC236}">
                <a16:creationId xmlns:a16="http://schemas.microsoft.com/office/drawing/2014/main" id="{6FFCDCD8-54E3-BF90-0BD6-358EF908E2B7}"/>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43" name="object 24">
            <a:extLst>
              <a:ext uri="{FF2B5EF4-FFF2-40B4-BE49-F238E27FC236}">
                <a16:creationId xmlns:a16="http://schemas.microsoft.com/office/drawing/2014/main" id="{6AE1A0A4-04E2-9230-C40E-3B5E2810A41D}"/>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Package Drawings </a:t>
            </a:r>
            <a:r>
              <a:rPr sz="1200" b="1" dirty="0">
                <a:latin typeface="Arial" panose="020B0604020202020204" pitchFamily="34" charset="0"/>
                <a:cs typeface="Arial" panose="020B0604020202020204" pitchFamily="34" charset="0"/>
              </a:rPr>
              <a:t>Marking</a:t>
            </a:r>
            <a:r>
              <a:rPr lang="en-US" sz="1200" b="1" spc="-30" dirty="0">
                <a:latin typeface="Arial" panose="020B0604020202020204" pitchFamily="34" charset="0"/>
                <a:cs typeface="Arial" panose="020B0604020202020204" pitchFamily="34" charset="0"/>
              </a:rPr>
              <a:t>s</a:t>
            </a:r>
            <a:endParaRPr sz="1200" b="1" dirty="0">
              <a:latin typeface="Arial" panose="020B0604020202020204" pitchFamily="34" charset="0"/>
              <a:cs typeface="Arial" panose="020B0604020202020204" pitchFamily="34" charset="0"/>
            </a:endParaRPr>
          </a:p>
        </p:txBody>
      </p:sp>
      <p:sp>
        <p:nvSpPr>
          <p:cNvPr id="44" name="object 24">
            <a:extLst>
              <a:ext uri="{FF2B5EF4-FFF2-40B4-BE49-F238E27FC236}">
                <a16:creationId xmlns:a16="http://schemas.microsoft.com/office/drawing/2014/main" id="{708D742D-7B3C-9BDB-615F-D6D4A3EECA5F}"/>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Assembly production Code : </a:t>
            </a:r>
            <a:r>
              <a:rPr lang="en-US" sz="1200" b="1" spc="-20" dirty="0">
                <a:latin typeface="Arial" panose="020B0604020202020204" pitchFamily="34" charset="0"/>
                <a:cs typeface="Arial" panose="020B0604020202020204" pitchFamily="34" charset="0"/>
              </a:rPr>
              <a:t> </a:t>
            </a:r>
            <a:r>
              <a:rPr lang="en-US" altLang="ko-KR" sz="1050" b="1" dirty="0">
                <a:latin typeface="Arial" panose="020B0604020202020204" pitchFamily="34" charset="0"/>
                <a:cs typeface="Arial" panose="020B0604020202020204" pitchFamily="34" charset="0"/>
              </a:rPr>
              <a:t>CBA2J, CBA2S</a:t>
            </a:r>
            <a:endParaRPr sz="1200" b="1" dirty="0">
              <a:latin typeface="Arial" panose="020B0604020202020204" pitchFamily="34" charset="0"/>
              <a:cs typeface="Arial" panose="020B0604020202020204" pitchFamily="34" charset="0"/>
            </a:endParaRPr>
          </a:p>
        </p:txBody>
      </p:sp>
      <p:sp>
        <p:nvSpPr>
          <p:cNvPr id="45" name="object 24">
            <a:extLst>
              <a:ext uri="{FF2B5EF4-FFF2-40B4-BE49-F238E27FC236}">
                <a16:creationId xmlns:a16="http://schemas.microsoft.com/office/drawing/2014/main" id="{AFA2563C-47AB-C72E-660A-4DEA4D6D5A90}"/>
              </a:ext>
            </a:extLst>
          </p:cNvPr>
          <p:cNvSpPr txBox="1"/>
          <p:nvPr/>
        </p:nvSpPr>
        <p:spPr>
          <a:xfrm>
            <a:off x="-1111250" y="7202785"/>
            <a:ext cx="3526853"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sz="800" dirty="0">
                <a:latin typeface="Arial" panose="020B0604020202020204" pitchFamily="34" charset="0"/>
                <a:cs typeface="Arial" panose="020B0604020202020204" pitchFamily="34" charset="0"/>
              </a:rPr>
              <a:t>** Font Type : Arial</a:t>
            </a:r>
          </a:p>
          <a:p>
            <a:pPr lvl="4">
              <a:spcBef>
                <a:spcPts val="100"/>
              </a:spcBef>
            </a:pPr>
            <a:r>
              <a:rPr lang="en-US" sz="800" dirty="0">
                <a:latin typeface="Arial" panose="020B0604020202020204" pitchFamily="34" charset="0"/>
                <a:cs typeface="Arial" panose="020B0604020202020204" pitchFamily="34" charset="0"/>
              </a:rPr>
              <a:t>    Marking text tolerance : </a:t>
            </a:r>
            <a:r>
              <a:rPr lang="en-US" sz="800" dirty="0">
                <a:latin typeface="Arial" panose="020B0604020202020204" pitchFamily="34" charset="0"/>
                <a:ea typeface="맑은 고딕" panose="020B0503020000020004" pitchFamily="50" charset="-127"/>
                <a:cs typeface="Arial" panose="020B0604020202020204" pitchFamily="34" charset="0"/>
              </a:rPr>
              <a:t>±0.05mm</a:t>
            </a:r>
          </a:p>
        </p:txBody>
      </p:sp>
      <p:sp>
        <p:nvSpPr>
          <p:cNvPr id="46" name="object 10">
            <a:extLst>
              <a:ext uri="{FF2B5EF4-FFF2-40B4-BE49-F238E27FC236}">
                <a16:creationId xmlns:a16="http://schemas.microsoft.com/office/drawing/2014/main" id="{887C044C-85F8-8C52-0A5E-E4ED8AFFD953}"/>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Y</a:t>
            </a:r>
            <a:r>
              <a:rPr sz="900" spc="1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Year</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47" name="table">
            <a:extLst>
              <a:ext uri="{FF2B5EF4-FFF2-40B4-BE49-F238E27FC236}">
                <a16:creationId xmlns:a16="http://schemas.microsoft.com/office/drawing/2014/main" id="{CDC11C2F-D4B8-38D6-BBB5-DC63C4CBC7E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48" name="object 11">
            <a:extLst>
              <a:ext uri="{FF2B5EF4-FFF2-40B4-BE49-F238E27FC236}">
                <a16:creationId xmlns:a16="http://schemas.microsoft.com/office/drawing/2014/main" id="{CE1DDC1A-5507-416B-0700-A9E3026F81D3}"/>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dirty="0">
                <a:latin typeface="Arial"/>
                <a:cs typeface="Arial"/>
              </a:rPr>
              <a:t>W</a:t>
            </a:r>
            <a:r>
              <a:rPr sz="900" spc="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Week</a:t>
            </a:r>
            <a:r>
              <a:rPr sz="900" spc="5" dirty="0">
                <a:latin typeface="Arial"/>
                <a:cs typeface="Arial"/>
              </a:rPr>
              <a:t> </a:t>
            </a:r>
            <a:r>
              <a:rPr sz="900" dirty="0">
                <a:latin typeface="Arial"/>
                <a:cs typeface="Arial"/>
              </a:rPr>
              <a:t>code</a:t>
            </a:r>
            <a:r>
              <a:rPr sz="900" spc="295" dirty="0">
                <a:latin typeface="Arial"/>
                <a:cs typeface="Arial"/>
              </a:rPr>
              <a:t> </a:t>
            </a:r>
            <a:r>
              <a:rPr sz="900" dirty="0">
                <a:latin typeface="Arial"/>
                <a:cs typeface="Arial"/>
              </a:rPr>
              <a:t>,</a:t>
            </a:r>
            <a:r>
              <a:rPr sz="900" spc="325" dirty="0">
                <a:latin typeface="Arial"/>
                <a:cs typeface="Arial"/>
              </a:rPr>
              <a:t> </a:t>
            </a:r>
            <a:r>
              <a:rPr sz="900" dirty="0">
                <a:latin typeface="Arial"/>
                <a:cs typeface="Arial"/>
              </a:rPr>
              <a:t>A=W1,</a:t>
            </a:r>
            <a:r>
              <a:rPr sz="900" spc="160" dirty="0">
                <a:latin typeface="Arial"/>
                <a:cs typeface="Arial"/>
              </a:rPr>
              <a:t>  </a:t>
            </a:r>
            <a:r>
              <a:rPr sz="900" spc="-10" dirty="0">
                <a:latin typeface="Arial"/>
                <a:cs typeface="Arial"/>
              </a:rPr>
              <a:t>B=W2,….</a:t>
            </a:r>
            <a:endParaRPr sz="900" dirty="0">
              <a:latin typeface="Arial"/>
              <a:cs typeface="Arial"/>
            </a:endParaRPr>
          </a:p>
        </p:txBody>
      </p:sp>
      <p:pic>
        <p:nvPicPr>
          <p:cNvPr id="49" name="table">
            <a:extLst>
              <a:ext uri="{FF2B5EF4-FFF2-40B4-BE49-F238E27FC236}">
                <a16:creationId xmlns:a16="http://schemas.microsoft.com/office/drawing/2014/main" id="{6E59BFAB-F276-07E2-15AA-0F2C75B08D75}"/>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50" name="object 12">
            <a:extLst>
              <a:ext uri="{FF2B5EF4-FFF2-40B4-BE49-F238E27FC236}">
                <a16:creationId xmlns:a16="http://schemas.microsoft.com/office/drawing/2014/main" id="{9DA46B66-8819-6B3E-A817-84B3DAB1CFAE}"/>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dirty="0">
                <a:latin typeface="Arial"/>
                <a:cs typeface="Arial"/>
              </a:rPr>
              <a:t>C</a:t>
            </a:r>
            <a:r>
              <a:rPr sz="900" spc="2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Wafer lot,</a:t>
            </a:r>
            <a:r>
              <a:rPr sz="900" spc="18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wafer</a:t>
            </a:r>
            <a:r>
              <a:rPr sz="900" spc="25" dirty="0">
                <a:latin typeface="Arial"/>
                <a:cs typeface="Arial"/>
              </a:rPr>
              <a:t> </a:t>
            </a:r>
            <a:r>
              <a:rPr sz="900" dirty="0">
                <a:latin typeface="Arial"/>
                <a:cs typeface="Arial"/>
              </a:rPr>
              <a:t>Lot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character</a:t>
            </a:r>
            <a:r>
              <a:rPr sz="900" spc="15" dirty="0">
                <a:latin typeface="Arial"/>
                <a:cs typeface="Arial"/>
              </a:rPr>
              <a:t> </a:t>
            </a:r>
            <a:r>
              <a:rPr sz="900" dirty="0">
                <a:latin typeface="Arial"/>
                <a:cs typeface="Arial"/>
              </a:rPr>
              <a:t>(Ex:</a:t>
            </a:r>
            <a:r>
              <a:rPr sz="900" spc="6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t>
            </a:r>
            <a:r>
              <a:rPr sz="900" spc="45" dirty="0">
                <a:latin typeface="Arial"/>
                <a:cs typeface="Arial"/>
              </a:rPr>
              <a:t> </a:t>
            </a:r>
            <a:r>
              <a:rPr sz="900" dirty="0">
                <a:latin typeface="Arial"/>
                <a:cs typeface="Arial"/>
              </a:rPr>
              <a:t>C,</a:t>
            </a:r>
            <a:r>
              <a:rPr sz="900" spc="30" dirty="0">
                <a:latin typeface="Arial"/>
                <a:cs typeface="Arial"/>
              </a:rPr>
              <a:t> </a:t>
            </a:r>
            <a:r>
              <a:rPr sz="900" spc="-25" dirty="0">
                <a:latin typeface="Arial"/>
                <a:cs typeface="Arial"/>
              </a:rPr>
              <a:t>…).</a:t>
            </a:r>
            <a:endParaRPr sz="900" dirty="0">
              <a:latin typeface="Arial"/>
              <a:cs typeface="Arial"/>
            </a:endParaRPr>
          </a:p>
          <a:p>
            <a:pPr marL="266700">
              <a:lnSpc>
                <a:spcPct val="100000"/>
              </a:lnSpc>
              <a:spcBef>
                <a:spcPts val="20"/>
              </a:spcBef>
            </a:pPr>
            <a:r>
              <a:rPr sz="900" dirty="0">
                <a:latin typeface="Arial"/>
                <a:cs typeface="Arial"/>
              </a:rPr>
              <a:t>These</a:t>
            </a:r>
            <a:r>
              <a:rPr sz="900" spc="30" dirty="0">
                <a:latin typeface="Arial"/>
                <a:cs typeface="Arial"/>
              </a:rPr>
              <a:t> </a:t>
            </a:r>
            <a:r>
              <a:rPr sz="900" dirty="0">
                <a:latin typeface="Arial"/>
                <a:cs typeface="Arial"/>
              </a:rPr>
              <a:t>character</a:t>
            </a:r>
            <a:r>
              <a:rPr sz="900" spc="50" dirty="0">
                <a:latin typeface="Arial"/>
                <a:cs typeface="Arial"/>
              </a:rPr>
              <a:t> </a:t>
            </a:r>
            <a:r>
              <a:rPr sz="900" dirty="0">
                <a:latin typeface="Arial"/>
                <a:cs typeface="Arial"/>
              </a:rPr>
              <a:t>cycle</a:t>
            </a:r>
            <a:r>
              <a:rPr sz="900" spc="65"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a</a:t>
            </a:r>
            <a:r>
              <a:rPr sz="900" spc="65" dirty="0">
                <a:latin typeface="Arial"/>
                <a:cs typeface="Arial"/>
              </a:rPr>
              <a:t> </a:t>
            </a:r>
            <a:r>
              <a:rPr sz="900" spc="-20" dirty="0">
                <a:latin typeface="Arial"/>
                <a:cs typeface="Arial"/>
              </a:rPr>
              <a:t>week.</a:t>
            </a:r>
            <a:endParaRPr sz="900" dirty="0">
              <a:latin typeface="Arial"/>
              <a:cs typeface="Arial"/>
            </a:endParaRPr>
          </a:p>
        </p:txBody>
      </p:sp>
      <p:pic>
        <p:nvPicPr>
          <p:cNvPr id="51" name="table">
            <a:extLst>
              <a:ext uri="{FF2B5EF4-FFF2-40B4-BE49-F238E27FC236}">
                <a16:creationId xmlns:a16="http://schemas.microsoft.com/office/drawing/2014/main" id="{3C72237E-AA48-8D0D-7AB6-AA30D5A8D0F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52" name="object 13">
            <a:extLst>
              <a:ext uri="{FF2B5EF4-FFF2-40B4-BE49-F238E27FC236}">
                <a16:creationId xmlns:a16="http://schemas.microsoft.com/office/drawing/2014/main" id="{3E105C42-2789-C087-6073-8D9512EF705D}"/>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dirty="0">
                <a:latin typeface="Arial"/>
                <a:cs typeface="Arial"/>
              </a:rPr>
              <a:t>D</a:t>
            </a:r>
            <a:r>
              <a:rPr sz="900" spc="30" dirty="0">
                <a:latin typeface="Arial"/>
                <a:cs typeface="Arial"/>
              </a:rPr>
              <a:t> </a:t>
            </a:r>
            <a:r>
              <a:rPr sz="900" dirty="0">
                <a:latin typeface="Arial"/>
                <a:cs typeface="Arial"/>
              </a:rPr>
              <a:t>→</a:t>
            </a:r>
            <a:r>
              <a:rPr sz="900" spc="30" dirty="0">
                <a:latin typeface="Arial"/>
                <a:cs typeface="Arial"/>
              </a:rPr>
              <a:t> </a:t>
            </a:r>
            <a:r>
              <a:rPr lang="en-US" sz="900" spc="30" dirty="0">
                <a:latin typeface="Arial"/>
                <a:cs typeface="Arial"/>
              </a:rPr>
              <a:t>Traceability Code </a:t>
            </a:r>
            <a:r>
              <a:rPr sz="900" dirty="0">
                <a:latin typeface="Arial"/>
                <a:cs typeface="Arial"/>
              </a:rPr>
              <a:t>Wafer</a:t>
            </a:r>
            <a:r>
              <a:rPr sz="900" spc="5"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NO.</a:t>
            </a:r>
            <a:r>
              <a:rPr sz="900" spc="315" dirty="0">
                <a:latin typeface="Arial"/>
                <a:cs typeface="Arial"/>
              </a:rPr>
              <a:t> </a:t>
            </a:r>
            <a:r>
              <a:rPr sz="900" dirty="0">
                <a:latin typeface="Arial"/>
                <a:cs typeface="Arial"/>
              </a:rPr>
              <a:t>:</a:t>
            </a:r>
            <a:r>
              <a:rPr sz="900" spc="50" dirty="0">
                <a:latin typeface="Arial"/>
                <a:cs typeface="Arial"/>
              </a:rPr>
              <a:t> </a:t>
            </a:r>
            <a:endParaRPr lang="en-US" sz="900" spc="50" dirty="0">
              <a:latin typeface="Arial"/>
              <a:cs typeface="Arial"/>
            </a:endParaRPr>
          </a:p>
          <a:p>
            <a:pPr marL="182563" indent="84138">
              <a:lnSpc>
                <a:spcPct val="100000"/>
              </a:lnSpc>
              <a:spcBef>
                <a:spcPts val="125"/>
              </a:spcBef>
            </a:pPr>
            <a:r>
              <a:rPr sz="900" dirty="0">
                <a:latin typeface="Arial"/>
                <a:cs typeface="Arial"/>
              </a:rPr>
              <a:t>A</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consists</a:t>
            </a:r>
            <a:r>
              <a:rPr sz="900" spc="15" dirty="0">
                <a:latin typeface="Arial"/>
                <a:cs typeface="Arial"/>
              </a:rPr>
              <a:t> </a:t>
            </a:r>
            <a:r>
              <a:rPr sz="900" dirty="0">
                <a:latin typeface="Arial"/>
                <a:cs typeface="Arial"/>
              </a:rPr>
              <a:t>of</a:t>
            </a:r>
            <a:r>
              <a:rPr sz="900" spc="50" dirty="0">
                <a:latin typeface="Arial"/>
                <a:cs typeface="Arial"/>
              </a:rPr>
              <a:t> </a:t>
            </a:r>
            <a:r>
              <a:rPr sz="900" dirty="0">
                <a:latin typeface="Arial"/>
                <a:cs typeface="Arial"/>
              </a:rPr>
              <a:t>three</a:t>
            </a:r>
            <a:r>
              <a:rPr sz="900" spc="45" dirty="0">
                <a:latin typeface="Arial"/>
                <a:cs typeface="Arial"/>
              </a:rPr>
              <a:t> </a:t>
            </a:r>
            <a:r>
              <a:rPr sz="900" dirty="0">
                <a:latin typeface="Arial"/>
                <a:cs typeface="Arial"/>
              </a:rPr>
              <a:t>wafers.</a:t>
            </a:r>
            <a:r>
              <a:rPr sz="900" spc="31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spc="-25" dirty="0">
                <a:latin typeface="Arial"/>
                <a:cs typeface="Arial"/>
              </a:rPr>
              <a:t>Lot</a:t>
            </a:r>
            <a:r>
              <a:rPr lang="en-US" sz="900" spc="-25" dirty="0">
                <a:latin typeface="Arial"/>
                <a:cs typeface="Arial"/>
              </a:rPr>
              <a:t>.</a:t>
            </a:r>
          </a:p>
          <a:p>
            <a:pPr marL="182563" indent="84138">
              <a:lnSpc>
                <a:spcPct val="100000"/>
              </a:lnSpc>
              <a:spcBef>
                <a:spcPts val="125"/>
              </a:spcBef>
            </a:pPr>
            <a:r>
              <a:rPr sz="900" dirty="0">
                <a:latin typeface="Arial"/>
                <a:cs typeface="Arial"/>
              </a:rPr>
              <a:t>Lot</a:t>
            </a:r>
            <a:r>
              <a:rPr sz="900" spc="40" dirty="0">
                <a:latin typeface="Arial"/>
                <a:cs typeface="Arial"/>
              </a:rPr>
              <a:t> </a:t>
            </a:r>
            <a:r>
              <a:rPr sz="900" dirty="0">
                <a:latin typeface="Arial"/>
                <a:cs typeface="Arial"/>
              </a:rPr>
              <a:t>is</a:t>
            </a:r>
            <a:r>
              <a:rPr sz="900" spc="45"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60" dirty="0">
                <a:latin typeface="Arial"/>
                <a:cs typeface="Arial"/>
              </a:rPr>
              <a:t> </a:t>
            </a:r>
            <a:r>
              <a:rPr sz="900" dirty="0">
                <a:latin typeface="Arial"/>
                <a:cs typeface="Arial"/>
              </a:rPr>
              <a:t>a</a:t>
            </a:r>
            <a:r>
              <a:rPr sz="900" spc="45" dirty="0">
                <a:latin typeface="Arial"/>
                <a:cs typeface="Arial"/>
              </a:rPr>
              <a:t> </a:t>
            </a:r>
            <a:r>
              <a:rPr sz="900" dirty="0">
                <a:latin typeface="Arial"/>
                <a:cs typeface="Arial"/>
              </a:rPr>
              <a:t>character</a:t>
            </a:r>
            <a:r>
              <a:rPr sz="900" spc="40" dirty="0">
                <a:latin typeface="Arial"/>
                <a:cs typeface="Arial"/>
              </a:rPr>
              <a:t> </a:t>
            </a:r>
            <a:r>
              <a:rPr sz="900" dirty="0">
                <a:latin typeface="Arial"/>
                <a:cs typeface="Arial"/>
              </a:rPr>
              <a:t>(Ex:</a:t>
            </a:r>
            <a:r>
              <a:rPr sz="900" spc="75" dirty="0">
                <a:latin typeface="Arial"/>
                <a:cs typeface="Arial"/>
              </a:rPr>
              <a:t> </a:t>
            </a:r>
            <a:r>
              <a:rPr sz="900" spc="-10" dirty="0">
                <a:latin typeface="Arial"/>
                <a:cs typeface="Arial"/>
              </a:rPr>
              <a:t>1,2,3,…)</a:t>
            </a:r>
            <a:endParaRPr sz="900" dirty="0">
              <a:latin typeface="Arial"/>
              <a:cs typeface="Arial"/>
            </a:endParaRPr>
          </a:p>
        </p:txBody>
      </p:sp>
      <p:pic>
        <p:nvPicPr>
          <p:cNvPr id="53" name="table">
            <a:extLst>
              <a:ext uri="{FF2B5EF4-FFF2-40B4-BE49-F238E27FC236}">
                <a16:creationId xmlns:a16="http://schemas.microsoft.com/office/drawing/2014/main" id="{3A4D7DF2-9821-813A-CC3B-1A5A9781C24B}"/>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54" name="object 10">
            <a:extLst>
              <a:ext uri="{FF2B5EF4-FFF2-40B4-BE49-F238E27FC236}">
                <a16:creationId xmlns:a16="http://schemas.microsoft.com/office/drawing/2014/main" id="{3F4802A4-CE43-6C2F-E275-0296B4053A4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a:t>
            </a:r>
            <a:r>
              <a:rPr sz="900" spc="15" dirty="0">
                <a:latin typeface="Arial"/>
                <a:cs typeface="Arial"/>
              </a:rPr>
              <a:t> </a:t>
            </a:r>
            <a:r>
              <a:rPr sz="900" dirty="0">
                <a:latin typeface="Arial"/>
                <a:cs typeface="Arial"/>
              </a:rPr>
              <a:t>→</a:t>
            </a:r>
            <a:r>
              <a:rPr sz="900" spc="20" dirty="0">
                <a:latin typeface="Arial"/>
                <a:cs typeface="Arial"/>
              </a:rPr>
              <a:t> </a:t>
            </a:r>
            <a:r>
              <a:rPr lang="en-US" sz="900" spc="20" dirty="0">
                <a:latin typeface="Arial"/>
                <a:cs typeface="Arial"/>
              </a:rPr>
              <a:t>Assembly plant</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55" name="table">
            <a:extLst>
              <a:ext uri="{FF2B5EF4-FFF2-40B4-BE49-F238E27FC236}">
                <a16:creationId xmlns:a16="http://schemas.microsoft.com/office/drawing/2014/main" id="{337FFB37-A1A6-91CA-1444-1B811EB86C12}"/>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56" name="object 19">
            <a:extLst>
              <a:ext uri="{FF2B5EF4-FFF2-40B4-BE49-F238E27FC236}">
                <a16:creationId xmlns:a16="http://schemas.microsoft.com/office/drawing/2014/main" id="{85A9BBA8-9E97-0C84-DB3F-305341E0BBF6}"/>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CBA2J</a:t>
            </a:r>
            <a:endParaRPr sz="2000" b="1" dirty="0">
              <a:latin typeface="Arial" panose="020B0604020202020204" pitchFamily="34" charset="0"/>
              <a:cs typeface="Arial" panose="020B0604020202020204" pitchFamily="34" charset="0"/>
            </a:endParaRPr>
          </a:p>
        </p:txBody>
      </p:sp>
      <p:sp>
        <p:nvSpPr>
          <p:cNvPr id="57" name="object 19">
            <a:extLst>
              <a:ext uri="{FF2B5EF4-FFF2-40B4-BE49-F238E27FC236}">
                <a16:creationId xmlns:a16="http://schemas.microsoft.com/office/drawing/2014/main" id="{3284A6AF-7121-936D-2A80-4626E8F9F5E6}"/>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58" name="object 19">
            <a:extLst>
              <a:ext uri="{FF2B5EF4-FFF2-40B4-BE49-F238E27FC236}">
                <a16:creationId xmlns:a16="http://schemas.microsoft.com/office/drawing/2014/main" id="{5828DA3C-3E72-49CC-B228-6DACDD4F2A6B}"/>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A45AB195-67EF-B230-C453-FDA9193DE3AF}"/>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60" name="object 19">
            <a:extLst>
              <a:ext uri="{FF2B5EF4-FFF2-40B4-BE49-F238E27FC236}">
                <a16:creationId xmlns:a16="http://schemas.microsoft.com/office/drawing/2014/main" id="{A458A3E4-10BA-0BAD-FD2A-E8F6D1C110AA}"/>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CBA2S</a:t>
            </a:r>
            <a:endParaRPr sz="2000" b="1" dirty="0">
              <a:latin typeface="Arial" panose="020B0604020202020204" pitchFamily="34" charset="0"/>
              <a:cs typeface="Arial" panose="020B0604020202020204" pitchFamily="34" charset="0"/>
            </a:endParaRPr>
          </a:p>
        </p:txBody>
      </p:sp>
      <p:sp>
        <p:nvSpPr>
          <p:cNvPr id="61" name="object 19">
            <a:extLst>
              <a:ext uri="{FF2B5EF4-FFF2-40B4-BE49-F238E27FC236}">
                <a16:creationId xmlns:a16="http://schemas.microsoft.com/office/drawing/2014/main" id="{3ECD27CD-7DEF-1BF1-0AA5-24021E20B8FA}"/>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62" name="object 19">
            <a:extLst>
              <a:ext uri="{FF2B5EF4-FFF2-40B4-BE49-F238E27FC236}">
                <a16:creationId xmlns:a16="http://schemas.microsoft.com/office/drawing/2014/main" id="{14C6ED34-A95C-660E-4918-9D9C55787A8B}"/>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pic>
        <p:nvPicPr>
          <p:cNvPr id="63" name="object 22">
            <a:extLst>
              <a:ext uri="{FF2B5EF4-FFF2-40B4-BE49-F238E27FC236}">
                <a16:creationId xmlns:a16="http://schemas.microsoft.com/office/drawing/2014/main" id="{E2965C42-BF0B-A564-C8C5-6B0AEB48F905}"/>
              </a:ext>
            </a:extLst>
          </p:cNvPr>
          <p:cNvPicPr/>
          <p:nvPr/>
        </p:nvPicPr>
        <p:blipFill>
          <a:blip r:embed="rId2" cstate="print"/>
          <a:stretch>
            <a:fillRect/>
          </a:stretch>
        </p:blipFill>
        <p:spPr>
          <a:xfrm>
            <a:off x="4366399" y="3240016"/>
            <a:ext cx="112794" cy="114265"/>
          </a:xfrm>
          <a:prstGeom prst="rect">
            <a:avLst/>
          </a:prstGeom>
        </p:spPr>
      </p:pic>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dirty="0">
                <a:latin typeface="Arial"/>
                <a:cs typeface="Arial"/>
              </a:rPr>
              <a:t>Body TOP Marking </a:t>
            </a:r>
            <a:endParaRPr lang="en-US" altLang="ko-KR" sz="1400" dirty="0">
              <a:latin typeface="Arial"/>
              <a:cs typeface="Arial"/>
            </a:endParaRPr>
          </a:p>
        </p:txBody>
      </p:sp>
      <p:sp>
        <p:nvSpPr>
          <p:cNvPr id="4482" name="타원 4481">
            <a:extLst>
              <a:ext uri="{FF2B5EF4-FFF2-40B4-BE49-F238E27FC236}">
                <a16:creationId xmlns:a16="http://schemas.microsoft.com/office/drawing/2014/main" id="{4C204CD4-FEA8-796B-E39D-9011CDC9AFFD}"/>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Tree>
    <p:extLst>
      <p:ext uri="{BB962C8B-B14F-4D97-AF65-F5344CB8AC3E}">
        <p14:creationId xmlns:p14="http://schemas.microsoft.com/office/powerpoint/2010/main" val="1915130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dirty="0">
                <a:latin typeface="Arial"/>
                <a:cs typeface="Arial"/>
              </a:rPr>
              <a:t>1</a:t>
            </a:r>
            <a:r>
              <a:rPr sz="1050" spc="-5" dirty="0">
                <a:latin typeface="Arial"/>
                <a:cs typeface="Arial"/>
              </a:rPr>
              <a:t>)</a:t>
            </a:r>
            <a:r>
              <a:rPr sz="1050" spc="-45" dirty="0">
                <a:latin typeface="Arial"/>
                <a:cs typeface="Arial"/>
              </a:rPr>
              <a:t> </a:t>
            </a:r>
            <a:r>
              <a:rPr sz="1200" spc="-5" dirty="0">
                <a:latin typeface="Arial"/>
                <a:cs typeface="Arial"/>
              </a:rPr>
              <a:t>JSICAT</a:t>
            </a:r>
            <a:endParaRPr sz="1050" dirty="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lnSpc>
                <a:spcPct val="100000"/>
              </a:lnSpc>
              <a:spcBef>
                <a:spcPts val="100"/>
              </a:spcBef>
            </a:pPr>
            <a:r>
              <a:rPr lang="en-US" altLang="ko-KR" sz="1400" b="1" spc="-5" dirty="0">
                <a:latin typeface="Arial"/>
                <a:cs typeface="Arial"/>
              </a:rPr>
              <a:t>Embossed</a:t>
            </a:r>
            <a:r>
              <a:rPr lang="en-US" altLang="ko-KR" sz="1400" b="1" spc="-50" dirty="0">
                <a:latin typeface="Arial"/>
                <a:cs typeface="Arial"/>
              </a:rPr>
              <a:t> </a:t>
            </a:r>
            <a:r>
              <a:rPr lang="en-US" altLang="ko-KR" sz="1400" b="1" dirty="0">
                <a:latin typeface="Arial"/>
                <a:cs typeface="Arial"/>
              </a:rPr>
              <a:t>tape</a:t>
            </a:r>
            <a:r>
              <a:rPr lang="en-US" altLang="ko-KR" sz="1400" b="1" spc="-40" dirty="0">
                <a:latin typeface="Arial"/>
                <a:cs typeface="Arial"/>
              </a:rPr>
              <a:t> </a:t>
            </a:r>
            <a:r>
              <a:rPr lang="en-US" altLang="ko-KR" sz="1400" b="1" dirty="0">
                <a:latin typeface="Arial"/>
                <a:cs typeface="Arial"/>
              </a:rPr>
              <a:t>and</a:t>
            </a:r>
            <a:r>
              <a:rPr lang="en-US" altLang="ko-KR" sz="1400" b="1" spc="-30" dirty="0">
                <a:latin typeface="Arial"/>
                <a:cs typeface="Arial"/>
              </a:rPr>
              <a:t> </a:t>
            </a:r>
            <a:r>
              <a:rPr lang="en-US" altLang="ko-KR" sz="1400" b="1" spc="-5" dirty="0">
                <a:latin typeface="Arial"/>
                <a:cs typeface="Arial"/>
              </a:rPr>
              <a:t>reel</a:t>
            </a:r>
            <a:r>
              <a:rPr lang="en-US" altLang="ko-KR" sz="1400" b="1" spc="-45" dirty="0">
                <a:latin typeface="Arial"/>
                <a:cs typeface="Arial"/>
              </a:rPr>
              <a:t> </a:t>
            </a:r>
            <a:r>
              <a:rPr lang="en-US" altLang="ko-KR" sz="1400" b="1" dirty="0">
                <a:latin typeface="Arial"/>
                <a:cs typeface="Arial"/>
              </a:rPr>
              <a:t>data</a:t>
            </a:r>
            <a:endParaRPr lang="en-US" altLang="ko-KR" sz="1400" dirty="0">
              <a:latin typeface="Arial"/>
              <a:cs typeface="Arial"/>
            </a:endParaRP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14. Tape and </a:t>
            </a:r>
            <a:r>
              <a:rPr lang="en-US" sz="900" b="1" spc="15" dirty="0">
                <a:solidFill>
                  <a:prstClr val="black"/>
                </a:solidFill>
                <a:latin typeface="Arial" panose="020B0604020202020204" pitchFamily="34" charset="0"/>
                <a:cs typeface="Arial" panose="020B0604020202020204" pitchFamily="34" charset="0"/>
              </a:rPr>
              <a:t>reel </a:t>
            </a:r>
            <a:r>
              <a:rPr kumimoji="0" lang="en-US" sz="900" b="1" spc="15" dirty="0">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3036793649"/>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0.20±0.05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dirty="0">
                          <a:solidFill>
                            <a:schemeClr val="tx1"/>
                          </a:solidFill>
                          <a:latin typeface="Arial" panose="020B0604020202020204" pitchFamily="34" charset="0"/>
                          <a:cs typeface="Arial" panose="020B0604020202020204" pitchFamily="34" charset="0"/>
                        </a:rPr>
                        <a:t>单位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Mm</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5.50±0.10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材质</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ABS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4.00±0.10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8.00±0.10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品名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QFN3*3-0.75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3.18±0.10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3.22±0.10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制造商</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新创源</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dirty="0">
                <a:latin typeface="Arial"/>
                <a:cs typeface="Arial"/>
              </a:rPr>
              <a:t>2</a:t>
            </a:r>
            <a:r>
              <a:rPr sz="1200" spc="-5" dirty="0">
                <a:latin typeface="Arial"/>
                <a:cs typeface="Arial"/>
              </a:rPr>
              <a:t>)</a:t>
            </a:r>
            <a:r>
              <a:rPr sz="1200" spc="-45" dirty="0">
                <a:latin typeface="Arial"/>
                <a:cs typeface="Arial"/>
              </a:rPr>
              <a:t> </a:t>
            </a:r>
            <a:r>
              <a:rPr lang="en-US" sz="1200" spc="-45" dirty="0">
                <a:latin typeface="Arial"/>
                <a:cs typeface="Arial"/>
              </a:rPr>
              <a:t>SEMTECH</a:t>
            </a:r>
            <a:endParaRPr sz="1200" dirty="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Note : </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1. Metric dimensions govern-English are in parentheses for reference only.</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dirty="0">
                <a:latin typeface="Arial" panose="020B0604020202020204" pitchFamily="34" charset="0"/>
                <a:cs typeface="Arial" panose="020B0604020202020204" pitchFamily="34" charset="0"/>
              </a:rPr>
              <a:t>3. The component cannot rotate more than 10</a:t>
            </a:r>
            <a:r>
              <a:rPr lang="en-US" altLang="ko-KR" sz="1000" dirty="0">
                <a:latin typeface="맑은 고딕" panose="020B0503020000020004" pitchFamily="50" charset="-127"/>
                <a:ea typeface="맑은 고딕" panose="020B0503020000020004" pitchFamily="50" charset="-127"/>
                <a:cs typeface="Arial" panose="020B0604020202020204" pitchFamily="34" charset="0"/>
              </a:rPr>
              <a:t>︒</a:t>
            </a:r>
            <a:r>
              <a:rPr lang="en-US" altLang="ko-KR" sz="1000" dirty="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dirty="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751329291"/>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Tape Size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1.75±0.1mm (0.069±0.004”)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5.5±0.1mm (0.217±0.004”)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8±0.1mm (0.315±0.004”)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4±0.1mm (0.157±0.004”)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2±0.1mm (0.079±0.004”)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3472337985"/>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a:t>
                      </a:r>
                      <a:br>
                        <a:rPr lang="en-US" altLang="ko-KR" sz="600" b="0" dirty="0">
                          <a:solidFill>
                            <a:schemeClr val="tx1"/>
                          </a:solidFill>
                          <a:latin typeface="Arial" panose="020B0604020202020204" pitchFamily="34" charset="0"/>
                          <a:ea typeface="+mn-ea"/>
                          <a:cs typeface="Arial" panose="020B0604020202020204" pitchFamily="34" charset="0"/>
                        </a:rPr>
                      </a:br>
                      <a:r>
                        <a:rPr lang="en-US" altLang="ko-KR" sz="600" b="0" dirty="0">
                          <a:solidFill>
                            <a:schemeClr val="tx1"/>
                          </a:solidFill>
                          <a:latin typeface="Arial" panose="020B0604020202020204" pitchFamily="34" charset="0"/>
                          <a:ea typeface="+mn-ea"/>
                          <a:cs typeface="Arial" panose="020B0604020202020204" pitchFamily="34" charset="0"/>
                        </a:rPr>
                        <a:t>-24L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0.20±0.05mm (0.008±0.002”)</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12mm±0.1mm (0.472±0.004”)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3.22±0.1 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0.75±0.1mm (0.03±0.004”)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714C100-CA75-7D6D-3FD1-E7D5C8E8F9DB}"/>
              </a:ext>
            </a:extLst>
          </p:cNvPr>
          <p:cNvSpPr txBox="1"/>
          <p:nvPr/>
        </p:nvSpPr>
        <p:spPr>
          <a:xfrm>
            <a:off x="404813"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sp>
        <p:nvSpPr>
          <p:cNvPr id="6" name="object 3">
            <a:extLst>
              <a:ext uri="{FF2B5EF4-FFF2-40B4-BE49-F238E27FC236}">
                <a16:creationId xmlns:a16="http://schemas.microsoft.com/office/drawing/2014/main" id="{00880CD7-A534-CAB7-D5AF-BB9F79C36ED0}"/>
              </a:ext>
            </a:extLst>
          </p:cNvPr>
          <p:cNvSpPr txBox="1"/>
          <p:nvPr/>
        </p:nvSpPr>
        <p:spPr>
          <a:xfrm>
            <a:off x="2397979" y="1158676"/>
            <a:ext cx="2062039" cy="205629"/>
          </a:xfrm>
          <a:prstGeom prst="rect">
            <a:avLst/>
          </a:prstGeom>
        </p:spPr>
        <p:txBody>
          <a:bodyPr vert="horz" wrap="none" lIns="0" tIns="3600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21" name="TextBox 20">
            <a:extLst>
              <a:ext uri="{FF2B5EF4-FFF2-40B4-BE49-F238E27FC236}">
                <a16:creationId xmlns:a16="http://schemas.microsoft.com/office/drawing/2014/main" id="{CB84AEBF-2E25-6C65-29B1-083A98ACA839}"/>
              </a:ext>
            </a:extLst>
          </p:cNvPr>
          <p:cNvSpPr txBox="1"/>
          <p:nvPr/>
        </p:nvSpPr>
        <p:spPr>
          <a:xfrm>
            <a:off x="1637426" y="1546772"/>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B1B64D9B-8D51-F969-ACF9-A736D5F48DC8}"/>
              </a:ext>
            </a:extLst>
          </p:cNvPr>
          <p:cNvSpPr txBox="1"/>
          <p:nvPr/>
        </p:nvSpPr>
        <p:spPr>
          <a:xfrm>
            <a:off x="4292955" y="1546772"/>
            <a:ext cx="918521"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sp>
        <p:nvSpPr>
          <p:cNvPr id="26" name="TextBox 25">
            <a:extLst>
              <a:ext uri="{FF2B5EF4-FFF2-40B4-BE49-F238E27FC236}">
                <a16:creationId xmlns:a16="http://schemas.microsoft.com/office/drawing/2014/main" id="{0FE4A7D8-38BD-BDCE-CC64-C9F5B83183BE}"/>
              </a:ext>
            </a:extLst>
          </p:cNvPr>
          <p:cNvSpPr txBox="1"/>
          <p:nvPr/>
        </p:nvSpPr>
        <p:spPr>
          <a:xfrm>
            <a:off x="1558118" y="4388099"/>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27" name="object 84">
            <a:extLst>
              <a:ext uri="{FF2B5EF4-FFF2-40B4-BE49-F238E27FC236}">
                <a16:creationId xmlns:a16="http://schemas.microsoft.com/office/drawing/2014/main" id="{DDD161F0-9A6A-466A-6CDC-EFA15D80ADE8}"/>
              </a:ext>
            </a:extLst>
          </p:cNvPr>
          <p:cNvSpPr txBox="1"/>
          <p:nvPr/>
        </p:nvSpPr>
        <p:spPr>
          <a:xfrm>
            <a:off x="2660199" y="8608825"/>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graphicFrame>
        <p:nvGraphicFramePr>
          <p:cNvPr id="30" name="object 2">
            <a:extLst>
              <a:ext uri="{FF2B5EF4-FFF2-40B4-BE49-F238E27FC236}">
                <a16:creationId xmlns:a16="http://schemas.microsoft.com/office/drawing/2014/main" id="{DAA7FD1F-432C-67AB-4B9B-2D1672FC5653}"/>
              </a:ext>
            </a:extLst>
          </p:cNvPr>
          <p:cNvGraphicFramePr>
            <a:graphicFrameLocks noGrp="1"/>
          </p:cNvGraphicFramePr>
          <p:nvPr>
            <p:extLst>
              <p:ext uri="{D42A27DB-BD31-4B8C-83A1-F6EECF244321}">
                <p14:modId xmlns:p14="http://schemas.microsoft.com/office/powerpoint/2010/main" val="843778723"/>
              </p:ext>
            </p:extLst>
          </p:nvPr>
        </p:nvGraphicFramePr>
        <p:xfrm>
          <a:off x="4166634" y="4685026"/>
          <a:ext cx="2089684" cy="3196952"/>
        </p:xfrm>
        <a:graphic>
          <a:graphicData uri="http://schemas.openxmlformats.org/drawingml/2006/table">
            <a:tbl>
              <a:tblPr firstRow="1" bandRow="1">
                <a:tableStyleId>{2D5ABB26-0587-4C30-8999-92F81FD0307C}</a:tableStyleId>
              </a:tblPr>
              <a:tblGrid>
                <a:gridCol w="614714">
                  <a:extLst>
                    <a:ext uri="{9D8B030D-6E8A-4147-A177-3AD203B41FA5}">
                      <a16:colId xmlns:a16="http://schemas.microsoft.com/office/drawing/2014/main" val="20000"/>
                    </a:ext>
                  </a:extLst>
                </a:gridCol>
                <a:gridCol w="492911">
                  <a:extLst>
                    <a:ext uri="{9D8B030D-6E8A-4147-A177-3AD203B41FA5}">
                      <a16:colId xmlns:a16="http://schemas.microsoft.com/office/drawing/2014/main" val="20001"/>
                    </a:ext>
                  </a:extLst>
                </a:gridCol>
                <a:gridCol w="483097">
                  <a:extLst>
                    <a:ext uri="{9D8B030D-6E8A-4147-A177-3AD203B41FA5}">
                      <a16:colId xmlns:a16="http://schemas.microsoft.com/office/drawing/2014/main" val="4065758931"/>
                    </a:ext>
                  </a:extLst>
                </a:gridCol>
                <a:gridCol w="498962">
                  <a:extLst>
                    <a:ext uri="{9D8B030D-6E8A-4147-A177-3AD203B41FA5}">
                      <a16:colId xmlns:a16="http://schemas.microsoft.com/office/drawing/2014/main" val="20002"/>
                    </a:ext>
                  </a:extLst>
                </a:gridCol>
              </a:tblGrid>
              <a:tr h="228236">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8236">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1" name="그림 30">
            <a:extLst>
              <a:ext uri="{FF2B5EF4-FFF2-40B4-BE49-F238E27FC236}">
                <a16:creationId xmlns:a16="http://schemas.microsoft.com/office/drawing/2014/main" id="{CE848123-CDDB-148B-28EA-F1DE3BA00A44}"/>
              </a:ext>
            </a:extLst>
          </p:cNvPr>
          <p:cNvPicPr>
            <a:picLocks noChangeAspect="1"/>
          </p:cNvPicPr>
          <p:nvPr/>
        </p:nvPicPr>
        <p:blipFill>
          <a:blip r:embed="rId2"/>
          <a:stretch>
            <a:fillRect/>
          </a:stretch>
        </p:blipFill>
        <p:spPr>
          <a:xfrm>
            <a:off x="581913" y="1771896"/>
            <a:ext cx="2407920" cy="2300197"/>
          </a:xfrm>
          <a:prstGeom prst="rect">
            <a:avLst/>
          </a:prstGeom>
        </p:spPr>
      </p:pic>
      <p:pic>
        <p:nvPicPr>
          <p:cNvPr id="32" name="그림 31">
            <a:extLst>
              <a:ext uri="{FF2B5EF4-FFF2-40B4-BE49-F238E27FC236}">
                <a16:creationId xmlns:a16="http://schemas.microsoft.com/office/drawing/2014/main" id="{850ED7EF-09C8-5BFD-3F78-30068E21F9FC}"/>
              </a:ext>
            </a:extLst>
          </p:cNvPr>
          <p:cNvPicPr>
            <a:picLocks noChangeAspect="1"/>
          </p:cNvPicPr>
          <p:nvPr/>
        </p:nvPicPr>
        <p:blipFill>
          <a:blip r:embed="rId3"/>
          <a:stretch>
            <a:fillRect/>
          </a:stretch>
        </p:blipFill>
        <p:spPr>
          <a:xfrm>
            <a:off x="581273" y="4613439"/>
            <a:ext cx="2448000" cy="740842"/>
          </a:xfrm>
          <a:prstGeom prst="rect">
            <a:avLst/>
          </a:prstGeom>
        </p:spPr>
      </p:pic>
      <p:sp>
        <p:nvSpPr>
          <p:cNvPr id="33" name="object 84">
            <a:extLst>
              <a:ext uri="{FF2B5EF4-FFF2-40B4-BE49-F238E27FC236}">
                <a16:creationId xmlns:a16="http://schemas.microsoft.com/office/drawing/2014/main" id="{56A8851A-D181-7E54-3F5D-5972D24D79EF}"/>
              </a:ext>
            </a:extLst>
          </p:cNvPr>
          <p:cNvSpPr txBox="1"/>
          <p:nvPr/>
        </p:nvSpPr>
        <p:spPr>
          <a:xfrm>
            <a:off x="3556004" y="8109033"/>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grpSp>
        <p:nvGrpSpPr>
          <p:cNvPr id="34" name="그룹 33">
            <a:extLst>
              <a:ext uri="{FF2B5EF4-FFF2-40B4-BE49-F238E27FC236}">
                <a16:creationId xmlns:a16="http://schemas.microsoft.com/office/drawing/2014/main" id="{7412E709-CB2A-AF3A-D540-B8B4E561B6D7}"/>
              </a:ext>
            </a:extLst>
          </p:cNvPr>
          <p:cNvGrpSpPr/>
          <p:nvPr/>
        </p:nvGrpSpPr>
        <p:grpSpPr>
          <a:xfrm>
            <a:off x="3315903" y="1834545"/>
            <a:ext cx="3132000" cy="2399113"/>
            <a:chOff x="3315903" y="1796967"/>
            <a:chExt cx="3132000" cy="2399113"/>
          </a:xfrm>
        </p:grpSpPr>
        <p:pic>
          <p:nvPicPr>
            <p:cNvPr id="35" name="그림 34">
              <a:extLst>
                <a:ext uri="{FF2B5EF4-FFF2-40B4-BE49-F238E27FC236}">
                  <a16:creationId xmlns:a16="http://schemas.microsoft.com/office/drawing/2014/main" id="{9FD05F57-B000-1536-0305-2CF26A7E1507}"/>
                </a:ext>
              </a:extLst>
            </p:cNvPr>
            <p:cNvPicPr>
              <a:picLocks noChangeAspect="1"/>
            </p:cNvPicPr>
            <p:nvPr/>
          </p:nvPicPr>
          <p:blipFill>
            <a:blip r:embed="rId4"/>
            <a:stretch>
              <a:fillRect/>
            </a:stretch>
          </p:blipFill>
          <p:spPr>
            <a:xfrm>
              <a:off x="3315903" y="1796967"/>
              <a:ext cx="3132000" cy="2399113"/>
            </a:xfrm>
            <a:prstGeom prst="rect">
              <a:avLst/>
            </a:prstGeom>
          </p:spPr>
        </p:pic>
        <p:sp>
          <p:nvSpPr>
            <p:cNvPr id="36" name="직사각형 35">
              <a:extLst>
                <a:ext uri="{FF2B5EF4-FFF2-40B4-BE49-F238E27FC236}">
                  <a16:creationId xmlns:a16="http://schemas.microsoft.com/office/drawing/2014/main" id="{36DA337C-4792-15D4-6601-2B9125EAEF7A}"/>
                </a:ext>
              </a:extLst>
            </p:cNvPr>
            <p:cNvSpPr/>
            <p:nvPr/>
          </p:nvSpPr>
          <p:spPr>
            <a:xfrm>
              <a:off x="3334956" y="2185645"/>
              <a:ext cx="399644" cy="4476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31963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sp>
        <p:nvSpPr>
          <p:cNvPr id="4" name="TextBox 3">
            <a:extLst>
              <a:ext uri="{FF2B5EF4-FFF2-40B4-BE49-F238E27FC236}">
                <a16:creationId xmlns:a16="http://schemas.microsoft.com/office/drawing/2014/main" id="{5B31EC9C-8C82-1FDA-35F0-8B1D2612B49A}"/>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sp>
        <p:nvSpPr>
          <p:cNvPr id="5" name="object 84">
            <a:extLst>
              <a:ext uri="{FF2B5EF4-FFF2-40B4-BE49-F238E27FC236}">
                <a16:creationId xmlns:a16="http://schemas.microsoft.com/office/drawing/2014/main" id="{CCF11DA2-E926-9AC6-C5FF-5CDDFB33D73A}"/>
              </a:ext>
            </a:extLst>
          </p:cNvPr>
          <p:cNvSpPr txBox="1"/>
          <p:nvPr/>
        </p:nvSpPr>
        <p:spPr>
          <a:xfrm>
            <a:off x="2420390" y="4962675"/>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graphicFrame>
        <p:nvGraphicFramePr>
          <p:cNvPr id="9" name="object 2">
            <a:extLst>
              <a:ext uri="{FF2B5EF4-FFF2-40B4-BE49-F238E27FC236}">
                <a16:creationId xmlns:a16="http://schemas.microsoft.com/office/drawing/2014/main" id="{702E9065-1935-7D52-A841-D6F654F267CF}"/>
              </a:ext>
            </a:extLst>
          </p:cNvPr>
          <p:cNvGraphicFramePr>
            <a:graphicFrameLocks noGrp="1"/>
          </p:cNvGraphicFramePr>
          <p:nvPr>
            <p:extLst>
              <p:ext uri="{D42A27DB-BD31-4B8C-83A1-F6EECF244321}">
                <p14:modId xmlns:p14="http://schemas.microsoft.com/office/powerpoint/2010/main" val="3689734003"/>
              </p:ext>
            </p:extLst>
          </p:nvPr>
        </p:nvGraphicFramePr>
        <p:xfrm>
          <a:off x="4577189" y="1295500"/>
          <a:ext cx="1875998" cy="3204043"/>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661227">
                  <a:extLst>
                    <a:ext uri="{9D8B030D-6E8A-4147-A177-3AD203B41FA5}">
                      <a16:colId xmlns:a16="http://schemas.microsoft.com/office/drawing/2014/main" val="20002"/>
                    </a:ext>
                  </a:extLst>
                </a:gridCol>
              </a:tblGrid>
              <a:tr h="169226">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1.8</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1.8</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grpSp>
        <p:nvGrpSpPr>
          <p:cNvPr id="43" name="그룹 42">
            <a:extLst>
              <a:ext uri="{FF2B5EF4-FFF2-40B4-BE49-F238E27FC236}">
                <a16:creationId xmlns:a16="http://schemas.microsoft.com/office/drawing/2014/main" id="{EDC1BE9C-278C-BE75-55F6-F3F84C1B49CB}"/>
              </a:ext>
            </a:extLst>
          </p:cNvPr>
          <p:cNvGrpSpPr/>
          <p:nvPr/>
        </p:nvGrpSpPr>
        <p:grpSpPr>
          <a:xfrm>
            <a:off x="413545" y="1321176"/>
            <a:ext cx="4099680" cy="3336424"/>
            <a:chOff x="413545" y="1321176"/>
            <a:chExt cx="4099680" cy="3336424"/>
          </a:xfrm>
        </p:grpSpPr>
        <p:grpSp>
          <p:nvGrpSpPr>
            <p:cNvPr id="15" name="그룹 14">
              <a:extLst>
                <a:ext uri="{FF2B5EF4-FFF2-40B4-BE49-F238E27FC236}">
                  <a16:creationId xmlns:a16="http://schemas.microsoft.com/office/drawing/2014/main" id="{861D8206-6FE4-0857-0DE6-EB5BDA749F8F}"/>
                </a:ext>
              </a:extLst>
            </p:cNvPr>
            <p:cNvGrpSpPr/>
            <p:nvPr/>
          </p:nvGrpSpPr>
          <p:grpSpPr>
            <a:xfrm>
              <a:off x="413545" y="1321176"/>
              <a:ext cx="4099680" cy="3336424"/>
              <a:chOff x="391389" y="1213424"/>
              <a:chExt cx="4099680" cy="3336424"/>
            </a:xfrm>
          </p:grpSpPr>
          <p:pic>
            <p:nvPicPr>
              <p:cNvPr id="37" name="그림 36">
                <a:extLst>
                  <a:ext uri="{FF2B5EF4-FFF2-40B4-BE49-F238E27FC236}">
                    <a16:creationId xmlns:a16="http://schemas.microsoft.com/office/drawing/2014/main" id="{8F29225A-8FE1-7FAF-0CEE-483BD4B6E71D}"/>
                  </a:ext>
                </a:extLst>
              </p:cNvPr>
              <p:cNvPicPr>
                <a:picLocks noChangeAspect="1"/>
              </p:cNvPicPr>
              <p:nvPr/>
            </p:nvPicPr>
            <p:blipFill>
              <a:blip r:embed="rId3"/>
              <a:stretch>
                <a:fillRect/>
              </a:stretch>
            </p:blipFill>
            <p:spPr>
              <a:xfrm>
                <a:off x="391389" y="1213424"/>
                <a:ext cx="4099680" cy="3336424"/>
              </a:xfrm>
              <a:prstGeom prst="rect">
                <a:avLst/>
              </a:prstGeom>
            </p:spPr>
          </p:pic>
          <p:pic>
            <p:nvPicPr>
              <p:cNvPr id="38" name="그림 37">
                <a:extLst>
                  <a:ext uri="{FF2B5EF4-FFF2-40B4-BE49-F238E27FC236}">
                    <a16:creationId xmlns:a16="http://schemas.microsoft.com/office/drawing/2014/main" id="{22358404-BB3E-E1A8-932F-37BD12E8BE59}"/>
                  </a:ext>
                </a:extLst>
              </p:cNvPr>
              <p:cNvPicPr>
                <a:picLocks noChangeAspect="1"/>
              </p:cNvPicPr>
              <p:nvPr/>
            </p:nvPicPr>
            <p:blipFill>
              <a:blip r:embed="rId4"/>
              <a:stretch>
                <a:fillRect/>
              </a:stretch>
            </p:blipFill>
            <p:spPr>
              <a:xfrm>
                <a:off x="1595664" y="2121237"/>
                <a:ext cx="1425563" cy="1493973"/>
              </a:xfrm>
              <a:prstGeom prst="rect">
                <a:avLst/>
              </a:prstGeom>
            </p:spPr>
          </p:pic>
        </p:grpSp>
        <p:grpSp>
          <p:nvGrpSpPr>
            <p:cNvPr id="17" name="그룹 16">
              <a:extLst>
                <a:ext uri="{FF2B5EF4-FFF2-40B4-BE49-F238E27FC236}">
                  <a16:creationId xmlns:a16="http://schemas.microsoft.com/office/drawing/2014/main" id="{8B145B3B-9EF0-E8D0-D705-5A9AF6CC4292}"/>
                </a:ext>
              </a:extLst>
            </p:cNvPr>
            <p:cNvGrpSpPr/>
            <p:nvPr/>
          </p:nvGrpSpPr>
          <p:grpSpPr>
            <a:xfrm>
              <a:off x="1490663" y="2286001"/>
              <a:ext cx="1462087" cy="1385887"/>
              <a:chOff x="1243842" y="4325498"/>
              <a:chExt cx="1308858" cy="1237043"/>
            </a:xfrm>
          </p:grpSpPr>
          <p:grpSp>
            <p:nvGrpSpPr>
              <p:cNvPr id="20" name="그룹 19">
                <a:extLst>
                  <a:ext uri="{FF2B5EF4-FFF2-40B4-BE49-F238E27FC236}">
                    <a16:creationId xmlns:a16="http://schemas.microsoft.com/office/drawing/2014/main" id="{21593A2A-95B2-FB41-3748-DEC4AE11C031}"/>
                  </a:ext>
                </a:extLst>
              </p:cNvPr>
              <p:cNvGrpSpPr/>
              <p:nvPr/>
            </p:nvGrpSpPr>
            <p:grpSpPr>
              <a:xfrm>
                <a:off x="1243842" y="4325498"/>
                <a:ext cx="1308858" cy="1237043"/>
                <a:chOff x="1320042" y="3820066"/>
                <a:chExt cx="1308858" cy="1237043"/>
              </a:xfrm>
            </p:grpSpPr>
            <p:grpSp>
              <p:nvGrpSpPr>
                <p:cNvPr id="25" name="그룹 24">
                  <a:extLst>
                    <a:ext uri="{FF2B5EF4-FFF2-40B4-BE49-F238E27FC236}">
                      <a16:creationId xmlns:a16="http://schemas.microsoft.com/office/drawing/2014/main" id="{FD7793CF-F480-B719-EA61-182B48A99050}"/>
                    </a:ext>
                  </a:extLst>
                </p:cNvPr>
                <p:cNvGrpSpPr/>
                <p:nvPr/>
              </p:nvGrpSpPr>
              <p:grpSpPr>
                <a:xfrm>
                  <a:off x="1320042" y="3820066"/>
                  <a:ext cx="1308858" cy="1237043"/>
                  <a:chOff x="1777242" y="3077349"/>
                  <a:chExt cx="1308858" cy="1237043"/>
                </a:xfrm>
              </p:grpSpPr>
              <p:sp>
                <p:nvSpPr>
                  <p:cNvPr id="34" name="직사각형 33">
                    <a:extLst>
                      <a:ext uri="{FF2B5EF4-FFF2-40B4-BE49-F238E27FC236}">
                        <a16:creationId xmlns:a16="http://schemas.microsoft.com/office/drawing/2014/main" id="{D0A28F9E-6DCF-14CF-B160-A03C47193EEA}"/>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35" name="그림 34">
                    <a:extLst>
                      <a:ext uri="{FF2B5EF4-FFF2-40B4-BE49-F238E27FC236}">
                        <a16:creationId xmlns:a16="http://schemas.microsoft.com/office/drawing/2014/main" id="{A119418E-FC8A-7282-C44D-1043A4D92BC5}"/>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36" name="직선 연결선 35">
                    <a:extLst>
                      <a:ext uri="{FF2B5EF4-FFF2-40B4-BE49-F238E27FC236}">
                        <a16:creationId xmlns:a16="http://schemas.microsoft.com/office/drawing/2014/main" id="{AE096F34-B2CE-B3C9-105F-1F1820B5B1FF}"/>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6" name="직선 화살표 연결선 25">
                  <a:extLst>
                    <a:ext uri="{FF2B5EF4-FFF2-40B4-BE49-F238E27FC236}">
                      <a16:creationId xmlns:a16="http://schemas.microsoft.com/office/drawing/2014/main" id="{1AEBF095-B47F-EF6B-3606-40846BBD6258}"/>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27" name="직선 화살표 연결선 26">
                  <a:extLst>
                    <a:ext uri="{FF2B5EF4-FFF2-40B4-BE49-F238E27FC236}">
                      <a16:creationId xmlns:a16="http://schemas.microsoft.com/office/drawing/2014/main" id="{1F07DF72-A36C-4BD7-F019-4592BCCDE6DF}"/>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28" name="직선 연결선 27">
                  <a:extLst>
                    <a:ext uri="{FF2B5EF4-FFF2-40B4-BE49-F238E27FC236}">
                      <a16:creationId xmlns:a16="http://schemas.microsoft.com/office/drawing/2014/main" id="{7F8F7C51-C8AB-4DA1-B794-A7838941C99A}"/>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29" name="직선 연결선 28">
                  <a:extLst>
                    <a:ext uri="{FF2B5EF4-FFF2-40B4-BE49-F238E27FC236}">
                      <a16:creationId xmlns:a16="http://schemas.microsoft.com/office/drawing/2014/main" id="{2CF90FDF-BEB9-142F-B894-B536A4BD373B}"/>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0" name="직선 연결선 29">
                  <a:extLst>
                    <a:ext uri="{FF2B5EF4-FFF2-40B4-BE49-F238E27FC236}">
                      <a16:creationId xmlns:a16="http://schemas.microsoft.com/office/drawing/2014/main" id="{7EB086AC-FB8A-844F-37CA-28B9CA784D0F}"/>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1" name="직선 연결선 30">
                  <a:extLst>
                    <a:ext uri="{FF2B5EF4-FFF2-40B4-BE49-F238E27FC236}">
                      <a16:creationId xmlns:a16="http://schemas.microsoft.com/office/drawing/2014/main" id="{6312F6F2-2001-8F31-27A4-687CF65FC964}"/>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2" name="직선 화살표 연결선 31">
                  <a:extLst>
                    <a:ext uri="{FF2B5EF4-FFF2-40B4-BE49-F238E27FC236}">
                      <a16:creationId xmlns:a16="http://schemas.microsoft.com/office/drawing/2014/main" id="{67C607FD-A224-F518-2601-77CEFA9A57E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909841EE-0BAB-051F-4F33-1C7F09D313C4}"/>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1" name="TextBox 20">
                <a:extLst>
                  <a:ext uri="{FF2B5EF4-FFF2-40B4-BE49-F238E27FC236}">
                    <a16:creationId xmlns:a16="http://schemas.microsoft.com/office/drawing/2014/main" id="{21CC4A99-EC97-F28B-B273-1178DACB9DCC}"/>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2" name="TextBox 21">
                <a:extLst>
                  <a:ext uri="{FF2B5EF4-FFF2-40B4-BE49-F238E27FC236}">
                    <a16:creationId xmlns:a16="http://schemas.microsoft.com/office/drawing/2014/main" id="{776D95CC-D74A-B3F0-6041-9746AC3060F7}"/>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3" name="TextBox 22">
                <a:extLst>
                  <a:ext uri="{FF2B5EF4-FFF2-40B4-BE49-F238E27FC236}">
                    <a16:creationId xmlns:a16="http://schemas.microsoft.com/office/drawing/2014/main" id="{BD230EB6-186D-E7FE-1BBA-C2BAD2AD7731}"/>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24" name="TextBox 23">
                <a:extLst>
                  <a:ext uri="{FF2B5EF4-FFF2-40B4-BE49-F238E27FC236}">
                    <a16:creationId xmlns:a16="http://schemas.microsoft.com/office/drawing/2014/main" id="{535F9D70-B12A-4AA2-584B-5B41B7834A3E}"/>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19" name="직선 화살표 연결선 18">
              <a:extLst>
                <a:ext uri="{FF2B5EF4-FFF2-40B4-BE49-F238E27FC236}">
                  <a16:creationId xmlns:a16="http://schemas.microsoft.com/office/drawing/2014/main" id="{2B3045D5-2112-ABC6-BC78-242C5324E251}"/>
                </a:ext>
              </a:extLst>
            </p:cNvPr>
            <p:cNvCxnSpPr>
              <a:cxnSpLocks/>
            </p:cNvCxnSpPr>
            <p:nvPr/>
          </p:nvCxnSpPr>
          <p:spPr>
            <a:xfrm flipV="1">
              <a:off x="1476375" y="3515805"/>
              <a:ext cx="224356" cy="103695"/>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6F863B-59A5-4DCE-B63F-FE618623F17F}">
  <ds:schemaRefs>
    <ds:schemaRef ds:uri="http://purl.org/dc/terms/"/>
    <ds:schemaRef ds:uri="http://purl.org/dc/elements/1.1/"/>
    <ds:schemaRef ds:uri="http://schemas.microsoft.com/office/2006/documentManagement/types"/>
    <ds:schemaRef ds:uri="b68af7c0-9cef-4e12-8243-523fceba86ee"/>
    <ds:schemaRef ds:uri="http://www.w3.org/XML/1998/namespace"/>
    <ds:schemaRef ds:uri="http://schemas.microsoft.com/office/infopath/2007/PartnerControls"/>
    <ds:schemaRef ds:uri="http://purl.org/dc/dcmitype/"/>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E4F76A09-908A-4E45-A9CC-081CB8515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58681</TotalTime>
  <Words>10984</Words>
  <Application>Microsoft Office PowerPoint</Application>
  <PresentationFormat>A4 용지(210x297mm)</PresentationFormat>
  <Paragraphs>3388</Paragraphs>
  <Slides>39</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39</vt:i4>
      </vt:variant>
    </vt:vector>
  </HeadingPairs>
  <TitlesOfParts>
    <vt:vector size="47" baseType="lpstr">
      <vt:lpstr>Microsoft GothicNeo</vt:lpstr>
      <vt:lpstr>굴림</vt:lpstr>
      <vt:lpstr>맑은 고딕</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moonki cho</cp:lastModifiedBy>
  <cp:revision>1996</cp:revision>
  <cp:lastPrinted>2026-01-12T04:57:16Z</cp:lastPrinted>
  <dcterms:created xsi:type="dcterms:W3CDTF">2020-06-17T04:27:48Z</dcterms:created>
  <dcterms:modified xsi:type="dcterms:W3CDTF">2026-01-19T02:36:28Z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