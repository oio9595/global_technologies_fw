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548" r:id="rId3"/>
    <p:sldId id="549" r:id="rId4"/>
    <p:sldId id="537" r:id="rId5"/>
    <p:sldId id="538" r:id="rId6"/>
    <p:sldId id="561" r:id="rId7"/>
    <p:sldId id="560" r:id="rId8"/>
    <p:sldId id="550" r:id="rId9"/>
    <p:sldId id="535" r:id="rId10"/>
    <p:sldId id="552" r:id="rId11"/>
    <p:sldId id="553" r:id="rId12"/>
    <p:sldId id="547" r:id="rId13"/>
    <p:sldId id="551" r:id="rId14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548"/>
            <p14:sldId id="549"/>
            <p14:sldId id="537"/>
            <p14:sldId id="538"/>
            <p14:sldId id="561"/>
            <p14:sldId id="560"/>
            <p14:sldId id="550"/>
            <p14:sldId id="535"/>
            <p14:sldId id="552"/>
            <p14:sldId id="553"/>
            <p14:sldId id="547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2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43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6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36950"/>
          </a:xfrm>
        </p:spPr>
        <p:txBody>
          <a:bodyPr>
            <a:normAutofit/>
          </a:bodyPr>
          <a:lstStyle/>
          <a:p>
            <a:r>
              <a:rPr lang="en-US" altLang="ko-KR" dirty="0"/>
              <a:t>XDIC12R</a:t>
            </a:r>
            <a:br>
              <a:rPr lang="en-US" altLang="ko-KR" dirty="0"/>
            </a:br>
            <a:r>
              <a:rPr lang="en-US" altLang="ko-KR" dirty="0"/>
              <a:t>Trimming Sequence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000" dirty="0"/>
              <a:t>(GT1009A0R0)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9313"/>
            <a:ext cx="9144000" cy="165576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2026. 1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270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DAA07208-BAA6-2C69-EA14-06ABF3115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951719"/>
            <a:ext cx="7115175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2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68C8-C34B-6EA0-ACA3-5DB2FBA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13F0EE-4123-888E-C7E8-CFE9DC6D746C}"/>
              </a:ext>
            </a:extLst>
          </p:cNvPr>
          <p:cNvSpPr txBox="1"/>
          <p:nvPr/>
        </p:nvSpPr>
        <p:spPr>
          <a:xfrm>
            <a:off x="274320" y="506306"/>
            <a:ext cx="217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 Interface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5D85EE2-CBBC-0D3E-AB39-C41C6764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51A37-3064-44A4-5533-7A6E000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40" y="1481192"/>
            <a:ext cx="4069520" cy="10421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409F7D-9F29-DEDB-4EA1-98080CD57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241" y="1178890"/>
            <a:ext cx="3328254" cy="206841"/>
          </a:xfrm>
          <a:prstGeom prst="rect">
            <a:avLst/>
          </a:prstGeom>
        </p:spPr>
      </p:pic>
      <p:pic>
        <p:nvPicPr>
          <p:cNvPr id="8" name="그림 7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270002-6ED4-689F-F75F-3DF9AB0B9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766" y="2618847"/>
            <a:ext cx="7632467" cy="370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19" y="512021"/>
            <a:ext cx="597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C5B3B-7383-2383-3550-25DF44F93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1ED8D0-3452-24D6-A3EA-59C40A83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22" y="1015234"/>
            <a:ext cx="9903143" cy="533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2021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LD_DATA Transfer</a:t>
            </a:r>
            <a:endParaRPr lang="ko-KR" altLang="en-US" dirty="0"/>
          </a:p>
        </p:txBody>
      </p: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그림 9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CD7732-FA7F-1082-BBD5-20C3BB06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22" y="4239038"/>
            <a:ext cx="8848336" cy="19788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74145D-F34F-10C7-350A-1F81D0085F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101"/>
          <a:stretch/>
        </p:blipFill>
        <p:spPr>
          <a:xfrm>
            <a:off x="1607062" y="1456104"/>
            <a:ext cx="7146257" cy="188540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589FA53-2810-B7B1-DEA0-BDC0BE4DDEA6}"/>
              </a:ext>
            </a:extLst>
          </p:cNvPr>
          <p:cNvCxnSpPr>
            <a:cxnSpLocks/>
          </p:cNvCxnSpPr>
          <p:nvPr/>
        </p:nvCxnSpPr>
        <p:spPr>
          <a:xfrm flipH="1">
            <a:off x="1828800" y="1925955"/>
            <a:ext cx="1171575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6A6AB42-4E57-5A2A-4A71-B31EDF79487B}"/>
              </a:ext>
            </a:extLst>
          </p:cNvPr>
          <p:cNvCxnSpPr>
            <a:cxnSpLocks/>
          </p:cNvCxnSpPr>
          <p:nvPr/>
        </p:nvCxnSpPr>
        <p:spPr>
          <a:xfrm>
            <a:off x="5452110" y="1925955"/>
            <a:ext cx="5178548" cy="2451735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02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Type1(LED1+LED2+LED3),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4325B24-1AF8-31A6-2974-4A7A9883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25" y="1039008"/>
            <a:ext cx="8365749" cy="525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2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1F19-BE0F-88CE-7095-3FBD03FE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9A1134B-AC9A-F5F9-4E2F-33F398E6FC62}"/>
              </a:ext>
            </a:extLst>
          </p:cNvPr>
          <p:cNvSpPr txBox="1"/>
          <p:nvPr/>
        </p:nvSpPr>
        <p:spPr>
          <a:xfrm>
            <a:off x="274320" y="514688"/>
            <a:ext cx="960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Dimming - Type2(LED1,LED2+LED3), Normal mode, Tail (VSYNC </a:t>
            </a:r>
            <a:r>
              <a:rPr lang="en-US" altLang="ko-KR" dirty="0" err="1"/>
              <a:t>cmd</a:t>
            </a:r>
            <a:r>
              <a:rPr lang="en-US" altLang="ko-KR" dirty="0"/>
              <a:t> + SVSYNC) 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ACF827-52BD-60DA-18B0-753DAA44E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6CD0AD-5F04-BF13-5667-1CBCD9A6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568" y="987343"/>
            <a:ext cx="8166863" cy="53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2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B90A-1680-386D-0CBD-F2A32E2A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67DCAA-308B-2430-64B8-D503B37D88A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4BF372-9BBA-6ED9-D2BC-2E525BDE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E483F5-D3FF-7963-BE09-CCDB7711B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" y="849671"/>
            <a:ext cx="11532870" cy="550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9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DB58A8-2F91-D4E5-8678-ADFD287D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53" y="855326"/>
            <a:ext cx="10132694" cy="549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7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99BF-765F-0DDA-46D4-F5F0348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AF97A06-1F72-4EA3-2D3B-71E0B79BB7E9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EBDBC35-3190-20CA-C028-7E7314030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37546-A29A-9A98-929F-70F27953FE64}"/>
              </a:ext>
            </a:extLst>
          </p:cNvPr>
          <p:cNvSpPr txBox="1"/>
          <p:nvPr/>
        </p:nvSpPr>
        <p:spPr>
          <a:xfrm>
            <a:off x="674370" y="1096824"/>
            <a:ext cx="1070991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When TEST_EN = 1,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DACA_OFS using MAX_CURR_VREF1 (0x0B) and TEST_ANA_EN[2:0] = 3’d3.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trim DACB_OFS using MAX_CURR_VREF1 (0x0B) and TEST_ANA_EN[2:0] = 3’d4.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MCLK64_O = 1, </a:t>
            </a:r>
            <a:r>
              <a:rPr lang="en-US" altLang="ko-KR" sz="1100" dirty="0" err="1"/>
              <a:t>mclk</a:t>
            </a:r>
            <a:r>
              <a:rPr lang="en-US" altLang="ko-KR" sz="1100" dirty="0"/>
              <a:t>/64 clock out to DDIO.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set PWMOUT_FULL = 1, </a:t>
            </a:r>
            <a:r>
              <a:rPr lang="en-US" altLang="ko-KR" sz="1100" dirty="0" err="1"/>
              <a:t>PWM_OUT_CHx</a:t>
            </a:r>
            <a:r>
              <a:rPr lang="en-US" altLang="ko-KR" sz="1100" dirty="0"/>
              <a:t> = 1 (@CHx_EN=1) driving a high-active level to analog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when using test equipment, set the EXT_CLKIN = 1 and use an external clock.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45163B-9026-0FB5-0716-D1DA08C2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4514850"/>
            <a:ext cx="9300172" cy="439349"/>
          </a:xfrm>
          <a:prstGeom prst="rect">
            <a:avLst/>
          </a:prstGeom>
        </p:spPr>
      </p:pic>
      <p:pic>
        <p:nvPicPr>
          <p:cNvPr id="9" name="그림 8" descr="스크린샷, 라인, 텍스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F9B149-4397-7AD0-FB37-60E0881B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46" y="4973949"/>
            <a:ext cx="8831507" cy="122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6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DD3-2B75-0EE4-FA03-1376D615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DAEB33-894C-944B-8096-43B9B958AA2D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Signal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0CF33ED-EC5E-94E7-1F7F-4BDC104B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22FB14-50FF-6FF4-542E-9B9EE777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60" y="506306"/>
            <a:ext cx="6027360" cy="58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그림 3" descr="텍스트, 번호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01C681-2F47-F137-7A27-A039EE59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97" y="508435"/>
            <a:ext cx="9372506" cy="58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10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A1C8-AD0D-8EFA-BB78-B6827C97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07072E8-C40F-BC3B-7F99-D5DA54628928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0D147-FC7C-FA2B-82FF-D6C58403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그림 3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4897A9-3DEA-65A3-52B5-4AE6657A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82" y="508435"/>
            <a:ext cx="8960463" cy="583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10160</TotalTime>
  <Words>207</Words>
  <Application>Microsoft Office PowerPoint</Application>
  <PresentationFormat>와이드스크린</PresentationFormat>
  <Paragraphs>40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XDIC12R Trimming Sequence  (GT1009A0R0)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이 준영</cp:lastModifiedBy>
  <cp:revision>39</cp:revision>
  <dcterms:created xsi:type="dcterms:W3CDTF">2024-06-18T04:48:30Z</dcterms:created>
  <dcterms:modified xsi:type="dcterms:W3CDTF">2026-01-13T02:13:11Z</dcterms:modified>
</cp:coreProperties>
</file>