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8"/>
  </p:notesMasterIdLst>
  <p:handoutMasterIdLst>
    <p:handoutMasterId r:id="rId39"/>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431" r:id="rId18"/>
    <p:sldId id="428" r:id="rId19"/>
    <p:sldId id="432" r:id="rId20"/>
    <p:sldId id="293" r:id="rId21"/>
    <p:sldId id="427" r:id="rId22"/>
    <p:sldId id="330" r:id="rId23"/>
    <p:sldId id="412" r:id="rId24"/>
    <p:sldId id="414" r:id="rId25"/>
    <p:sldId id="407" r:id="rId26"/>
    <p:sldId id="353" r:id="rId27"/>
    <p:sldId id="409" r:id="rId28"/>
    <p:sldId id="422" r:id="rId29"/>
    <p:sldId id="435" r:id="rId30"/>
    <p:sldId id="415" r:id="rId31"/>
    <p:sldId id="410" r:id="rId32"/>
    <p:sldId id="425" r:id="rId33"/>
    <p:sldId id="426" r:id="rId34"/>
    <p:sldId id="413" r:id="rId35"/>
    <p:sldId id="421" r:id="rId36"/>
    <p:sldId id="348" r:id="rId37"/>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EFEFEF"/>
    <a:srgbClr val="EBEBEB"/>
    <a:srgbClr val="E6E6E6"/>
    <a:srgbClr val="FFFFD9"/>
    <a:srgbClr val="EFF5FB"/>
    <a:srgbClr val="E5EDFB"/>
    <a:srgbClr val="FFFFB3"/>
    <a:srgbClr val="ECF3FA"/>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5" autoAdjust="0"/>
    <p:restoredTop sz="97202" autoAdjust="0"/>
  </p:normalViewPr>
  <p:slideViewPr>
    <p:cSldViewPr snapToGrid="0">
      <p:cViewPr varScale="1">
        <p:scale>
          <a:sx n="107" d="100"/>
          <a:sy n="107" d="100"/>
        </p:scale>
        <p:origin x="3900" y="68"/>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2025-06-05</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2025-06-05</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9. MAY. 2025  Rev. 031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driver for mini-LED Backlight display applications in AM direct driving methodology. It supports max 64mA and 40V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control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XD12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821256"/>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(4/8/12/16/24/32/46/64mA)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±2%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12" name="그림 11">
            <a:extLst>
              <a:ext uri="{FF2B5EF4-FFF2-40B4-BE49-F238E27FC236}">
                <a16:creationId xmlns:a16="http://schemas.microsoft.com/office/drawing/2014/main" id="{362E5C02-9CE7-BD9A-505B-32D9BE8D903E}"/>
              </a:ext>
            </a:extLst>
          </p:cNvPr>
          <p:cNvPicPr>
            <a:picLocks noChangeAspect="1"/>
          </p:cNvPicPr>
          <p:nvPr/>
        </p:nvPicPr>
        <p:blipFill>
          <a:blip r:embed="rId2"/>
          <a:stretch>
            <a:fillRect/>
          </a:stretch>
        </p:blipFill>
        <p:spPr>
          <a:xfrm>
            <a:off x="404811" y="6026007"/>
            <a:ext cx="6084188" cy="2251905"/>
          </a:xfrm>
          <a:prstGeom prst="rect">
            <a:avLst/>
          </a:prstGeom>
        </p:spPr>
      </p:pic>
      <p:pic>
        <p:nvPicPr>
          <p:cNvPr id="4" name="그림 3">
            <a:extLst>
              <a:ext uri="{FF2B5EF4-FFF2-40B4-BE49-F238E27FC236}">
                <a16:creationId xmlns:a16="http://schemas.microsoft.com/office/drawing/2014/main" id="{F5280FC5-A9E3-087F-16BE-6C796615E757}"/>
              </a:ext>
            </a:extLst>
          </p:cNvPr>
          <p:cNvPicPr>
            <a:picLocks noChangeAspect="1"/>
          </p:cNvPicPr>
          <p:nvPr/>
        </p:nvPicPr>
        <p:blipFill>
          <a:blip r:embed="rId3"/>
          <a:stretch>
            <a:fillRect/>
          </a:stretch>
        </p:blipFill>
        <p:spPr>
          <a:xfrm>
            <a:off x="1539000" y="1243864"/>
            <a:ext cx="3780000" cy="350178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188038242"/>
              </p:ext>
            </p:extLst>
          </p:nvPr>
        </p:nvGraphicFramePr>
        <p:xfrm>
          <a:off x="404813" y="4709945"/>
          <a:ext cx="6042618" cy="4086562"/>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434">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376154">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311179">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3342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79" name="그룹 78">
            <a:extLst>
              <a:ext uri="{FF2B5EF4-FFF2-40B4-BE49-F238E27FC236}">
                <a16:creationId xmlns:a16="http://schemas.microsoft.com/office/drawing/2014/main" id="{2DA48ED1-F843-8B87-3961-01F598A7B270}"/>
              </a:ext>
            </a:extLst>
          </p:cNvPr>
          <p:cNvGrpSpPr/>
          <p:nvPr/>
        </p:nvGrpSpPr>
        <p:grpSpPr>
          <a:xfrm>
            <a:off x="2154935" y="1326169"/>
            <a:ext cx="2467939" cy="2434200"/>
            <a:chOff x="2212806" y="1353654"/>
            <a:chExt cx="2467939" cy="2434200"/>
          </a:xfrm>
        </p:grpSpPr>
        <p:sp>
          <p:nvSpPr>
            <p:cNvPr id="4" name="직사각형 3">
              <a:extLst>
                <a:ext uri="{FF2B5EF4-FFF2-40B4-BE49-F238E27FC236}">
                  <a16:creationId xmlns:a16="http://schemas.microsoft.com/office/drawing/2014/main" id="{10BEFC6D-2279-90DD-5D1C-DDD376E75550}"/>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BA1BF045-C8C9-3383-DEF7-5B16D7BDD4B4}"/>
                </a:ext>
              </a:extLst>
            </p:cNvPr>
            <p:cNvGrpSpPr/>
            <p:nvPr/>
          </p:nvGrpSpPr>
          <p:grpSpPr>
            <a:xfrm>
              <a:off x="2608988" y="3480251"/>
              <a:ext cx="1665977" cy="307603"/>
              <a:chOff x="2608988" y="3515561"/>
              <a:chExt cx="1665977" cy="307603"/>
            </a:xfrm>
          </p:grpSpPr>
          <p:sp>
            <p:nvSpPr>
              <p:cNvPr id="39" name="직사각형 38">
                <a:extLst>
                  <a:ext uri="{FF2B5EF4-FFF2-40B4-BE49-F238E27FC236}">
                    <a16:creationId xmlns:a16="http://schemas.microsoft.com/office/drawing/2014/main" id="{FA051048-6E56-1C06-FA00-88E848077C4D}"/>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BBD879E9-BBB0-8DAC-D116-BC57C6664CCF}"/>
                  </a:ext>
                </a:extLst>
              </p:cNvPr>
              <p:cNvGrpSpPr/>
              <p:nvPr/>
            </p:nvGrpSpPr>
            <p:grpSpPr>
              <a:xfrm>
                <a:off x="2608988" y="3515561"/>
                <a:ext cx="223838" cy="306640"/>
                <a:chOff x="2608988" y="3515561"/>
                <a:chExt cx="223838" cy="306640"/>
              </a:xfrm>
            </p:grpSpPr>
            <p:sp>
              <p:nvSpPr>
                <p:cNvPr id="47" name="사각형: 잘린 한쪽 모서리 46">
                  <a:extLst>
                    <a:ext uri="{FF2B5EF4-FFF2-40B4-BE49-F238E27FC236}">
                      <a16:creationId xmlns:a16="http://schemas.microsoft.com/office/drawing/2014/main" id="{BCD106BC-541B-5315-F1D4-4DF46DE22057}"/>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4" name="그룹 43">
                <a:extLst>
                  <a:ext uri="{FF2B5EF4-FFF2-40B4-BE49-F238E27FC236}">
                    <a16:creationId xmlns:a16="http://schemas.microsoft.com/office/drawing/2014/main" id="{279519CF-4071-B73F-CF91-8FF2939686D8}"/>
                  </a:ext>
                </a:extLst>
              </p:cNvPr>
              <p:cNvGrpSpPr/>
              <p:nvPr/>
            </p:nvGrpSpPr>
            <p:grpSpPr>
              <a:xfrm>
                <a:off x="4051127" y="3515563"/>
                <a:ext cx="223838" cy="307601"/>
                <a:chOff x="4051127" y="3515563"/>
                <a:chExt cx="223838" cy="307601"/>
              </a:xfrm>
            </p:grpSpPr>
            <p:sp>
              <p:nvSpPr>
                <p:cNvPr id="45" name="사각형: 잘린 한쪽 모서리 44">
                  <a:extLst>
                    <a:ext uri="{FF2B5EF4-FFF2-40B4-BE49-F238E27FC236}">
                      <a16:creationId xmlns:a16="http://schemas.microsoft.com/office/drawing/2014/main" id="{D77BD9FB-05F1-DC04-B60E-6173FDA0DB97}"/>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9" name="그룹 48">
              <a:extLst>
                <a:ext uri="{FF2B5EF4-FFF2-40B4-BE49-F238E27FC236}">
                  <a16:creationId xmlns:a16="http://schemas.microsoft.com/office/drawing/2014/main" id="{39E6921C-EF45-1866-D841-0C1BD954D8AB}"/>
                </a:ext>
              </a:extLst>
            </p:cNvPr>
            <p:cNvGrpSpPr/>
            <p:nvPr/>
          </p:nvGrpSpPr>
          <p:grpSpPr>
            <a:xfrm rot="16200000">
              <a:off x="3693955" y="2412975"/>
              <a:ext cx="1665977" cy="307603"/>
              <a:chOff x="2608988" y="3515561"/>
              <a:chExt cx="1665977" cy="307603"/>
            </a:xfrm>
          </p:grpSpPr>
          <p:sp>
            <p:nvSpPr>
              <p:cNvPr id="50" name="직사각형 49">
                <a:extLst>
                  <a:ext uri="{FF2B5EF4-FFF2-40B4-BE49-F238E27FC236}">
                    <a16:creationId xmlns:a16="http://schemas.microsoft.com/office/drawing/2014/main" id="{962093A6-89CE-FC42-EA15-EC74914A138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608988" y="3515561"/>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51127" y="3515563"/>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60" name="그룹 59">
              <a:extLst>
                <a:ext uri="{FF2B5EF4-FFF2-40B4-BE49-F238E27FC236}">
                  <a16:creationId xmlns:a16="http://schemas.microsoft.com/office/drawing/2014/main" id="{9ACE47E8-2981-FC27-8469-2A8DF09E211D}"/>
                </a:ext>
              </a:extLst>
            </p:cNvPr>
            <p:cNvGrpSpPr/>
            <p:nvPr/>
          </p:nvGrpSpPr>
          <p:grpSpPr>
            <a:xfrm rot="5400000">
              <a:off x="1535989" y="2428593"/>
              <a:ext cx="1665977" cy="307603"/>
              <a:chOff x="2608988" y="3515561"/>
              <a:chExt cx="1665977" cy="307603"/>
            </a:xfrm>
          </p:grpSpPr>
          <p:sp>
            <p:nvSpPr>
              <p:cNvPr id="61" name="직사각형 60">
                <a:extLst>
                  <a:ext uri="{FF2B5EF4-FFF2-40B4-BE49-F238E27FC236}">
                    <a16:creationId xmlns:a16="http://schemas.microsoft.com/office/drawing/2014/main" id="{C6513BF3-3B8D-1A5B-8878-3E81D2C5241E}"/>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5" name="그룹 64">
                <a:extLst>
                  <a:ext uri="{FF2B5EF4-FFF2-40B4-BE49-F238E27FC236}">
                    <a16:creationId xmlns:a16="http://schemas.microsoft.com/office/drawing/2014/main" id="{C2432D1C-E4EC-8B4A-0B3F-1A6229C1D65A}"/>
                  </a:ext>
                </a:extLst>
              </p:cNvPr>
              <p:cNvGrpSpPr/>
              <p:nvPr/>
            </p:nvGrpSpPr>
            <p:grpSpPr>
              <a:xfrm>
                <a:off x="2608988" y="3515561"/>
                <a:ext cx="223838" cy="306640"/>
                <a:chOff x="2608988" y="3515561"/>
                <a:chExt cx="223838" cy="306640"/>
              </a:xfrm>
            </p:grpSpPr>
            <p:sp>
              <p:nvSpPr>
                <p:cNvPr id="69" name="사각형: 잘린 한쪽 모서리 68">
                  <a:extLst>
                    <a:ext uri="{FF2B5EF4-FFF2-40B4-BE49-F238E27FC236}">
                      <a16:creationId xmlns:a16="http://schemas.microsoft.com/office/drawing/2014/main" id="{47BF5BD8-3BA4-5976-3128-182D9136BD46}"/>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6" name="그룹 65">
                <a:extLst>
                  <a:ext uri="{FF2B5EF4-FFF2-40B4-BE49-F238E27FC236}">
                    <a16:creationId xmlns:a16="http://schemas.microsoft.com/office/drawing/2014/main" id="{225E1801-DE7C-54A4-5702-FA0815512FE9}"/>
                  </a:ext>
                </a:extLst>
              </p:cNvPr>
              <p:cNvGrpSpPr/>
              <p:nvPr/>
            </p:nvGrpSpPr>
            <p:grpSpPr>
              <a:xfrm>
                <a:off x="4051127" y="3515563"/>
                <a:ext cx="223838" cy="307601"/>
                <a:chOff x="4051127" y="3515563"/>
                <a:chExt cx="223838" cy="307601"/>
              </a:xfrm>
            </p:grpSpPr>
            <p:sp>
              <p:nvSpPr>
                <p:cNvPr id="67" name="사각형: 잘린 한쪽 모서리 66">
                  <a:extLst>
                    <a:ext uri="{FF2B5EF4-FFF2-40B4-BE49-F238E27FC236}">
                      <a16:creationId xmlns:a16="http://schemas.microsoft.com/office/drawing/2014/main" id="{66327C7A-2876-6B74-AFD1-FCA8E35994B3}"/>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1" name="그룹 70">
              <a:extLst>
                <a:ext uri="{FF2B5EF4-FFF2-40B4-BE49-F238E27FC236}">
                  <a16:creationId xmlns:a16="http://schemas.microsoft.com/office/drawing/2014/main" id="{FA5153BD-7577-9B0C-4AB0-636CA4061C6C}"/>
                </a:ext>
              </a:extLst>
            </p:cNvPr>
            <p:cNvGrpSpPr/>
            <p:nvPr/>
          </p:nvGrpSpPr>
          <p:grpSpPr>
            <a:xfrm>
              <a:off x="2608988" y="1357613"/>
              <a:ext cx="223838" cy="307601"/>
              <a:chOff x="2608988" y="1395304"/>
              <a:chExt cx="223838" cy="307601"/>
            </a:xfrm>
          </p:grpSpPr>
          <p:sp>
            <p:nvSpPr>
              <p:cNvPr id="72" name="사각형: 잘린 한쪽 모서리 71">
                <a:extLst>
                  <a:ext uri="{FF2B5EF4-FFF2-40B4-BE49-F238E27FC236}">
                    <a16:creationId xmlns:a16="http://schemas.microsoft.com/office/drawing/2014/main" id="{344D9631-1509-6F9F-7501-BD3CA9C18B20}"/>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4" name="그룹 73">
              <a:extLst>
                <a:ext uri="{FF2B5EF4-FFF2-40B4-BE49-F238E27FC236}">
                  <a16:creationId xmlns:a16="http://schemas.microsoft.com/office/drawing/2014/main" id="{1BE63099-508E-8E6C-3220-C505DEB66FD9}"/>
                </a:ext>
              </a:extLst>
            </p:cNvPr>
            <p:cNvGrpSpPr/>
            <p:nvPr/>
          </p:nvGrpSpPr>
          <p:grpSpPr>
            <a:xfrm>
              <a:off x="4051127" y="1354141"/>
              <a:ext cx="223838" cy="307601"/>
              <a:chOff x="4051127" y="1389451"/>
              <a:chExt cx="223838" cy="307601"/>
            </a:xfrm>
          </p:grpSpPr>
          <p:sp>
            <p:nvSpPr>
              <p:cNvPr id="75" name="사각형: 잘린 한쪽 모서리 74">
                <a:extLst>
                  <a:ext uri="{FF2B5EF4-FFF2-40B4-BE49-F238E27FC236}">
                    <a16:creationId xmlns:a16="http://schemas.microsoft.com/office/drawing/2014/main" id="{D02F29FC-05DF-7B55-A3F7-5FA06294CC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77" name="TextBox 76">
              <a:extLst>
                <a:ext uri="{FF2B5EF4-FFF2-40B4-BE49-F238E27FC236}">
                  <a16:creationId xmlns:a16="http://schemas.microsoft.com/office/drawing/2014/main" id="{D8539796-98D7-4CFC-6D78-EEE30F169D38}"/>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78" name="TextBox 77">
              <a:extLst>
                <a:ext uri="{FF2B5EF4-FFF2-40B4-BE49-F238E27FC236}">
                  <a16:creationId xmlns:a16="http://schemas.microsoft.com/office/drawing/2014/main" id="{A3F06153-51CF-A070-1E79-384524A9E328}"/>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001611307"/>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object 16">
            <a:extLst>
              <a:ext uri="{FF2B5EF4-FFF2-40B4-BE49-F238E27FC236}">
                <a16:creationId xmlns:a16="http://schemas.microsoft.com/office/drawing/2014/main" id="{1B9588A1-C9D4-BAE9-8BAB-3EE9754B6949}"/>
              </a:ext>
            </a:extLst>
          </p:cNvPr>
          <p:cNvSpPr txBox="1"/>
          <p:nvPr/>
        </p:nvSpPr>
        <p:spPr>
          <a:xfrm>
            <a:off x="404812" y="4345638"/>
            <a:ext cx="6048623"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59289"/>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25066034"/>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2" name="그림 61">
            <a:extLst>
              <a:ext uri="{FF2B5EF4-FFF2-40B4-BE49-F238E27FC236}">
                <a16:creationId xmlns:a16="http://schemas.microsoft.com/office/drawing/2014/main" id="{90EE61C3-FDE5-BA49-0D69-8E9390753A92}"/>
              </a:ext>
            </a:extLst>
          </p:cNvPr>
          <p:cNvPicPr>
            <a:picLocks noChangeAspect="1"/>
          </p:cNvPicPr>
          <p:nvPr/>
        </p:nvPicPr>
        <p:blipFill>
          <a:blip r:embed="rId4"/>
          <a:stretch>
            <a:fillRect/>
          </a:stretch>
        </p:blipFill>
        <p:spPr>
          <a:xfrm>
            <a:off x="2721895" y="6567253"/>
            <a:ext cx="1183605" cy="984325"/>
          </a:xfrm>
          <a:prstGeom prst="rect">
            <a:avLst/>
          </a:prstGeom>
        </p:spPr>
      </p:pic>
      <p:pic>
        <p:nvPicPr>
          <p:cNvPr id="63" name="그림 62">
            <a:extLst>
              <a:ext uri="{FF2B5EF4-FFF2-40B4-BE49-F238E27FC236}">
                <a16:creationId xmlns:a16="http://schemas.microsoft.com/office/drawing/2014/main" id="{C0FDAAEE-578F-4526-B68D-B30C5D4B4C09}"/>
              </a:ext>
            </a:extLst>
          </p:cNvPr>
          <p:cNvPicPr>
            <a:picLocks noChangeAspect="1"/>
          </p:cNvPicPr>
          <p:nvPr/>
        </p:nvPicPr>
        <p:blipFill>
          <a:blip r:embed="rId5"/>
          <a:stretch>
            <a:fillRect/>
          </a:stretch>
        </p:blipFill>
        <p:spPr>
          <a:xfrm>
            <a:off x="2767654" y="5420134"/>
            <a:ext cx="1077988"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0853" y="5249697"/>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45750171"/>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196188834"/>
              </p:ext>
            </p:extLst>
          </p:nvPr>
        </p:nvGraphicFramePr>
        <p:xfrm>
          <a:off x="400853" y="67784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837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554451" y="8111019"/>
            <a:ext cx="179613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412906" y="5713883"/>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3740757985"/>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3.60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4.70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7.50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739474"/>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427520108"/>
              </p:ext>
            </p:extLst>
          </p:nvPr>
        </p:nvGraphicFramePr>
        <p:xfrm>
          <a:off x="411753" y="1136650"/>
          <a:ext cx="6041678" cy="6748635"/>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0.21V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0.24V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0.27V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0.32V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0.38V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54610">
                        <a:lnSpc>
                          <a:spcPct val="100000"/>
                        </a:lnSpc>
                      </a:pPr>
                      <a:r>
                        <a:rPr lang="it-IT" altLang="ko-KR" sz="900" b="0" spc="-5" dirty="0">
                          <a:solidFill>
                            <a:schemeClr val="tx1"/>
                          </a:solidFill>
                          <a:latin typeface="Arial"/>
                          <a:cs typeface="Arial"/>
                        </a:rPr>
                        <a:t>0.47V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46mA,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0.60V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=Imax(32mA) * 0.2</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50209">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Imax(32mA) * 0.5</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59307">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Imax(32mA) * 1.0</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126001">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7984468"/>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4037322552"/>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pic>
        <p:nvPicPr>
          <p:cNvPr id="8" name="그림 7">
            <a:extLst>
              <a:ext uri="{FF2B5EF4-FFF2-40B4-BE49-F238E27FC236}">
                <a16:creationId xmlns:a16="http://schemas.microsoft.com/office/drawing/2014/main" id="{4E065577-D95F-609B-A7E3-24CA916E3EAD}"/>
              </a:ext>
            </a:extLst>
          </p:cNvPr>
          <p:cNvPicPr>
            <a:picLocks noChangeAspect="1"/>
          </p:cNvPicPr>
          <p:nvPr/>
        </p:nvPicPr>
        <p:blipFill>
          <a:blip r:embed="rId2"/>
          <a:stretch>
            <a:fillRect/>
          </a:stretch>
        </p:blipFill>
        <p:spPr>
          <a:xfrm>
            <a:off x="404811" y="1973456"/>
            <a:ext cx="6039641" cy="1716056"/>
          </a:xfrm>
          <a:prstGeom prst="rect">
            <a:avLst/>
          </a:prstGeom>
        </p:spPr>
      </p:pic>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pic>
        <p:nvPicPr>
          <p:cNvPr id="9" name="그림 8">
            <a:extLst>
              <a:ext uri="{FF2B5EF4-FFF2-40B4-BE49-F238E27FC236}">
                <a16:creationId xmlns:a16="http://schemas.microsoft.com/office/drawing/2014/main" id="{5471DFC7-63B0-6A42-A606-EB94940CE673}"/>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14568C1D-9930-2A2C-3785-E4B64061DAFD}"/>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7A77BCF1-3073-B721-BD09-2662B2DAC098}"/>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
        <p:nvSpPr>
          <p:cNvPr id="4" name="TextBox 3">
            <a:extLst>
              <a:ext uri="{FF2B5EF4-FFF2-40B4-BE49-F238E27FC236}">
                <a16:creationId xmlns:a16="http://schemas.microsoft.com/office/drawing/2014/main" id="{07ED3BEC-0215-1816-CA0B-2AE844A1C552}"/>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26" name="표 25">
            <a:extLst>
              <a:ext uri="{FF2B5EF4-FFF2-40B4-BE49-F238E27FC236}">
                <a16:creationId xmlns:a16="http://schemas.microsoft.com/office/drawing/2014/main" id="{27ECB6B5-D65C-4459-8075-2F59C8364001}"/>
              </a:ext>
            </a:extLst>
          </p:cNvPr>
          <p:cNvGraphicFramePr>
            <a:graphicFrameLocks noGrp="1"/>
          </p:cNvGraphicFramePr>
          <p:nvPr>
            <p:extLst>
              <p:ext uri="{D42A27DB-BD31-4B8C-83A1-F6EECF244321}">
                <p14:modId xmlns:p14="http://schemas.microsoft.com/office/powerpoint/2010/main" val="2198393254"/>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7" name="TextBox 26">
            <a:extLst>
              <a:ext uri="{FF2B5EF4-FFF2-40B4-BE49-F238E27FC236}">
                <a16:creationId xmlns:a16="http://schemas.microsoft.com/office/drawing/2014/main" id="{EC4EB98B-9AD1-3C74-EDD4-668FEA5F57E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29" name="그룹 28">
            <a:extLst>
              <a:ext uri="{FF2B5EF4-FFF2-40B4-BE49-F238E27FC236}">
                <a16:creationId xmlns:a16="http://schemas.microsoft.com/office/drawing/2014/main" id="{3EF029D1-8974-2AFB-4190-5AB7BE671A9D}"/>
              </a:ext>
            </a:extLst>
          </p:cNvPr>
          <p:cNvGrpSpPr/>
          <p:nvPr/>
        </p:nvGrpSpPr>
        <p:grpSpPr>
          <a:xfrm>
            <a:off x="4989784" y="1999581"/>
            <a:ext cx="1332255" cy="230832"/>
            <a:chOff x="4989784" y="5674847"/>
            <a:chExt cx="1332255" cy="230832"/>
          </a:xfrm>
        </p:grpSpPr>
        <p:sp>
          <p:nvSpPr>
            <p:cNvPr id="30" name="TextBox 29">
              <a:extLst>
                <a:ext uri="{FF2B5EF4-FFF2-40B4-BE49-F238E27FC236}">
                  <a16:creationId xmlns:a16="http://schemas.microsoft.com/office/drawing/2014/main" id="{B1741DE8-4988-2A5B-D396-15D9314EDF97}"/>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
        <p:nvSpPr>
          <p:cNvPr id="8" name="TextBox 7">
            <a:extLst>
              <a:ext uri="{FF2B5EF4-FFF2-40B4-BE49-F238E27FC236}">
                <a16:creationId xmlns:a16="http://schemas.microsoft.com/office/drawing/2014/main" id="{3DEBBD3D-2615-98BD-0B9E-03447B908E4C}"/>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sp>
        <p:nvSpPr>
          <p:cNvPr id="16" name="TextBox 15">
            <a:extLst>
              <a:ext uri="{FF2B5EF4-FFF2-40B4-BE49-F238E27FC236}">
                <a16:creationId xmlns:a16="http://schemas.microsoft.com/office/drawing/2014/main" id="{0AA6C556-3F63-02E3-4810-22EEF54595EE}"/>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7" name="TextBox 16">
            <a:extLst>
              <a:ext uri="{FF2B5EF4-FFF2-40B4-BE49-F238E27FC236}">
                <a16:creationId xmlns:a16="http://schemas.microsoft.com/office/drawing/2014/main" id="{04F92280-24D9-CFD5-9EA4-72B1855CA7CE}"/>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8" name="TextBox 17">
            <a:extLst>
              <a:ext uri="{FF2B5EF4-FFF2-40B4-BE49-F238E27FC236}">
                <a16:creationId xmlns:a16="http://schemas.microsoft.com/office/drawing/2014/main" id="{C6F5BE43-EAFA-25B3-3C05-BC4007D88A52}"/>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Tree>
    <p:extLst>
      <p:ext uri="{BB962C8B-B14F-4D97-AF65-F5344CB8AC3E}">
        <p14:creationId xmlns:p14="http://schemas.microsoft.com/office/powerpoint/2010/main" val="15119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grpSp>
        <p:nvGrpSpPr>
          <p:cNvPr id="105" name="그룹 104">
            <a:extLst>
              <a:ext uri="{FF2B5EF4-FFF2-40B4-BE49-F238E27FC236}">
                <a16:creationId xmlns:a16="http://schemas.microsoft.com/office/drawing/2014/main" id="{6B7C0134-75EF-6A07-0C11-9EFA5BF695CB}"/>
              </a:ext>
            </a:extLst>
          </p:cNvPr>
          <p:cNvGrpSpPr/>
          <p:nvPr/>
        </p:nvGrpSpPr>
        <p:grpSpPr>
          <a:xfrm>
            <a:off x="1710249" y="3656012"/>
            <a:ext cx="1260000" cy="1116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48848F8-82EC-6D71-C3B4-A15A50872B79}"/>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74" name="그룹 173">
            <a:extLst>
              <a:ext uri="{FF2B5EF4-FFF2-40B4-BE49-F238E27FC236}">
                <a16:creationId xmlns:a16="http://schemas.microsoft.com/office/drawing/2014/main" id="{E5314328-BCD0-ECCD-2974-8BDFD234178D}"/>
              </a:ext>
            </a:extLst>
          </p:cNvPr>
          <p:cNvGrpSpPr/>
          <p:nvPr/>
        </p:nvGrpSpPr>
        <p:grpSpPr>
          <a:xfrm>
            <a:off x="1707309" y="5520720"/>
            <a:ext cx="1260000" cy="1116000"/>
            <a:chOff x="1710249" y="5520720"/>
            <a:chExt cx="1425650" cy="1242000"/>
          </a:xfrm>
        </p:grpSpPr>
        <p:sp>
          <p:nvSpPr>
            <p:cNvPr id="98" name="직사각형 97">
              <a:extLst>
                <a:ext uri="{FF2B5EF4-FFF2-40B4-BE49-F238E27FC236}">
                  <a16:creationId xmlns:a16="http://schemas.microsoft.com/office/drawing/2014/main" id="{D6F64604-7F94-92C9-E9EF-494E2AE7F39E}"/>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727037" y="587756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978383" y="621798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25" name="직사각형 24">
              <a:extLst>
                <a:ext uri="{FF2B5EF4-FFF2-40B4-BE49-F238E27FC236}">
                  <a16:creationId xmlns:a16="http://schemas.microsoft.com/office/drawing/2014/main" id="{BC8FC5B2-878D-FF34-4A1A-CD26B23AA901}"/>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73" name="그룹 172">
            <a:extLst>
              <a:ext uri="{FF2B5EF4-FFF2-40B4-BE49-F238E27FC236}">
                <a16:creationId xmlns:a16="http://schemas.microsoft.com/office/drawing/2014/main" id="{1329F42C-EFA9-C9A2-224A-D8DDEB0BE702}"/>
              </a:ext>
            </a:extLst>
          </p:cNvPr>
          <p:cNvGrpSpPr/>
          <p:nvPr/>
        </p:nvGrpSpPr>
        <p:grpSpPr>
          <a:xfrm>
            <a:off x="3803983" y="5536434"/>
            <a:ext cx="1260000" cy="1116000"/>
            <a:chOff x="3851023" y="5521734"/>
            <a:chExt cx="1425650" cy="1243428"/>
          </a:xfrm>
        </p:grpSpPr>
        <p:sp>
          <p:nvSpPr>
            <p:cNvPr id="108" name="직사각형 107">
              <a:extLst>
                <a:ext uri="{FF2B5EF4-FFF2-40B4-BE49-F238E27FC236}">
                  <a16:creationId xmlns:a16="http://schemas.microsoft.com/office/drawing/2014/main" id="{475780EC-D250-1D65-E22D-59EA312C0A95}"/>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867811" y="588000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4119157" y="622043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7" name="TextBox 146">
              <a:extLst>
                <a:ext uri="{FF2B5EF4-FFF2-40B4-BE49-F238E27FC236}">
                  <a16:creationId xmlns:a16="http://schemas.microsoft.com/office/drawing/2014/main" id="{71C3F13E-DEA3-C1A0-C23E-7311AF2EC9E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35" name="직사각형 34">
              <a:extLst>
                <a:ext uri="{FF2B5EF4-FFF2-40B4-BE49-F238E27FC236}">
                  <a16:creationId xmlns:a16="http://schemas.microsoft.com/office/drawing/2014/main" id="{F0222C0C-AE68-F969-79CD-A97603DCE174}"/>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4" name="TextBox 3">
            <a:extLst>
              <a:ext uri="{FF2B5EF4-FFF2-40B4-BE49-F238E27FC236}">
                <a16:creationId xmlns:a16="http://schemas.microsoft.com/office/drawing/2014/main" id="{DEB6CB90-56D7-C8FA-E770-0283CC630E2F}"/>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5" name="표 4">
            <a:extLst>
              <a:ext uri="{FF2B5EF4-FFF2-40B4-BE49-F238E27FC236}">
                <a16:creationId xmlns:a16="http://schemas.microsoft.com/office/drawing/2014/main" id="{A65EC091-4560-B766-C668-15706F9E224E}"/>
              </a:ext>
            </a:extLst>
          </p:cNvPr>
          <p:cNvGraphicFramePr>
            <a:graphicFrameLocks noGrp="1"/>
          </p:cNvGraphicFramePr>
          <p:nvPr>
            <p:extLst>
              <p:ext uri="{D42A27DB-BD31-4B8C-83A1-F6EECF244321}">
                <p14:modId xmlns:p14="http://schemas.microsoft.com/office/powerpoint/2010/main" val="252520206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76" name="그룹 175">
            <a:extLst>
              <a:ext uri="{FF2B5EF4-FFF2-40B4-BE49-F238E27FC236}">
                <a16:creationId xmlns:a16="http://schemas.microsoft.com/office/drawing/2014/main" id="{CD8CA671-253F-DFEE-FA0A-7EEB5DF0E928}"/>
              </a:ext>
            </a:extLst>
          </p:cNvPr>
          <p:cNvGrpSpPr/>
          <p:nvPr/>
        </p:nvGrpSpPr>
        <p:grpSpPr>
          <a:xfrm>
            <a:off x="3803795" y="3669248"/>
            <a:ext cx="1260000" cy="1116000"/>
            <a:chOff x="3803795" y="3654548"/>
            <a:chExt cx="1260000" cy="1116000"/>
          </a:xfrm>
        </p:grpSpPr>
        <p:grpSp>
          <p:nvGrpSpPr>
            <p:cNvPr id="131" name="그룹 130">
              <a:extLst>
                <a:ext uri="{FF2B5EF4-FFF2-40B4-BE49-F238E27FC236}">
                  <a16:creationId xmlns:a16="http://schemas.microsoft.com/office/drawing/2014/main" id="{07D34400-D341-090C-C8D5-2EA3BBC6A5F8}"/>
                </a:ext>
              </a:extLst>
            </p:cNvPr>
            <p:cNvGrpSpPr/>
            <p:nvPr/>
          </p:nvGrpSpPr>
          <p:grpSpPr>
            <a:xfrm>
              <a:off x="3803795" y="3654548"/>
              <a:ext cx="1260000" cy="1116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TextBox 148">
              <a:extLst>
                <a:ext uri="{FF2B5EF4-FFF2-40B4-BE49-F238E27FC236}">
                  <a16:creationId xmlns:a16="http://schemas.microsoft.com/office/drawing/2014/main" id="{3F6B0F1D-FED5-0482-2333-AEFF6FCE2C58}"/>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6" name="직사각형 5">
              <a:extLst>
                <a:ext uri="{FF2B5EF4-FFF2-40B4-BE49-F238E27FC236}">
                  <a16:creationId xmlns:a16="http://schemas.microsoft.com/office/drawing/2014/main" id="{7FA68A16-C39C-E51B-1339-FCB6D7E2D6FD}"/>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8" name="TextBox 7">
            <a:extLst>
              <a:ext uri="{FF2B5EF4-FFF2-40B4-BE49-F238E27FC236}">
                <a16:creationId xmlns:a16="http://schemas.microsoft.com/office/drawing/2014/main" id="{65CFF9B5-BC72-3F69-CFE8-FD27103407CC}"/>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9" name="TextBox 8">
            <a:extLst>
              <a:ext uri="{FF2B5EF4-FFF2-40B4-BE49-F238E27FC236}">
                <a16:creationId xmlns:a16="http://schemas.microsoft.com/office/drawing/2014/main" id="{A3667EF6-E80D-FF1F-BB42-0E57FED04FDA}"/>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cxnSp>
        <p:nvCxnSpPr>
          <p:cNvPr id="154" name="직선 연결선 153">
            <a:extLst>
              <a:ext uri="{FF2B5EF4-FFF2-40B4-BE49-F238E27FC236}">
                <a16:creationId xmlns:a16="http://schemas.microsoft.com/office/drawing/2014/main" id="{FE45BE1A-658F-9D91-9750-0E8E850FC0CD}"/>
              </a:ext>
            </a:extLst>
          </p:cNvPr>
          <p:cNvCxnSpPr/>
          <p:nvPr/>
        </p:nvCxnSpPr>
        <p:spPr>
          <a:xfrm>
            <a:off x="2639223"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02D735AA-6191-CA3E-A7E7-5FA51D21C364}"/>
              </a:ext>
            </a:extLst>
          </p:cNvPr>
          <p:cNvSpPr txBox="1"/>
          <p:nvPr/>
        </p:nvSpPr>
        <p:spPr>
          <a:xfrm>
            <a:off x="2290553"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69" name="직선 연결선 168">
            <a:extLst>
              <a:ext uri="{FF2B5EF4-FFF2-40B4-BE49-F238E27FC236}">
                <a16:creationId xmlns:a16="http://schemas.microsoft.com/office/drawing/2014/main" id="{8D240104-0FC3-2358-2F02-CDFD863E6E45}"/>
              </a:ext>
            </a:extLst>
          </p:cNvPr>
          <p:cNvCxnSpPr>
            <a:cxnSpLocks/>
          </p:cNvCxnSpPr>
          <p:nvPr/>
        </p:nvCxnSpPr>
        <p:spPr>
          <a:xfrm flipH="1">
            <a:off x="4162267"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2CDCB947-AFD9-1ED4-A859-0726A55EAF0C}"/>
              </a:ext>
            </a:extLst>
          </p:cNvPr>
          <p:cNvSpPr txBox="1"/>
          <p:nvPr/>
        </p:nvSpPr>
        <p:spPr>
          <a:xfrm>
            <a:off x="4369966"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75" name="그룹 174">
            <a:extLst>
              <a:ext uri="{FF2B5EF4-FFF2-40B4-BE49-F238E27FC236}">
                <a16:creationId xmlns:a16="http://schemas.microsoft.com/office/drawing/2014/main" id="{317073E5-6ADB-10DD-60F1-BF59827E7544}"/>
              </a:ext>
            </a:extLst>
          </p:cNvPr>
          <p:cNvGrpSpPr/>
          <p:nvPr/>
        </p:nvGrpSpPr>
        <p:grpSpPr>
          <a:xfrm>
            <a:off x="2895027" y="7363609"/>
            <a:ext cx="1260000" cy="1116000"/>
            <a:chOff x="2988890" y="7363609"/>
            <a:chExt cx="1425650" cy="1242622"/>
          </a:xfrm>
        </p:grpSpPr>
        <p:sp>
          <p:nvSpPr>
            <p:cNvPr id="28" name="직사각형 27">
              <a:extLst>
                <a:ext uri="{FF2B5EF4-FFF2-40B4-BE49-F238E27FC236}">
                  <a16:creationId xmlns:a16="http://schemas.microsoft.com/office/drawing/2014/main" id="{65AAC109-8AEC-FB49-C50F-9C5FC3C4DF20}"/>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9" name="그림 28">
              <a:extLst>
                <a:ext uri="{FF2B5EF4-FFF2-40B4-BE49-F238E27FC236}">
                  <a16:creationId xmlns:a16="http://schemas.microsoft.com/office/drawing/2014/main" id="{91D52BBF-7B80-B7D8-903A-C0DBAD61C37F}"/>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31" name="직사각형 30">
              <a:extLst>
                <a:ext uri="{FF2B5EF4-FFF2-40B4-BE49-F238E27FC236}">
                  <a16:creationId xmlns:a16="http://schemas.microsoft.com/office/drawing/2014/main" id="{DA171BAC-63BA-E23F-033E-F08172B12502}"/>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5" name="그룹 44">
              <a:extLst>
                <a:ext uri="{FF2B5EF4-FFF2-40B4-BE49-F238E27FC236}">
                  <a16:creationId xmlns:a16="http://schemas.microsoft.com/office/drawing/2014/main" id="{4E2977FD-0498-4BC3-82E5-313DCF7CBC6D}"/>
                </a:ext>
              </a:extLst>
            </p:cNvPr>
            <p:cNvGrpSpPr/>
            <p:nvPr/>
          </p:nvGrpSpPr>
          <p:grpSpPr>
            <a:xfrm>
              <a:off x="3257024" y="8061500"/>
              <a:ext cx="234000" cy="399680"/>
              <a:chOff x="2505005" y="3797258"/>
              <a:chExt cx="234000" cy="399680"/>
            </a:xfrm>
          </p:grpSpPr>
          <p:pic>
            <p:nvPicPr>
              <p:cNvPr id="46" name="그림 45">
                <a:extLst>
                  <a:ext uri="{FF2B5EF4-FFF2-40B4-BE49-F238E27FC236}">
                    <a16:creationId xmlns:a16="http://schemas.microsoft.com/office/drawing/2014/main" id="{C7CD7081-2079-4A71-E312-8552A790EF01}"/>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47" name="그림 46">
                <a:extLst>
                  <a:ext uri="{FF2B5EF4-FFF2-40B4-BE49-F238E27FC236}">
                    <a16:creationId xmlns:a16="http://schemas.microsoft.com/office/drawing/2014/main" id="{97D696A2-680C-F211-ACC8-6DD2388C6B5C}"/>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55" name="직선 연결선 54">
                <a:extLst>
                  <a:ext uri="{FF2B5EF4-FFF2-40B4-BE49-F238E27FC236}">
                    <a16:creationId xmlns:a16="http://schemas.microsoft.com/office/drawing/2014/main" id="{905C21AB-205C-5C94-2C32-247111858C4D}"/>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B032E8A7-38CA-A23D-2E07-70FFF2DC48A4}"/>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8053D4F7-ED0D-04C5-FCD8-68C49BC2F047}"/>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직사각형 58">
              <a:extLst>
                <a:ext uri="{FF2B5EF4-FFF2-40B4-BE49-F238E27FC236}">
                  <a16:creationId xmlns:a16="http://schemas.microsoft.com/office/drawing/2014/main" id="{DFA0393D-26CB-5A03-C69C-CC2B42718447}"/>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62" name="직선 연결선 61">
              <a:extLst>
                <a:ext uri="{FF2B5EF4-FFF2-40B4-BE49-F238E27FC236}">
                  <a16:creationId xmlns:a16="http://schemas.microsoft.com/office/drawing/2014/main" id="{91F1AC6E-C7F1-E2C7-A324-8275282C9E19}"/>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직사각형 65">
              <a:extLst>
                <a:ext uri="{FF2B5EF4-FFF2-40B4-BE49-F238E27FC236}">
                  <a16:creationId xmlns:a16="http://schemas.microsoft.com/office/drawing/2014/main" id="{4FE550E2-2BA1-6C42-6F66-07CBA3643AD4}"/>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67" name="직선 연결선 66">
              <a:extLst>
                <a:ext uri="{FF2B5EF4-FFF2-40B4-BE49-F238E27FC236}">
                  <a16:creationId xmlns:a16="http://schemas.microsoft.com/office/drawing/2014/main" id="{DD788258-44F0-803A-3600-3D20A36D6ED0}"/>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FA5AC51D-9E0C-5098-159A-7BF1015E224F}"/>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타원 68">
              <a:extLst>
                <a:ext uri="{FF2B5EF4-FFF2-40B4-BE49-F238E27FC236}">
                  <a16:creationId xmlns:a16="http://schemas.microsoft.com/office/drawing/2014/main" id="{9E8C5A7E-9E0F-1593-02A7-27576EB151EF}"/>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2A8CDE41-E474-985E-5BF8-0F76BB0F1CDA}"/>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51" name="TextBox 150">
              <a:extLst>
                <a:ext uri="{FF2B5EF4-FFF2-40B4-BE49-F238E27FC236}">
                  <a16:creationId xmlns:a16="http://schemas.microsoft.com/office/drawing/2014/main" id="{2878F8E7-4A92-8359-B7EF-488C483EEB94}"/>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56" name="직사각형 155">
              <a:extLst>
                <a:ext uri="{FF2B5EF4-FFF2-40B4-BE49-F238E27FC236}">
                  <a16:creationId xmlns:a16="http://schemas.microsoft.com/office/drawing/2014/main" id="{8F5B2E39-FAAA-1980-2740-FA775113071F}"/>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8" name="직선 연결선 157">
              <a:extLst>
                <a:ext uri="{FF2B5EF4-FFF2-40B4-BE49-F238E27FC236}">
                  <a16:creationId xmlns:a16="http://schemas.microsoft.com/office/drawing/2014/main" id="{EA6E1023-934E-7A68-9F11-E2C804BA7870}"/>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798B48D2-BA49-3306-F49E-FCB3E5E4B761}"/>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직사각형 159">
              <a:extLst>
                <a:ext uri="{FF2B5EF4-FFF2-40B4-BE49-F238E27FC236}">
                  <a16:creationId xmlns:a16="http://schemas.microsoft.com/office/drawing/2014/main" id="{4DC10CEA-A6EB-915B-C739-A398BCE8851D}"/>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71" name="그림 170">
              <a:extLst>
                <a:ext uri="{FF2B5EF4-FFF2-40B4-BE49-F238E27FC236}">
                  <a16:creationId xmlns:a16="http://schemas.microsoft.com/office/drawing/2014/main" id="{86D338F4-312F-1155-9EF4-0C20E70BEB84}"/>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72" name="직선 연결선 171">
              <a:extLst>
                <a:ext uri="{FF2B5EF4-FFF2-40B4-BE49-F238E27FC236}">
                  <a16:creationId xmlns:a16="http://schemas.microsoft.com/office/drawing/2014/main" id="{E79B7099-4F32-EC28-47C9-A6975C7DE0CC}"/>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942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7" name="그림 6">
            <a:extLst>
              <a:ext uri="{FF2B5EF4-FFF2-40B4-BE49-F238E27FC236}">
                <a16:creationId xmlns:a16="http://schemas.microsoft.com/office/drawing/2014/main" id="{A8BB2C9D-A5CA-65F8-0879-23489E096ADE}"/>
              </a:ext>
            </a:extLst>
          </p:cNvPr>
          <p:cNvPicPr>
            <a:picLocks noChangeAspect="1"/>
          </p:cNvPicPr>
          <p:nvPr/>
        </p:nvPicPr>
        <p:blipFill>
          <a:blip r:embed="rId2"/>
          <a:stretch>
            <a:fillRect/>
          </a:stretch>
        </p:blipFill>
        <p:spPr>
          <a:xfrm rot="5400000">
            <a:off x="1763486" y="4096000"/>
            <a:ext cx="6858000" cy="2030955"/>
          </a:xfrm>
          <a:prstGeom prst="rect">
            <a:avLst/>
          </a:prstGeom>
        </p:spPr>
      </p:pic>
      <p:pic>
        <p:nvPicPr>
          <p:cNvPr id="10" name="그림 9">
            <a:extLst>
              <a:ext uri="{FF2B5EF4-FFF2-40B4-BE49-F238E27FC236}">
                <a16:creationId xmlns:a16="http://schemas.microsoft.com/office/drawing/2014/main" id="{6B397F65-414B-EC28-BC6D-A64A977148AB}"/>
              </a:ext>
            </a:extLst>
          </p:cNvPr>
          <p:cNvPicPr>
            <a:picLocks noChangeAspect="1"/>
          </p:cNvPicPr>
          <p:nvPr/>
        </p:nvPicPr>
        <p:blipFill>
          <a:blip r:embed="rId3"/>
          <a:stretch>
            <a:fillRect/>
          </a:stretch>
        </p:blipFill>
        <p:spPr>
          <a:xfrm rot="5400000">
            <a:off x="-1128337" y="3871201"/>
            <a:ext cx="6858000" cy="2480553"/>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2944429598"/>
              </p:ext>
            </p:extLst>
          </p:nvPr>
        </p:nvGraphicFramePr>
        <p:xfrm>
          <a:off x="404812" y="2156360"/>
          <a:ext cx="6048622" cy="3164426"/>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7749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2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532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79029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9955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981035784"/>
              </p:ext>
            </p:extLst>
          </p:nvPr>
        </p:nvGraphicFramePr>
        <p:xfrm>
          <a:off x="408946" y="1577336"/>
          <a:ext cx="6053219" cy="6170213"/>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5360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6.</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024994717"/>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8193">
                  <a:extLst>
                    <a:ext uri="{9D8B030D-6E8A-4147-A177-3AD203B41FA5}">
                      <a16:colId xmlns:a16="http://schemas.microsoft.com/office/drawing/2014/main" val="3038050475"/>
                    </a:ext>
                  </a:extLst>
                </a:gridCol>
                <a:gridCol w="539970">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2" name="표 1">
            <a:extLst>
              <a:ext uri="{FF2B5EF4-FFF2-40B4-BE49-F238E27FC236}">
                <a16:creationId xmlns:a16="http://schemas.microsoft.com/office/drawing/2014/main" id="{E0D17130-D9BC-E2E0-37CE-5AD24A607220}"/>
              </a:ext>
            </a:extLst>
          </p:cNvPr>
          <p:cNvGraphicFramePr>
            <a:graphicFrameLocks noGrp="1"/>
          </p:cNvGraphicFramePr>
          <p:nvPr>
            <p:extLst>
              <p:ext uri="{D42A27DB-BD31-4B8C-83A1-F6EECF244321}">
                <p14:modId xmlns:p14="http://schemas.microsoft.com/office/powerpoint/2010/main" val="2687268655"/>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047052471"/>
              </p:ext>
            </p:extLst>
          </p:nvPr>
        </p:nvGraphicFramePr>
        <p:xfrm>
          <a:off x="389761" y="1549501"/>
          <a:ext cx="6053732" cy="201795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022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3767731356"/>
              </p:ext>
            </p:extLst>
          </p:nvPr>
        </p:nvGraphicFramePr>
        <p:xfrm>
          <a:off x="389761" y="5204833"/>
          <a:ext cx="6058367" cy="202503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but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any</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channel</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48437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789614620"/>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722887982"/>
              </p:ext>
            </p:extLst>
          </p:nvPr>
        </p:nvGraphicFramePr>
        <p:xfrm>
          <a:off x="394817" y="474989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375424" y="3642943"/>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880972175"/>
              </p:ext>
            </p:extLst>
          </p:nvPr>
        </p:nvGraphicFramePr>
        <p:xfrm>
          <a:off x="1913829" y="6405568"/>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2503" y="6417884"/>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06186" y="6878977"/>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2643" y="6779207"/>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13829" y="6696879"/>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0186" y="669290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39076" y="7048303"/>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7" name="표 16">
            <a:extLst>
              <a:ext uri="{FF2B5EF4-FFF2-40B4-BE49-F238E27FC236}">
                <a16:creationId xmlns:a16="http://schemas.microsoft.com/office/drawing/2014/main" id="{DB5508D1-C0F6-E985-D7DF-C94C5ECD1886}"/>
              </a:ext>
            </a:extLst>
          </p:cNvPr>
          <p:cNvGraphicFramePr>
            <a:graphicFrameLocks noGrp="1"/>
          </p:cNvGraphicFramePr>
          <p:nvPr>
            <p:extLst>
              <p:ext uri="{D42A27DB-BD31-4B8C-83A1-F6EECF244321}">
                <p14:modId xmlns:p14="http://schemas.microsoft.com/office/powerpoint/2010/main" val="1619356864"/>
              </p:ext>
            </p:extLst>
          </p:nvPr>
        </p:nvGraphicFramePr>
        <p:xfrm>
          <a:off x="1319384" y="2662028"/>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786,869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655,724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392,762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327,302</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655,844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393,338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327,782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50486451"/>
              </p:ext>
            </p:extLst>
          </p:nvPr>
        </p:nvGraphicFramePr>
        <p:xfrm>
          <a:off x="403136" y="7037855"/>
          <a:ext cx="6053977" cy="1977809"/>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6290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3b’001 : max   8mA     3b’010 : max 12mA    3b’011 : max 16mA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24mA     3b’101 : max 32mA     3b’110 : max 46mA    3b’111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7839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3996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0.85V          3b’101 : &lt; 1.00V         3b’110 : &lt; 1.15V         3b’111 : &lt; 1.30V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355134"/>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671510875"/>
              </p:ext>
            </p:extLst>
          </p:nvPr>
        </p:nvGraphicFramePr>
        <p:xfrm>
          <a:off x="403137" y="6619771"/>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689463076"/>
              </p:ext>
            </p:extLst>
          </p:nvPr>
        </p:nvGraphicFramePr>
        <p:xfrm>
          <a:off x="404563" y="1528398"/>
          <a:ext cx="6047025" cy="4766169"/>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56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528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06762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1046121"/>
                  </a:ext>
                </a:extLst>
              </a:tr>
              <a:tr h="704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5476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172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72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777951303"/>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661593433"/>
              </p:ext>
            </p:extLst>
          </p:nvPr>
        </p:nvGraphicFramePr>
        <p:xfrm>
          <a:off x="406838" y="1556231"/>
          <a:ext cx="6046597" cy="649176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3.2ms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63584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26837142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230664">
                  <a:extLst>
                    <a:ext uri="{9D8B030D-6E8A-4147-A177-3AD203B41FA5}">
                      <a16:colId xmlns:a16="http://schemas.microsoft.com/office/drawing/2014/main" val="2769999950"/>
                    </a:ext>
                  </a:extLst>
                </a:gridCol>
                <a:gridCol w="544726">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583868">
                  <a:extLst>
                    <a:ext uri="{9D8B030D-6E8A-4147-A177-3AD203B41FA5}">
                      <a16:colId xmlns:a16="http://schemas.microsoft.com/office/drawing/2014/main" val="1979433044"/>
                    </a:ext>
                  </a:extLst>
                </a:gridCol>
                <a:gridCol w="321291">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25475414"/>
              </p:ext>
            </p:extLst>
          </p:nvPr>
        </p:nvGraphicFramePr>
        <p:xfrm>
          <a:off x="404565" y="4297406"/>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1721540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DELAY_CH6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DELAY_CH5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9EAAD2EA-DB7D-81A0-D02C-137B61C75BB6}"/>
              </a:ext>
            </a:extLst>
          </p:cNvPr>
          <p:cNvGraphicFramePr>
            <a:graphicFrameLocks noGrp="1"/>
          </p:cNvGraphicFramePr>
          <p:nvPr>
            <p:extLst>
              <p:ext uri="{D42A27DB-BD31-4B8C-83A1-F6EECF244321}">
                <p14:modId xmlns:p14="http://schemas.microsoft.com/office/powerpoint/2010/main" val="273791637"/>
              </p:ext>
            </p:extLst>
          </p:nvPr>
        </p:nvGraphicFramePr>
        <p:xfrm>
          <a:off x="404811" y="3841656"/>
          <a:ext cx="6052392" cy="372600"/>
        </p:xfrm>
        <a:graphic>
          <a:graphicData uri="http://schemas.openxmlformats.org/drawingml/2006/table">
            <a:tbl>
              <a:tblPr firstRow="1" bandRow="1">
                <a:tableStyleId>{5C22544A-7EE6-4342-B048-85BDC9FD1C3A}</a:tableStyleId>
              </a:tblPr>
              <a:tblGrid>
                <a:gridCol w="351607">
                  <a:extLst>
                    <a:ext uri="{9D8B030D-6E8A-4147-A177-3AD203B41FA5}">
                      <a16:colId xmlns:a16="http://schemas.microsoft.com/office/drawing/2014/main" val="657570846"/>
                    </a:ext>
                  </a:extLst>
                </a:gridCol>
                <a:gridCol w="386604">
                  <a:extLst>
                    <a:ext uri="{9D8B030D-6E8A-4147-A177-3AD203B41FA5}">
                      <a16:colId xmlns:a16="http://schemas.microsoft.com/office/drawing/2014/main" val="3259894497"/>
                    </a:ext>
                  </a:extLst>
                </a:gridCol>
                <a:gridCol w="454361">
                  <a:extLst>
                    <a:ext uri="{9D8B030D-6E8A-4147-A177-3AD203B41FA5}">
                      <a16:colId xmlns:a16="http://schemas.microsoft.com/office/drawing/2014/main" val="4170535043"/>
                    </a:ext>
                  </a:extLst>
                </a:gridCol>
                <a:gridCol w="404985">
                  <a:extLst>
                    <a:ext uri="{9D8B030D-6E8A-4147-A177-3AD203B41FA5}">
                      <a16:colId xmlns:a16="http://schemas.microsoft.com/office/drawing/2014/main" val="2079070694"/>
                    </a:ext>
                  </a:extLst>
                </a:gridCol>
                <a:gridCol w="404985">
                  <a:extLst>
                    <a:ext uri="{9D8B030D-6E8A-4147-A177-3AD203B41FA5}">
                      <a16:colId xmlns:a16="http://schemas.microsoft.com/office/drawing/2014/main" val="4213315911"/>
                    </a:ext>
                  </a:extLst>
                </a:gridCol>
                <a:gridCol w="404985">
                  <a:extLst>
                    <a:ext uri="{9D8B030D-6E8A-4147-A177-3AD203B41FA5}">
                      <a16:colId xmlns:a16="http://schemas.microsoft.com/office/drawing/2014/main" val="2769999950"/>
                    </a:ext>
                  </a:extLst>
                </a:gridCol>
                <a:gridCol w="404985">
                  <a:extLst>
                    <a:ext uri="{9D8B030D-6E8A-4147-A177-3AD203B41FA5}">
                      <a16:colId xmlns:a16="http://schemas.microsoft.com/office/drawing/2014/main" val="135637185"/>
                    </a:ext>
                  </a:extLst>
                </a:gridCol>
                <a:gridCol w="404985">
                  <a:extLst>
                    <a:ext uri="{9D8B030D-6E8A-4147-A177-3AD203B41FA5}">
                      <a16:colId xmlns:a16="http://schemas.microsoft.com/office/drawing/2014/main" val="3038050475"/>
                    </a:ext>
                  </a:extLst>
                </a:gridCol>
                <a:gridCol w="404985">
                  <a:extLst>
                    <a:ext uri="{9D8B030D-6E8A-4147-A177-3AD203B41FA5}">
                      <a16:colId xmlns:a16="http://schemas.microsoft.com/office/drawing/2014/main" val="1979433044"/>
                    </a:ext>
                  </a:extLst>
                </a:gridCol>
                <a:gridCol w="404985">
                  <a:extLst>
                    <a:ext uri="{9D8B030D-6E8A-4147-A177-3AD203B41FA5}">
                      <a16:colId xmlns:a16="http://schemas.microsoft.com/office/drawing/2014/main" val="4270661649"/>
                    </a:ext>
                  </a:extLst>
                </a:gridCol>
                <a:gridCol w="404985">
                  <a:extLst>
                    <a:ext uri="{9D8B030D-6E8A-4147-A177-3AD203B41FA5}">
                      <a16:colId xmlns:a16="http://schemas.microsoft.com/office/drawing/2014/main" val="3027041370"/>
                    </a:ext>
                  </a:extLst>
                </a:gridCol>
                <a:gridCol w="404985">
                  <a:extLst>
                    <a:ext uri="{9D8B030D-6E8A-4147-A177-3AD203B41FA5}">
                      <a16:colId xmlns:a16="http://schemas.microsoft.com/office/drawing/2014/main" val="2852526216"/>
                    </a:ext>
                  </a:extLst>
                </a:gridCol>
                <a:gridCol w="404985">
                  <a:extLst>
                    <a:ext uri="{9D8B030D-6E8A-4147-A177-3AD203B41FA5}">
                      <a16:colId xmlns:a16="http://schemas.microsoft.com/office/drawing/2014/main" val="103420222"/>
                    </a:ext>
                  </a:extLst>
                </a:gridCol>
                <a:gridCol w="404985">
                  <a:extLst>
                    <a:ext uri="{9D8B030D-6E8A-4147-A177-3AD203B41FA5}">
                      <a16:colId xmlns:a16="http://schemas.microsoft.com/office/drawing/2014/main" val="1470405609"/>
                    </a:ext>
                  </a:extLst>
                </a:gridCol>
                <a:gridCol w="4049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DELAY_CH10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DELAY_CH9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DELAY_CH8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DELAY_CH7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85084" y="342266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79245" y="407807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69046" y="472599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69046" y="5372769"/>
            <a:ext cx="60490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68135" y="6008133"/>
            <a:ext cx="605819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68134" y="6643497"/>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3896320251"/>
              </p:ext>
            </p:extLst>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65018102"/>
              </p:ext>
            </p:extLst>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3189043572"/>
              </p:ext>
            </p:extLst>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2620623094"/>
              </p:ext>
            </p:extLst>
          </p:nvPr>
        </p:nvGraphicFramePr>
        <p:xfrm>
          <a:off x="380851" y="3644000"/>
          <a:ext cx="6052353"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78117">
                  <a:extLst>
                    <a:ext uri="{9D8B030D-6E8A-4147-A177-3AD203B41FA5}">
                      <a16:colId xmlns:a16="http://schemas.microsoft.com/office/drawing/2014/main" val="4170535043"/>
                    </a:ext>
                  </a:extLst>
                </a:gridCol>
                <a:gridCol w="441012">
                  <a:extLst>
                    <a:ext uri="{9D8B030D-6E8A-4147-A177-3AD203B41FA5}">
                      <a16:colId xmlns:a16="http://schemas.microsoft.com/office/drawing/2014/main" val="2079070694"/>
                    </a:ext>
                  </a:extLst>
                </a:gridCol>
                <a:gridCol w="455712">
                  <a:extLst>
                    <a:ext uri="{9D8B030D-6E8A-4147-A177-3AD203B41FA5}">
                      <a16:colId xmlns:a16="http://schemas.microsoft.com/office/drawing/2014/main" val="4213315911"/>
                    </a:ext>
                  </a:extLst>
                </a:gridCol>
                <a:gridCol w="426311">
                  <a:extLst>
                    <a:ext uri="{9D8B030D-6E8A-4147-A177-3AD203B41FA5}">
                      <a16:colId xmlns:a16="http://schemas.microsoft.com/office/drawing/2014/main" val="2769999950"/>
                    </a:ext>
                  </a:extLst>
                </a:gridCol>
                <a:gridCol w="4567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455411601"/>
              </p:ext>
            </p:extLst>
          </p:nvPr>
        </p:nvGraphicFramePr>
        <p:xfrm>
          <a:off x="375012" y="4297311"/>
          <a:ext cx="6052354"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317">
                  <a:extLst>
                    <a:ext uri="{9D8B030D-6E8A-4147-A177-3AD203B41FA5}">
                      <a16:colId xmlns:a16="http://schemas.microsoft.com/office/drawing/2014/main" val="4170535043"/>
                    </a:ext>
                  </a:extLst>
                </a:gridCol>
                <a:gridCol w="450812">
                  <a:extLst>
                    <a:ext uri="{9D8B030D-6E8A-4147-A177-3AD203B41FA5}">
                      <a16:colId xmlns:a16="http://schemas.microsoft.com/office/drawing/2014/main" val="2079070694"/>
                    </a:ext>
                  </a:extLst>
                </a:gridCol>
                <a:gridCol w="450812">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616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3763266457"/>
              </p:ext>
            </p:extLst>
          </p:nvPr>
        </p:nvGraphicFramePr>
        <p:xfrm>
          <a:off x="373972" y="4950109"/>
          <a:ext cx="6052355" cy="372600"/>
        </p:xfrm>
        <a:graphic>
          <a:graphicData uri="http://schemas.openxmlformats.org/drawingml/2006/table">
            <a:tbl>
              <a:tblPr firstRow="1" bandRow="1">
                <a:tableStyleId>{5C22544A-7EE6-4342-B048-85BDC9FD1C3A}</a:tableStyleId>
              </a:tblPr>
              <a:tblGrid>
                <a:gridCol w="298827">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979">
                  <a:extLst>
                    <a:ext uri="{9D8B030D-6E8A-4147-A177-3AD203B41FA5}">
                      <a16:colId xmlns:a16="http://schemas.microsoft.com/office/drawing/2014/main" val="4170535043"/>
                    </a:ext>
                  </a:extLst>
                </a:gridCol>
                <a:gridCol w="444627">
                  <a:extLst>
                    <a:ext uri="{9D8B030D-6E8A-4147-A177-3AD203B41FA5}">
                      <a16:colId xmlns:a16="http://schemas.microsoft.com/office/drawing/2014/main" val="2079070694"/>
                    </a:ext>
                  </a:extLst>
                </a:gridCol>
                <a:gridCol w="465513">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52507">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3929768716"/>
              </p:ext>
            </p:extLst>
          </p:nvPr>
        </p:nvGraphicFramePr>
        <p:xfrm>
          <a:off x="369046" y="5589850"/>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5">
                  <a:extLst>
                    <a:ext uri="{9D8B030D-6E8A-4147-A177-3AD203B41FA5}">
                      <a16:colId xmlns:a16="http://schemas.microsoft.com/office/drawing/2014/main" val="3259894497"/>
                    </a:ext>
                  </a:extLst>
                </a:gridCol>
                <a:gridCol w="469392">
                  <a:extLst>
                    <a:ext uri="{9D8B030D-6E8A-4147-A177-3AD203B41FA5}">
                      <a16:colId xmlns:a16="http://schemas.microsoft.com/office/drawing/2014/main" val="4170535043"/>
                    </a:ext>
                  </a:extLst>
                </a:gridCol>
                <a:gridCol w="440114">
                  <a:extLst>
                    <a:ext uri="{9D8B030D-6E8A-4147-A177-3AD203B41FA5}">
                      <a16:colId xmlns:a16="http://schemas.microsoft.com/office/drawing/2014/main" val="2079070694"/>
                    </a:ext>
                  </a:extLst>
                </a:gridCol>
                <a:gridCol w="470826">
                  <a:extLst>
                    <a:ext uri="{9D8B030D-6E8A-4147-A177-3AD203B41FA5}">
                      <a16:colId xmlns:a16="http://schemas.microsoft.com/office/drawing/2014/main" val="4213315911"/>
                    </a:ext>
                  </a:extLst>
                </a:gridCol>
                <a:gridCol w="416878">
                  <a:extLst>
                    <a:ext uri="{9D8B030D-6E8A-4147-A177-3AD203B41FA5}">
                      <a16:colId xmlns:a16="http://schemas.microsoft.com/office/drawing/2014/main" val="2769999950"/>
                    </a:ext>
                  </a:extLst>
                </a:gridCol>
                <a:gridCol w="462713">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3197072741"/>
              </p:ext>
            </p:extLst>
          </p:nvPr>
        </p:nvGraphicFramePr>
        <p:xfrm>
          <a:off x="368134" y="6228735"/>
          <a:ext cx="6049032" cy="372600"/>
        </p:xfrm>
        <a:graphic>
          <a:graphicData uri="http://schemas.openxmlformats.org/drawingml/2006/table">
            <a:tbl>
              <a:tblPr firstRow="1" bandRow="1">
                <a:tableStyleId>{5C22544A-7EE6-4342-B048-85BDC9FD1C3A}</a:tableStyleId>
              </a:tblPr>
              <a:tblGrid>
                <a:gridCol w="298663">
                  <a:extLst>
                    <a:ext uri="{9D8B030D-6E8A-4147-A177-3AD203B41FA5}">
                      <a16:colId xmlns:a16="http://schemas.microsoft.com/office/drawing/2014/main" val="657570846"/>
                    </a:ext>
                  </a:extLst>
                </a:gridCol>
                <a:gridCol w="349505">
                  <a:extLst>
                    <a:ext uri="{9D8B030D-6E8A-4147-A177-3AD203B41FA5}">
                      <a16:colId xmlns:a16="http://schemas.microsoft.com/office/drawing/2014/main" val="3259894497"/>
                    </a:ext>
                  </a:extLst>
                </a:gridCol>
                <a:gridCol w="477233">
                  <a:extLst>
                    <a:ext uri="{9D8B030D-6E8A-4147-A177-3AD203B41FA5}">
                      <a16:colId xmlns:a16="http://schemas.microsoft.com/office/drawing/2014/main" val="4170535043"/>
                    </a:ext>
                  </a:extLst>
                </a:gridCol>
                <a:gridCol w="430975">
                  <a:extLst>
                    <a:ext uri="{9D8B030D-6E8A-4147-A177-3AD203B41FA5}">
                      <a16:colId xmlns:a16="http://schemas.microsoft.com/office/drawing/2014/main" val="2079070694"/>
                    </a:ext>
                  </a:extLst>
                </a:gridCol>
                <a:gridCol w="465256">
                  <a:extLst>
                    <a:ext uri="{9D8B030D-6E8A-4147-A177-3AD203B41FA5}">
                      <a16:colId xmlns:a16="http://schemas.microsoft.com/office/drawing/2014/main" val="4213315911"/>
                    </a:ext>
                  </a:extLst>
                </a:gridCol>
                <a:gridCol w="411386">
                  <a:extLst>
                    <a:ext uri="{9D8B030D-6E8A-4147-A177-3AD203B41FA5}">
                      <a16:colId xmlns:a16="http://schemas.microsoft.com/office/drawing/2014/main" val="2769999950"/>
                    </a:ext>
                  </a:extLst>
                </a:gridCol>
                <a:gridCol w="471848">
                  <a:extLst>
                    <a:ext uri="{9D8B030D-6E8A-4147-A177-3AD203B41FA5}">
                      <a16:colId xmlns:a16="http://schemas.microsoft.com/office/drawing/2014/main" val="135637185"/>
                    </a:ext>
                  </a:extLst>
                </a:gridCol>
                <a:gridCol w="396818">
                  <a:extLst>
                    <a:ext uri="{9D8B030D-6E8A-4147-A177-3AD203B41FA5}">
                      <a16:colId xmlns:a16="http://schemas.microsoft.com/office/drawing/2014/main" val="3038050475"/>
                    </a:ext>
                  </a:extLst>
                </a:gridCol>
                <a:gridCol w="396818">
                  <a:extLst>
                    <a:ext uri="{9D8B030D-6E8A-4147-A177-3AD203B41FA5}">
                      <a16:colId xmlns:a16="http://schemas.microsoft.com/office/drawing/2014/main" val="1979433044"/>
                    </a:ext>
                  </a:extLst>
                </a:gridCol>
                <a:gridCol w="396818">
                  <a:extLst>
                    <a:ext uri="{9D8B030D-6E8A-4147-A177-3AD203B41FA5}">
                      <a16:colId xmlns:a16="http://schemas.microsoft.com/office/drawing/2014/main" val="4270661649"/>
                    </a:ext>
                  </a:extLst>
                </a:gridCol>
                <a:gridCol w="396818">
                  <a:extLst>
                    <a:ext uri="{9D8B030D-6E8A-4147-A177-3AD203B41FA5}">
                      <a16:colId xmlns:a16="http://schemas.microsoft.com/office/drawing/2014/main" val="3027041370"/>
                    </a:ext>
                  </a:extLst>
                </a:gridCol>
                <a:gridCol w="396818">
                  <a:extLst>
                    <a:ext uri="{9D8B030D-6E8A-4147-A177-3AD203B41FA5}">
                      <a16:colId xmlns:a16="http://schemas.microsoft.com/office/drawing/2014/main" val="2852526216"/>
                    </a:ext>
                  </a:extLst>
                </a:gridCol>
                <a:gridCol w="396818">
                  <a:extLst>
                    <a:ext uri="{9D8B030D-6E8A-4147-A177-3AD203B41FA5}">
                      <a16:colId xmlns:a16="http://schemas.microsoft.com/office/drawing/2014/main" val="103420222"/>
                    </a:ext>
                  </a:extLst>
                </a:gridCol>
                <a:gridCol w="396818">
                  <a:extLst>
                    <a:ext uri="{9D8B030D-6E8A-4147-A177-3AD203B41FA5}">
                      <a16:colId xmlns:a16="http://schemas.microsoft.com/office/drawing/2014/main" val="1470405609"/>
                    </a:ext>
                  </a:extLst>
                </a:gridCol>
                <a:gridCol w="36644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2564773099"/>
              </p:ext>
            </p:extLst>
          </p:nvPr>
        </p:nvGraphicFramePr>
        <p:xfrm>
          <a:off x="368134" y="6864295"/>
          <a:ext cx="6057574"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9">
                  <a:extLst>
                    <a:ext uri="{9D8B030D-6E8A-4147-A177-3AD203B41FA5}">
                      <a16:colId xmlns:a16="http://schemas.microsoft.com/office/drawing/2014/main" val="3259894497"/>
                    </a:ext>
                  </a:extLst>
                </a:gridCol>
                <a:gridCol w="473003">
                  <a:extLst>
                    <a:ext uri="{9D8B030D-6E8A-4147-A177-3AD203B41FA5}">
                      <a16:colId xmlns:a16="http://schemas.microsoft.com/office/drawing/2014/main" val="4170535043"/>
                    </a:ext>
                  </a:extLst>
                </a:gridCol>
                <a:gridCol w="431584">
                  <a:extLst>
                    <a:ext uri="{9D8B030D-6E8A-4147-A177-3AD203B41FA5}">
                      <a16:colId xmlns:a16="http://schemas.microsoft.com/office/drawing/2014/main" val="2079070694"/>
                    </a:ext>
                  </a:extLst>
                </a:gridCol>
                <a:gridCol w="465915">
                  <a:extLst>
                    <a:ext uri="{9D8B030D-6E8A-4147-A177-3AD203B41FA5}">
                      <a16:colId xmlns:a16="http://schemas.microsoft.com/office/drawing/2014/main" val="4213315911"/>
                    </a:ext>
                  </a:extLst>
                </a:gridCol>
                <a:gridCol w="416871">
                  <a:extLst>
                    <a:ext uri="{9D8B030D-6E8A-4147-A177-3AD203B41FA5}">
                      <a16:colId xmlns:a16="http://schemas.microsoft.com/office/drawing/2014/main" val="2769999950"/>
                    </a:ext>
                  </a:extLst>
                </a:gridCol>
                <a:gridCol w="472514">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2651469458"/>
              </p:ext>
            </p:extLst>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7" name="TextBox 6">
            <a:extLst>
              <a:ext uri="{FF2B5EF4-FFF2-40B4-BE49-F238E27FC236}">
                <a16:creationId xmlns:a16="http://schemas.microsoft.com/office/drawing/2014/main" id="{17A760CA-BE6E-8F4C-E260-D59C4A1FC936}"/>
              </a:ext>
            </a:extLst>
          </p:cNvPr>
          <p:cNvSpPr txBox="1"/>
          <p:nvPr/>
        </p:nvSpPr>
        <p:spPr>
          <a:xfrm>
            <a:off x="386389" y="727675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CH11</a:t>
            </a:r>
          </a:p>
        </p:txBody>
      </p:sp>
      <p:sp>
        <p:nvSpPr>
          <p:cNvPr id="9" name="TextBox 8">
            <a:extLst>
              <a:ext uri="{FF2B5EF4-FFF2-40B4-BE49-F238E27FC236}">
                <a16:creationId xmlns:a16="http://schemas.microsoft.com/office/drawing/2014/main" id="{C75134C3-3CF0-DB68-DF70-B7DF516CB91B}"/>
              </a:ext>
            </a:extLst>
          </p:cNvPr>
          <p:cNvSpPr txBox="1"/>
          <p:nvPr/>
        </p:nvSpPr>
        <p:spPr>
          <a:xfrm>
            <a:off x="380380" y="790751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CH12</a:t>
            </a:r>
          </a:p>
        </p:txBody>
      </p:sp>
      <p:graphicFrame>
        <p:nvGraphicFramePr>
          <p:cNvPr id="14" name="표 13">
            <a:extLst>
              <a:ext uri="{FF2B5EF4-FFF2-40B4-BE49-F238E27FC236}">
                <a16:creationId xmlns:a16="http://schemas.microsoft.com/office/drawing/2014/main" id="{12F3C28E-1CAE-74D8-447D-F48934F6454C}"/>
              </a:ext>
            </a:extLst>
          </p:cNvPr>
          <p:cNvGraphicFramePr>
            <a:graphicFrameLocks noGrp="1"/>
          </p:cNvGraphicFramePr>
          <p:nvPr>
            <p:extLst>
              <p:ext uri="{D42A27DB-BD31-4B8C-83A1-F6EECF244321}">
                <p14:modId xmlns:p14="http://schemas.microsoft.com/office/powerpoint/2010/main" val="2777105969"/>
              </p:ext>
            </p:extLst>
          </p:nvPr>
        </p:nvGraphicFramePr>
        <p:xfrm>
          <a:off x="368134" y="7494567"/>
          <a:ext cx="6057571"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8">
                  <a:extLst>
                    <a:ext uri="{9D8B030D-6E8A-4147-A177-3AD203B41FA5}">
                      <a16:colId xmlns:a16="http://schemas.microsoft.com/office/drawing/2014/main" val="3259894497"/>
                    </a:ext>
                  </a:extLst>
                </a:gridCol>
                <a:gridCol w="469384">
                  <a:extLst>
                    <a:ext uri="{9D8B030D-6E8A-4147-A177-3AD203B41FA5}">
                      <a16:colId xmlns:a16="http://schemas.microsoft.com/office/drawing/2014/main" val="4170535043"/>
                    </a:ext>
                  </a:extLst>
                </a:gridCol>
                <a:gridCol w="430921">
                  <a:extLst>
                    <a:ext uri="{9D8B030D-6E8A-4147-A177-3AD203B41FA5}">
                      <a16:colId xmlns:a16="http://schemas.microsoft.com/office/drawing/2014/main" val="2079070694"/>
                    </a:ext>
                  </a:extLst>
                </a:gridCol>
                <a:gridCol w="421774">
                  <a:extLst>
                    <a:ext uri="{9D8B030D-6E8A-4147-A177-3AD203B41FA5}">
                      <a16:colId xmlns:a16="http://schemas.microsoft.com/office/drawing/2014/main" val="4213315911"/>
                    </a:ext>
                  </a:extLst>
                </a:gridCol>
                <a:gridCol w="456106">
                  <a:extLst>
                    <a:ext uri="{9D8B030D-6E8A-4147-A177-3AD203B41FA5}">
                      <a16:colId xmlns:a16="http://schemas.microsoft.com/office/drawing/2014/main" val="2769999950"/>
                    </a:ext>
                  </a:extLst>
                </a:gridCol>
                <a:gridCol w="481700">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E167636-EA29-A587-2B08-2CF0B8595AC2}"/>
              </a:ext>
            </a:extLst>
          </p:cNvPr>
          <p:cNvGraphicFramePr>
            <a:graphicFrameLocks noGrp="1"/>
          </p:cNvGraphicFramePr>
          <p:nvPr>
            <p:extLst>
              <p:ext uri="{D42A27DB-BD31-4B8C-83A1-F6EECF244321}">
                <p14:modId xmlns:p14="http://schemas.microsoft.com/office/powerpoint/2010/main" val="1630658383"/>
              </p:ext>
            </p:extLst>
          </p:nvPr>
        </p:nvGraphicFramePr>
        <p:xfrm>
          <a:off x="366524" y="8122095"/>
          <a:ext cx="6056481" cy="372600"/>
        </p:xfrm>
        <a:graphic>
          <a:graphicData uri="http://schemas.openxmlformats.org/drawingml/2006/table">
            <a:tbl>
              <a:tblPr firstRow="1" bandRow="1">
                <a:tableStyleId>{5C22544A-7EE6-4342-B048-85BDC9FD1C3A}</a:tableStyleId>
              </a:tblPr>
              <a:tblGrid>
                <a:gridCol w="299030">
                  <a:extLst>
                    <a:ext uri="{9D8B030D-6E8A-4147-A177-3AD203B41FA5}">
                      <a16:colId xmlns:a16="http://schemas.microsoft.com/office/drawing/2014/main" val="657570846"/>
                    </a:ext>
                  </a:extLst>
                </a:gridCol>
                <a:gridCol w="349935">
                  <a:extLst>
                    <a:ext uri="{9D8B030D-6E8A-4147-A177-3AD203B41FA5}">
                      <a16:colId xmlns:a16="http://schemas.microsoft.com/office/drawing/2014/main" val="3259894497"/>
                    </a:ext>
                  </a:extLst>
                </a:gridCol>
                <a:gridCol w="469299">
                  <a:extLst>
                    <a:ext uri="{9D8B030D-6E8A-4147-A177-3AD203B41FA5}">
                      <a16:colId xmlns:a16="http://schemas.microsoft.com/office/drawing/2014/main" val="4170535043"/>
                    </a:ext>
                  </a:extLst>
                </a:gridCol>
                <a:gridCol w="416132">
                  <a:extLst>
                    <a:ext uri="{9D8B030D-6E8A-4147-A177-3AD203B41FA5}">
                      <a16:colId xmlns:a16="http://schemas.microsoft.com/office/drawing/2014/main" val="2079070694"/>
                    </a:ext>
                  </a:extLst>
                </a:gridCol>
                <a:gridCol w="431505">
                  <a:extLst>
                    <a:ext uri="{9D8B030D-6E8A-4147-A177-3AD203B41FA5}">
                      <a16:colId xmlns:a16="http://schemas.microsoft.com/office/drawing/2014/main" val="4213315911"/>
                    </a:ext>
                  </a:extLst>
                </a:gridCol>
                <a:gridCol w="456023">
                  <a:extLst>
                    <a:ext uri="{9D8B030D-6E8A-4147-A177-3AD203B41FA5}">
                      <a16:colId xmlns:a16="http://schemas.microsoft.com/office/drawing/2014/main" val="2769999950"/>
                    </a:ext>
                  </a:extLst>
                </a:gridCol>
                <a:gridCol w="486517">
                  <a:extLst>
                    <a:ext uri="{9D8B030D-6E8A-4147-A177-3AD203B41FA5}">
                      <a16:colId xmlns:a16="http://schemas.microsoft.com/office/drawing/2014/main" val="135637185"/>
                    </a:ext>
                  </a:extLst>
                </a:gridCol>
                <a:gridCol w="397307">
                  <a:extLst>
                    <a:ext uri="{9D8B030D-6E8A-4147-A177-3AD203B41FA5}">
                      <a16:colId xmlns:a16="http://schemas.microsoft.com/office/drawing/2014/main" val="3038050475"/>
                    </a:ext>
                  </a:extLst>
                </a:gridCol>
                <a:gridCol w="397307">
                  <a:extLst>
                    <a:ext uri="{9D8B030D-6E8A-4147-A177-3AD203B41FA5}">
                      <a16:colId xmlns:a16="http://schemas.microsoft.com/office/drawing/2014/main" val="1979433044"/>
                    </a:ext>
                  </a:extLst>
                </a:gridCol>
                <a:gridCol w="397307">
                  <a:extLst>
                    <a:ext uri="{9D8B030D-6E8A-4147-A177-3AD203B41FA5}">
                      <a16:colId xmlns:a16="http://schemas.microsoft.com/office/drawing/2014/main" val="4270661649"/>
                    </a:ext>
                  </a:extLst>
                </a:gridCol>
                <a:gridCol w="397307">
                  <a:extLst>
                    <a:ext uri="{9D8B030D-6E8A-4147-A177-3AD203B41FA5}">
                      <a16:colId xmlns:a16="http://schemas.microsoft.com/office/drawing/2014/main" val="3027041370"/>
                    </a:ext>
                  </a:extLst>
                </a:gridCol>
                <a:gridCol w="397307">
                  <a:extLst>
                    <a:ext uri="{9D8B030D-6E8A-4147-A177-3AD203B41FA5}">
                      <a16:colId xmlns:a16="http://schemas.microsoft.com/office/drawing/2014/main" val="2852526216"/>
                    </a:ext>
                  </a:extLst>
                </a:gridCol>
                <a:gridCol w="397307">
                  <a:extLst>
                    <a:ext uri="{9D8B030D-6E8A-4147-A177-3AD203B41FA5}">
                      <a16:colId xmlns:a16="http://schemas.microsoft.com/office/drawing/2014/main" val="103420222"/>
                    </a:ext>
                  </a:extLst>
                </a:gridCol>
                <a:gridCol w="397307">
                  <a:extLst>
                    <a:ext uri="{9D8B030D-6E8A-4147-A177-3AD203B41FA5}">
                      <a16:colId xmlns:a16="http://schemas.microsoft.com/office/drawing/2014/main" val="1470405609"/>
                    </a:ext>
                  </a:extLst>
                </a:gridCol>
                <a:gridCol w="3668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813" y="845990"/>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10" name="TextBox 9">
            <a:extLst>
              <a:ext uri="{FF2B5EF4-FFF2-40B4-BE49-F238E27FC236}">
                <a16:creationId xmlns:a16="http://schemas.microsoft.com/office/drawing/2014/main" id="{EAEED484-96C9-A12A-5DB3-D85F7CC0667C}"/>
              </a:ext>
            </a:extLst>
          </p:cNvPr>
          <p:cNvSpPr txBox="1"/>
          <p:nvPr/>
        </p:nvSpPr>
        <p:spPr>
          <a:xfrm>
            <a:off x="404552" y="34335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223465527"/>
              </p:ext>
            </p:extLst>
          </p:nvPr>
        </p:nvGraphicFramePr>
        <p:xfrm>
          <a:off x="404565" y="1622931"/>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729508303"/>
              </p:ext>
            </p:extLst>
          </p:nvPr>
        </p:nvGraphicFramePr>
        <p:xfrm>
          <a:off x="404565" y="1106638"/>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2303860703"/>
              </p:ext>
            </p:extLst>
          </p:nvPr>
        </p:nvGraphicFramePr>
        <p:xfrm>
          <a:off x="404552" y="42165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66900A33-CD88-F481-B5E9-CC1FBD071BB0}"/>
              </a:ext>
            </a:extLst>
          </p:cNvPr>
          <p:cNvGraphicFramePr>
            <a:graphicFrameLocks noGrp="1"/>
          </p:cNvGraphicFramePr>
          <p:nvPr>
            <p:extLst>
              <p:ext uri="{D42A27DB-BD31-4B8C-83A1-F6EECF244321}">
                <p14:modId xmlns:p14="http://schemas.microsoft.com/office/powerpoint/2010/main" val="1773254784"/>
              </p:ext>
            </p:extLst>
          </p:nvPr>
        </p:nvGraphicFramePr>
        <p:xfrm>
          <a:off x="404552" y="3695913"/>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166780"/>
              </p:ext>
            </p:extLst>
          </p:nvPr>
        </p:nvGraphicFramePr>
        <p:xfrm>
          <a:off x="404560" y="1980744"/>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4266124"/>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656251039"/>
              </p:ext>
            </p:extLst>
          </p:nvPr>
        </p:nvGraphicFramePr>
        <p:xfrm>
          <a:off x="404564" y="496049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793054654"/>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502256743"/>
              </p:ext>
            </p:extLst>
          </p:nvPr>
        </p:nvGraphicFramePr>
        <p:xfrm>
          <a:off x="404564" y="4531838"/>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669250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1978857482"/>
              </p:ext>
            </p:extLst>
          </p:nvPr>
        </p:nvGraphicFramePr>
        <p:xfrm>
          <a:off x="404560" y="7831834"/>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1487786873"/>
              </p:ext>
            </p:extLst>
          </p:nvPr>
        </p:nvGraphicFramePr>
        <p:xfrm>
          <a:off x="404563" y="6958119"/>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1273651457"/>
              </p:ext>
            </p:extLst>
          </p:nvPr>
        </p:nvGraphicFramePr>
        <p:xfrm>
          <a:off x="404563" y="7401076"/>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26D9-1D2A-5660-04EA-9EDC81B8A6BC}"/>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480A1CF-B528-0390-DEE7-B084B42774A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A6B8AB-6C2B-DDBB-79ED-9796C5D7D20E}"/>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F4AB5F3-C500-4CB0-80BB-F1AE91309F23}"/>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graphicFrame>
        <p:nvGraphicFramePr>
          <p:cNvPr id="5" name="표 4">
            <a:extLst>
              <a:ext uri="{FF2B5EF4-FFF2-40B4-BE49-F238E27FC236}">
                <a16:creationId xmlns:a16="http://schemas.microsoft.com/office/drawing/2014/main" id="{5622300C-1D4C-0EC8-2CFA-A48DEE03D400}"/>
              </a:ext>
            </a:extLst>
          </p:cNvPr>
          <p:cNvGraphicFramePr>
            <a:graphicFrameLocks noGrp="1"/>
          </p:cNvGraphicFramePr>
          <p:nvPr>
            <p:extLst>
              <p:ext uri="{D42A27DB-BD31-4B8C-83A1-F6EECF244321}">
                <p14:modId xmlns:p14="http://schemas.microsoft.com/office/powerpoint/2010/main" val="24662992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10" name="표 9">
            <a:extLst>
              <a:ext uri="{FF2B5EF4-FFF2-40B4-BE49-F238E27FC236}">
                <a16:creationId xmlns:a16="http://schemas.microsoft.com/office/drawing/2014/main" id="{0A29343E-6656-BA44-32DA-7B2E00231CF4}"/>
              </a:ext>
            </a:extLst>
          </p:cNvPr>
          <p:cNvGraphicFramePr>
            <a:graphicFrameLocks noGrp="1"/>
          </p:cNvGraphicFramePr>
          <p:nvPr>
            <p:extLst>
              <p:ext uri="{D42A27DB-BD31-4B8C-83A1-F6EECF244321}">
                <p14:modId xmlns:p14="http://schemas.microsoft.com/office/powerpoint/2010/main" val="3800609389"/>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30484EFA-50ED-F0E7-6131-63A8A185BB0D}"/>
              </a:ext>
            </a:extLst>
          </p:cNvPr>
          <p:cNvSpPr txBox="1"/>
          <p:nvPr/>
        </p:nvSpPr>
        <p:spPr>
          <a:xfrm>
            <a:off x="401536" y="6291620"/>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8" name="표 7">
            <a:extLst>
              <a:ext uri="{FF2B5EF4-FFF2-40B4-BE49-F238E27FC236}">
                <a16:creationId xmlns:a16="http://schemas.microsoft.com/office/drawing/2014/main" id="{784830EB-4A89-E559-0102-08337C4D0BBC}"/>
              </a:ext>
            </a:extLst>
          </p:cNvPr>
          <p:cNvGraphicFramePr>
            <a:graphicFrameLocks noGrp="1"/>
          </p:cNvGraphicFramePr>
          <p:nvPr>
            <p:extLst>
              <p:ext uri="{D42A27DB-BD31-4B8C-83A1-F6EECF244321}">
                <p14:modId xmlns:p14="http://schemas.microsoft.com/office/powerpoint/2010/main" val="3037434818"/>
              </p:ext>
            </p:extLst>
          </p:nvPr>
        </p:nvGraphicFramePr>
        <p:xfrm>
          <a:off x="401536" y="7030944"/>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E7EE3C37-6B52-8C78-9710-8CCE1EC68093}"/>
              </a:ext>
            </a:extLst>
          </p:cNvPr>
          <p:cNvGraphicFramePr>
            <a:graphicFrameLocks noGrp="1"/>
          </p:cNvGraphicFramePr>
          <p:nvPr>
            <p:extLst>
              <p:ext uri="{D42A27DB-BD31-4B8C-83A1-F6EECF244321}">
                <p14:modId xmlns:p14="http://schemas.microsoft.com/office/powerpoint/2010/main" val="3779510905"/>
              </p:ext>
            </p:extLst>
          </p:nvPr>
        </p:nvGraphicFramePr>
        <p:xfrm>
          <a:off x="401536" y="6568501"/>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11" name="TextBox 10">
            <a:extLst>
              <a:ext uri="{FF2B5EF4-FFF2-40B4-BE49-F238E27FC236}">
                <a16:creationId xmlns:a16="http://schemas.microsoft.com/office/drawing/2014/main" id="{F9C55511-D090-80FB-6888-2FD1CA1809F7}"/>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15" name="표 14">
            <a:extLst>
              <a:ext uri="{FF2B5EF4-FFF2-40B4-BE49-F238E27FC236}">
                <a16:creationId xmlns:a16="http://schemas.microsoft.com/office/drawing/2014/main" id="{9CF837E8-AC1E-34B3-6614-418DC3CC552E}"/>
              </a:ext>
            </a:extLst>
          </p:cNvPr>
          <p:cNvGraphicFramePr>
            <a:graphicFrameLocks noGrp="1"/>
          </p:cNvGraphicFramePr>
          <p:nvPr>
            <p:extLst>
              <p:ext uri="{D42A27DB-BD31-4B8C-83A1-F6EECF244321}">
                <p14:modId xmlns:p14="http://schemas.microsoft.com/office/powerpoint/2010/main" val="4069189621"/>
              </p:ext>
            </p:extLst>
          </p:nvPr>
        </p:nvGraphicFramePr>
        <p:xfrm>
          <a:off x="404817" y="3339171"/>
          <a:ext cx="6048614" cy="25798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64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should be careful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must be cleared before the frame frequency transition with a flicker-less is started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and be set after the frame frequency transition is completed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7156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PCK_SYNC_E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SYNC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then the PWM clock for each channel is created in synchronization with vsync.</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SYNC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SYNC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608641"/>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0x2AA, means that the write access to all internal registers except the MAX_CURR_REF register is not allowable.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6" name="표 15">
            <a:extLst>
              <a:ext uri="{FF2B5EF4-FFF2-40B4-BE49-F238E27FC236}">
                <a16:creationId xmlns:a16="http://schemas.microsoft.com/office/drawing/2014/main" id="{BB66D3FD-2D64-2A97-14FC-BC92352A9553}"/>
              </a:ext>
            </a:extLst>
          </p:cNvPr>
          <p:cNvGraphicFramePr>
            <a:graphicFrameLocks noGrp="1"/>
          </p:cNvGraphicFramePr>
          <p:nvPr>
            <p:extLst>
              <p:ext uri="{D42A27DB-BD31-4B8C-83A1-F6EECF244321}">
                <p14:modId xmlns:p14="http://schemas.microsoft.com/office/powerpoint/2010/main" val="3277967266"/>
              </p:ext>
            </p:extLst>
          </p:nvPr>
        </p:nvGraphicFramePr>
        <p:xfrm>
          <a:off x="404818" y="2876533"/>
          <a:ext cx="6048619" cy="372600"/>
        </p:xfrm>
        <a:graphic>
          <a:graphicData uri="http://schemas.openxmlformats.org/drawingml/2006/table">
            <a:tbl>
              <a:tblPr firstRow="1" bandRow="1">
                <a:tableStyleId>{5C22544A-7EE6-4342-B048-85BDC9FD1C3A}</a:tableStyleId>
              </a:tblPr>
              <a:tblGrid>
                <a:gridCol w="317714">
                  <a:extLst>
                    <a:ext uri="{9D8B030D-6E8A-4147-A177-3AD203B41FA5}">
                      <a16:colId xmlns:a16="http://schemas.microsoft.com/office/drawing/2014/main" val="657570846"/>
                    </a:ext>
                  </a:extLst>
                </a:gridCol>
                <a:gridCol w="349339">
                  <a:extLst>
                    <a:ext uri="{9D8B030D-6E8A-4147-A177-3AD203B41FA5}">
                      <a16:colId xmlns:a16="http://schemas.microsoft.com/office/drawing/2014/main" val="3259894497"/>
                    </a:ext>
                  </a:extLst>
                </a:gridCol>
                <a:gridCol w="418554">
                  <a:extLst>
                    <a:ext uri="{9D8B030D-6E8A-4147-A177-3AD203B41FA5}">
                      <a16:colId xmlns:a16="http://schemas.microsoft.com/office/drawing/2014/main" val="4170535043"/>
                    </a:ext>
                  </a:extLst>
                </a:gridCol>
                <a:gridCol w="586067">
                  <a:extLst>
                    <a:ext uri="{9D8B030D-6E8A-4147-A177-3AD203B41FA5}">
                      <a16:colId xmlns:a16="http://schemas.microsoft.com/office/drawing/2014/main" val="2079070694"/>
                    </a:ext>
                  </a:extLst>
                </a:gridCol>
                <a:gridCol w="670605">
                  <a:extLst>
                    <a:ext uri="{9D8B030D-6E8A-4147-A177-3AD203B41FA5}">
                      <a16:colId xmlns:a16="http://schemas.microsoft.com/office/drawing/2014/main" val="4213315911"/>
                    </a:ext>
                  </a:extLst>
                </a:gridCol>
                <a:gridCol w="365949">
                  <a:extLst>
                    <a:ext uri="{9D8B030D-6E8A-4147-A177-3AD203B41FA5}">
                      <a16:colId xmlns:a16="http://schemas.microsoft.com/office/drawing/2014/main" val="2769999950"/>
                    </a:ext>
                  </a:extLst>
                </a:gridCol>
                <a:gridCol w="365949">
                  <a:extLst>
                    <a:ext uri="{9D8B030D-6E8A-4147-A177-3AD203B41FA5}">
                      <a16:colId xmlns:a16="http://schemas.microsoft.com/office/drawing/2014/main" val="135637185"/>
                    </a:ext>
                  </a:extLst>
                </a:gridCol>
                <a:gridCol w="365949">
                  <a:extLst>
                    <a:ext uri="{9D8B030D-6E8A-4147-A177-3AD203B41FA5}">
                      <a16:colId xmlns:a16="http://schemas.microsoft.com/office/drawing/2014/main" val="3038050475"/>
                    </a:ext>
                  </a:extLst>
                </a:gridCol>
                <a:gridCol w="412799">
                  <a:extLst>
                    <a:ext uri="{9D8B030D-6E8A-4147-A177-3AD203B41FA5}">
                      <a16:colId xmlns:a16="http://schemas.microsoft.com/office/drawing/2014/main" val="1979433044"/>
                    </a:ext>
                  </a:extLst>
                </a:gridCol>
                <a:gridCol w="365949">
                  <a:extLst>
                    <a:ext uri="{9D8B030D-6E8A-4147-A177-3AD203B41FA5}">
                      <a16:colId xmlns:a16="http://schemas.microsoft.com/office/drawing/2014/main" val="4270661649"/>
                    </a:ext>
                  </a:extLst>
                </a:gridCol>
                <a:gridCol w="365949">
                  <a:extLst>
                    <a:ext uri="{9D8B030D-6E8A-4147-A177-3AD203B41FA5}">
                      <a16:colId xmlns:a16="http://schemas.microsoft.com/office/drawing/2014/main" val="3027041370"/>
                    </a:ext>
                  </a:extLst>
                </a:gridCol>
                <a:gridCol w="365949">
                  <a:extLst>
                    <a:ext uri="{9D8B030D-6E8A-4147-A177-3AD203B41FA5}">
                      <a16:colId xmlns:a16="http://schemas.microsoft.com/office/drawing/2014/main" val="2852526216"/>
                    </a:ext>
                  </a:extLst>
                </a:gridCol>
                <a:gridCol w="365949">
                  <a:extLst>
                    <a:ext uri="{9D8B030D-6E8A-4147-A177-3AD203B41FA5}">
                      <a16:colId xmlns:a16="http://schemas.microsoft.com/office/drawing/2014/main" val="103420222"/>
                    </a:ext>
                  </a:extLst>
                </a:gridCol>
                <a:gridCol w="365949">
                  <a:extLst>
                    <a:ext uri="{9D8B030D-6E8A-4147-A177-3AD203B41FA5}">
                      <a16:colId xmlns:a16="http://schemas.microsoft.com/office/drawing/2014/main" val="1470405609"/>
                    </a:ext>
                  </a:extLst>
                </a:gridCol>
                <a:gridCol w="3659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0xD55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PCK_SYNC_E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915534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732383395"/>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534791393"/>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98891788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480829460"/>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909199182"/>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3693139627"/>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3737829085"/>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433756438"/>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821406666"/>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88375850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44117209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27362796"/>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980406535"/>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78084561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33152123"/>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46001020"/>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2744910554"/>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34196104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22790883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690709076"/>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0442908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669939130"/>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91611498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3027351996"/>
              </p:ext>
            </p:extLst>
          </p:nvPr>
        </p:nvGraphicFramePr>
        <p:xfrm>
          <a:off x="887435" y="50717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8786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7106106"/>
            <a:ext cx="6048622" cy="1164421"/>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11527" marR="4611">
              <a:spcBef>
                <a:spcPts val="159"/>
              </a:spcBef>
            </a:pPr>
            <a:r>
              <a:rPr lang="en-US" sz="800" dirty="0">
                <a:latin typeface="Arial"/>
                <a:cs typeface="Arial"/>
              </a:rPr>
              <a:t>3. This document should serve as recommendation only. Other parameters may also affect soldering, so these profiles</a:t>
            </a:r>
          </a:p>
          <a:p>
            <a:pPr marL="11527" marR="4611">
              <a:spcBef>
                <a:spcPts val="159"/>
              </a:spcBef>
            </a:pPr>
            <a:r>
              <a:rPr lang="en-US" sz="800" dirty="0">
                <a:latin typeface="Arial"/>
                <a:cs typeface="Arial"/>
              </a:rPr>
              <a:t>     do not guarantee absolute success.</a:t>
            </a:r>
          </a:p>
          <a:p>
            <a:pPr marL="11527" marR="4611">
              <a:spcBef>
                <a:spcPts val="159"/>
              </a:spcBef>
            </a:pPr>
            <a:r>
              <a:rPr lang="en-US" sz="800" dirty="0">
                <a:latin typeface="Arial"/>
                <a:cs typeface="Arial"/>
              </a:rPr>
              <a:t>4. Soldering profile should be determined by the manufacturer of the solder paste, providing there is no contradiction          </a:t>
            </a:r>
          </a:p>
          <a:p>
            <a:pPr marL="11527" marR="4611">
              <a:spcBef>
                <a:spcPts val="159"/>
              </a:spcBef>
            </a:pPr>
            <a:r>
              <a:rPr lang="en-US" sz="800" dirty="0">
                <a:latin typeface="Arial"/>
                <a:cs typeface="Arial"/>
              </a:rPr>
              <a:t>      with the recommendations in this document.</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222547"/>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22254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244635"/>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21277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42190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420685"/>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414575"/>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329936"/>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1952881762"/>
              </p:ext>
            </p:extLst>
          </p:nvPr>
        </p:nvGraphicFramePr>
        <p:xfrm>
          <a:off x="3919794" y="5053616"/>
          <a:ext cx="2359085" cy="356153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964092"/>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313712"/>
            <a:ext cx="2062039" cy="169277"/>
          </a:xfrm>
          <a:prstGeom prst="rect">
            <a:avLst/>
          </a:prstGeom>
        </p:spPr>
        <p:txBody>
          <a:bodyPr vert="horz" wrap="non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3113632"/>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pic>
        <p:nvPicPr>
          <p:cNvPr id="5" name="그림 4">
            <a:extLst>
              <a:ext uri="{FF2B5EF4-FFF2-40B4-BE49-F238E27FC236}">
                <a16:creationId xmlns:a16="http://schemas.microsoft.com/office/drawing/2014/main" id="{663B7B1A-304F-B0CE-AD67-2365D48781A7}"/>
              </a:ext>
            </a:extLst>
          </p:cNvPr>
          <p:cNvPicPr>
            <a:picLocks noChangeAspect="1"/>
          </p:cNvPicPr>
          <p:nvPr/>
        </p:nvPicPr>
        <p:blipFill>
          <a:blip r:embed="rId2"/>
          <a:srcRect l="5862" t="4574" r="3323"/>
          <a:stretch/>
        </p:blipFill>
        <p:spPr>
          <a:xfrm>
            <a:off x="3429000" y="1966324"/>
            <a:ext cx="3169411" cy="2742145"/>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98278" y="1765924"/>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766381"/>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3"/>
          <a:stretch>
            <a:fillRect/>
          </a:stretch>
        </p:blipFill>
        <p:spPr>
          <a:xfrm>
            <a:off x="413545" y="5273132"/>
            <a:ext cx="2757164" cy="1016507"/>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404813" y="1546061"/>
            <a:ext cx="4001941" cy="3256882"/>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920665"/>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1110258637"/>
              </p:ext>
            </p:extLst>
          </p:nvPr>
        </p:nvGraphicFramePr>
        <p:xfrm>
          <a:off x="4625513" y="155784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1.9</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2443908" y="522962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49969</TotalTime>
  <Words>10036</Words>
  <Application>Microsoft Office PowerPoint</Application>
  <PresentationFormat>A4 용지(210x297mm)</PresentationFormat>
  <Paragraphs>3251</Paragraphs>
  <Slides>33</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33</vt:i4>
      </vt:variant>
    </vt:vector>
  </HeadingPairs>
  <TitlesOfParts>
    <vt:vector size="40"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1848</cp:revision>
  <cp:lastPrinted>2023-08-01T07:21:23Z</cp:lastPrinted>
  <dcterms:created xsi:type="dcterms:W3CDTF">2020-06-17T04:27:48Z</dcterms:created>
  <dcterms:modified xsi:type="dcterms:W3CDTF">2025-06-05T01:26:07Z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