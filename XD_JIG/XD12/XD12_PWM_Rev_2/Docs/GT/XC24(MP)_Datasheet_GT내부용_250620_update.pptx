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8"/>
  </p:notesMasterIdLst>
  <p:handoutMasterIdLst>
    <p:handoutMasterId r:id="rId9"/>
  </p:handoutMasterIdLst>
  <p:sldIdLst>
    <p:sldId id="388" r:id="rId5"/>
    <p:sldId id="426" r:id="rId6"/>
    <p:sldId id="420" r:id="rId7"/>
  </p:sldIdLst>
  <p:sldSz cx="6858000" cy="9906000" type="A4"/>
  <p:notesSz cx="6791325" cy="99218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 userDrawn="1">
          <p15:clr>
            <a:srgbClr val="A4A3A4"/>
          </p15:clr>
        </p15:guide>
        <p15:guide id="4" orient="horz" pos="5910" userDrawn="1">
          <p15:clr>
            <a:srgbClr val="A4A3A4"/>
          </p15:clr>
        </p15:guide>
        <p15:guide id="5" pos="4065" userDrawn="1">
          <p15:clr>
            <a:srgbClr val="A4A3A4"/>
          </p15:clr>
        </p15:guide>
        <p15:guide id="9" orient="horz" pos="2689" userDrawn="1">
          <p15:clr>
            <a:srgbClr val="A4A3A4"/>
          </p15:clr>
        </p15:guide>
        <p15:guide id="10" pos="255" userDrawn="1">
          <p15:clr>
            <a:srgbClr val="A4A3A4"/>
          </p15:clr>
        </p15:guide>
        <p15:guide id="12" pos="580" userDrawn="1">
          <p15:clr>
            <a:srgbClr val="A4A3A4"/>
          </p15:clr>
        </p15:guide>
        <p15:guide id="13" pos="1988" userDrawn="1">
          <p15:clr>
            <a:srgbClr val="A4A3A4"/>
          </p15:clr>
        </p15:guide>
        <p15:guide id="14" pos="2523" userDrawn="1">
          <p15:clr>
            <a:srgbClr val="A4A3A4"/>
          </p15:clr>
        </p15:guide>
        <p15:guide id="15" pos="3906" userDrawn="1">
          <p15:clr>
            <a:srgbClr val="A4A3A4"/>
          </p15:clr>
        </p15:guide>
        <p15:guide id="16" orient="horz" pos="943" userDrawn="1">
          <p15:clr>
            <a:srgbClr val="A4A3A4"/>
          </p15:clr>
        </p15:guide>
        <p15:guide id="17" orient="horz" pos="2031" userDrawn="1">
          <p15:clr>
            <a:srgbClr val="A4A3A4"/>
          </p15:clr>
        </p15:guide>
        <p15:guide id="18" orient="horz" pos="3800" userDrawn="1">
          <p15:clr>
            <a:srgbClr val="A4A3A4"/>
          </p15:clr>
        </p15:guide>
        <p15:guide id="19" orient="horz" pos="4413" userDrawn="1">
          <p15:clr>
            <a:srgbClr val="A4A3A4"/>
          </p15:clr>
        </p15:guide>
        <p15:guide id="20" orient="horz" pos="5569" userDrawn="1">
          <p15:clr>
            <a:srgbClr val="A4A3A4"/>
          </p15:clr>
        </p15:guide>
        <p15:guide id="21" orient="horz" pos="1419" userDrawn="1">
          <p15:clr>
            <a:srgbClr val="A4A3A4"/>
          </p15:clr>
        </p15:guide>
        <p15:guide id="22" orient="horz" pos="105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0000FF"/>
    <a:srgbClr val="FF00FF"/>
    <a:srgbClr val="E8E8E8"/>
    <a:srgbClr val="0033CC"/>
    <a:srgbClr val="FFFFCC"/>
    <a:srgbClr val="CCFFFF"/>
    <a:srgbClr val="EAFAEA"/>
    <a:srgbClr val="C7F1C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90" autoAdjust="0"/>
    <p:restoredTop sz="97244" autoAdjust="0"/>
  </p:normalViewPr>
  <p:slideViewPr>
    <p:cSldViewPr snapToGrid="0">
      <p:cViewPr varScale="1">
        <p:scale>
          <a:sx n="99" d="100"/>
          <a:sy n="99" d="100"/>
        </p:scale>
        <p:origin x="616" y="76"/>
      </p:cViewPr>
      <p:guideLst>
        <p:guide orient="horz" pos="217"/>
        <p:guide orient="horz" pos="5910"/>
        <p:guide pos="4065"/>
        <p:guide orient="horz" pos="2689"/>
        <p:guide pos="255"/>
        <p:guide pos="580"/>
        <p:guide pos="1988"/>
        <p:guide pos="2523"/>
        <p:guide pos="3906"/>
        <p:guide orient="horz" pos="943"/>
        <p:guide orient="horz" pos="2031"/>
        <p:guide orient="horz" pos="3800"/>
        <p:guide orient="horz" pos="4413"/>
        <p:guide orient="horz" pos="5569"/>
        <p:guide orient="horz" pos="1419"/>
        <p:guide orient="horz" pos="105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096" y="11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3648" cy="496650"/>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6092" y="0"/>
            <a:ext cx="2943648" cy="496650"/>
          </a:xfrm>
          <a:prstGeom prst="rect">
            <a:avLst/>
          </a:prstGeom>
        </p:spPr>
        <p:txBody>
          <a:bodyPr vert="horz" lIns="91376" tIns="45688" rIns="91376" bIns="45688" rtlCol="0"/>
          <a:lstStyle>
            <a:lvl1pPr algn="r">
              <a:defRPr sz="1200"/>
            </a:lvl1pPr>
          </a:lstStyle>
          <a:p>
            <a:fld id="{2281637F-B6E0-4E7F-AD60-C289DCB0986F}" type="datetimeFigureOut">
              <a:rPr lang="ko-KR" altLang="en-US" smtClean="0"/>
              <a:t>2025-06-20</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5225"/>
            <a:ext cx="2943648" cy="496650"/>
          </a:xfrm>
          <a:prstGeom prst="rect">
            <a:avLst/>
          </a:prstGeom>
        </p:spPr>
        <p:txBody>
          <a:bodyPr vert="horz" lIns="91376" tIns="45688" rIns="91376" bIns="45688"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6092" y="9425225"/>
            <a:ext cx="2943648" cy="496650"/>
          </a:xfrm>
          <a:prstGeom prst="rect">
            <a:avLst/>
          </a:prstGeom>
        </p:spPr>
        <p:txBody>
          <a:bodyPr vert="horz" lIns="91376" tIns="45688" rIns="91376" bIns="45688"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2907" cy="497817"/>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p:cNvSpPr>
            <a:spLocks noGrp="1"/>
          </p:cNvSpPr>
          <p:nvPr>
            <p:ph type="dt" idx="1"/>
          </p:nvPr>
        </p:nvSpPr>
        <p:spPr>
          <a:xfrm>
            <a:off x="3846847" y="0"/>
            <a:ext cx="2942907" cy="497817"/>
          </a:xfrm>
          <a:prstGeom prst="rect">
            <a:avLst/>
          </a:prstGeom>
        </p:spPr>
        <p:txBody>
          <a:bodyPr vert="horz" lIns="91376" tIns="45688" rIns="91376" bIns="45688" rtlCol="0"/>
          <a:lstStyle>
            <a:lvl1pPr algn="r">
              <a:defRPr sz="1200"/>
            </a:lvl1pPr>
          </a:lstStyle>
          <a:p>
            <a:fld id="{1905B5A4-DDD3-42F4-9B43-01BA73DC80EA}" type="datetimeFigureOut">
              <a:rPr lang="ko-KR" altLang="en-US" smtClean="0"/>
              <a:t>2025-06-20</a:t>
            </a:fld>
            <a:endParaRPr lang="ko-KR" altLang="en-US" dirty="0"/>
          </a:p>
        </p:txBody>
      </p:sp>
      <p:sp>
        <p:nvSpPr>
          <p:cNvPr id="4" name="슬라이드 이미지 개체 틀 3"/>
          <p:cNvSpPr>
            <a:spLocks noGrp="1" noRot="1" noChangeAspect="1"/>
          </p:cNvSpPr>
          <p:nvPr>
            <p:ph type="sldImg" idx="2"/>
          </p:nvPr>
        </p:nvSpPr>
        <p:spPr>
          <a:xfrm>
            <a:off x="2236788" y="1241425"/>
            <a:ext cx="2317750" cy="3348038"/>
          </a:xfrm>
          <a:prstGeom prst="rect">
            <a:avLst/>
          </a:prstGeom>
          <a:noFill/>
          <a:ln w="12700">
            <a:solidFill>
              <a:prstClr val="black"/>
            </a:solidFill>
          </a:ln>
        </p:spPr>
        <p:txBody>
          <a:bodyPr vert="horz" lIns="91376" tIns="45688" rIns="91376" bIns="45688" rtlCol="0" anchor="ctr"/>
          <a:lstStyle/>
          <a:p>
            <a:endParaRPr lang="ko-KR" altLang="en-US" dirty="0"/>
          </a:p>
        </p:txBody>
      </p:sp>
      <p:sp>
        <p:nvSpPr>
          <p:cNvPr id="5" name="슬라이드 노트 개체 틀 4"/>
          <p:cNvSpPr>
            <a:spLocks noGrp="1"/>
          </p:cNvSpPr>
          <p:nvPr>
            <p:ph type="body" sz="quarter" idx="3"/>
          </p:nvPr>
        </p:nvSpPr>
        <p:spPr>
          <a:xfrm>
            <a:off x="679133" y="4774902"/>
            <a:ext cx="5433060" cy="3906739"/>
          </a:xfrm>
          <a:prstGeom prst="rect">
            <a:avLst/>
          </a:prstGeom>
        </p:spPr>
        <p:txBody>
          <a:bodyPr vert="horz" lIns="91376" tIns="45688" rIns="91376" bIns="45688"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4060"/>
            <a:ext cx="2942907" cy="497816"/>
          </a:xfrm>
          <a:prstGeom prst="rect">
            <a:avLst/>
          </a:prstGeom>
        </p:spPr>
        <p:txBody>
          <a:bodyPr vert="horz" lIns="91376" tIns="45688" rIns="91376" bIns="4568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6847" y="9424060"/>
            <a:ext cx="2942907" cy="497816"/>
          </a:xfrm>
          <a:prstGeom prst="rect">
            <a:avLst/>
          </a:prstGeom>
        </p:spPr>
        <p:txBody>
          <a:bodyPr vert="horz" lIns="91376" tIns="45688" rIns="91376" bIns="45688"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2268809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XC24</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3604568481"/>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1_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Tree>
    <p:extLst>
      <p:ext uri="{BB962C8B-B14F-4D97-AF65-F5344CB8AC3E}">
        <p14:creationId xmlns:p14="http://schemas.microsoft.com/office/powerpoint/2010/main" val="3464141231"/>
      </p:ext>
    </p:extLst>
  </p:cSld>
  <p:clrMapOvr>
    <a:masterClrMapping/>
  </p:clrMapOvr>
  <p:extLst>
    <p:ext uri="{DCECCB84-F9BA-43D5-87BE-67443E8EF086}">
      <p15:sldGuideLst xmlns:p15="http://schemas.microsoft.com/office/powerpoint/2012/main">
        <p15:guide id="1" orient="horz" pos="3120">
          <p15:clr>
            <a:srgbClr val="FBAE40"/>
          </p15:clr>
        </p15:guide>
        <p15:guide id="2"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2025-06-20</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2025-06-20</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2025-06-20</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2025-06-20</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2025-06-20</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2025-06-20</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2025-06-20</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2025-06-20</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2025-06-20</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2025-06-20</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hyperlink" Target="http://glbltech.com/"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endParaRPr lang="en-US" dirty="0"/>
          </a:p>
        </p:txBody>
      </p:sp>
      <p:sp>
        <p:nvSpPr>
          <p:cNvPr id="7" name="object 9">
            <a:extLst>
              <a:ext uri="{FF2B5EF4-FFF2-40B4-BE49-F238E27FC236}">
                <a16:creationId xmlns:a16="http://schemas.microsoft.com/office/drawing/2014/main" id="{3D603D3C-DFED-9E7A-1893-A3F439A7B44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6"/>
            <a:extLst>
              <a:ext uri="{FF2B5EF4-FFF2-40B4-BE49-F238E27FC236}">
                <a16:creationId xmlns:a16="http://schemas.microsoft.com/office/drawing/2014/main" id="{4F593E6B-C664-7F5D-22A5-C55C15BEC3B0}"/>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6B7D848-EB2E-0D94-9BAC-2B1FFBEB7C17}"/>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CBC1709B-8146-3C1F-B0D3-9148418341E5}"/>
              </a:ext>
            </a:extLst>
          </p:cNvPr>
          <p:cNvSpPr txBox="1">
            <a:spLocks/>
          </p:cNvSpPr>
          <p:nvPr userDrawn="1"/>
        </p:nvSpPr>
        <p:spPr>
          <a:xfrm>
            <a:off x="404813" y="9425597"/>
            <a:ext cx="1977867" cy="162903"/>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11. June. 2025  Rev. 05</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308C0C39-67C3-E951-8ACF-951492F6E715}"/>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C8E2FA4-0AA8-65A2-7719-790ABDCFC8B5}"/>
              </a:ext>
            </a:extLst>
          </p:cNvPr>
          <p:cNvSpPr txBox="1"/>
          <p:nvPr userDrawn="1"/>
        </p:nvSpPr>
        <p:spPr>
          <a:xfrm rot="19666373">
            <a:off x="1285372" y="4537502"/>
            <a:ext cx="4052391" cy="830997"/>
          </a:xfrm>
          <a:prstGeom prst="rect">
            <a:avLst/>
          </a:prstGeom>
          <a:noFill/>
        </p:spPr>
        <p:txBody>
          <a:bodyPr wrap="none" lIns="0" tIns="0" rIns="0" bIns="0" rtlCol="0" anchor="ctr" anchorCtr="0">
            <a:spAutoFit/>
          </a:bodyPr>
          <a:lstStyle/>
          <a:p>
            <a:r>
              <a:rPr lang="en-US" altLang="ko-KR" sz="5400" b="1" spc="200" baseline="0" dirty="0">
                <a:solidFill>
                  <a:schemeClr val="tx1">
                    <a:alpha val="7000"/>
                  </a:schemeClr>
                </a:solidFill>
                <a:latin typeface="Arial" panose="020B0604020202020204" pitchFamily="34" charset="0"/>
                <a:cs typeface="Arial" panose="020B0604020202020204" pitchFamily="34" charset="0"/>
              </a:rPr>
              <a:t>Preliminary</a:t>
            </a:r>
            <a:endParaRPr lang="ko-KR" altLang="en-US" sz="5400" b="1" spc="200" baseline="0" dirty="0">
              <a:solidFill>
                <a:schemeClr val="tx1">
                  <a:alpha val="7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A797A-8CC7-E287-94F0-14AC1AB4C7FD}"/>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489A6D3E-B309-68F2-FA71-67621CFAB9C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49B6D5A-DA34-FA67-16BA-FFCF54D1B20E}"/>
              </a:ext>
            </a:extLst>
          </p:cNvPr>
          <p:cNvSpPr txBox="1"/>
          <p:nvPr/>
        </p:nvSpPr>
        <p:spPr>
          <a:xfrm>
            <a:off x="413545" y="274753"/>
            <a:ext cx="577081"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63FA5C2-5885-753C-CABC-F11BD6025FF7}"/>
              </a:ext>
            </a:extLst>
          </p:cNvPr>
          <p:cNvSpPr txBox="1"/>
          <p:nvPr/>
        </p:nvSpPr>
        <p:spPr>
          <a:xfrm>
            <a:off x="394972" y="847461"/>
            <a:ext cx="60480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SPI FAULT STATUS &amp; CONTROL</a:t>
            </a:r>
          </a:p>
        </p:txBody>
      </p:sp>
      <p:graphicFrame>
        <p:nvGraphicFramePr>
          <p:cNvPr id="12" name="표 11">
            <a:extLst>
              <a:ext uri="{FF2B5EF4-FFF2-40B4-BE49-F238E27FC236}">
                <a16:creationId xmlns:a16="http://schemas.microsoft.com/office/drawing/2014/main" id="{2ED2717C-DBD7-3770-6A20-674CED5E2C5A}"/>
              </a:ext>
            </a:extLst>
          </p:cNvPr>
          <p:cNvGraphicFramePr>
            <a:graphicFrameLocks noGrp="1"/>
          </p:cNvGraphicFramePr>
          <p:nvPr>
            <p:extLst>
              <p:ext uri="{D42A27DB-BD31-4B8C-83A1-F6EECF244321}">
                <p14:modId xmlns:p14="http://schemas.microsoft.com/office/powerpoint/2010/main" val="122281464"/>
              </p:ext>
            </p:extLst>
          </p:nvPr>
        </p:nvGraphicFramePr>
        <p:xfrm>
          <a:off x="390795" y="1954951"/>
          <a:ext cx="6056351" cy="2871720"/>
        </p:xfrm>
        <a:graphic>
          <a:graphicData uri="http://schemas.openxmlformats.org/drawingml/2006/table">
            <a:tbl>
              <a:tblPr firstRow="1" bandRow="1">
                <a:tableStyleId>{5C22544A-7EE6-4342-B048-85BDC9FD1C3A}</a:tableStyleId>
              </a:tblPr>
              <a:tblGrid>
                <a:gridCol w="428146">
                  <a:extLst>
                    <a:ext uri="{9D8B030D-6E8A-4147-A177-3AD203B41FA5}">
                      <a16:colId xmlns:a16="http://schemas.microsoft.com/office/drawing/2014/main" val="4170535043"/>
                    </a:ext>
                  </a:extLst>
                </a:gridCol>
                <a:gridCol w="1463330">
                  <a:extLst>
                    <a:ext uri="{9D8B030D-6E8A-4147-A177-3AD203B41FA5}">
                      <a16:colId xmlns:a16="http://schemas.microsoft.com/office/drawing/2014/main" val="2079070694"/>
                    </a:ext>
                  </a:extLst>
                </a:gridCol>
                <a:gridCol w="4164875">
                  <a:extLst>
                    <a:ext uri="{9D8B030D-6E8A-4147-A177-3AD203B41FA5}">
                      <a16:colId xmlns:a16="http://schemas.microsoft.com/office/drawing/2014/main" val="32595803"/>
                    </a:ext>
                  </a:extLst>
                </a:gridCol>
              </a:tblGrid>
              <a:tr h="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68947">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ACC_COUNTER</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show how many times the access from a Host to a XC has been executed on SPI bus. Therefore, </a:t>
                      </a:r>
                      <a:r>
                        <a:rPr lang="en-US" altLang="ko-KR" sz="900" b="0" dirty="0">
                          <a:solidFill>
                            <a:srgbClr val="33CC33"/>
                          </a:solidFill>
                          <a:latin typeface="Arial" panose="020B0604020202020204" pitchFamily="34" charset="0"/>
                          <a:ea typeface="+mn-ea"/>
                          <a:cs typeface="Arial" panose="020B0604020202020204" pitchFamily="34" charset="0"/>
                        </a:rPr>
                        <a:t>the next access number should be sent as same as (ACC_COUNTER + 1) after sending last data bit</a:t>
                      </a:r>
                      <a:r>
                        <a:rPr lang="en-US" altLang="ko-KR" sz="900" b="0" dirty="0">
                          <a:solidFill>
                            <a:schemeClr val="tx1"/>
                          </a:solidFill>
                          <a:latin typeface="Arial" panose="020B0604020202020204" pitchFamily="34" charset="0"/>
                          <a:ea typeface="+mn-ea"/>
                          <a:cs typeface="Arial" panose="020B0604020202020204" pitchFamily="34" charset="0"/>
                        </a:rPr>
                        <a:t>.  If the value is not same under the SPI_ACC_CNT_ ERR_DET_EN set, then the INT_ACC_CNT_ERR_SRC bit will be set under the INT_ACC_CNT_ERR_EN set. </a:t>
                      </a:r>
                      <a:r>
                        <a:rPr lang="en-US" altLang="ko-KR" sz="900" b="0" dirty="0">
                          <a:solidFill>
                            <a:srgbClr val="33CC33"/>
                          </a:solidFill>
                          <a:latin typeface="Arial" panose="020B0604020202020204" pitchFamily="34" charset="0"/>
                          <a:ea typeface="+mn-ea"/>
                          <a:cs typeface="Arial" panose="020B0604020202020204" pitchFamily="34" charset="0"/>
                        </a:rPr>
                        <a:t>This counter incremented with roll-over and reset to ‘0’ after power on/off.</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r h="326592">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ACC_CNT_ERR</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Read-Only. This bit shows whether the access counter value error has been happened or not. Auto-cleared after a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6887724"/>
                  </a:ext>
                </a:extLst>
              </a:tr>
              <a:tr h="326592">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PARITY_ERR</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Read-Only. This bit shows whether the parity error has been happened or not. Auto-cleared after a readout. </a:t>
                      </a:r>
                      <a:r>
                        <a:rPr lang="en-US" altLang="ko-KR" sz="900" b="0" dirty="0">
                          <a:solidFill>
                            <a:srgbClr val="33CC33"/>
                          </a:solidFill>
                          <a:latin typeface="Arial" panose="020B0604020202020204" pitchFamily="34" charset="0"/>
                          <a:ea typeface="+mn-ea"/>
                          <a:cs typeface="Arial" panose="020B0604020202020204" pitchFamily="34" charset="0"/>
                        </a:rPr>
                        <a:t>( Error check type is odd. Parity bit is ‘1’ if number of ones for each 16 data bit is odd. Parity information should be sent after ACC_COUNTER and additional 5 SCLK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5688976"/>
                  </a:ext>
                </a:extLst>
              </a:tr>
              <a:tr h="326592">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ACC_CNT_ERR_DET_EN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detection whether the access count value from a Host on SPI transaction is correct.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1894989"/>
                  </a:ext>
                </a:extLst>
              </a:tr>
              <a:tr h="326592">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PARITY_ERR_DET_EN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detection whether the parity value of SPI data stream from a Host is correct. The parity is expressed with Odd parity for SPI data stream.</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7680912"/>
                  </a:ext>
                </a:extLst>
              </a:tr>
            </a:tbl>
          </a:graphicData>
        </a:graphic>
      </p:graphicFrame>
      <p:graphicFrame>
        <p:nvGraphicFramePr>
          <p:cNvPr id="7" name="표 6">
            <a:extLst>
              <a:ext uri="{FF2B5EF4-FFF2-40B4-BE49-F238E27FC236}">
                <a16:creationId xmlns:a16="http://schemas.microsoft.com/office/drawing/2014/main" id="{9B1769A8-D104-B01F-D72E-50FA9A647ED2}"/>
              </a:ext>
            </a:extLst>
          </p:cNvPr>
          <p:cNvGraphicFramePr>
            <a:graphicFrameLocks noGrp="1"/>
          </p:cNvGraphicFramePr>
          <p:nvPr>
            <p:extLst>
              <p:ext uri="{D42A27DB-BD31-4B8C-83A1-F6EECF244321}">
                <p14:modId xmlns:p14="http://schemas.microsoft.com/office/powerpoint/2010/main" val="3261560406"/>
              </p:ext>
            </p:extLst>
          </p:nvPr>
        </p:nvGraphicFramePr>
        <p:xfrm>
          <a:off x="394971" y="5986007"/>
          <a:ext cx="6048000" cy="3094560"/>
        </p:xfrm>
        <a:graphic>
          <a:graphicData uri="http://schemas.openxmlformats.org/drawingml/2006/table">
            <a:tbl>
              <a:tblPr firstRow="1" bandRow="1">
                <a:tableStyleId>{5C22544A-7EE6-4342-B048-85BDC9FD1C3A}</a:tableStyleId>
              </a:tblPr>
              <a:tblGrid>
                <a:gridCol w="453046">
                  <a:extLst>
                    <a:ext uri="{9D8B030D-6E8A-4147-A177-3AD203B41FA5}">
                      <a16:colId xmlns:a16="http://schemas.microsoft.com/office/drawing/2014/main" val="4170535043"/>
                    </a:ext>
                  </a:extLst>
                </a:gridCol>
                <a:gridCol w="1476652">
                  <a:extLst>
                    <a:ext uri="{9D8B030D-6E8A-4147-A177-3AD203B41FA5}">
                      <a16:colId xmlns:a16="http://schemas.microsoft.com/office/drawing/2014/main" val="2079070694"/>
                    </a:ext>
                  </a:extLst>
                </a:gridCol>
                <a:gridCol w="4118302">
                  <a:extLst>
                    <a:ext uri="{9D8B030D-6E8A-4147-A177-3AD203B41FA5}">
                      <a16:colId xmlns:a16="http://schemas.microsoft.com/office/drawing/2014/main" val="32595803"/>
                    </a:ext>
                  </a:extLst>
                </a:gridCol>
              </a:tblGrid>
              <a:tr h="28942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14:12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SPREAD_RANGE_A</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Refer to the Table 9.</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6887724"/>
                  </a:ext>
                </a:extLst>
              </a:tr>
              <a:tr h="113907">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LD_B_RD_CLK_SEL</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Internal OSC           ‘1’  External MCLK</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4010558"/>
                  </a:ext>
                </a:extLst>
              </a:tr>
              <a:tr h="113907">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SERIALIZE_CLK_STS</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Read-Only.    ‘0’ Internal OSC    ‘1’ External MCLK</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5120829"/>
                  </a:ext>
                </a:extLst>
              </a:tr>
              <a:tr h="0">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SPREAD_RANGE_D</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Refer to the Table 9.</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7713109"/>
                  </a:ext>
                </a:extLst>
              </a:tr>
              <a:tr h="235004">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SPREAD_SPEED</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Internal OSC clock spread period. Refer to the Table 9.</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‘00’  x1,      ‘01’  x2,      ‘10’  x4,      ‘11’  x8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2898698"/>
                  </a:ext>
                </a:extLst>
              </a:tr>
              <a:tr h="0">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SPREAD_DIR</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‘00’ +%,      ‘01’ -%,      ‘10’ ±%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8125712"/>
                  </a:ext>
                </a:extLst>
              </a:tr>
              <a:tr h="0">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SERIALIZE_CLK_SEL</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Internal OSC           ‘1’  External MCLK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rgbClr val="33CC33"/>
                          </a:solidFill>
                          <a:latin typeface="Arial" panose="020B0604020202020204" pitchFamily="34" charset="0"/>
                          <a:ea typeface="+mn-ea"/>
                          <a:cs typeface="Arial" panose="020B0604020202020204" pitchFamily="34" charset="0"/>
                        </a:rPr>
                        <a:t>Read protection as ‘1’. Status can be read by SERIALIZE_CLK_STS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3836169"/>
                  </a:ext>
                </a:extLst>
              </a:tr>
              <a:tr h="134580">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OSC_SPREAD_EN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Spread of internal OSC clock. (The external MCLK can not be spread)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Refer to the Figure 22. for the clock scheme.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Not Spread              ‘1’  Spread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6132915"/>
                  </a:ext>
                </a:extLst>
              </a:tr>
              <a:tr h="134580">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SERIALIZER_SKEW_EN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Skew disabled between Serializers     ‘1’  Skew enabled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568683"/>
                  </a:ext>
                </a:extLst>
              </a:tr>
              <a:tr h="0">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MCLK_MODE</a:t>
                      </a:r>
                    </a:p>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(Read-Only)</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Internal OSC (Default)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External MCLK (auto-changed if  the ext. MCLK is entered)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1940478"/>
                  </a:ext>
                </a:extLst>
              </a:tr>
            </a:tbl>
          </a:graphicData>
        </a:graphic>
      </p:graphicFrame>
      <p:sp>
        <p:nvSpPr>
          <p:cNvPr id="16" name="TextBox 15">
            <a:extLst>
              <a:ext uri="{FF2B5EF4-FFF2-40B4-BE49-F238E27FC236}">
                <a16:creationId xmlns:a16="http://schemas.microsoft.com/office/drawing/2014/main" id="{8F9D3C4D-96A2-E0C4-2E35-31F29E70D8D1}"/>
              </a:ext>
            </a:extLst>
          </p:cNvPr>
          <p:cNvSpPr txBox="1"/>
          <p:nvPr/>
        </p:nvSpPr>
        <p:spPr>
          <a:xfrm>
            <a:off x="394972" y="4869419"/>
            <a:ext cx="60480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CLK CONTROL 1</a:t>
            </a:r>
          </a:p>
        </p:txBody>
      </p:sp>
      <p:graphicFrame>
        <p:nvGraphicFramePr>
          <p:cNvPr id="4" name="표 3">
            <a:extLst>
              <a:ext uri="{FF2B5EF4-FFF2-40B4-BE49-F238E27FC236}">
                <a16:creationId xmlns:a16="http://schemas.microsoft.com/office/drawing/2014/main" id="{8D2C993C-7A74-92E1-7661-58261555456B}"/>
              </a:ext>
            </a:extLst>
          </p:cNvPr>
          <p:cNvGraphicFramePr>
            <a:graphicFrameLocks noGrp="1"/>
          </p:cNvGraphicFramePr>
          <p:nvPr>
            <p:extLst>
              <p:ext uri="{D42A27DB-BD31-4B8C-83A1-F6EECF244321}">
                <p14:modId xmlns:p14="http://schemas.microsoft.com/office/powerpoint/2010/main" val="1809896617"/>
              </p:ext>
            </p:extLst>
          </p:nvPr>
        </p:nvGraphicFramePr>
        <p:xfrm>
          <a:off x="397088" y="1115243"/>
          <a:ext cx="6056351" cy="372600"/>
        </p:xfrm>
        <a:graphic>
          <a:graphicData uri="http://schemas.openxmlformats.org/drawingml/2006/table">
            <a:tbl>
              <a:tblPr firstRow="1" bandRow="1">
                <a:tableStyleId>{5C22544A-7EE6-4342-B048-85BDC9FD1C3A}</a:tableStyleId>
              </a:tblPr>
              <a:tblGrid>
                <a:gridCol w="316809">
                  <a:extLst>
                    <a:ext uri="{9D8B030D-6E8A-4147-A177-3AD203B41FA5}">
                      <a16:colId xmlns:a16="http://schemas.microsoft.com/office/drawing/2014/main" val="3358603807"/>
                    </a:ext>
                  </a:extLst>
                </a:gridCol>
                <a:gridCol w="424872">
                  <a:extLst>
                    <a:ext uri="{9D8B030D-6E8A-4147-A177-3AD203B41FA5}">
                      <a16:colId xmlns:a16="http://schemas.microsoft.com/office/drawing/2014/main" val="2844922634"/>
                    </a:ext>
                  </a:extLst>
                </a:gridCol>
                <a:gridCol w="531467">
                  <a:extLst>
                    <a:ext uri="{9D8B030D-6E8A-4147-A177-3AD203B41FA5}">
                      <a16:colId xmlns:a16="http://schemas.microsoft.com/office/drawing/2014/main" val="4293411712"/>
                    </a:ext>
                  </a:extLst>
                </a:gridCol>
                <a:gridCol w="531467">
                  <a:extLst>
                    <a:ext uri="{9D8B030D-6E8A-4147-A177-3AD203B41FA5}">
                      <a16:colId xmlns:a16="http://schemas.microsoft.com/office/drawing/2014/main" val="657570846"/>
                    </a:ext>
                  </a:extLst>
                </a:gridCol>
                <a:gridCol w="531467">
                  <a:extLst>
                    <a:ext uri="{9D8B030D-6E8A-4147-A177-3AD203B41FA5}">
                      <a16:colId xmlns:a16="http://schemas.microsoft.com/office/drawing/2014/main" val="3259894497"/>
                    </a:ext>
                  </a:extLst>
                </a:gridCol>
                <a:gridCol w="531467">
                  <a:extLst>
                    <a:ext uri="{9D8B030D-6E8A-4147-A177-3AD203B41FA5}">
                      <a16:colId xmlns:a16="http://schemas.microsoft.com/office/drawing/2014/main" val="4170535043"/>
                    </a:ext>
                  </a:extLst>
                </a:gridCol>
                <a:gridCol w="531467">
                  <a:extLst>
                    <a:ext uri="{9D8B030D-6E8A-4147-A177-3AD203B41FA5}">
                      <a16:colId xmlns:a16="http://schemas.microsoft.com/office/drawing/2014/main" val="2079070694"/>
                    </a:ext>
                  </a:extLst>
                </a:gridCol>
                <a:gridCol w="531467">
                  <a:extLst>
                    <a:ext uri="{9D8B030D-6E8A-4147-A177-3AD203B41FA5}">
                      <a16:colId xmlns:a16="http://schemas.microsoft.com/office/drawing/2014/main" val="4213315911"/>
                    </a:ext>
                  </a:extLst>
                </a:gridCol>
                <a:gridCol w="531467">
                  <a:extLst>
                    <a:ext uri="{9D8B030D-6E8A-4147-A177-3AD203B41FA5}">
                      <a16:colId xmlns:a16="http://schemas.microsoft.com/office/drawing/2014/main" val="2769999950"/>
                    </a:ext>
                  </a:extLst>
                </a:gridCol>
                <a:gridCol w="531467">
                  <a:extLst>
                    <a:ext uri="{9D8B030D-6E8A-4147-A177-3AD203B41FA5}">
                      <a16:colId xmlns:a16="http://schemas.microsoft.com/office/drawing/2014/main" val="135637185"/>
                    </a:ext>
                  </a:extLst>
                </a:gridCol>
                <a:gridCol w="531467">
                  <a:extLst>
                    <a:ext uri="{9D8B030D-6E8A-4147-A177-3AD203B41FA5}">
                      <a16:colId xmlns:a16="http://schemas.microsoft.com/office/drawing/2014/main" val="3038050475"/>
                    </a:ext>
                  </a:extLst>
                </a:gridCol>
                <a:gridCol w="531467">
                  <a:extLst>
                    <a:ext uri="{9D8B030D-6E8A-4147-A177-3AD203B41FA5}">
                      <a16:colId xmlns:a16="http://schemas.microsoft.com/office/drawing/2014/main" val="1979433044"/>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B8</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B7</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B6</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ACC_COUNTER  [7:0]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5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5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5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5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5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5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5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C4638EC9-6106-B5A4-B84A-0EEE5CE3AD5B}"/>
              </a:ext>
            </a:extLst>
          </p:cNvPr>
          <p:cNvGraphicFramePr>
            <a:graphicFrameLocks noGrp="1"/>
          </p:cNvGraphicFramePr>
          <p:nvPr>
            <p:extLst>
              <p:ext uri="{D42A27DB-BD31-4B8C-83A1-F6EECF244321}">
                <p14:modId xmlns:p14="http://schemas.microsoft.com/office/powerpoint/2010/main" val="3970270312"/>
              </p:ext>
            </p:extLst>
          </p:nvPr>
        </p:nvGraphicFramePr>
        <p:xfrm>
          <a:off x="394972" y="5145860"/>
          <a:ext cx="6056353" cy="372600"/>
        </p:xfrm>
        <a:graphic>
          <a:graphicData uri="http://schemas.openxmlformats.org/drawingml/2006/table">
            <a:tbl>
              <a:tblPr firstRow="1" bandRow="1">
                <a:tableStyleId>{5C22544A-7EE6-4342-B048-85BDC9FD1C3A}</a:tableStyleId>
              </a:tblPr>
              <a:tblGrid>
                <a:gridCol w="307761">
                  <a:extLst>
                    <a:ext uri="{9D8B030D-6E8A-4147-A177-3AD203B41FA5}">
                      <a16:colId xmlns:a16="http://schemas.microsoft.com/office/drawing/2014/main" val="3358603807"/>
                    </a:ext>
                  </a:extLst>
                </a:gridCol>
                <a:gridCol w="427567">
                  <a:extLst>
                    <a:ext uri="{9D8B030D-6E8A-4147-A177-3AD203B41FA5}">
                      <a16:colId xmlns:a16="http://schemas.microsoft.com/office/drawing/2014/main" val="2844922634"/>
                    </a:ext>
                  </a:extLst>
                </a:gridCol>
                <a:gridCol w="498677">
                  <a:extLst>
                    <a:ext uri="{9D8B030D-6E8A-4147-A177-3AD203B41FA5}">
                      <a16:colId xmlns:a16="http://schemas.microsoft.com/office/drawing/2014/main" val="4293411712"/>
                    </a:ext>
                  </a:extLst>
                </a:gridCol>
                <a:gridCol w="538088">
                  <a:extLst>
                    <a:ext uri="{9D8B030D-6E8A-4147-A177-3AD203B41FA5}">
                      <a16:colId xmlns:a16="http://schemas.microsoft.com/office/drawing/2014/main" val="657570846"/>
                    </a:ext>
                  </a:extLst>
                </a:gridCol>
                <a:gridCol w="538088">
                  <a:extLst>
                    <a:ext uri="{9D8B030D-6E8A-4147-A177-3AD203B41FA5}">
                      <a16:colId xmlns:a16="http://schemas.microsoft.com/office/drawing/2014/main" val="3259894497"/>
                    </a:ext>
                  </a:extLst>
                </a:gridCol>
                <a:gridCol w="538088">
                  <a:extLst>
                    <a:ext uri="{9D8B030D-6E8A-4147-A177-3AD203B41FA5}">
                      <a16:colId xmlns:a16="http://schemas.microsoft.com/office/drawing/2014/main" val="4170535043"/>
                    </a:ext>
                  </a:extLst>
                </a:gridCol>
                <a:gridCol w="930735">
                  <a:extLst>
                    <a:ext uri="{9D8B030D-6E8A-4147-A177-3AD203B41FA5}">
                      <a16:colId xmlns:a16="http://schemas.microsoft.com/office/drawing/2014/main" val="2079070694"/>
                    </a:ext>
                  </a:extLst>
                </a:gridCol>
                <a:gridCol w="1167246">
                  <a:extLst>
                    <a:ext uri="{9D8B030D-6E8A-4147-A177-3AD203B41FA5}">
                      <a16:colId xmlns:a16="http://schemas.microsoft.com/office/drawing/2014/main" val="4213315911"/>
                    </a:ext>
                  </a:extLst>
                </a:gridCol>
                <a:gridCol w="538088">
                  <a:extLst>
                    <a:ext uri="{9D8B030D-6E8A-4147-A177-3AD203B41FA5}">
                      <a16:colId xmlns:a16="http://schemas.microsoft.com/office/drawing/2014/main" val="416731006"/>
                    </a:ext>
                  </a:extLst>
                </a:gridCol>
                <a:gridCol w="572015">
                  <a:extLst>
                    <a:ext uri="{9D8B030D-6E8A-4147-A177-3AD203B41FA5}">
                      <a16:colId xmlns:a16="http://schemas.microsoft.com/office/drawing/2014/main" val="3794202418"/>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B9</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SPREAD_RANGE_A[2:0]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LD_B_RD_CLK_SEL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SERIALIZE_CLK_STATUS</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SPREAD_RANGE_D[1:0]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33A1C64C-C33E-407A-2FF3-E1EEA57AC940}"/>
              </a:ext>
            </a:extLst>
          </p:cNvPr>
          <p:cNvGraphicFramePr>
            <a:graphicFrameLocks noGrp="1"/>
          </p:cNvGraphicFramePr>
          <p:nvPr>
            <p:extLst>
              <p:ext uri="{D42A27DB-BD31-4B8C-83A1-F6EECF244321}">
                <p14:modId xmlns:p14="http://schemas.microsoft.com/office/powerpoint/2010/main" val="3234765803"/>
              </p:ext>
            </p:extLst>
          </p:nvPr>
        </p:nvGraphicFramePr>
        <p:xfrm>
          <a:off x="394972" y="5566919"/>
          <a:ext cx="6056351" cy="372600"/>
        </p:xfrm>
        <a:graphic>
          <a:graphicData uri="http://schemas.openxmlformats.org/drawingml/2006/table">
            <a:tbl>
              <a:tblPr firstRow="1" bandRow="1">
                <a:tableStyleId>{5C22544A-7EE6-4342-B048-85BDC9FD1C3A}</a:tableStyleId>
              </a:tblPr>
              <a:tblGrid>
                <a:gridCol w="314954">
                  <a:extLst>
                    <a:ext uri="{9D8B030D-6E8A-4147-A177-3AD203B41FA5}">
                      <a16:colId xmlns:a16="http://schemas.microsoft.com/office/drawing/2014/main" val="3358603807"/>
                    </a:ext>
                  </a:extLst>
                </a:gridCol>
                <a:gridCol w="422385">
                  <a:extLst>
                    <a:ext uri="{9D8B030D-6E8A-4147-A177-3AD203B41FA5}">
                      <a16:colId xmlns:a16="http://schemas.microsoft.com/office/drawing/2014/main" val="2844922634"/>
                    </a:ext>
                  </a:extLst>
                </a:gridCol>
                <a:gridCol w="477895">
                  <a:extLst>
                    <a:ext uri="{9D8B030D-6E8A-4147-A177-3AD203B41FA5}">
                      <a16:colId xmlns:a16="http://schemas.microsoft.com/office/drawing/2014/main" val="4293411712"/>
                    </a:ext>
                  </a:extLst>
                </a:gridCol>
                <a:gridCol w="477895">
                  <a:extLst>
                    <a:ext uri="{9D8B030D-6E8A-4147-A177-3AD203B41FA5}">
                      <a16:colId xmlns:a16="http://schemas.microsoft.com/office/drawing/2014/main" val="4170535043"/>
                    </a:ext>
                  </a:extLst>
                </a:gridCol>
                <a:gridCol w="398964">
                  <a:extLst>
                    <a:ext uri="{9D8B030D-6E8A-4147-A177-3AD203B41FA5}">
                      <a16:colId xmlns:a16="http://schemas.microsoft.com/office/drawing/2014/main" val="2769999950"/>
                    </a:ext>
                  </a:extLst>
                </a:gridCol>
                <a:gridCol w="398964">
                  <a:extLst>
                    <a:ext uri="{9D8B030D-6E8A-4147-A177-3AD203B41FA5}">
                      <a16:colId xmlns:a16="http://schemas.microsoft.com/office/drawing/2014/main" val="1979433044"/>
                    </a:ext>
                  </a:extLst>
                </a:gridCol>
                <a:gridCol w="957937">
                  <a:extLst>
                    <a:ext uri="{9D8B030D-6E8A-4147-A177-3AD203B41FA5}">
                      <a16:colId xmlns:a16="http://schemas.microsoft.com/office/drawing/2014/main" val="416731006"/>
                    </a:ext>
                  </a:extLst>
                </a:gridCol>
                <a:gridCol w="850275">
                  <a:extLst>
                    <a:ext uri="{9D8B030D-6E8A-4147-A177-3AD203B41FA5}">
                      <a16:colId xmlns:a16="http://schemas.microsoft.com/office/drawing/2014/main" val="4062622099"/>
                    </a:ext>
                  </a:extLst>
                </a:gridCol>
                <a:gridCol w="1088486">
                  <a:extLst>
                    <a:ext uri="{9D8B030D-6E8A-4147-A177-3AD203B41FA5}">
                      <a16:colId xmlns:a16="http://schemas.microsoft.com/office/drawing/2014/main" val="3794202418"/>
                    </a:ext>
                  </a:extLst>
                </a:gridCol>
                <a:gridCol w="668596">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B7</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B6</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SPREAD_SPEED[1:0]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SPREAD_DIR[1:0]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SERIALIZE_CLK_SEL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OSC_SPREAD_EN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SERIALIZER_SKEW_EN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MCLK_MODE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0" name="표 9">
            <a:extLst>
              <a:ext uri="{FF2B5EF4-FFF2-40B4-BE49-F238E27FC236}">
                <a16:creationId xmlns:a16="http://schemas.microsoft.com/office/drawing/2014/main" id="{1CBE8197-2866-8B6E-C862-0CA6990EBB72}"/>
              </a:ext>
            </a:extLst>
          </p:cNvPr>
          <p:cNvGraphicFramePr>
            <a:graphicFrameLocks noGrp="1"/>
          </p:cNvGraphicFramePr>
          <p:nvPr>
            <p:extLst>
              <p:ext uri="{D42A27DB-BD31-4B8C-83A1-F6EECF244321}">
                <p14:modId xmlns:p14="http://schemas.microsoft.com/office/powerpoint/2010/main" val="4065850412"/>
              </p:ext>
            </p:extLst>
          </p:nvPr>
        </p:nvGraphicFramePr>
        <p:xfrm>
          <a:off x="394971" y="1536302"/>
          <a:ext cx="6056352" cy="372600"/>
        </p:xfrm>
        <a:graphic>
          <a:graphicData uri="http://schemas.openxmlformats.org/drawingml/2006/table">
            <a:tbl>
              <a:tblPr firstRow="1" bandRow="1">
                <a:tableStyleId>{5C22544A-7EE6-4342-B048-85BDC9FD1C3A}</a:tableStyleId>
              </a:tblPr>
              <a:tblGrid>
                <a:gridCol w="316891">
                  <a:extLst>
                    <a:ext uri="{9D8B030D-6E8A-4147-A177-3AD203B41FA5}">
                      <a16:colId xmlns:a16="http://schemas.microsoft.com/office/drawing/2014/main" val="3358603807"/>
                    </a:ext>
                  </a:extLst>
                </a:gridCol>
                <a:gridCol w="424983">
                  <a:extLst>
                    <a:ext uri="{9D8B030D-6E8A-4147-A177-3AD203B41FA5}">
                      <a16:colId xmlns:a16="http://schemas.microsoft.com/office/drawing/2014/main" val="2844922634"/>
                    </a:ext>
                  </a:extLst>
                </a:gridCol>
                <a:gridCol w="823011">
                  <a:extLst>
                    <a:ext uri="{9D8B030D-6E8A-4147-A177-3AD203B41FA5}">
                      <a16:colId xmlns:a16="http://schemas.microsoft.com/office/drawing/2014/main" val="1937369831"/>
                    </a:ext>
                  </a:extLst>
                </a:gridCol>
                <a:gridCol w="716503">
                  <a:extLst>
                    <a:ext uri="{9D8B030D-6E8A-4147-A177-3AD203B41FA5}">
                      <a16:colId xmlns:a16="http://schemas.microsoft.com/office/drawing/2014/main" val="747813118"/>
                    </a:ext>
                  </a:extLst>
                </a:gridCol>
                <a:gridCol w="298452">
                  <a:extLst>
                    <a:ext uri="{9D8B030D-6E8A-4147-A177-3AD203B41FA5}">
                      <a16:colId xmlns:a16="http://schemas.microsoft.com/office/drawing/2014/main" val="416731006"/>
                    </a:ext>
                  </a:extLst>
                </a:gridCol>
                <a:gridCol w="1063969">
                  <a:extLst>
                    <a:ext uri="{9D8B030D-6E8A-4147-A177-3AD203B41FA5}">
                      <a16:colId xmlns:a16="http://schemas.microsoft.com/office/drawing/2014/main" val="4062622099"/>
                    </a:ext>
                  </a:extLst>
                </a:gridCol>
                <a:gridCol w="1259526">
                  <a:extLst>
                    <a:ext uri="{9D8B030D-6E8A-4147-A177-3AD203B41FA5}">
                      <a16:colId xmlns:a16="http://schemas.microsoft.com/office/drawing/2014/main" val="3794202418"/>
                    </a:ext>
                  </a:extLst>
                </a:gridCol>
                <a:gridCol w="1153017">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ACC_CNT_ERR</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PARITY_ERR</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ACC_CNT_ERR_DET_EN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PARITY_ERR_DET_EN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190558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24C14-44E2-6E5B-0EE9-826AEF4BE74D}"/>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FA7AE1AD-8751-05D0-7252-F1FBEEC525E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785645C-3258-195F-234F-0922C425F585}"/>
              </a:ext>
            </a:extLst>
          </p:cNvPr>
          <p:cNvSpPr txBox="1"/>
          <p:nvPr/>
        </p:nvSpPr>
        <p:spPr>
          <a:xfrm>
            <a:off x="413545" y="274753"/>
            <a:ext cx="577081"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9" name="표 8">
            <a:extLst>
              <a:ext uri="{FF2B5EF4-FFF2-40B4-BE49-F238E27FC236}">
                <a16:creationId xmlns:a16="http://schemas.microsoft.com/office/drawing/2014/main" id="{3FC11DAA-0DAA-4511-B1E8-9D3AAC8850E0}"/>
              </a:ext>
            </a:extLst>
          </p:cNvPr>
          <p:cNvGraphicFramePr>
            <a:graphicFrameLocks noGrp="1"/>
          </p:cNvGraphicFramePr>
          <p:nvPr/>
        </p:nvGraphicFramePr>
        <p:xfrm>
          <a:off x="398462" y="1524730"/>
          <a:ext cx="6048000" cy="1743576"/>
        </p:xfrm>
        <a:graphic>
          <a:graphicData uri="http://schemas.openxmlformats.org/drawingml/2006/table">
            <a:tbl>
              <a:tblPr firstRow="1" bandRow="1">
                <a:tableStyleId>{5C22544A-7EE6-4342-B048-85BDC9FD1C3A}</a:tableStyleId>
              </a:tblPr>
              <a:tblGrid>
                <a:gridCol w="435783">
                  <a:extLst>
                    <a:ext uri="{9D8B030D-6E8A-4147-A177-3AD203B41FA5}">
                      <a16:colId xmlns:a16="http://schemas.microsoft.com/office/drawing/2014/main" val="4170535043"/>
                    </a:ext>
                  </a:extLst>
                </a:gridCol>
                <a:gridCol w="1104718">
                  <a:extLst>
                    <a:ext uri="{9D8B030D-6E8A-4147-A177-3AD203B41FA5}">
                      <a16:colId xmlns:a16="http://schemas.microsoft.com/office/drawing/2014/main" val="2079070694"/>
                    </a:ext>
                  </a:extLst>
                </a:gridCol>
                <a:gridCol w="4507499">
                  <a:extLst>
                    <a:ext uri="{9D8B030D-6E8A-4147-A177-3AD203B41FA5}">
                      <a16:colId xmlns:a16="http://schemas.microsoft.com/office/drawing/2014/main" val="32595803"/>
                    </a:ext>
                  </a:extLst>
                </a:gridCol>
              </a:tblGrid>
              <a:tr h="25474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805776">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15:7</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DAC_INC_HOLD_</a:t>
                      </a:r>
                    </a:p>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LIMIT</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value determines the number of frames without the FB assertion in which the current DAC stays within the range, (CURR_TGR_DAC – the current DAC) &lt; DAC_INC _HOLD_THRESHOLD. If the counted value is same as this value, then the DAC OUT will be held at the current DAC value so that the DAC OUT will be not increased any more. This function is useful in case that the PWM data are kept to 0 for a lot of frames.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r h="378900">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DAC_INT4</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value determines the amount of the DAC OUT increasement in case that the current DAC OUT stays within the range, the current DAC OUT </a:t>
                      </a: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mn-ea"/>
                          <a:cs typeface="Arial" panose="020B0604020202020204" pitchFamily="34" charset="0"/>
                        </a:rPr>
                        <a:t>&lt;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(CURR_TGT_DAC – SOA_P3)</a:t>
                      </a: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without any FB assertion. The increment value is added whenever the FB is not asserted every frame. Refer to the Figure 28.</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9129191"/>
                  </a:ext>
                </a:extLst>
              </a:tr>
            </a:tbl>
          </a:graphicData>
        </a:graphic>
      </p:graphicFrame>
      <p:graphicFrame>
        <p:nvGraphicFramePr>
          <p:cNvPr id="10" name="표 9">
            <a:extLst>
              <a:ext uri="{FF2B5EF4-FFF2-40B4-BE49-F238E27FC236}">
                <a16:creationId xmlns:a16="http://schemas.microsoft.com/office/drawing/2014/main" id="{FD2611C8-E38B-4FDC-D763-37909ABAB198}"/>
              </a:ext>
            </a:extLst>
          </p:cNvPr>
          <p:cNvGraphicFramePr>
            <a:graphicFrameLocks noGrp="1"/>
          </p:cNvGraphicFramePr>
          <p:nvPr/>
        </p:nvGraphicFramePr>
        <p:xfrm>
          <a:off x="398462" y="1115099"/>
          <a:ext cx="6048004" cy="372600"/>
        </p:xfrm>
        <a:graphic>
          <a:graphicData uri="http://schemas.openxmlformats.org/drawingml/2006/table">
            <a:tbl>
              <a:tblPr firstRow="1" bandRow="1">
                <a:tableStyleId>{5C22544A-7EE6-4342-B048-85BDC9FD1C3A}</a:tableStyleId>
              </a:tblPr>
              <a:tblGrid>
                <a:gridCol w="317322">
                  <a:extLst>
                    <a:ext uri="{9D8B030D-6E8A-4147-A177-3AD203B41FA5}">
                      <a16:colId xmlns:a16="http://schemas.microsoft.com/office/drawing/2014/main" val="3358603807"/>
                    </a:ext>
                  </a:extLst>
                </a:gridCol>
                <a:gridCol w="425562">
                  <a:extLst>
                    <a:ext uri="{9D8B030D-6E8A-4147-A177-3AD203B41FA5}">
                      <a16:colId xmlns:a16="http://schemas.microsoft.com/office/drawing/2014/main" val="2844922634"/>
                    </a:ext>
                  </a:extLst>
                </a:gridCol>
                <a:gridCol w="331570">
                  <a:extLst>
                    <a:ext uri="{9D8B030D-6E8A-4147-A177-3AD203B41FA5}">
                      <a16:colId xmlns:a16="http://schemas.microsoft.com/office/drawing/2014/main" val="4293411712"/>
                    </a:ext>
                  </a:extLst>
                </a:gridCol>
                <a:gridCol w="331570">
                  <a:extLst>
                    <a:ext uri="{9D8B030D-6E8A-4147-A177-3AD203B41FA5}">
                      <a16:colId xmlns:a16="http://schemas.microsoft.com/office/drawing/2014/main" val="657570846"/>
                    </a:ext>
                  </a:extLst>
                </a:gridCol>
                <a:gridCol w="331570">
                  <a:extLst>
                    <a:ext uri="{9D8B030D-6E8A-4147-A177-3AD203B41FA5}">
                      <a16:colId xmlns:a16="http://schemas.microsoft.com/office/drawing/2014/main" val="3259894497"/>
                    </a:ext>
                  </a:extLst>
                </a:gridCol>
                <a:gridCol w="331570">
                  <a:extLst>
                    <a:ext uri="{9D8B030D-6E8A-4147-A177-3AD203B41FA5}">
                      <a16:colId xmlns:a16="http://schemas.microsoft.com/office/drawing/2014/main" val="4170535043"/>
                    </a:ext>
                  </a:extLst>
                </a:gridCol>
                <a:gridCol w="331570">
                  <a:extLst>
                    <a:ext uri="{9D8B030D-6E8A-4147-A177-3AD203B41FA5}">
                      <a16:colId xmlns:a16="http://schemas.microsoft.com/office/drawing/2014/main" val="2079070694"/>
                    </a:ext>
                  </a:extLst>
                </a:gridCol>
                <a:gridCol w="331570">
                  <a:extLst>
                    <a:ext uri="{9D8B030D-6E8A-4147-A177-3AD203B41FA5}">
                      <a16:colId xmlns:a16="http://schemas.microsoft.com/office/drawing/2014/main" val="4213315911"/>
                    </a:ext>
                  </a:extLst>
                </a:gridCol>
                <a:gridCol w="331570">
                  <a:extLst>
                    <a:ext uri="{9D8B030D-6E8A-4147-A177-3AD203B41FA5}">
                      <a16:colId xmlns:a16="http://schemas.microsoft.com/office/drawing/2014/main" val="2769999950"/>
                    </a:ext>
                  </a:extLst>
                </a:gridCol>
                <a:gridCol w="331570">
                  <a:extLst>
                    <a:ext uri="{9D8B030D-6E8A-4147-A177-3AD203B41FA5}">
                      <a16:colId xmlns:a16="http://schemas.microsoft.com/office/drawing/2014/main" val="135637185"/>
                    </a:ext>
                  </a:extLst>
                </a:gridCol>
                <a:gridCol w="331570">
                  <a:extLst>
                    <a:ext uri="{9D8B030D-6E8A-4147-A177-3AD203B41FA5}">
                      <a16:colId xmlns:a16="http://schemas.microsoft.com/office/drawing/2014/main" val="3038050475"/>
                    </a:ext>
                  </a:extLst>
                </a:gridCol>
                <a:gridCol w="331570">
                  <a:extLst>
                    <a:ext uri="{9D8B030D-6E8A-4147-A177-3AD203B41FA5}">
                      <a16:colId xmlns:a16="http://schemas.microsoft.com/office/drawing/2014/main" val="1979433044"/>
                    </a:ext>
                  </a:extLst>
                </a:gridCol>
                <a:gridCol w="331570">
                  <a:extLst>
                    <a:ext uri="{9D8B030D-6E8A-4147-A177-3AD203B41FA5}">
                      <a16:colId xmlns:a16="http://schemas.microsoft.com/office/drawing/2014/main" val="1937369831"/>
                    </a:ext>
                  </a:extLst>
                </a:gridCol>
                <a:gridCol w="331570">
                  <a:extLst>
                    <a:ext uri="{9D8B030D-6E8A-4147-A177-3AD203B41FA5}">
                      <a16:colId xmlns:a16="http://schemas.microsoft.com/office/drawing/2014/main" val="747813118"/>
                    </a:ext>
                  </a:extLst>
                </a:gridCol>
                <a:gridCol w="331570">
                  <a:extLst>
                    <a:ext uri="{9D8B030D-6E8A-4147-A177-3AD203B41FA5}">
                      <a16:colId xmlns:a16="http://schemas.microsoft.com/office/drawing/2014/main" val="416731006"/>
                    </a:ext>
                  </a:extLst>
                </a:gridCol>
                <a:gridCol w="331570">
                  <a:extLst>
                    <a:ext uri="{9D8B030D-6E8A-4147-A177-3AD203B41FA5}">
                      <a16:colId xmlns:a16="http://schemas.microsoft.com/office/drawing/2014/main" val="4062622099"/>
                    </a:ext>
                  </a:extLst>
                </a:gridCol>
                <a:gridCol w="331570">
                  <a:extLst>
                    <a:ext uri="{9D8B030D-6E8A-4147-A177-3AD203B41FA5}">
                      <a16:colId xmlns:a16="http://schemas.microsoft.com/office/drawing/2014/main" val="3794202418"/>
                    </a:ext>
                  </a:extLst>
                </a:gridCol>
                <a:gridCol w="331570">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‘h53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DAC_INC_HOLD_LIMIT [8:0]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DAC_INT4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E96BC291-92FD-AC26-DF74-14B9FA350E3A}"/>
              </a:ext>
            </a:extLst>
          </p:cNvPr>
          <p:cNvSpPr txBox="1"/>
          <p:nvPr/>
        </p:nvSpPr>
        <p:spPr>
          <a:xfrm>
            <a:off x="398462" y="3686508"/>
            <a:ext cx="60480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DAC DECREMENT &amp; INC WAIT</a:t>
            </a:r>
          </a:p>
        </p:txBody>
      </p:sp>
      <p:graphicFrame>
        <p:nvGraphicFramePr>
          <p:cNvPr id="12" name="표 11">
            <a:extLst>
              <a:ext uri="{FF2B5EF4-FFF2-40B4-BE49-F238E27FC236}">
                <a16:creationId xmlns:a16="http://schemas.microsoft.com/office/drawing/2014/main" id="{A16D9B4B-0AA4-879C-324F-9C862DD57F60}"/>
              </a:ext>
            </a:extLst>
          </p:cNvPr>
          <p:cNvGraphicFramePr>
            <a:graphicFrameLocks noGrp="1"/>
          </p:cNvGraphicFramePr>
          <p:nvPr/>
        </p:nvGraphicFramePr>
        <p:xfrm>
          <a:off x="398462" y="4335940"/>
          <a:ext cx="6048000" cy="1695600"/>
        </p:xfrm>
        <a:graphic>
          <a:graphicData uri="http://schemas.openxmlformats.org/drawingml/2006/table">
            <a:tbl>
              <a:tblPr firstRow="1" bandRow="1">
                <a:tableStyleId>{5C22544A-7EE6-4342-B048-85BDC9FD1C3A}</a:tableStyleId>
              </a:tblPr>
              <a:tblGrid>
                <a:gridCol w="435783">
                  <a:extLst>
                    <a:ext uri="{9D8B030D-6E8A-4147-A177-3AD203B41FA5}">
                      <a16:colId xmlns:a16="http://schemas.microsoft.com/office/drawing/2014/main" val="4170535043"/>
                    </a:ext>
                  </a:extLst>
                </a:gridCol>
                <a:gridCol w="1104718">
                  <a:extLst>
                    <a:ext uri="{9D8B030D-6E8A-4147-A177-3AD203B41FA5}">
                      <a16:colId xmlns:a16="http://schemas.microsoft.com/office/drawing/2014/main" val="2079070694"/>
                    </a:ext>
                  </a:extLst>
                </a:gridCol>
                <a:gridCol w="4507499">
                  <a:extLst>
                    <a:ext uri="{9D8B030D-6E8A-4147-A177-3AD203B41FA5}">
                      <a16:colId xmlns:a16="http://schemas.microsoft.com/office/drawing/2014/main" val="32595803"/>
                    </a:ext>
                  </a:extLst>
                </a:gridCol>
              </a:tblGrid>
              <a:tr h="25474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900">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14:8</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DAC_DEC1</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value determines the amount of the DAC OUT decrement whenever the FB is asserted. The DAC_DEC1_MODE bit allows two modes choice, one is to decrease by the amount of DAC_DEC1, and the other is to decrease by the amount of arithmetic exponential of DAC_DEC1. Refer to the Figure 28.</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r h="187187">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DAC_INC1_WAIT</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value determines the number of frames that the DAC OUT increment execution will wait with the FB deassertion. In case the value is set to 2, then the DAC OUT will be increased by the DAC_INC1 at the third frame if three successive frames are kept without the FB assertion. If the value is set to 0, then the DAC OUT will be increased immediately whenever the frame is without a FB assertion.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9782226"/>
                  </a:ext>
                </a:extLst>
              </a:tr>
            </a:tbl>
          </a:graphicData>
        </a:graphic>
      </p:graphicFrame>
      <p:graphicFrame>
        <p:nvGraphicFramePr>
          <p:cNvPr id="13" name="표 12">
            <a:extLst>
              <a:ext uri="{FF2B5EF4-FFF2-40B4-BE49-F238E27FC236}">
                <a16:creationId xmlns:a16="http://schemas.microsoft.com/office/drawing/2014/main" id="{49C8B107-0768-45DF-B9FC-FA6CDC19FBA1}"/>
              </a:ext>
            </a:extLst>
          </p:cNvPr>
          <p:cNvGraphicFramePr>
            <a:graphicFrameLocks noGrp="1"/>
          </p:cNvGraphicFramePr>
          <p:nvPr/>
        </p:nvGraphicFramePr>
        <p:xfrm>
          <a:off x="398462" y="3966041"/>
          <a:ext cx="6048002" cy="372600"/>
        </p:xfrm>
        <a:graphic>
          <a:graphicData uri="http://schemas.openxmlformats.org/drawingml/2006/table">
            <a:tbl>
              <a:tblPr firstRow="1" bandRow="1">
                <a:tableStyleId>{5C22544A-7EE6-4342-B048-85BDC9FD1C3A}</a:tableStyleId>
              </a:tblPr>
              <a:tblGrid>
                <a:gridCol w="317321">
                  <a:extLst>
                    <a:ext uri="{9D8B030D-6E8A-4147-A177-3AD203B41FA5}">
                      <a16:colId xmlns:a16="http://schemas.microsoft.com/office/drawing/2014/main" val="3358603807"/>
                    </a:ext>
                  </a:extLst>
                </a:gridCol>
                <a:gridCol w="425561">
                  <a:extLst>
                    <a:ext uri="{9D8B030D-6E8A-4147-A177-3AD203B41FA5}">
                      <a16:colId xmlns:a16="http://schemas.microsoft.com/office/drawing/2014/main" val="2844922634"/>
                    </a:ext>
                  </a:extLst>
                </a:gridCol>
                <a:gridCol w="331570">
                  <a:extLst>
                    <a:ext uri="{9D8B030D-6E8A-4147-A177-3AD203B41FA5}">
                      <a16:colId xmlns:a16="http://schemas.microsoft.com/office/drawing/2014/main" val="4293411712"/>
                    </a:ext>
                  </a:extLst>
                </a:gridCol>
                <a:gridCol w="331570">
                  <a:extLst>
                    <a:ext uri="{9D8B030D-6E8A-4147-A177-3AD203B41FA5}">
                      <a16:colId xmlns:a16="http://schemas.microsoft.com/office/drawing/2014/main" val="657570846"/>
                    </a:ext>
                  </a:extLst>
                </a:gridCol>
                <a:gridCol w="331570">
                  <a:extLst>
                    <a:ext uri="{9D8B030D-6E8A-4147-A177-3AD203B41FA5}">
                      <a16:colId xmlns:a16="http://schemas.microsoft.com/office/drawing/2014/main" val="3259894497"/>
                    </a:ext>
                  </a:extLst>
                </a:gridCol>
                <a:gridCol w="331570">
                  <a:extLst>
                    <a:ext uri="{9D8B030D-6E8A-4147-A177-3AD203B41FA5}">
                      <a16:colId xmlns:a16="http://schemas.microsoft.com/office/drawing/2014/main" val="4170535043"/>
                    </a:ext>
                  </a:extLst>
                </a:gridCol>
                <a:gridCol w="331570">
                  <a:extLst>
                    <a:ext uri="{9D8B030D-6E8A-4147-A177-3AD203B41FA5}">
                      <a16:colId xmlns:a16="http://schemas.microsoft.com/office/drawing/2014/main" val="2079070694"/>
                    </a:ext>
                  </a:extLst>
                </a:gridCol>
                <a:gridCol w="331570">
                  <a:extLst>
                    <a:ext uri="{9D8B030D-6E8A-4147-A177-3AD203B41FA5}">
                      <a16:colId xmlns:a16="http://schemas.microsoft.com/office/drawing/2014/main" val="4213315911"/>
                    </a:ext>
                  </a:extLst>
                </a:gridCol>
                <a:gridCol w="331570">
                  <a:extLst>
                    <a:ext uri="{9D8B030D-6E8A-4147-A177-3AD203B41FA5}">
                      <a16:colId xmlns:a16="http://schemas.microsoft.com/office/drawing/2014/main" val="2769999950"/>
                    </a:ext>
                  </a:extLst>
                </a:gridCol>
                <a:gridCol w="331570">
                  <a:extLst>
                    <a:ext uri="{9D8B030D-6E8A-4147-A177-3AD203B41FA5}">
                      <a16:colId xmlns:a16="http://schemas.microsoft.com/office/drawing/2014/main" val="135637185"/>
                    </a:ext>
                  </a:extLst>
                </a:gridCol>
                <a:gridCol w="331570">
                  <a:extLst>
                    <a:ext uri="{9D8B030D-6E8A-4147-A177-3AD203B41FA5}">
                      <a16:colId xmlns:a16="http://schemas.microsoft.com/office/drawing/2014/main" val="3038050475"/>
                    </a:ext>
                  </a:extLst>
                </a:gridCol>
                <a:gridCol w="331570">
                  <a:extLst>
                    <a:ext uri="{9D8B030D-6E8A-4147-A177-3AD203B41FA5}">
                      <a16:colId xmlns:a16="http://schemas.microsoft.com/office/drawing/2014/main" val="1979433044"/>
                    </a:ext>
                  </a:extLst>
                </a:gridCol>
                <a:gridCol w="331570">
                  <a:extLst>
                    <a:ext uri="{9D8B030D-6E8A-4147-A177-3AD203B41FA5}">
                      <a16:colId xmlns:a16="http://schemas.microsoft.com/office/drawing/2014/main" val="1937369831"/>
                    </a:ext>
                  </a:extLst>
                </a:gridCol>
                <a:gridCol w="331570">
                  <a:extLst>
                    <a:ext uri="{9D8B030D-6E8A-4147-A177-3AD203B41FA5}">
                      <a16:colId xmlns:a16="http://schemas.microsoft.com/office/drawing/2014/main" val="747813118"/>
                    </a:ext>
                  </a:extLst>
                </a:gridCol>
                <a:gridCol w="331570">
                  <a:extLst>
                    <a:ext uri="{9D8B030D-6E8A-4147-A177-3AD203B41FA5}">
                      <a16:colId xmlns:a16="http://schemas.microsoft.com/office/drawing/2014/main" val="416731006"/>
                    </a:ext>
                  </a:extLst>
                </a:gridCol>
                <a:gridCol w="331570">
                  <a:extLst>
                    <a:ext uri="{9D8B030D-6E8A-4147-A177-3AD203B41FA5}">
                      <a16:colId xmlns:a16="http://schemas.microsoft.com/office/drawing/2014/main" val="4062622099"/>
                    </a:ext>
                  </a:extLst>
                </a:gridCol>
                <a:gridCol w="331570">
                  <a:extLst>
                    <a:ext uri="{9D8B030D-6E8A-4147-A177-3AD203B41FA5}">
                      <a16:colId xmlns:a16="http://schemas.microsoft.com/office/drawing/2014/main" val="3794202418"/>
                    </a:ext>
                  </a:extLst>
                </a:gridCol>
                <a:gridCol w="331570">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‘h54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DAC_DEC1 [6:0]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DAC_INC1_WAIT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4F0B1AA4-C62A-EAD8-5356-A18AD69EFBFC}"/>
              </a:ext>
            </a:extLst>
          </p:cNvPr>
          <p:cNvSpPr txBox="1"/>
          <p:nvPr/>
        </p:nvSpPr>
        <p:spPr>
          <a:xfrm>
            <a:off x="398462" y="6454630"/>
            <a:ext cx="60480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DAC INCREMENT HOLD THRESHOLD</a:t>
            </a:r>
          </a:p>
        </p:txBody>
      </p:sp>
      <p:graphicFrame>
        <p:nvGraphicFramePr>
          <p:cNvPr id="15" name="표 14">
            <a:extLst>
              <a:ext uri="{FF2B5EF4-FFF2-40B4-BE49-F238E27FC236}">
                <a16:creationId xmlns:a16="http://schemas.microsoft.com/office/drawing/2014/main" id="{816FE573-6546-A8F0-0417-5C3C4089A50F}"/>
              </a:ext>
            </a:extLst>
          </p:cNvPr>
          <p:cNvGraphicFramePr>
            <a:graphicFrameLocks noGrp="1"/>
          </p:cNvGraphicFramePr>
          <p:nvPr>
            <p:extLst>
              <p:ext uri="{D42A27DB-BD31-4B8C-83A1-F6EECF244321}">
                <p14:modId xmlns:p14="http://schemas.microsoft.com/office/powerpoint/2010/main" val="3508494912"/>
              </p:ext>
            </p:extLst>
          </p:nvPr>
        </p:nvGraphicFramePr>
        <p:xfrm>
          <a:off x="398462" y="7109960"/>
          <a:ext cx="6048000" cy="951643"/>
        </p:xfrm>
        <a:graphic>
          <a:graphicData uri="http://schemas.openxmlformats.org/drawingml/2006/table">
            <a:tbl>
              <a:tblPr firstRow="1" bandRow="1">
                <a:tableStyleId>{5C22544A-7EE6-4342-B048-85BDC9FD1C3A}</a:tableStyleId>
              </a:tblPr>
              <a:tblGrid>
                <a:gridCol w="435783">
                  <a:extLst>
                    <a:ext uri="{9D8B030D-6E8A-4147-A177-3AD203B41FA5}">
                      <a16:colId xmlns:a16="http://schemas.microsoft.com/office/drawing/2014/main" val="4170535043"/>
                    </a:ext>
                  </a:extLst>
                </a:gridCol>
                <a:gridCol w="1104718">
                  <a:extLst>
                    <a:ext uri="{9D8B030D-6E8A-4147-A177-3AD203B41FA5}">
                      <a16:colId xmlns:a16="http://schemas.microsoft.com/office/drawing/2014/main" val="2079070694"/>
                    </a:ext>
                  </a:extLst>
                </a:gridCol>
                <a:gridCol w="4507499">
                  <a:extLst>
                    <a:ext uri="{9D8B030D-6E8A-4147-A177-3AD203B41FA5}">
                      <a16:colId xmlns:a16="http://schemas.microsoft.com/office/drawing/2014/main" val="32595803"/>
                    </a:ext>
                  </a:extLst>
                </a:gridCol>
              </a:tblGrid>
              <a:tr h="25474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88163">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SIGNED</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signed bit of the DAC_INC_HOLD_THRESHOLD. </a:t>
                      </a:r>
                      <a:r>
                        <a:rPr kumimoji="0" lang="en-US" altLang="ko-KR" sz="900" b="0" i="0" u="none" strike="noStrike" kern="1200" cap="none" spc="0" normalizeH="0" baseline="0" noProof="0" dirty="0">
                          <a:ln>
                            <a:noFill/>
                          </a:ln>
                          <a:solidFill>
                            <a:srgbClr val="33CC33"/>
                          </a:solidFill>
                          <a:effectLst/>
                          <a:uLnTx/>
                          <a:uFillTx/>
                          <a:latin typeface="Arial" panose="020B0604020202020204" pitchFamily="34" charset="0"/>
                          <a:ea typeface="맑은 고딕" panose="020B0503020000020004" pitchFamily="50" charset="-127"/>
                          <a:cs typeface="Arial" panose="020B0604020202020204" pitchFamily="34" charset="0"/>
                        </a:rPr>
                        <a:t>Set negative value as ‘1’.</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r h="310320">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DAC_INC_HOLD_</a:t>
                      </a:r>
                    </a:p>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THRESHOLD</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determines the range that the DAC_INC_HOLD_LIMIT counter will work. Refer to the DAC_INC_HOLD_LIMIT and the DAC_HOLD_EN bit in details.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2501997"/>
                  </a:ext>
                </a:extLst>
              </a:tr>
            </a:tbl>
          </a:graphicData>
        </a:graphic>
      </p:graphicFrame>
      <p:graphicFrame>
        <p:nvGraphicFramePr>
          <p:cNvPr id="17" name="표 16">
            <a:extLst>
              <a:ext uri="{FF2B5EF4-FFF2-40B4-BE49-F238E27FC236}">
                <a16:creationId xmlns:a16="http://schemas.microsoft.com/office/drawing/2014/main" id="{8A1F760A-4171-32C8-BF56-A8C4A945BC67}"/>
              </a:ext>
            </a:extLst>
          </p:cNvPr>
          <p:cNvGraphicFramePr>
            <a:graphicFrameLocks noGrp="1"/>
          </p:cNvGraphicFramePr>
          <p:nvPr/>
        </p:nvGraphicFramePr>
        <p:xfrm>
          <a:off x="398462" y="6734907"/>
          <a:ext cx="6048005" cy="372600"/>
        </p:xfrm>
        <a:graphic>
          <a:graphicData uri="http://schemas.openxmlformats.org/drawingml/2006/table">
            <a:tbl>
              <a:tblPr firstRow="1" bandRow="1">
                <a:tableStyleId>{5C22544A-7EE6-4342-B048-85BDC9FD1C3A}</a:tableStyleId>
              </a:tblPr>
              <a:tblGrid>
                <a:gridCol w="317321">
                  <a:extLst>
                    <a:ext uri="{9D8B030D-6E8A-4147-A177-3AD203B41FA5}">
                      <a16:colId xmlns:a16="http://schemas.microsoft.com/office/drawing/2014/main" val="3358603807"/>
                    </a:ext>
                  </a:extLst>
                </a:gridCol>
                <a:gridCol w="425561">
                  <a:extLst>
                    <a:ext uri="{9D8B030D-6E8A-4147-A177-3AD203B41FA5}">
                      <a16:colId xmlns:a16="http://schemas.microsoft.com/office/drawing/2014/main" val="2844922634"/>
                    </a:ext>
                  </a:extLst>
                </a:gridCol>
                <a:gridCol w="331570">
                  <a:extLst>
                    <a:ext uri="{9D8B030D-6E8A-4147-A177-3AD203B41FA5}">
                      <a16:colId xmlns:a16="http://schemas.microsoft.com/office/drawing/2014/main" val="4293411712"/>
                    </a:ext>
                  </a:extLst>
                </a:gridCol>
                <a:gridCol w="331570">
                  <a:extLst>
                    <a:ext uri="{9D8B030D-6E8A-4147-A177-3AD203B41FA5}">
                      <a16:colId xmlns:a16="http://schemas.microsoft.com/office/drawing/2014/main" val="657570846"/>
                    </a:ext>
                  </a:extLst>
                </a:gridCol>
                <a:gridCol w="331570">
                  <a:extLst>
                    <a:ext uri="{9D8B030D-6E8A-4147-A177-3AD203B41FA5}">
                      <a16:colId xmlns:a16="http://schemas.microsoft.com/office/drawing/2014/main" val="3259894497"/>
                    </a:ext>
                  </a:extLst>
                </a:gridCol>
                <a:gridCol w="331570">
                  <a:extLst>
                    <a:ext uri="{9D8B030D-6E8A-4147-A177-3AD203B41FA5}">
                      <a16:colId xmlns:a16="http://schemas.microsoft.com/office/drawing/2014/main" val="4170535043"/>
                    </a:ext>
                  </a:extLst>
                </a:gridCol>
                <a:gridCol w="331570">
                  <a:extLst>
                    <a:ext uri="{9D8B030D-6E8A-4147-A177-3AD203B41FA5}">
                      <a16:colId xmlns:a16="http://schemas.microsoft.com/office/drawing/2014/main" val="2079070694"/>
                    </a:ext>
                  </a:extLst>
                </a:gridCol>
                <a:gridCol w="331570">
                  <a:extLst>
                    <a:ext uri="{9D8B030D-6E8A-4147-A177-3AD203B41FA5}">
                      <a16:colId xmlns:a16="http://schemas.microsoft.com/office/drawing/2014/main" val="4213315911"/>
                    </a:ext>
                  </a:extLst>
                </a:gridCol>
                <a:gridCol w="425236">
                  <a:extLst>
                    <a:ext uri="{9D8B030D-6E8A-4147-A177-3AD203B41FA5}">
                      <a16:colId xmlns:a16="http://schemas.microsoft.com/office/drawing/2014/main" val="2769999950"/>
                    </a:ext>
                  </a:extLst>
                </a:gridCol>
                <a:gridCol w="321163">
                  <a:extLst>
                    <a:ext uri="{9D8B030D-6E8A-4147-A177-3AD203B41FA5}">
                      <a16:colId xmlns:a16="http://schemas.microsoft.com/office/drawing/2014/main" val="135637185"/>
                    </a:ext>
                  </a:extLst>
                </a:gridCol>
                <a:gridCol w="321163">
                  <a:extLst>
                    <a:ext uri="{9D8B030D-6E8A-4147-A177-3AD203B41FA5}">
                      <a16:colId xmlns:a16="http://schemas.microsoft.com/office/drawing/2014/main" val="3038050475"/>
                    </a:ext>
                  </a:extLst>
                </a:gridCol>
                <a:gridCol w="321163">
                  <a:extLst>
                    <a:ext uri="{9D8B030D-6E8A-4147-A177-3AD203B41FA5}">
                      <a16:colId xmlns:a16="http://schemas.microsoft.com/office/drawing/2014/main" val="1979433044"/>
                    </a:ext>
                  </a:extLst>
                </a:gridCol>
                <a:gridCol w="321163">
                  <a:extLst>
                    <a:ext uri="{9D8B030D-6E8A-4147-A177-3AD203B41FA5}">
                      <a16:colId xmlns:a16="http://schemas.microsoft.com/office/drawing/2014/main" val="1937369831"/>
                    </a:ext>
                  </a:extLst>
                </a:gridCol>
                <a:gridCol w="321163">
                  <a:extLst>
                    <a:ext uri="{9D8B030D-6E8A-4147-A177-3AD203B41FA5}">
                      <a16:colId xmlns:a16="http://schemas.microsoft.com/office/drawing/2014/main" val="747813118"/>
                    </a:ext>
                  </a:extLst>
                </a:gridCol>
                <a:gridCol w="321163">
                  <a:extLst>
                    <a:ext uri="{9D8B030D-6E8A-4147-A177-3AD203B41FA5}">
                      <a16:colId xmlns:a16="http://schemas.microsoft.com/office/drawing/2014/main" val="416731006"/>
                    </a:ext>
                  </a:extLst>
                </a:gridCol>
                <a:gridCol w="321163">
                  <a:extLst>
                    <a:ext uri="{9D8B030D-6E8A-4147-A177-3AD203B41FA5}">
                      <a16:colId xmlns:a16="http://schemas.microsoft.com/office/drawing/2014/main" val="4062622099"/>
                    </a:ext>
                  </a:extLst>
                </a:gridCol>
                <a:gridCol w="321163">
                  <a:extLst>
                    <a:ext uri="{9D8B030D-6E8A-4147-A177-3AD203B41FA5}">
                      <a16:colId xmlns:a16="http://schemas.microsoft.com/office/drawing/2014/main" val="3794202418"/>
                    </a:ext>
                  </a:extLst>
                </a:gridCol>
                <a:gridCol w="321163">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‘h55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SIGNED</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DAC_INC_HOLD_THRESHOLD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DFA24F68-AA27-4C80-5D89-6FF9745ADDA1}"/>
              </a:ext>
            </a:extLst>
          </p:cNvPr>
          <p:cNvSpPr txBox="1"/>
          <p:nvPr/>
        </p:nvSpPr>
        <p:spPr>
          <a:xfrm>
            <a:off x="398462" y="848062"/>
            <a:ext cx="60480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DAC INCREMENT 2 &amp; HOLD_LIMIT</a:t>
            </a:r>
          </a:p>
        </p:txBody>
      </p:sp>
    </p:spTree>
    <p:extLst>
      <p:ext uri="{BB962C8B-B14F-4D97-AF65-F5344CB8AC3E}">
        <p14:creationId xmlns:p14="http://schemas.microsoft.com/office/powerpoint/2010/main" val="2759234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6734-8C9C-829F-134C-4AC9772351DD}"/>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025A20E-DBD0-F9F5-62DD-58667391D39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17B7B72-D00E-9B0C-8B3C-740F4C92B9F6}"/>
              </a:ext>
            </a:extLst>
          </p:cNvPr>
          <p:cNvSpPr txBox="1"/>
          <p:nvPr/>
        </p:nvSpPr>
        <p:spPr>
          <a:xfrm>
            <a:off x="413545" y="274753"/>
            <a:ext cx="577081"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7CFC06A2-6065-B7A1-8FF8-BFD9D3DD4D5A}"/>
              </a:ext>
            </a:extLst>
          </p:cNvPr>
          <p:cNvSpPr txBox="1"/>
          <p:nvPr/>
        </p:nvSpPr>
        <p:spPr>
          <a:xfrm>
            <a:off x="399782" y="848062"/>
            <a:ext cx="60480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DAC FB VALID CNT</a:t>
            </a:r>
          </a:p>
        </p:txBody>
      </p:sp>
      <p:graphicFrame>
        <p:nvGraphicFramePr>
          <p:cNvPr id="16" name="표 15">
            <a:extLst>
              <a:ext uri="{FF2B5EF4-FFF2-40B4-BE49-F238E27FC236}">
                <a16:creationId xmlns:a16="http://schemas.microsoft.com/office/drawing/2014/main" id="{48AC77C7-0B8D-05A4-5A49-F39F94458BE9}"/>
              </a:ext>
            </a:extLst>
          </p:cNvPr>
          <p:cNvGraphicFramePr>
            <a:graphicFrameLocks noGrp="1"/>
          </p:cNvGraphicFramePr>
          <p:nvPr/>
        </p:nvGraphicFramePr>
        <p:xfrm>
          <a:off x="399782" y="1528214"/>
          <a:ext cx="6053653" cy="663480"/>
        </p:xfrm>
        <a:graphic>
          <a:graphicData uri="http://schemas.openxmlformats.org/drawingml/2006/table">
            <a:tbl>
              <a:tblPr firstRow="1" bandRow="1">
                <a:tableStyleId>{5C22544A-7EE6-4342-B048-85BDC9FD1C3A}</a:tableStyleId>
              </a:tblPr>
              <a:tblGrid>
                <a:gridCol w="436190">
                  <a:extLst>
                    <a:ext uri="{9D8B030D-6E8A-4147-A177-3AD203B41FA5}">
                      <a16:colId xmlns:a16="http://schemas.microsoft.com/office/drawing/2014/main" val="4170535043"/>
                    </a:ext>
                  </a:extLst>
                </a:gridCol>
                <a:gridCol w="1711612">
                  <a:extLst>
                    <a:ext uri="{9D8B030D-6E8A-4147-A177-3AD203B41FA5}">
                      <a16:colId xmlns:a16="http://schemas.microsoft.com/office/drawing/2014/main" val="2079070694"/>
                    </a:ext>
                  </a:extLst>
                </a:gridCol>
                <a:gridCol w="3905851">
                  <a:extLst>
                    <a:ext uri="{9D8B030D-6E8A-4147-A177-3AD203B41FA5}">
                      <a16:colId xmlns:a16="http://schemas.microsoft.com/office/drawing/2014/main" val="32595803"/>
                    </a:ext>
                  </a:extLst>
                </a:gridCol>
              </a:tblGrid>
              <a:tr h="25474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74">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DAC_FB_VAILD_CNT</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is for test only. This value shows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counted value, MCLK x 4, for one frame.</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bl>
          </a:graphicData>
        </a:graphic>
      </p:graphicFrame>
      <p:sp>
        <p:nvSpPr>
          <p:cNvPr id="4" name="TextBox 3">
            <a:extLst>
              <a:ext uri="{FF2B5EF4-FFF2-40B4-BE49-F238E27FC236}">
                <a16:creationId xmlns:a16="http://schemas.microsoft.com/office/drawing/2014/main" id="{FABDA3BF-8F63-9205-DCEE-658E02B28E7D}"/>
              </a:ext>
            </a:extLst>
          </p:cNvPr>
          <p:cNvSpPr txBox="1"/>
          <p:nvPr/>
        </p:nvSpPr>
        <p:spPr>
          <a:xfrm>
            <a:off x="399782" y="2678746"/>
            <a:ext cx="60480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DAC INC HOLD/WAIT CNT</a:t>
            </a:r>
          </a:p>
        </p:txBody>
      </p:sp>
      <p:graphicFrame>
        <p:nvGraphicFramePr>
          <p:cNvPr id="5" name="표 4">
            <a:extLst>
              <a:ext uri="{FF2B5EF4-FFF2-40B4-BE49-F238E27FC236}">
                <a16:creationId xmlns:a16="http://schemas.microsoft.com/office/drawing/2014/main" id="{8471F6B0-A5DD-C91E-866B-5F33CAC1557C}"/>
              </a:ext>
            </a:extLst>
          </p:cNvPr>
          <p:cNvGraphicFramePr>
            <a:graphicFrameLocks noGrp="1"/>
          </p:cNvGraphicFramePr>
          <p:nvPr/>
        </p:nvGraphicFramePr>
        <p:xfrm>
          <a:off x="399782" y="3349282"/>
          <a:ext cx="6053653" cy="868406"/>
        </p:xfrm>
        <a:graphic>
          <a:graphicData uri="http://schemas.openxmlformats.org/drawingml/2006/table">
            <a:tbl>
              <a:tblPr firstRow="1" bandRow="1">
                <a:tableStyleId>{5C22544A-7EE6-4342-B048-85BDC9FD1C3A}</a:tableStyleId>
              </a:tblPr>
              <a:tblGrid>
                <a:gridCol w="431457">
                  <a:extLst>
                    <a:ext uri="{9D8B030D-6E8A-4147-A177-3AD203B41FA5}">
                      <a16:colId xmlns:a16="http://schemas.microsoft.com/office/drawing/2014/main" val="4170535043"/>
                    </a:ext>
                  </a:extLst>
                </a:gridCol>
                <a:gridCol w="1743996">
                  <a:extLst>
                    <a:ext uri="{9D8B030D-6E8A-4147-A177-3AD203B41FA5}">
                      <a16:colId xmlns:a16="http://schemas.microsoft.com/office/drawing/2014/main" val="2079070694"/>
                    </a:ext>
                  </a:extLst>
                </a:gridCol>
                <a:gridCol w="3878200">
                  <a:extLst>
                    <a:ext uri="{9D8B030D-6E8A-4147-A177-3AD203B41FA5}">
                      <a16:colId xmlns:a16="http://schemas.microsoft.com/office/drawing/2014/main" val="32595803"/>
                    </a:ext>
                  </a:extLst>
                </a:gridCol>
              </a:tblGrid>
              <a:tr h="25474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88918">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15:8</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DAC_INC_HOLD_LIMIT_CNT</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is for test only.</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r h="262328">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DAC_INC1_WAIT_</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CNT</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is for test only.</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7493418"/>
                  </a:ext>
                </a:extLst>
              </a:tr>
            </a:tbl>
          </a:graphicData>
        </a:graphic>
      </p:graphicFrame>
      <p:graphicFrame>
        <p:nvGraphicFramePr>
          <p:cNvPr id="11" name="표 10">
            <a:extLst>
              <a:ext uri="{FF2B5EF4-FFF2-40B4-BE49-F238E27FC236}">
                <a16:creationId xmlns:a16="http://schemas.microsoft.com/office/drawing/2014/main" id="{6DD68EAC-5BDD-0ADF-4727-6867F70F89FE}"/>
              </a:ext>
            </a:extLst>
          </p:cNvPr>
          <p:cNvGraphicFramePr>
            <a:graphicFrameLocks noGrp="1"/>
          </p:cNvGraphicFramePr>
          <p:nvPr/>
        </p:nvGraphicFramePr>
        <p:xfrm>
          <a:off x="399782" y="1114386"/>
          <a:ext cx="6053657" cy="372600"/>
        </p:xfrm>
        <a:graphic>
          <a:graphicData uri="http://schemas.openxmlformats.org/drawingml/2006/table">
            <a:tbl>
              <a:tblPr firstRow="1" bandRow="1">
                <a:tableStyleId>{5C22544A-7EE6-4342-B048-85BDC9FD1C3A}</a:tableStyleId>
              </a:tblPr>
              <a:tblGrid>
                <a:gridCol w="317618">
                  <a:extLst>
                    <a:ext uri="{9D8B030D-6E8A-4147-A177-3AD203B41FA5}">
                      <a16:colId xmlns:a16="http://schemas.microsoft.com/office/drawing/2014/main" val="3358603807"/>
                    </a:ext>
                  </a:extLst>
                </a:gridCol>
                <a:gridCol w="425959">
                  <a:extLst>
                    <a:ext uri="{9D8B030D-6E8A-4147-A177-3AD203B41FA5}">
                      <a16:colId xmlns:a16="http://schemas.microsoft.com/office/drawing/2014/main" val="2844922634"/>
                    </a:ext>
                  </a:extLst>
                </a:gridCol>
                <a:gridCol w="331880">
                  <a:extLst>
                    <a:ext uri="{9D8B030D-6E8A-4147-A177-3AD203B41FA5}">
                      <a16:colId xmlns:a16="http://schemas.microsoft.com/office/drawing/2014/main" val="4293411712"/>
                    </a:ext>
                  </a:extLst>
                </a:gridCol>
                <a:gridCol w="331880">
                  <a:extLst>
                    <a:ext uri="{9D8B030D-6E8A-4147-A177-3AD203B41FA5}">
                      <a16:colId xmlns:a16="http://schemas.microsoft.com/office/drawing/2014/main" val="657570846"/>
                    </a:ext>
                  </a:extLst>
                </a:gridCol>
                <a:gridCol w="331880">
                  <a:extLst>
                    <a:ext uri="{9D8B030D-6E8A-4147-A177-3AD203B41FA5}">
                      <a16:colId xmlns:a16="http://schemas.microsoft.com/office/drawing/2014/main" val="3259894497"/>
                    </a:ext>
                  </a:extLst>
                </a:gridCol>
                <a:gridCol w="331880">
                  <a:extLst>
                    <a:ext uri="{9D8B030D-6E8A-4147-A177-3AD203B41FA5}">
                      <a16:colId xmlns:a16="http://schemas.microsoft.com/office/drawing/2014/main" val="4170535043"/>
                    </a:ext>
                  </a:extLst>
                </a:gridCol>
                <a:gridCol w="331880">
                  <a:extLst>
                    <a:ext uri="{9D8B030D-6E8A-4147-A177-3AD203B41FA5}">
                      <a16:colId xmlns:a16="http://schemas.microsoft.com/office/drawing/2014/main" val="2079070694"/>
                    </a:ext>
                  </a:extLst>
                </a:gridCol>
                <a:gridCol w="331880">
                  <a:extLst>
                    <a:ext uri="{9D8B030D-6E8A-4147-A177-3AD203B41FA5}">
                      <a16:colId xmlns:a16="http://schemas.microsoft.com/office/drawing/2014/main" val="4213315911"/>
                    </a:ext>
                  </a:extLst>
                </a:gridCol>
                <a:gridCol w="331880">
                  <a:extLst>
                    <a:ext uri="{9D8B030D-6E8A-4147-A177-3AD203B41FA5}">
                      <a16:colId xmlns:a16="http://schemas.microsoft.com/office/drawing/2014/main" val="2769999950"/>
                    </a:ext>
                  </a:extLst>
                </a:gridCol>
                <a:gridCol w="331880">
                  <a:extLst>
                    <a:ext uri="{9D8B030D-6E8A-4147-A177-3AD203B41FA5}">
                      <a16:colId xmlns:a16="http://schemas.microsoft.com/office/drawing/2014/main" val="135637185"/>
                    </a:ext>
                  </a:extLst>
                </a:gridCol>
                <a:gridCol w="331880">
                  <a:extLst>
                    <a:ext uri="{9D8B030D-6E8A-4147-A177-3AD203B41FA5}">
                      <a16:colId xmlns:a16="http://schemas.microsoft.com/office/drawing/2014/main" val="3038050475"/>
                    </a:ext>
                  </a:extLst>
                </a:gridCol>
                <a:gridCol w="331880">
                  <a:extLst>
                    <a:ext uri="{9D8B030D-6E8A-4147-A177-3AD203B41FA5}">
                      <a16:colId xmlns:a16="http://schemas.microsoft.com/office/drawing/2014/main" val="1979433044"/>
                    </a:ext>
                  </a:extLst>
                </a:gridCol>
                <a:gridCol w="331880">
                  <a:extLst>
                    <a:ext uri="{9D8B030D-6E8A-4147-A177-3AD203B41FA5}">
                      <a16:colId xmlns:a16="http://schemas.microsoft.com/office/drawing/2014/main" val="1937369831"/>
                    </a:ext>
                  </a:extLst>
                </a:gridCol>
                <a:gridCol w="331880">
                  <a:extLst>
                    <a:ext uri="{9D8B030D-6E8A-4147-A177-3AD203B41FA5}">
                      <a16:colId xmlns:a16="http://schemas.microsoft.com/office/drawing/2014/main" val="747813118"/>
                    </a:ext>
                  </a:extLst>
                </a:gridCol>
                <a:gridCol w="331880">
                  <a:extLst>
                    <a:ext uri="{9D8B030D-6E8A-4147-A177-3AD203B41FA5}">
                      <a16:colId xmlns:a16="http://schemas.microsoft.com/office/drawing/2014/main" val="416731006"/>
                    </a:ext>
                  </a:extLst>
                </a:gridCol>
                <a:gridCol w="331880">
                  <a:extLst>
                    <a:ext uri="{9D8B030D-6E8A-4147-A177-3AD203B41FA5}">
                      <a16:colId xmlns:a16="http://schemas.microsoft.com/office/drawing/2014/main" val="4062622099"/>
                    </a:ext>
                  </a:extLst>
                </a:gridCol>
                <a:gridCol w="331880">
                  <a:extLst>
                    <a:ext uri="{9D8B030D-6E8A-4147-A177-3AD203B41FA5}">
                      <a16:colId xmlns:a16="http://schemas.microsoft.com/office/drawing/2014/main" val="3794202418"/>
                    </a:ext>
                  </a:extLst>
                </a:gridCol>
                <a:gridCol w="331880">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‘h5D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DAC_FB_VAILD_CNT [17:2]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FFE224C0-C4A2-0609-1DB4-169E7CB6DD4A}"/>
              </a:ext>
            </a:extLst>
          </p:cNvPr>
          <p:cNvGraphicFramePr>
            <a:graphicFrameLocks noGrp="1"/>
          </p:cNvGraphicFramePr>
          <p:nvPr/>
        </p:nvGraphicFramePr>
        <p:xfrm>
          <a:off x="399782" y="2940286"/>
          <a:ext cx="6048002" cy="372600"/>
        </p:xfrm>
        <a:graphic>
          <a:graphicData uri="http://schemas.openxmlformats.org/drawingml/2006/table">
            <a:tbl>
              <a:tblPr firstRow="1" bandRow="1">
                <a:tableStyleId>{5C22544A-7EE6-4342-B048-85BDC9FD1C3A}</a:tableStyleId>
              </a:tblPr>
              <a:tblGrid>
                <a:gridCol w="317321">
                  <a:extLst>
                    <a:ext uri="{9D8B030D-6E8A-4147-A177-3AD203B41FA5}">
                      <a16:colId xmlns:a16="http://schemas.microsoft.com/office/drawing/2014/main" val="3358603807"/>
                    </a:ext>
                  </a:extLst>
                </a:gridCol>
                <a:gridCol w="425561">
                  <a:extLst>
                    <a:ext uri="{9D8B030D-6E8A-4147-A177-3AD203B41FA5}">
                      <a16:colId xmlns:a16="http://schemas.microsoft.com/office/drawing/2014/main" val="2844922634"/>
                    </a:ext>
                  </a:extLst>
                </a:gridCol>
                <a:gridCol w="331570">
                  <a:extLst>
                    <a:ext uri="{9D8B030D-6E8A-4147-A177-3AD203B41FA5}">
                      <a16:colId xmlns:a16="http://schemas.microsoft.com/office/drawing/2014/main" val="4293411712"/>
                    </a:ext>
                  </a:extLst>
                </a:gridCol>
                <a:gridCol w="331570">
                  <a:extLst>
                    <a:ext uri="{9D8B030D-6E8A-4147-A177-3AD203B41FA5}">
                      <a16:colId xmlns:a16="http://schemas.microsoft.com/office/drawing/2014/main" val="657570846"/>
                    </a:ext>
                  </a:extLst>
                </a:gridCol>
                <a:gridCol w="331570">
                  <a:extLst>
                    <a:ext uri="{9D8B030D-6E8A-4147-A177-3AD203B41FA5}">
                      <a16:colId xmlns:a16="http://schemas.microsoft.com/office/drawing/2014/main" val="3259894497"/>
                    </a:ext>
                  </a:extLst>
                </a:gridCol>
                <a:gridCol w="331570">
                  <a:extLst>
                    <a:ext uri="{9D8B030D-6E8A-4147-A177-3AD203B41FA5}">
                      <a16:colId xmlns:a16="http://schemas.microsoft.com/office/drawing/2014/main" val="4170535043"/>
                    </a:ext>
                  </a:extLst>
                </a:gridCol>
                <a:gridCol w="331570">
                  <a:extLst>
                    <a:ext uri="{9D8B030D-6E8A-4147-A177-3AD203B41FA5}">
                      <a16:colId xmlns:a16="http://schemas.microsoft.com/office/drawing/2014/main" val="2079070694"/>
                    </a:ext>
                  </a:extLst>
                </a:gridCol>
                <a:gridCol w="331570">
                  <a:extLst>
                    <a:ext uri="{9D8B030D-6E8A-4147-A177-3AD203B41FA5}">
                      <a16:colId xmlns:a16="http://schemas.microsoft.com/office/drawing/2014/main" val="4213315911"/>
                    </a:ext>
                  </a:extLst>
                </a:gridCol>
                <a:gridCol w="331570">
                  <a:extLst>
                    <a:ext uri="{9D8B030D-6E8A-4147-A177-3AD203B41FA5}">
                      <a16:colId xmlns:a16="http://schemas.microsoft.com/office/drawing/2014/main" val="2769999950"/>
                    </a:ext>
                  </a:extLst>
                </a:gridCol>
                <a:gridCol w="331570">
                  <a:extLst>
                    <a:ext uri="{9D8B030D-6E8A-4147-A177-3AD203B41FA5}">
                      <a16:colId xmlns:a16="http://schemas.microsoft.com/office/drawing/2014/main" val="135637185"/>
                    </a:ext>
                  </a:extLst>
                </a:gridCol>
                <a:gridCol w="331570">
                  <a:extLst>
                    <a:ext uri="{9D8B030D-6E8A-4147-A177-3AD203B41FA5}">
                      <a16:colId xmlns:a16="http://schemas.microsoft.com/office/drawing/2014/main" val="3038050475"/>
                    </a:ext>
                  </a:extLst>
                </a:gridCol>
                <a:gridCol w="331570">
                  <a:extLst>
                    <a:ext uri="{9D8B030D-6E8A-4147-A177-3AD203B41FA5}">
                      <a16:colId xmlns:a16="http://schemas.microsoft.com/office/drawing/2014/main" val="1979433044"/>
                    </a:ext>
                  </a:extLst>
                </a:gridCol>
                <a:gridCol w="331570">
                  <a:extLst>
                    <a:ext uri="{9D8B030D-6E8A-4147-A177-3AD203B41FA5}">
                      <a16:colId xmlns:a16="http://schemas.microsoft.com/office/drawing/2014/main" val="1937369831"/>
                    </a:ext>
                  </a:extLst>
                </a:gridCol>
                <a:gridCol w="331570">
                  <a:extLst>
                    <a:ext uri="{9D8B030D-6E8A-4147-A177-3AD203B41FA5}">
                      <a16:colId xmlns:a16="http://schemas.microsoft.com/office/drawing/2014/main" val="747813118"/>
                    </a:ext>
                  </a:extLst>
                </a:gridCol>
                <a:gridCol w="331570">
                  <a:extLst>
                    <a:ext uri="{9D8B030D-6E8A-4147-A177-3AD203B41FA5}">
                      <a16:colId xmlns:a16="http://schemas.microsoft.com/office/drawing/2014/main" val="416731006"/>
                    </a:ext>
                  </a:extLst>
                </a:gridCol>
                <a:gridCol w="331570">
                  <a:extLst>
                    <a:ext uri="{9D8B030D-6E8A-4147-A177-3AD203B41FA5}">
                      <a16:colId xmlns:a16="http://schemas.microsoft.com/office/drawing/2014/main" val="4062622099"/>
                    </a:ext>
                  </a:extLst>
                </a:gridCol>
                <a:gridCol w="331570">
                  <a:extLst>
                    <a:ext uri="{9D8B030D-6E8A-4147-A177-3AD203B41FA5}">
                      <a16:colId xmlns:a16="http://schemas.microsoft.com/office/drawing/2014/main" val="3794202418"/>
                    </a:ext>
                  </a:extLst>
                </a:gridCol>
                <a:gridCol w="331570">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‘h5E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DAC_INC_HOLD_LIMT_CNT [7:0]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DAC_INC1_WAIT_CNT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C5B336C6-947C-4821-1F54-840E0A2FD6E8}"/>
              </a:ext>
            </a:extLst>
          </p:cNvPr>
          <p:cNvSpPr txBox="1"/>
          <p:nvPr/>
        </p:nvSpPr>
        <p:spPr>
          <a:xfrm>
            <a:off x="332276" y="4720885"/>
            <a:ext cx="60480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R2</a:t>
            </a:r>
          </a:p>
        </p:txBody>
      </p:sp>
      <p:graphicFrame>
        <p:nvGraphicFramePr>
          <p:cNvPr id="7" name="표 6">
            <a:extLst>
              <a:ext uri="{FF2B5EF4-FFF2-40B4-BE49-F238E27FC236}">
                <a16:creationId xmlns:a16="http://schemas.microsoft.com/office/drawing/2014/main" id="{1475B916-99B2-FF97-71BE-111A4F516571}"/>
              </a:ext>
            </a:extLst>
          </p:cNvPr>
          <p:cNvGraphicFramePr>
            <a:graphicFrameLocks noGrp="1"/>
          </p:cNvGraphicFramePr>
          <p:nvPr>
            <p:extLst>
              <p:ext uri="{D42A27DB-BD31-4B8C-83A1-F6EECF244321}">
                <p14:modId xmlns:p14="http://schemas.microsoft.com/office/powerpoint/2010/main" val="4049947724"/>
              </p:ext>
            </p:extLst>
          </p:nvPr>
        </p:nvGraphicFramePr>
        <p:xfrm>
          <a:off x="332275" y="5395169"/>
          <a:ext cx="6112690" cy="816131"/>
        </p:xfrm>
        <a:graphic>
          <a:graphicData uri="http://schemas.openxmlformats.org/drawingml/2006/table">
            <a:tbl>
              <a:tblPr firstRow="1" bandRow="1">
                <a:tableStyleId>{5C22544A-7EE6-4342-B048-85BDC9FD1C3A}</a:tableStyleId>
              </a:tblPr>
              <a:tblGrid>
                <a:gridCol w="440444">
                  <a:extLst>
                    <a:ext uri="{9D8B030D-6E8A-4147-A177-3AD203B41FA5}">
                      <a16:colId xmlns:a16="http://schemas.microsoft.com/office/drawing/2014/main" val="4170535043"/>
                    </a:ext>
                  </a:extLst>
                </a:gridCol>
                <a:gridCol w="1116534">
                  <a:extLst>
                    <a:ext uri="{9D8B030D-6E8A-4147-A177-3AD203B41FA5}">
                      <a16:colId xmlns:a16="http://schemas.microsoft.com/office/drawing/2014/main" val="2079070694"/>
                    </a:ext>
                  </a:extLst>
                </a:gridCol>
                <a:gridCol w="4555712">
                  <a:extLst>
                    <a:ext uri="{9D8B030D-6E8A-4147-A177-3AD203B41FA5}">
                      <a16:colId xmlns:a16="http://schemas.microsoft.com/office/drawing/2014/main" val="32595803"/>
                    </a:ext>
                  </a:extLst>
                </a:gridCol>
              </a:tblGrid>
              <a:tr h="25474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90000" marB="90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89811">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12</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SIGNED</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signed bit of the R2 </a:t>
                      </a:r>
                      <a:r>
                        <a:rPr kumimoji="0" lang="en-US" altLang="ko-KR" sz="900" b="0" i="0" u="none" strike="noStrike" kern="1200" cap="none" spc="0" normalizeH="0" baseline="0" noProof="0" dirty="0">
                          <a:ln>
                            <a:noFill/>
                          </a:ln>
                          <a:solidFill>
                            <a:srgbClr val="33CC33"/>
                          </a:solidFill>
                          <a:effectLst/>
                          <a:uLnTx/>
                          <a:uFillTx/>
                          <a:latin typeface="Arial" panose="020B0604020202020204" pitchFamily="34" charset="0"/>
                          <a:ea typeface="맑은 고딕" panose="020B0503020000020004" pitchFamily="50" charset="-127"/>
                          <a:cs typeface="Arial" panose="020B0604020202020204" pitchFamily="34" charset="0"/>
                        </a:rPr>
                        <a:t>with representing negative as 1</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This is for test only.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r h="176987">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R2</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(CURR_TGT_DAC – the current DAC)</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7493418"/>
                  </a:ext>
                </a:extLst>
              </a:tr>
            </a:tbl>
          </a:graphicData>
        </a:graphic>
      </p:graphicFrame>
      <p:graphicFrame>
        <p:nvGraphicFramePr>
          <p:cNvPr id="8" name="표 7">
            <a:extLst>
              <a:ext uri="{FF2B5EF4-FFF2-40B4-BE49-F238E27FC236}">
                <a16:creationId xmlns:a16="http://schemas.microsoft.com/office/drawing/2014/main" id="{98822E1A-12B6-BA73-D456-107FFDAED52E}"/>
              </a:ext>
            </a:extLst>
          </p:cNvPr>
          <p:cNvGraphicFramePr>
            <a:graphicFrameLocks noGrp="1"/>
          </p:cNvGraphicFramePr>
          <p:nvPr/>
        </p:nvGraphicFramePr>
        <p:xfrm>
          <a:off x="332276" y="4982425"/>
          <a:ext cx="6112697" cy="372600"/>
        </p:xfrm>
        <a:graphic>
          <a:graphicData uri="http://schemas.openxmlformats.org/drawingml/2006/table">
            <a:tbl>
              <a:tblPr firstRow="1" bandRow="1">
                <a:tableStyleId>{5C22544A-7EE6-4342-B048-85BDC9FD1C3A}</a:tableStyleId>
              </a:tblPr>
              <a:tblGrid>
                <a:gridCol w="316708">
                  <a:extLst>
                    <a:ext uri="{9D8B030D-6E8A-4147-A177-3AD203B41FA5}">
                      <a16:colId xmlns:a16="http://schemas.microsoft.com/office/drawing/2014/main" val="3358603807"/>
                    </a:ext>
                  </a:extLst>
                </a:gridCol>
                <a:gridCol w="424738">
                  <a:extLst>
                    <a:ext uri="{9D8B030D-6E8A-4147-A177-3AD203B41FA5}">
                      <a16:colId xmlns:a16="http://schemas.microsoft.com/office/drawing/2014/main" val="2844922634"/>
                    </a:ext>
                  </a:extLst>
                </a:gridCol>
                <a:gridCol w="350468">
                  <a:extLst>
                    <a:ext uri="{9D8B030D-6E8A-4147-A177-3AD203B41FA5}">
                      <a16:colId xmlns:a16="http://schemas.microsoft.com/office/drawing/2014/main" val="4293411712"/>
                    </a:ext>
                  </a:extLst>
                </a:gridCol>
                <a:gridCol w="350468">
                  <a:extLst>
                    <a:ext uri="{9D8B030D-6E8A-4147-A177-3AD203B41FA5}">
                      <a16:colId xmlns:a16="http://schemas.microsoft.com/office/drawing/2014/main" val="657570846"/>
                    </a:ext>
                  </a:extLst>
                </a:gridCol>
                <a:gridCol w="350468">
                  <a:extLst>
                    <a:ext uri="{9D8B030D-6E8A-4147-A177-3AD203B41FA5}">
                      <a16:colId xmlns:a16="http://schemas.microsoft.com/office/drawing/2014/main" val="3259894497"/>
                    </a:ext>
                  </a:extLst>
                </a:gridCol>
                <a:gridCol w="462039">
                  <a:extLst>
                    <a:ext uri="{9D8B030D-6E8A-4147-A177-3AD203B41FA5}">
                      <a16:colId xmlns:a16="http://schemas.microsoft.com/office/drawing/2014/main" val="4170535043"/>
                    </a:ext>
                  </a:extLst>
                </a:gridCol>
                <a:gridCol w="321484">
                  <a:extLst>
                    <a:ext uri="{9D8B030D-6E8A-4147-A177-3AD203B41FA5}">
                      <a16:colId xmlns:a16="http://schemas.microsoft.com/office/drawing/2014/main" val="2079070694"/>
                    </a:ext>
                  </a:extLst>
                </a:gridCol>
                <a:gridCol w="321484">
                  <a:extLst>
                    <a:ext uri="{9D8B030D-6E8A-4147-A177-3AD203B41FA5}">
                      <a16:colId xmlns:a16="http://schemas.microsoft.com/office/drawing/2014/main" val="4213315911"/>
                    </a:ext>
                  </a:extLst>
                </a:gridCol>
                <a:gridCol w="321484">
                  <a:extLst>
                    <a:ext uri="{9D8B030D-6E8A-4147-A177-3AD203B41FA5}">
                      <a16:colId xmlns:a16="http://schemas.microsoft.com/office/drawing/2014/main" val="2769999950"/>
                    </a:ext>
                  </a:extLst>
                </a:gridCol>
                <a:gridCol w="321484">
                  <a:extLst>
                    <a:ext uri="{9D8B030D-6E8A-4147-A177-3AD203B41FA5}">
                      <a16:colId xmlns:a16="http://schemas.microsoft.com/office/drawing/2014/main" val="135637185"/>
                    </a:ext>
                  </a:extLst>
                </a:gridCol>
                <a:gridCol w="321484">
                  <a:extLst>
                    <a:ext uri="{9D8B030D-6E8A-4147-A177-3AD203B41FA5}">
                      <a16:colId xmlns:a16="http://schemas.microsoft.com/office/drawing/2014/main" val="3038050475"/>
                    </a:ext>
                  </a:extLst>
                </a:gridCol>
                <a:gridCol w="321484">
                  <a:extLst>
                    <a:ext uri="{9D8B030D-6E8A-4147-A177-3AD203B41FA5}">
                      <a16:colId xmlns:a16="http://schemas.microsoft.com/office/drawing/2014/main" val="1979433044"/>
                    </a:ext>
                  </a:extLst>
                </a:gridCol>
                <a:gridCol w="321484">
                  <a:extLst>
                    <a:ext uri="{9D8B030D-6E8A-4147-A177-3AD203B41FA5}">
                      <a16:colId xmlns:a16="http://schemas.microsoft.com/office/drawing/2014/main" val="1937369831"/>
                    </a:ext>
                  </a:extLst>
                </a:gridCol>
                <a:gridCol w="321484">
                  <a:extLst>
                    <a:ext uri="{9D8B030D-6E8A-4147-A177-3AD203B41FA5}">
                      <a16:colId xmlns:a16="http://schemas.microsoft.com/office/drawing/2014/main" val="747813118"/>
                    </a:ext>
                  </a:extLst>
                </a:gridCol>
                <a:gridCol w="321484">
                  <a:extLst>
                    <a:ext uri="{9D8B030D-6E8A-4147-A177-3AD203B41FA5}">
                      <a16:colId xmlns:a16="http://schemas.microsoft.com/office/drawing/2014/main" val="416731006"/>
                    </a:ext>
                  </a:extLst>
                </a:gridCol>
                <a:gridCol w="321484">
                  <a:extLst>
                    <a:ext uri="{9D8B030D-6E8A-4147-A177-3AD203B41FA5}">
                      <a16:colId xmlns:a16="http://schemas.microsoft.com/office/drawing/2014/main" val="4062622099"/>
                    </a:ext>
                  </a:extLst>
                </a:gridCol>
                <a:gridCol w="321484">
                  <a:extLst>
                    <a:ext uri="{9D8B030D-6E8A-4147-A177-3AD203B41FA5}">
                      <a16:colId xmlns:a16="http://schemas.microsoft.com/office/drawing/2014/main" val="3794202418"/>
                    </a:ext>
                  </a:extLst>
                </a:gridCol>
                <a:gridCol w="321484">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‘h5F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SIGNED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R2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949100985"/>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21499D0-6826-4EB6-B33C-C3FB6934EB1C}">
  <ds:schemaRefs>
    <ds:schemaRef ds:uri="http://schemas.microsoft.com/sharepoint/v3/contenttype/forms"/>
  </ds:schemaRefs>
</ds:datastoreItem>
</file>

<file path=customXml/itemProps2.xml><?xml version="1.0" encoding="utf-8"?>
<ds:datastoreItem xmlns:ds="http://schemas.openxmlformats.org/officeDocument/2006/customXml" ds:itemID="{5E09C4A2-7A9D-4A64-839A-8440BB4765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A89FADA-1EB9-406B-B6F7-642A64CB0D80}">
  <ds:schemaRefs>
    <ds:schemaRef ds:uri="http://schemas.microsoft.com/office/2006/metadata/properties"/>
    <ds:schemaRef ds:uri="http://schemas.microsoft.com/office/2006/documentManagement/types"/>
    <ds:schemaRef ds:uri="http://schemas.openxmlformats.org/package/2006/metadata/core-properties"/>
    <ds:schemaRef ds:uri="http://purl.org/dc/elements/1.1/"/>
    <ds:schemaRef ds:uri="http://www.w3.org/XML/1998/namespace"/>
    <ds:schemaRef ds:uri="http://purl.org/dc/terms/"/>
    <ds:schemaRef ds:uri="http://schemas.microsoft.com/office/infopath/2007/PartnerControls"/>
    <ds:schemaRef ds:uri="b68af7c0-9cef-4e12-8243-523fceba86e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46134</TotalTime>
  <Words>1419</Words>
  <Application>Microsoft Office PowerPoint</Application>
  <PresentationFormat>A4 용지(210x297mm)</PresentationFormat>
  <Paragraphs>332</Paragraphs>
  <Slides>3</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vt:i4>
      </vt:variant>
    </vt:vector>
  </HeadingPairs>
  <TitlesOfParts>
    <vt:vector size="8" baseType="lpstr">
      <vt:lpstr>맑은 고딕</vt:lpstr>
      <vt:lpstr>Arial</vt:lpstr>
      <vt:lpstr>Calibri</vt:lpstr>
      <vt:lpstr>Calibri Light</vt:lpstr>
      <vt:lpstr>Office 테마</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예 창희</cp:lastModifiedBy>
  <cp:revision>1601</cp:revision>
  <cp:lastPrinted>2023-08-01T07:21:23Z</cp:lastPrinted>
  <dcterms:created xsi:type="dcterms:W3CDTF">2020-06-17T04:27:48Z</dcterms:created>
  <dcterms:modified xsi:type="dcterms:W3CDTF">2025-06-20T01:01:55Z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