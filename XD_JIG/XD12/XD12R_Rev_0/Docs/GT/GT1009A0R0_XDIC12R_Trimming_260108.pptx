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548" r:id="rId3"/>
    <p:sldId id="549" r:id="rId4"/>
    <p:sldId id="537" r:id="rId5"/>
    <p:sldId id="538" r:id="rId6"/>
    <p:sldId id="561" r:id="rId7"/>
    <p:sldId id="560" r:id="rId8"/>
    <p:sldId id="550" r:id="rId9"/>
    <p:sldId id="535" r:id="rId10"/>
    <p:sldId id="552" r:id="rId11"/>
    <p:sldId id="553" r:id="rId12"/>
    <p:sldId id="547" r:id="rId13"/>
    <p:sldId id="551" r:id="rId14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61"/>
            <p14:sldId id="560"/>
            <p14:sldId id="550"/>
            <p14:sldId id="535"/>
            <p14:sldId id="552"/>
            <p14:sldId id="553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34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XDIC12R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(GT1009A0R0)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2026. 1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AA07208-BAA6-2C69-EA14-06ABF31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51719"/>
            <a:ext cx="71151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09F7D-9F29-DEDB-4EA1-98080CD5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41" y="1178890"/>
            <a:ext cx="3328254" cy="206841"/>
          </a:xfrm>
          <a:prstGeom prst="rect">
            <a:avLst/>
          </a:prstGeom>
        </p:spPr>
      </p:pic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002-6ED4-689F-F75F-3DF9AB0B9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6" y="2618847"/>
            <a:ext cx="7632467" cy="37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ED8D0-3452-24D6-A3EA-59C40A8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2" y="1015234"/>
            <a:ext cx="9903143" cy="533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LD_DATA Transfer</a:t>
            </a:r>
            <a:endParaRPr lang="ko-KR" altLang="en-US" dirty="0"/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그림 9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D7732-FA7F-1082-BBD5-20C3BB06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22" y="4239038"/>
            <a:ext cx="8848336" cy="19788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74145D-F34F-10C7-350A-1F81D0085F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1607062" y="1456104"/>
            <a:ext cx="7146257" cy="18854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9FA53-2810-B7B1-DEA0-BDC0BE4DDEA6}"/>
              </a:ext>
            </a:extLst>
          </p:cNvPr>
          <p:cNvCxnSpPr>
            <a:cxnSpLocks/>
          </p:cNvCxnSpPr>
          <p:nvPr/>
        </p:nvCxnSpPr>
        <p:spPr>
          <a:xfrm flipH="1">
            <a:off x="1828800" y="1925955"/>
            <a:ext cx="1171575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A6AB42-4E57-5A2A-4A71-B31EDF79487B}"/>
              </a:ext>
            </a:extLst>
          </p:cNvPr>
          <p:cNvCxnSpPr>
            <a:cxnSpLocks/>
          </p:cNvCxnSpPr>
          <p:nvPr/>
        </p:nvCxnSpPr>
        <p:spPr>
          <a:xfrm>
            <a:off x="5452110" y="1925955"/>
            <a:ext cx="5178548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Type1(LED1+LED2+LED3),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325B24-1AF8-31A6-2974-4A7A9883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5" y="1039008"/>
            <a:ext cx="8365749" cy="5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1F19-BE0F-88CE-7095-3FBD03FE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9A1134B-AC9A-F5F9-4E2F-33F398E6FC62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Type2(LED1,LED2+LED3),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ACF827-52BD-60DA-18B0-753DAA4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CD0AD-5F04-BF13-5667-1CBCD9A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68" y="987343"/>
            <a:ext cx="8166863" cy="53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483F5-D3FF-7963-BE09-CCDB7711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" y="849671"/>
            <a:ext cx="11532870" cy="55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DB58A8-2F91-D4E5-8678-ADFD287D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53" y="855326"/>
            <a:ext cx="10132694" cy="549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74370" y="1096824"/>
            <a:ext cx="1070991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When TEST_EN = 1,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DACA_OFS using MAX_CURR_VREF1 (0x0B) and TEST_ANA_EN[2:0] = 3’d3.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DACB_OFS using MAX_CURR_VREF1 (0x0B) and TEST_ANA_EN[2:0] = 3’d4.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MCLK64_O = 1, </a:t>
            </a:r>
            <a:r>
              <a:rPr lang="en-US" altLang="ko-KR" sz="1100" dirty="0" err="1"/>
              <a:t>mclk</a:t>
            </a:r>
            <a:r>
              <a:rPr lang="en-US" altLang="ko-KR" sz="1100" dirty="0"/>
              <a:t>/64 clock out to DDIO.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PWMOUT_FULL = 1, </a:t>
            </a:r>
            <a:r>
              <a:rPr lang="en-US" altLang="ko-KR" sz="1100" dirty="0" err="1"/>
              <a:t>PWM_OUT_CHx</a:t>
            </a:r>
            <a:r>
              <a:rPr lang="en-US" altLang="ko-KR" sz="1100" dirty="0"/>
              <a:t> = 1 (@CHx_EN=1) driving a high-active level to analog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using test equipment, set the EXT_CLKIN = 1 and use an external clock.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5163B-9026-0FB5-0716-D1DA08C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14850"/>
            <a:ext cx="9300172" cy="439349"/>
          </a:xfrm>
          <a:prstGeom prst="rect">
            <a:avLst/>
          </a:prstGeom>
        </p:spPr>
      </p:pic>
      <p:pic>
        <p:nvPicPr>
          <p:cNvPr id="9" name="그림 8" descr="스크린샷, 라인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9B149-4397-7AD0-FB37-60E0881B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46" y="4973949"/>
            <a:ext cx="8831507" cy="1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2FB14-50FF-6FF4-542E-9B9EE777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60" y="506306"/>
            <a:ext cx="6027360" cy="5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그림 3" descr="텍스트, 번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01C681-2F47-F137-7A27-A039EE59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7" y="508435"/>
            <a:ext cx="9372506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4897A9-3DEA-65A3-52B5-4AE6657A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508435"/>
            <a:ext cx="8960463" cy="583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10053</TotalTime>
  <Words>207</Words>
  <Application>Microsoft Office PowerPoint</Application>
  <PresentationFormat>와이드스크린</PresentationFormat>
  <Paragraphs>40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XDIC12R Trimming Sequence  (GT1009A0R0)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Tom Cho</cp:lastModifiedBy>
  <cp:revision>38</cp:revision>
  <dcterms:created xsi:type="dcterms:W3CDTF">2024-06-18T04:48:30Z</dcterms:created>
  <dcterms:modified xsi:type="dcterms:W3CDTF">2026-01-08T01:03:05Z</dcterms:modified>
</cp:coreProperties>
</file>