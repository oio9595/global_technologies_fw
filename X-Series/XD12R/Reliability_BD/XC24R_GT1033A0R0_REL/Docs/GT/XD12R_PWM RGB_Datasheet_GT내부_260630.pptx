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9"/>
  </p:notesMasterIdLst>
  <p:handoutMasterIdLst>
    <p:handoutMasterId r:id="rId50"/>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28" r:id="rId18"/>
    <p:sldId id="722" r:id="rId19"/>
    <p:sldId id="727" r:id="rId20"/>
    <p:sldId id="729" r:id="rId21"/>
    <p:sldId id="717" r:id="rId22"/>
    <p:sldId id="718" r:id="rId23"/>
    <p:sldId id="432" r:id="rId24"/>
    <p:sldId id="293" r:id="rId25"/>
    <p:sldId id="427" r:id="rId26"/>
    <p:sldId id="330" r:id="rId27"/>
    <p:sldId id="414" r:id="rId28"/>
    <p:sldId id="724" r:id="rId29"/>
    <p:sldId id="412" r:id="rId30"/>
    <p:sldId id="726" r:id="rId31"/>
    <p:sldId id="725" r:id="rId32"/>
    <p:sldId id="723" r:id="rId33"/>
    <p:sldId id="409" r:id="rId34"/>
    <p:sldId id="422" r:id="rId35"/>
    <p:sldId id="720" r:id="rId36"/>
    <p:sldId id="721" r:id="rId37"/>
    <p:sldId id="730" r:id="rId38"/>
    <p:sldId id="415" r:id="rId39"/>
    <p:sldId id="410" r:id="rId40"/>
    <p:sldId id="425" r:id="rId41"/>
    <p:sldId id="426" r:id="rId42"/>
    <p:sldId id="413" r:id="rId43"/>
    <p:sldId id="714" r:id="rId44"/>
    <p:sldId id="715" r:id="rId45"/>
    <p:sldId id="716" r:id="rId46"/>
    <p:sldId id="421" r:id="rId47"/>
    <p:sldId id="348" r:id="rId48"/>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255" userDrawn="1">
          <p15:clr>
            <a:srgbClr val="A4A3A4"/>
          </p15:clr>
        </p15:guide>
        <p15:guide id="14" pos="2659" userDrawn="1">
          <p15:clr>
            <a:srgbClr val="A4A3A4"/>
          </p15:clr>
        </p15:guide>
        <p15:guide id="20" orient="horz" pos="5433" userDrawn="1">
          <p15:clr>
            <a:srgbClr val="A4A3A4"/>
          </p15:clr>
        </p15:guide>
        <p15:guide id="22" orient="horz" pos="1124" userDrawn="1">
          <p15:clr>
            <a:srgbClr val="A4A3A4"/>
          </p15:clr>
        </p15:guide>
        <p15:guide id="24" pos="4065" userDrawn="1">
          <p15:clr>
            <a:srgbClr val="A4A3A4"/>
          </p15:clr>
        </p15:guide>
        <p15:guide id="25" pos="191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66FF"/>
    <a:srgbClr val="FFC5FF"/>
    <a:srgbClr val="FFD1D1"/>
    <a:srgbClr val="BDD8FF"/>
    <a:srgbClr val="B3FFB3"/>
    <a:srgbClr val="CCFFFF"/>
    <a:srgbClr val="E6E6E6"/>
    <a:srgbClr val="0000FF"/>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53" autoAdjust="0"/>
    <p:restoredTop sz="95388" autoAdjust="0"/>
  </p:normalViewPr>
  <p:slideViewPr>
    <p:cSldViewPr snapToGrid="0">
      <p:cViewPr>
        <p:scale>
          <a:sx n="150" d="100"/>
          <a:sy n="150" d="100"/>
        </p:scale>
        <p:origin x="1968" y="-1044"/>
      </p:cViewPr>
      <p:guideLst>
        <p:guide pos="255"/>
        <p:guide pos="2659"/>
        <p:guide orient="horz" pos="5433"/>
        <p:guide orient="horz" pos="1124"/>
        <p:guide pos="4065"/>
        <p:guide pos="191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2026-07-03</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2026-07-03</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41</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42</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2026-07-03</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31. Dec. 2025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4.png"/><Relationship Id="rId5" Type="http://schemas.openxmlformats.org/officeDocument/2006/relationships/image" Target="../media/image33.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588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RGB(CM)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3758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06696"/>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8024774"/>
            <a:ext cx="3946113" cy="846386"/>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Mini-LED Backlight for Premium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Automotive Center Information Display (CID) RGB Backlight.</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
        <p:nvSpPr>
          <p:cNvPr id="4" name="TextBox 3">
            <a:extLst>
              <a:ext uri="{FF2B5EF4-FFF2-40B4-BE49-F238E27FC236}">
                <a16:creationId xmlns:a16="http://schemas.microsoft.com/office/drawing/2014/main" id="{DB37986E-143D-AA49-9D45-D8C93BF6B2F7}"/>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RGB(CM)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64mA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 and max. 5-colors.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29F4F1E-6437-8EF8-24BF-CE0EC645425C}"/>
              </a:ext>
            </a:extLst>
          </p:cNvPr>
          <p:cNvSpPr txBox="1"/>
          <p:nvPr/>
        </p:nvSpPr>
        <p:spPr>
          <a:xfrm>
            <a:off x="404813" y="1341902"/>
            <a:ext cx="6048621" cy="6770764"/>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RGB(CM)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Type-A(3-colors), Type-B(4-colors), Type-C (5-colors), TYPE-D (2-colors)</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max. 5-colors supported ( RED, GREEN, BLUE, CYAN, MAGENTA ) </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64mA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39417"/>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4" name="그림 3">
            <a:extLst>
              <a:ext uri="{FF2B5EF4-FFF2-40B4-BE49-F238E27FC236}">
                <a16:creationId xmlns:a16="http://schemas.microsoft.com/office/drawing/2014/main" id="{B015F7F7-19ED-CBFB-4E26-E5D9FCC95C20}"/>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6" name="그림 5">
            <a:extLst>
              <a:ext uri="{FF2B5EF4-FFF2-40B4-BE49-F238E27FC236}">
                <a16:creationId xmlns:a16="http://schemas.microsoft.com/office/drawing/2014/main" id="{68C6A34B-AADC-C516-170C-24C72B6A60B0}"/>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3902691413"/>
              </p:ext>
            </p:extLst>
          </p:nvPr>
        </p:nvGraphicFramePr>
        <p:xfrm>
          <a:off x="404813" y="4557545"/>
          <a:ext cx="6042618" cy="4257283"/>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506561">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O10</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O9</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0">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506561">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daisy chain connected</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181880"/>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93109" y="3916900"/>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309289"/>
            <a:ext cx="2434199" cy="2467950"/>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218966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58739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O7</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7312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 O8</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81654" y="332863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O5</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69269" y="3321059"/>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597709" y="3324761"/>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7503723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Test pin</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O6</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O5</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6" name="표 5">
            <a:extLst>
              <a:ext uri="{FF2B5EF4-FFF2-40B4-BE49-F238E27FC236}">
                <a16:creationId xmlns:a16="http://schemas.microsoft.com/office/drawing/2014/main" id="{EFA5AB55-8A0E-8B10-2D1A-C360527AAD2C}"/>
              </a:ext>
            </a:extLst>
          </p:cNvPr>
          <p:cNvGraphicFramePr>
            <a:graphicFrameLocks noGrp="1"/>
          </p:cNvGraphicFramePr>
          <p:nvPr>
            <p:extLst>
              <p:ext uri="{D42A27DB-BD31-4B8C-83A1-F6EECF244321}">
                <p14:modId xmlns:p14="http://schemas.microsoft.com/office/powerpoint/2010/main" val="280085875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7" name="그림 6">
            <a:extLst>
              <a:ext uri="{FF2B5EF4-FFF2-40B4-BE49-F238E27FC236}">
                <a16:creationId xmlns:a16="http://schemas.microsoft.com/office/drawing/2014/main" id="{504D4D48-3769-6918-0FBE-6AF63E3D6618}"/>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8" name="그룹 7">
            <a:extLst>
              <a:ext uri="{FF2B5EF4-FFF2-40B4-BE49-F238E27FC236}">
                <a16:creationId xmlns:a16="http://schemas.microsoft.com/office/drawing/2014/main" id="{EE2D0AA2-DA3B-A03E-77A2-F8A829774B3B}"/>
              </a:ext>
            </a:extLst>
          </p:cNvPr>
          <p:cNvGrpSpPr/>
          <p:nvPr/>
        </p:nvGrpSpPr>
        <p:grpSpPr>
          <a:xfrm>
            <a:off x="2807104" y="4142420"/>
            <a:ext cx="1038538" cy="974255"/>
            <a:chOff x="2687819" y="3003631"/>
            <a:chExt cx="1094210" cy="1114062"/>
          </a:xfrm>
        </p:grpSpPr>
        <p:pic>
          <p:nvPicPr>
            <p:cNvPr id="9" name="그림 8">
              <a:extLst>
                <a:ext uri="{FF2B5EF4-FFF2-40B4-BE49-F238E27FC236}">
                  <a16:creationId xmlns:a16="http://schemas.microsoft.com/office/drawing/2014/main" id="{BA50303A-E42E-2986-0A8E-66B757F213F3}"/>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0" name="TextBox 152">
              <a:extLst>
                <a:ext uri="{FF2B5EF4-FFF2-40B4-BE49-F238E27FC236}">
                  <a16:creationId xmlns:a16="http://schemas.microsoft.com/office/drawing/2014/main" id="{9A16C6AB-7F7F-70F2-DA19-C713C876ACEB}"/>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12" name="그림 11">
            <a:extLst>
              <a:ext uri="{FF2B5EF4-FFF2-40B4-BE49-F238E27FC236}">
                <a16:creationId xmlns:a16="http://schemas.microsoft.com/office/drawing/2014/main" id="{55720A19-8E90-ED5C-C78A-5D857AFFCF14}"/>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13" name="그림 12">
            <a:extLst>
              <a:ext uri="{FF2B5EF4-FFF2-40B4-BE49-F238E27FC236}">
                <a16:creationId xmlns:a16="http://schemas.microsoft.com/office/drawing/2014/main" id="{D59D645D-95DD-ADD2-E29A-2768FC116974}"/>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14" name="그림 13">
            <a:extLst>
              <a:ext uri="{FF2B5EF4-FFF2-40B4-BE49-F238E27FC236}">
                <a16:creationId xmlns:a16="http://schemas.microsoft.com/office/drawing/2014/main" id="{9F8D1954-1866-F30D-12A0-7AB11C7552B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AF7302F-F44A-3C3A-122C-5C4368B3EAA1}"/>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6E597E11-04F1-8CDA-FBCE-19270DE4E0BD}"/>
              </a:ext>
            </a:extLst>
          </p:cNvPr>
          <p:cNvGraphicFramePr>
            <a:graphicFrameLocks noGrp="1"/>
          </p:cNvGraphicFramePr>
          <p:nvPr>
            <p:extLst>
              <p:ext uri="{D42A27DB-BD31-4B8C-83A1-F6EECF244321}">
                <p14:modId xmlns:p14="http://schemas.microsoft.com/office/powerpoint/2010/main" val="1120552693"/>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0" name="object 11">
            <a:extLst>
              <a:ext uri="{FF2B5EF4-FFF2-40B4-BE49-F238E27FC236}">
                <a16:creationId xmlns:a16="http://schemas.microsoft.com/office/drawing/2014/main" id="{7AEA9F8C-F9AD-FCB6-50DC-53194BA15D6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3" name="object 16">
            <a:extLst>
              <a:ext uri="{FF2B5EF4-FFF2-40B4-BE49-F238E27FC236}">
                <a16:creationId xmlns:a16="http://schemas.microsoft.com/office/drawing/2014/main" id="{8A25BF6C-77CF-2FB8-BD4A-3EDEC2C7E7B6}"/>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14" name="TextBox 13">
            <a:extLst>
              <a:ext uri="{FF2B5EF4-FFF2-40B4-BE49-F238E27FC236}">
                <a16:creationId xmlns:a16="http://schemas.microsoft.com/office/drawing/2014/main" id="{61CAC411-EEAF-E64C-A789-957E1DB29C4F}"/>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15" name="object 11">
            <a:extLst>
              <a:ext uri="{FF2B5EF4-FFF2-40B4-BE49-F238E27FC236}">
                <a16:creationId xmlns:a16="http://schemas.microsoft.com/office/drawing/2014/main" id="{8E31E840-F6D7-E808-3C69-796607A20105}"/>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6" name="표 15">
            <a:extLst>
              <a:ext uri="{FF2B5EF4-FFF2-40B4-BE49-F238E27FC236}">
                <a16:creationId xmlns:a16="http://schemas.microsoft.com/office/drawing/2014/main" id="{71BA5143-5A54-5931-1C48-43A3288F61D5}"/>
              </a:ext>
            </a:extLst>
          </p:cNvPr>
          <p:cNvGraphicFramePr>
            <a:graphicFrameLocks noGrp="1"/>
          </p:cNvGraphicFramePr>
          <p:nvPr>
            <p:extLst>
              <p:ext uri="{D42A27DB-BD31-4B8C-83A1-F6EECF244321}">
                <p14:modId xmlns:p14="http://schemas.microsoft.com/office/powerpoint/2010/main" val="3076287646"/>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표 7">
            <a:extLst>
              <a:ext uri="{FF2B5EF4-FFF2-40B4-BE49-F238E27FC236}">
                <a16:creationId xmlns:a16="http://schemas.microsoft.com/office/drawing/2014/main" id="{FE91294D-1DB7-BFF1-6F9E-0D67CF4AAA7A}"/>
              </a:ext>
            </a:extLst>
          </p:cNvPr>
          <p:cNvGraphicFramePr>
            <a:graphicFrameLocks noGrp="1"/>
          </p:cNvGraphicFramePr>
          <p:nvPr>
            <p:extLst>
              <p:ext uri="{D42A27DB-BD31-4B8C-83A1-F6EECF244321}">
                <p14:modId xmlns:p14="http://schemas.microsoft.com/office/powerpoint/2010/main" val="72538980"/>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9" name="TextBox 8">
            <a:extLst>
              <a:ext uri="{FF2B5EF4-FFF2-40B4-BE49-F238E27FC236}">
                <a16:creationId xmlns:a16="http://schemas.microsoft.com/office/drawing/2014/main" id="{17AFC0CF-AFAC-679E-5E65-6ED3002BC54F}"/>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7ACDD181-EA4D-67E4-B201-1387019A1CFF}"/>
              </a:ext>
            </a:extLst>
          </p:cNvPr>
          <p:cNvGrpSpPr/>
          <p:nvPr/>
        </p:nvGrpSpPr>
        <p:grpSpPr>
          <a:xfrm>
            <a:off x="2133600" y="6254750"/>
            <a:ext cx="3773277" cy="777436"/>
            <a:chOff x="1920695" y="7478240"/>
            <a:chExt cx="3333652" cy="718717"/>
          </a:xfrm>
        </p:grpSpPr>
        <p:grpSp>
          <p:nvGrpSpPr>
            <p:cNvPr id="11" name="그룹 10">
              <a:extLst>
                <a:ext uri="{FF2B5EF4-FFF2-40B4-BE49-F238E27FC236}">
                  <a16:creationId xmlns:a16="http://schemas.microsoft.com/office/drawing/2014/main" id="{7EA5A1D6-4B0F-024C-12A4-EDFCBE00EF2D}"/>
                </a:ext>
              </a:extLst>
            </p:cNvPr>
            <p:cNvGrpSpPr/>
            <p:nvPr/>
          </p:nvGrpSpPr>
          <p:grpSpPr>
            <a:xfrm>
              <a:off x="1920695" y="7478240"/>
              <a:ext cx="3331009" cy="192972"/>
              <a:chOff x="1348682" y="5433237"/>
              <a:chExt cx="2215377" cy="212651"/>
            </a:xfrm>
          </p:grpSpPr>
          <p:cxnSp>
            <p:nvCxnSpPr>
              <p:cNvPr id="29" name="직선 연결선 28">
                <a:extLst>
                  <a:ext uri="{FF2B5EF4-FFF2-40B4-BE49-F238E27FC236}">
                    <a16:creationId xmlns:a16="http://schemas.microsoft.com/office/drawing/2014/main" id="{16FB3E77-98CF-86F5-11E5-0AF7288A4D0B}"/>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AFC3A21A-0EAA-569C-5D11-FCAD40C30D00}"/>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DC8F7C31-5C02-D79E-ADC4-F9E39B9FE409}"/>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4DA832B5-17AE-119D-2784-837D6A26B111}"/>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F53B157-7DE3-0000-F257-E96FF0C95D29}"/>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직선 연결선 33">
                <a:extLst>
                  <a:ext uri="{FF2B5EF4-FFF2-40B4-BE49-F238E27FC236}">
                    <a16:creationId xmlns:a16="http://schemas.microsoft.com/office/drawing/2014/main" id="{99F3EC9F-1CA5-8385-FE4E-2654743B02D9}"/>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E1D5271-2DF1-AF8B-D061-B23FEEEA3DB3}"/>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직선 연결선 35">
                <a:extLst>
                  <a:ext uri="{FF2B5EF4-FFF2-40B4-BE49-F238E27FC236}">
                    <a16:creationId xmlns:a16="http://schemas.microsoft.com/office/drawing/2014/main" id="{9E5AF7F5-FD51-3D2F-A4E6-B821519DCD07}"/>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389D503A-809F-8FBA-6BB4-A701CADEAD5A}"/>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D0BBF19E-6BA8-90B0-8477-101BE98F9A00}"/>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D4101D33-13D1-5EF3-60FB-5E77F67016F2}"/>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5E819AE1-81F6-903F-D971-CEB70DFF41F8}"/>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C7CB769D-C909-1F28-225E-402D46A6110B}"/>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0B8308F8-D342-C9D9-E85E-3663098DFA6C}"/>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6A8251F-34EE-9CC9-983A-79BF954C848E}"/>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 name="직선 연결선 16">
              <a:extLst>
                <a:ext uri="{FF2B5EF4-FFF2-40B4-BE49-F238E27FC236}">
                  <a16:creationId xmlns:a16="http://schemas.microsoft.com/office/drawing/2014/main" id="{49D75304-9018-4392-18BC-268A8B71A4D6}"/>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664B013-C5F5-BED2-6D23-657A3E5A6C6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CD48F24-770F-07FC-6FBB-28949DA6EE29}"/>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20" name="직선 연결선 19">
              <a:extLst>
                <a:ext uri="{FF2B5EF4-FFF2-40B4-BE49-F238E27FC236}">
                  <a16:creationId xmlns:a16="http://schemas.microsoft.com/office/drawing/2014/main" id="{2AB04DE1-4571-BA88-688F-BFE4ABF68C1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직선 연결선 20">
              <a:extLst>
                <a:ext uri="{FF2B5EF4-FFF2-40B4-BE49-F238E27FC236}">
                  <a16:creationId xmlns:a16="http://schemas.microsoft.com/office/drawing/2014/main" id="{2BD3E51D-A22D-0942-E7D3-E7DA2C722393}"/>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DFE23AB7-9693-8B1D-2DF5-02FA628BE63C}"/>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4EF0E841-BFC9-611F-0893-7CB674CA096E}"/>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251B4BE-E200-3C91-C982-34D3B539DBCB}"/>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62FC7D9-7F84-ACD6-7EA1-2BA4D7C2337C}"/>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4846F5F6-DE39-7ADA-CD62-B648E00AADEF}"/>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A594CE2-CD01-64CA-C4A7-867A05A48381}"/>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C5FBDC26-4DBB-87AD-3371-4E6965E9CED6}"/>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39" name="TextBox 38">
            <a:extLst>
              <a:ext uri="{FF2B5EF4-FFF2-40B4-BE49-F238E27FC236}">
                <a16:creationId xmlns:a16="http://schemas.microsoft.com/office/drawing/2014/main" id="{54AD670F-B025-70E9-E49A-BD7BCF75E6C1}"/>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1CC61E-7715-1D2D-3615-A5B94FF7084D}"/>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4" name="표 3">
            <a:extLst>
              <a:ext uri="{FF2B5EF4-FFF2-40B4-BE49-F238E27FC236}">
                <a16:creationId xmlns:a16="http://schemas.microsoft.com/office/drawing/2014/main" id="{1149DE2F-0341-6284-3E53-515DA2C51693}"/>
              </a:ext>
            </a:extLst>
          </p:cNvPr>
          <p:cNvGraphicFramePr>
            <a:graphicFrameLocks noGrp="1"/>
          </p:cNvGraphicFramePr>
          <p:nvPr>
            <p:extLst>
              <p:ext uri="{D42A27DB-BD31-4B8C-83A1-F6EECF244321}">
                <p14:modId xmlns:p14="http://schemas.microsoft.com/office/powerpoint/2010/main" val="797144017"/>
              </p:ext>
            </p:extLst>
          </p:nvPr>
        </p:nvGraphicFramePr>
        <p:xfrm>
          <a:off x="333544" y="1136650"/>
          <a:ext cx="6169522" cy="6717743"/>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0.33V@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0.35V@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0.37V@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0.39V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0.44V@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0.46V@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0.48V@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44mA,  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48mA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0.59V@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52mA,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56mA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0.64V@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60mA,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64mA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3414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3b’001=6.5V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9.5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12.5</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100/101/110/111 </a:t>
                      </a:r>
                      <a:r>
                        <a:rPr sz="800" spc="-5" dirty="0">
                          <a:solidFill>
                            <a:schemeClr val="tx1"/>
                          </a:solidFill>
                          <a:latin typeface="Arial"/>
                          <a:cs typeface="Arial"/>
                        </a:rPr>
                        <a:t>=</a:t>
                      </a:r>
                      <a:r>
                        <a:rPr lang="en-US" sz="800" spc="-5" dirty="0">
                          <a:solidFill>
                            <a:schemeClr val="tx1"/>
                          </a:solidFill>
                          <a:latin typeface="Arial"/>
                          <a:cs typeface="Arial"/>
                        </a:rPr>
                        <a:t>16.5</a:t>
                      </a:r>
                      <a:r>
                        <a:rPr sz="800" spc="-5" dirty="0">
                          <a:solidFill>
                            <a:schemeClr val="tx1"/>
                          </a:solidFill>
                          <a:latin typeface="Arial"/>
                          <a:cs typeface="Arial"/>
                        </a:rPr>
                        <a:t>V</a:t>
                      </a:r>
                      <a:endParaRPr sz="800" dirty="0">
                        <a:solidFill>
                          <a:schemeClr val="tx1"/>
                        </a:solidFill>
                        <a:latin typeface="Arial"/>
                        <a:cs typeface="Arial"/>
                      </a:endParaRP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36mA, 4’b1001 = 40mA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44mA, 4’b1011 = 48mA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52mA, 4’b1101 = 56mA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60mA, 4’b1111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5" name="TextBox 4">
            <a:extLst>
              <a:ext uri="{FF2B5EF4-FFF2-40B4-BE49-F238E27FC236}">
                <a16:creationId xmlns:a16="http://schemas.microsoft.com/office/drawing/2014/main" id="{C1647378-DF0C-27AC-E244-2231A1772290}"/>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48553EF-E3DF-E660-4A48-C2C8B63A812C}"/>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9B4CF479-A9A6-1ED5-74B9-C5D521ACED0F}"/>
              </a:ext>
            </a:extLst>
          </p:cNvPr>
          <p:cNvGraphicFramePr>
            <a:graphicFrameLocks noGrp="1"/>
          </p:cNvGraphicFramePr>
          <p:nvPr>
            <p:extLst>
              <p:ext uri="{D42A27DB-BD31-4B8C-83A1-F6EECF244321}">
                <p14:modId xmlns:p14="http://schemas.microsoft.com/office/powerpoint/2010/main" val="650947857"/>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0" name="TextBox 9">
            <a:extLst>
              <a:ext uri="{FF2B5EF4-FFF2-40B4-BE49-F238E27FC236}">
                <a16:creationId xmlns:a16="http://schemas.microsoft.com/office/drawing/2014/main" id="{001364E7-342B-084B-4044-93466BE3D5C1}"/>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13" name="object 2">
            <a:extLst>
              <a:ext uri="{FF2B5EF4-FFF2-40B4-BE49-F238E27FC236}">
                <a16:creationId xmlns:a16="http://schemas.microsoft.com/office/drawing/2014/main" id="{2FCACA9A-B44C-5AFF-A01F-2C574BB166F9}"/>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15" name="object 9">
            <a:extLst>
              <a:ext uri="{FF2B5EF4-FFF2-40B4-BE49-F238E27FC236}">
                <a16:creationId xmlns:a16="http://schemas.microsoft.com/office/drawing/2014/main" id="{8A0BBBA5-07EB-20AC-7D28-AE0E3C69CE9C}"/>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16" name="object 11">
            <a:extLst>
              <a:ext uri="{FF2B5EF4-FFF2-40B4-BE49-F238E27FC236}">
                <a16:creationId xmlns:a16="http://schemas.microsoft.com/office/drawing/2014/main" id="{AB787E28-119F-260E-5D3E-436E1C1413B3}"/>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9" name="object 84">
            <a:extLst>
              <a:ext uri="{FF2B5EF4-FFF2-40B4-BE49-F238E27FC236}">
                <a16:creationId xmlns:a16="http://schemas.microsoft.com/office/drawing/2014/main" id="{36E99F5D-AF01-5957-7265-C560C06D728E}"/>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20" name="그룹 19">
            <a:extLst>
              <a:ext uri="{FF2B5EF4-FFF2-40B4-BE49-F238E27FC236}">
                <a16:creationId xmlns:a16="http://schemas.microsoft.com/office/drawing/2014/main" id="{FEF005DC-87E9-3749-0CB5-3FF17B30867C}"/>
              </a:ext>
            </a:extLst>
          </p:cNvPr>
          <p:cNvGrpSpPr/>
          <p:nvPr/>
        </p:nvGrpSpPr>
        <p:grpSpPr>
          <a:xfrm>
            <a:off x="404812" y="6826252"/>
            <a:ext cx="5993913" cy="1423788"/>
            <a:chOff x="203750" y="5928093"/>
            <a:chExt cx="5993913" cy="1423788"/>
          </a:xfrm>
        </p:grpSpPr>
        <p:sp>
          <p:nvSpPr>
            <p:cNvPr id="21" name="TextBox 20">
              <a:extLst>
                <a:ext uri="{FF2B5EF4-FFF2-40B4-BE49-F238E27FC236}">
                  <a16:creationId xmlns:a16="http://schemas.microsoft.com/office/drawing/2014/main" id="{6A4720AD-B7ED-D3D4-0AE2-A47C965DDA5F}"/>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23" name="직선 연결선 22">
              <a:extLst>
                <a:ext uri="{FF2B5EF4-FFF2-40B4-BE49-F238E27FC236}">
                  <a16:creationId xmlns:a16="http://schemas.microsoft.com/office/drawing/2014/main" id="{BD93FCC2-A0A8-23D8-6C62-565F67D4DD9C}"/>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839B374B-BBB4-8842-0834-6F55E0241D6A}"/>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B353658D-A481-3ABC-99BA-2F244BDD8E3F}"/>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8119177-9D52-DA01-DA69-C8C44F1A5618}"/>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36" name="직선 연결선 35">
              <a:extLst>
                <a:ext uri="{FF2B5EF4-FFF2-40B4-BE49-F238E27FC236}">
                  <a16:creationId xmlns:a16="http://schemas.microsoft.com/office/drawing/2014/main" id="{2E816339-DC1C-0814-75C6-75118C68839C}"/>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A1705223-88E4-DFA5-DFDD-0B94068B831E}"/>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직사각형 38">
              <a:extLst>
                <a:ext uri="{FF2B5EF4-FFF2-40B4-BE49-F238E27FC236}">
                  <a16:creationId xmlns:a16="http://schemas.microsoft.com/office/drawing/2014/main" id="{03FFB232-2A35-2CD6-4A4A-8578E5BC00E0}"/>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41EC319-31E3-F22F-309C-2A8F11030667}"/>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41" name="TextBox 40">
              <a:extLst>
                <a:ext uri="{FF2B5EF4-FFF2-40B4-BE49-F238E27FC236}">
                  <a16:creationId xmlns:a16="http://schemas.microsoft.com/office/drawing/2014/main" id="{C396CC78-75FD-83B6-A117-24D59C82D3FC}"/>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43" name="직선 연결선 42">
              <a:extLst>
                <a:ext uri="{FF2B5EF4-FFF2-40B4-BE49-F238E27FC236}">
                  <a16:creationId xmlns:a16="http://schemas.microsoft.com/office/drawing/2014/main" id="{4E4887DC-42BE-6BBB-8118-637DC8473954}"/>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14FE9F36-AE8A-87A6-CDC5-90B1F9E37E0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DF535FAC-9193-6868-16AF-45B12D93E609}"/>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980023E-AE86-815E-8FBC-D6EB26A86F3A}"/>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8" name="TextBox 47">
              <a:extLst>
                <a:ext uri="{FF2B5EF4-FFF2-40B4-BE49-F238E27FC236}">
                  <a16:creationId xmlns:a16="http://schemas.microsoft.com/office/drawing/2014/main" id="{BE645A19-94EC-ACD3-33B9-B0063437C2AC}"/>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9" name="직선 연결선 48">
              <a:extLst>
                <a:ext uri="{FF2B5EF4-FFF2-40B4-BE49-F238E27FC236}">
                  <a16:creationId xmlns:a16="http://schemas.microsoft.com/office/drawing/2014/main" id="{46B8E7C1-59CD-7EB1-7E38-06DCCAE4B0F8}"/>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FBE5AD04-28F2-7674-FE91-A697FFC89259}"/>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5E89D78B-A98A-F8BF-8844-E9F8CE7A8E79}"/>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F0F4957E-34C0-D80A-A925-FD9C5B757E12}"/>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직선 연결선 56">
              <a:extLst>
                <a:ext uri="{FF2B5EF4-FFF2-40B4-BE49-F238E27FC236}">
                  <a16:creationId xmlns:a16="http://schemas.microsoft.com/office/drawing/2014/main" id="{4C3EFB1F-1215-2A55-6E62-18B6AD3E7022}"/>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E97B84E-B32B-67AE-9D9A-7B5EBD0575A2}"/>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2" name="TextBox 61">
              <a:extLst>
                <a:ext uri="{FF2B5EF4-FFF2-40B4-BE49-F238E27FC236}">
                  <a16:creationId xmlns:a16="http://schemas.microsoft.com/office/drawing/2014/main" id="{5DFD2447-C997-BB1E-843F-A1ACF799E2B2}"/>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3" name="직선 연결선 62">
              <a:extLst>
                <a:ext uri="{FF2B5EF4-FFF2-40B4-BE49-F238E27FC236}">
                  <a16:creationId xmlns:a16="http://schemas.microsoft.com/office/drawing/2014/main" id="{4B9CAA60-95FC-FCCE-56B8-CBE8446A63AB}"/>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직사각형 63">
              <a:extLst>
                <a:ext uri="{FF2B5EF4-FFF2-40B4-BE49-F238E27FC236}">
                  <a16:creationId xmlns:a16="http://schemas.microsoft.com/office/drawing/2014/main" id="{EAAAD5F1-25E4-435C-F8F5-6AA206C8BFE4}"/>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65" name="직사각형 64">
              <a:extLst>
                <a:ext uri="{FF2B5EF4-FFF2-40B4-BE49-F238E27FC236}">
                  <a16:creationId xmlns:a16="http://schemas.microsoft.com/office/drawing/2014/main" id="{9E1CF330-8DA4-8A2D-4E87-512640B7E488}"/>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66" name="직선 연결선 65">
              <a:extLst>
                <a:ext uri="{FF2B5EF4-FFF2-40B4-BE49-F238E27FC236}">
                  <a16:creationId xmlns:a16="http://schemas.microsoft.com/office/drawing/2014/main" id="{EDC529B5-B777-BC5C-6C82-7DD14F333D45}"/>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A3AD1D03-6325-4B2D-EBDE-2A471FB2899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8D7D58F7-750C-FD56-A53E-902AAA62499A}"/>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2F448FF7-0641-4277-132E-61F023CCA899}"/>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CA3A987-7F48-0C3C-DFC6-5D2D34E3524B}"/>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0D4A6D-FA18-6335-6AB5-3893080A66AB}"/>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7" name="TextBox 6">
            <a:extLst>
              <a:ext uri="{FF2B5EF4-FFF2-40B4-BE49-F238E27FC236}">
                <a16:creationId xmlns:a16="http://schemas.microsoft.com/office/drawing/2014/main" id="{A88CEF6D-D9BB-C6B7-6F13-9C26F4E03323}"/>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F10F10-579B-F65B-0640-FB65FE887610}"/>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10" name="그림 9" descr="텍스트, 도표, 평면도, 스크린샷이(가) 표시된 사진&#10;&#10;AI 생성 콘텐츠는 정확하지 않을 수 있습니다.">
            <a:extLst>
              <a:ext uri="{FF2B5EF4-FFF2-40B4-BE49-F238E27FC236}">
                <a16:creationId xmlns:a16="http://schemas.microsoft.com/office/drawing/2014/main" id="{0E50A59B-9B8D-CD57-DF55-4C3343101785}"/>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a Micom.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2"/>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3"/>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grpSp>
        <p:nvGrpSpPr>
          <p:cNvPr id="10" name="그룹 9">
            <a:extLst>
              <a:ext uri="{FF2B5EF4-FFF2-40B4-BE49-F238E27FC236}">
                <a16:creationId xmlns:a16="http://schemas.microsoft.com/office/drawing/2014/main" id="{7FC9B547-85C5-2FEC-3656-A2D7CB857E83}"/>
              </a:ext>
            </a:extLst>
          </p:cNvPr>
          <p:cNvGrpSpPr/>
          <p:nvPr/>
        </p:nvGrpSpPr>
        <p:grpSpPr>
          <a:xfrm>
            <a:off x="1346199" y="5796164"/>
            <a:ext cx="3865267" cy="829415"/>
            <a:chOff x="1346199" y="5796164"/>
            <a:chExt cx="3865267" cy="829415"/>
          </a:xfrm>
        </p:grpSpPr>
        <p:pic>
          <p:nvPicPr>
            <p:cNvPr id="6" name="그림 5">
              <a:extLst>
                <a:ext uri="{FF2B5EF4-FFF2-40B4-BE49-F238E27FC236}">
                  <a16:creationId xmlns:a16="http://schemas.microsoft.com/office/drawing/2014/main" id="{CFD5CC27-98F1-4EF6-DFBE-9ED94EAC7DA0}"/>
                </a:ext>
              </a:extLst>
            </p:cNvPr>
            <p:cNvPicPr>
              <a:picLocks noChangeAspect="1"/>
            </p:cNvPicPr>
            <p:nvPr/>
          </p:nvPicPr>
          <p:blipFill>
            <a:blip r:embed="rId4"/>
            <a:stretch>
              <a:fillRect/>
            </a:stretch>
          </p:blipFill>
          <p:spPr>
            <a:xfrm>
              <a:off x="1346199" y="5796164"/>
              <a:ext cx="3865267" cy="829415"/>
            </a:xfrm>
            <a:prstGeom prst="rect">
              <a:avLst/>
            </a:prstGeom>
          </p:spPr>
        </p:pic>
        <p:sp>
          <p:nvSpPr>
            <p:cNvPr id="7" name="TextBox 6">
              <a:extLst>
                <a:ext uri="{FF2B5EF4-FFF2-40B4-BE49-F238E27FC236}">
                  <a16:creationId xmlns:a16="http://schemas.microsoft.com/office/drawing/2014/main" id="{CD831342-4F10-E99B-91E2-727BBD971028}"/>
                </a:ext>
              </a:extLst>
            </p:cNvPr>
            <p:cNvSpPr txBox="1"/>
            <p:nvPr/>
          </p:nvSpPr>
          <p:spPr>
            <a:xfrm>
              <a:off x="1549400" y="6070600"/>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grpSp>
      <p:sp>
        <p:nvSpPr>
          <p:cNvPr id="9" name="직사각형 8">
            <a:extLst>
              <a:ext uri="{FF2B5EF4-FFF2-40B4-BE49-F238E27FC236}">
                <a16:creationId xmlns:a16="http://schemas.microsoft.com/office/drawing/2014/main" id="{284A59D3-E04A-D774-7309-79991DE2FD5B}"/>
              </a:ext>
            </a:extLst>
          </p:cNvPr>
          <p:cNvSpPr/>
          <p:nvPr/>
        </p:nvSpPr>
        <p:spPr>
          <a:xfrm>
            <a:off x="3535680" y="4423858"/>
            <a:ext cx="1955800" cy="529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5AABB728-2368-EBE4-A038-DCF1272597AD}"/>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7" name="TextBox 6">
            <a:extLst>
              <a:ext uri="{FF2B5EF4-FFF2-40B4-BE49-F238E27FC236}">
                <a16:creationId xmlns:a16="http://schemas.microsoft.com/office/drawing/2014/main" id="{BCB0DC03-4738-7CF1-9A4A-C3FB97CFD6BE}"/>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943546A-7D6C-D5C8-BDDE-92DEF6E1E60E}"/>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9" name="TextBox 8">
            <a:extLst>
              <a:ext uri="{FF2B5EF4-FFF2-40B4-BE49-F238E27FC236}">
                <a16:creationId xmlns:a16="http://schemas.microsoft.com/office/drawing/2014/main" id="{575A5018-F195-2FE7-E37B-C55F6985E790}"/>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10" name="직사각형 9">
            <a:extLst>
              <a:ext uri="{FF2B5EF4-FFF2-40B4-BE49-F238E27FC236}">
                <a16:creationId xmlns:a16="http://schemas.microsoft.com/office/drawing/2014/main" id="{1F7ECCF2-4F58-429C-8CC5-567E881BD0B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2" name="직사각형 11">
            <a:extLst>
              <a:ext uri="{FF2B5EF4-FFF2-40B4-BE49-F238E27FC236}">
                <a16:creationId xmlns:a16="http://schemas.microsoft.com/office/drawing/2014/main" id="{9A8D69C7-0936-9C79-820F-A6896024CA0E}"/>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3" name="TextBox 12">
            <a:extLst>
              <a:ext uri="{FF2B5EF4-FFF2-40B4-BE49-F238E27FC236}">
                <a16:creationId xmlns:a16="http://schemas.microsoft.com/office/drawing/2014/main" id="{7D982AB8-A21F-7182-1E9C-5338F0D16A6F}"/>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4" name="직사각형 13">
            <a:extLst>
              <a:ext uri="{FF2B5EF4-FFF2-40B4-BE49-F238E27FC236}">
                <a16:creationId xmlns:a16="http://schemas.microsoft.com/office/drawing/2014/main" id="{2CAB58A1-CD59-3F4B-80BA-5FB43EF36665}"/>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5" name="TextBox 14">
            <a:extLst>
              <a:ext uri="{FF2B5EF4-FFF2-40B4-BE49-F238E27FC236}">
                <a16:creationId xmlns:a16="http://schemas.microsoft.com/office/drawing/2014/main" id="{8921A748-115B-3DA7-EF5A-4C34B2CBABC5}"/>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7" name="표 16">
            <a:extLst>
              <a:ext uri="{FF2B5EF4-FFF2-40B4-BE49-F238E27FC236}">
                <a16:creationId xmlns:a16="http://schemas.microsoft.com/office/drawing/2014/main" id="{50DDFEC4-D56E-18BC-3B1A-2785D0F391DD}"/>
              </a:ext>
            </a:extLst>
          </p:cNvPr>
          <p:cNvGraphicFramePr>
            <a:graphicFrameLocks noGrp="1"/>
          </p:cNvGraphicFramePr>
          <p:nvPr>
            <p:extLst>
              <p:ext uri="{D42A27DB-BD31-4B8C-83A1-F6EECF244321}">
                <p14:modId xmlns:p14="http://schemas.microsoft.com/office/powerpoint/2010/main" val="369398971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pic>
        <p:nvPicPr>
          <p:cNvPr id="20" name="그림 19">
            <a:extLst>
              <a:ext uri="{FF2B5EF4-FFF2-40B4-BE49-F238E27FC236}">
                <a16:creationId xmlns:a16="http://schemas.microsoft.com/office/drawing/2014/main" id="{D7E1042D-DE1E-4C76-3966-6C8FECA82179}"/>
              </a:ext>
            </a:extLst>
          </p:cNvPr>
          <p:cNvPicPr>
            <a:picLocks noChangeAspect="1"/>
          </p:cNvPicPr>
          <p:nvPr/>
        </p:nvPicPr>
        <p:blipFill>
          <a:blip r:embed="rId2"/>
          <a:stretch>
            <a:fillRect/>
          </a:stretch>
        </p:blipFill>
        <p:spPr>
          <a:xfrm>
            <a:off x="298245" y="6180360"/>
            <a:ext cx="5987637" cy="911313"/>
          </a:xfrm>
          <a:prstGeom prst="rect">
            <a:avLst/>
          </a:prstGeom>
        </p:spPr>
      </p:pic>
      <p:sp>
        <p:nvSpPr>
          <p:cNvPr id="21" name="TextBox 20">
            <a:extLst>
              <a:ext uri="{FF2B5EF4-FFF2-40B4-BE49-F238E27FC236}">
                <a16:creationId xmlns:a16="http://schemas.microsoft.com/office/drawing/2014/main" id="{6B74F8FC-9B2A-1B5C-7D1B-0B8A7A7FD9D3}"/>
              </a:ext>
            </a:extLst>
          </p:cNvPr>
          <p:cNvSpPr txBox="1"/>
          <p:nvPr/>
        </p:nvSpPr>
        <p:spPr>
          <a:xfrm>
            <a:off x="399458" y="579176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sp>
        <p:nvSpPr>
          <p:cNvPr id="22" name="TextBox 21">
            <a:extLst>
              <a:ext uri="{FF2B5EF4-FFF2-40B4-BE49-F238E27FC236}">
                <a16:creationId xmlns:a16="http://schemas.microsoft.com/office/drawing/2014/main" id="{D4E6F41C-FFA5-15E4-A98A-B987E8AA67C5}"/>
              </a:ext>
            </a:extLst>
          </p:cNvPr>
          <p:cNvSpPr txBox="1"/>
          <p:nvPr/>
        </p:nvSpPr>
        <p:spPr>
          <a:xfrm>
            <a:off x="4727528" y="5851375"/>
            <a:ext cx="1485743"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35C9403-2B0C-8D4B-8C20-2F7B6F53CB93}"/>
              </a:ext>
            </a:extLst>
          </p:cNvPr>
          <p:cNvSpPr txBox="1"/>
          <p:nvPr/>
        </p:nvSpPr>
        <p:spPr>
          <a:xfrm>
            <a:off x="4051486" y="7276602"/>
            <a:ext cx="2329484" cy="507831"/>
          </a:xfrm>
          <a:prstGeom prst="rect">
            <a:avLst/>
          </a:prstGeom>
          <a:noFill/>
        </p:spPr>
        <p:txBody>
          <a:bodyPr wrap="none" rtlCol="0">
            <a:spAutoFit/>
          </a:bodyPr>
          <a:lstStyle/>
          <a:p>
            <a:pPr algn="r"/>
            <a:r>
              <a:rPr lang="en-US" altLang="ko-KR" sz="900" dirty="0">
                <a:latin typeface="Arial" panose="020B0604020202020204" pitchFamily="34" charset="0"/>
                <a:cs typeface="Arial" panose="020B0604020202020204" pitchFamily="34" charset="0"/>
              </a:rPr>
              <a:t>RED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2</a:t>
            </a:r>
          </a:p>
          <a:p>
            <a:pPr algn="r"/>
            <a:r>
              <a:rPr lang="en-US" altLang="ko-KR" sz="900" dirty="0">
                <a:latin typeface="Arial" panose="020B0604020202020204" pitchFamily="34" charset="0"/>
                <a:cs typeface="Arial" panose="020B0604020202020204" pitchFamily="34" charset="0"/>
              </a:rPr>
              <a:t>GREEN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3</a:t>
            </a:r>
          </a:p>
          <a:p>
            <a:pPr algn="r"/>
            <a:r>
              <a:rPr lang="en-US" altLang="ko-KR" sz="900" dirty="0">
                <a:latin typeface="Arial" panose="020B0604020202020204" pitchFamily="34" charset="0"/>
                <a:cs typeface="Arial" panose="020B0604020202020204" pitchFamily="34" charset="0"/>
              </a:rPr>
              <a:t>BLUE : sub-frames # with max. duty</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1</a:t>
            </a:r>
            <a:endParaRPr lang="ko-KR" altLang="en-US"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7672D9-2928-0652-5882-DC3826ED210F}"/>
              </a:ext>
            </a:extLst>
          </p:cNvPr>
          <p:cNvSpPr txBox="1"/>
          <p:nvPr/>
        </p:nvSpPr>
        <p:spPr>
          <a:xfrm>
            <a:off x="399458" y="1411714"/>
            <a:ext cx="6039903" cy="400110"/>
          </a:xfrm>
          <a:prstGeom prst="rect">
            <a:avLst/>
          </a:prstGeom>
          <a:noFill/>
        </p:spPr>
        <p:txBody>
          <a:bodyPr wrap="square" lIns="0" rtlCol="0">
            <a:spAutoFit/>
          </a:bodyPr>
          <a:lstStyle/>
          <a:p>
            <a:r>
              <a:rPr lang="en-US" altLang="ko-KR" sz="1000" dirty="0">
                <a:latin typeface="Arial" panose="020B0604020202020204" pitchFamily="34" charset="0"/>
                <a:cs typeface="Arial" panose="020B0604020202020204" pitchFamily="34" charset="0"/>
              </a:rPr>
              <a:t>As shown in Table 7, the XD12R enables flexible channel mapping between time-division channels and non-time-division channels. </a:t>
            </a:r>
          </a:p>
        </p:txBody>
      </p:sp>
      <p:sp>
        <p:nvSpPr>
          <p:cNvPr id="5" name="TextBox 4">
            <a:extLst>
              <a:ext uri="{FF2B5EF4-FFF2-40B4-BE49-F238E27FC236}">
                <a16:creationId xmlns:a16="http://schemas.microsoft.com/office/drawing/2014/main" id="{8B29F200-1849-D987-2A09-01942B572F15}"/>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6" name="표 5">
            <a:extLst>
              <a:ext uri="{FF2B5EF4-FFF2-40B4-BE49-F238E27FC236}">
                <a16:creationId xmlns:a16="http://schemas.microsoft.com/office/drawing/2014/main" id="{68E4CE5F-B38B-1644-882F-64A803C1AAD1}"/>
              </a:ext>
            </a:extLst>
          </p:cNvPr>
          <p:cNvGraphicFramePr>
            <a:graphicFrameLocks noGrp="1"/>
          </p:cNvGraphicFramePr>
          <p:nvPr>
            <p:extLst>
              <p:ext uri="{D42A27DB-BD31-4B8C-83A1-F6EECF244321}">
                <p14:modId xmlns:p14="http://schemas.microsoft.com/office/powerpoint/2010/main" val="3833987901"/>
              </p:ext>
            </p:extLst>
          </p:nvPr>
        </p:nvGraphicFramePr>
        <p:xfrm>
          <a:off x="399458" y="2139952"/>
          <a:ext cx="6025820" cy="2676398"/>
        </p:xfrm>
        <a:graphic>
          <a:graphicData uri="http://schemas.openxmlformats.org/drawingml/2006/table">
            <a:tbl>
              <a:tblPr/>
              <a:tblGrid>
                <a:gridCol w="391356">
                  <a:extLst>
                    <a:ext uri="{9D8B030D-6E8A-4147-A177-3AD203B41FA5}">
                      <a16:colId xmlns:a16="http://schemas.microsoft.com/office/drawing/2014/main" val="1634891475"/>
                    </a:ext>
                  </a:extLst>
                </a:gridCol>
                <a:gridCol w="487856">
                  <a:extLst>
                    <a:ext uri="{9D8B030D-6E8A-4147-A177-3AD203B41FA5}">
                      <a16:colId xmlns:a16="http://schemas.microsoft.com/office/drawing/2014/main" val="1203598015"/>
                    </a:ext>
                  </a:extLst>
                </a:gridCol>
                <a:gridCol w="428884">
                  <a:extLst>
                    <a:ext uri="{9D8B030D-6E8A-4147-A177-3AD203B41FA5}">
                      <a16:colId xmlns:a16="http://schemas.microsoft.com/office/drawing/2014/main" val="1341611930"/>
                    </a:ext>
                  </a:extLst>
                </a:gridCol>
                <a:gridCol w="428884">
                  <a:extLst>
                    <a:ext uri="{9D8B030D-6E8A-4147-A177-3AD203B41FA5}">
                      <a16:colId xmlns:a16="http://schemas.microsoft.com/office/drawing/2014/main" val="4244480464"/>
                    </a:ext>
                  </a:extLst>
                </a:gridCol>
                <a:gridCol w="428884">
                  <a:extLst>
                    <a:ext uri="{9D8B030D-6E8A-4147-A177-3AD203B41FA5}">
                      <a16:colId xmlns:a16="http://schemas.microsoft.com/office/drawing/2014/main" val="112774941"/>
                    </a:ext>
                  </a:extLst>
                </a:gridCol>
                <a:gridCol w="428884">
                  <a:extLst>
                    <a:ext uri="{9D8B030D-6E8A-4147-A177-3AD203B41FA5}">
                      <a16:colId xmlns:a16="http://schemas.microsoft.com/office/drawing/2014/main" val="877284966"/>
                    </a:ext>
                  </a:extLst>
                </a:gridCol>
                <a:gridCol w="428884">
                  <a:extLst>
                    <a:ext uri="{9D8B030D-6E8A-4147-A177-3AD203B41FA5}">
                      <a16:colId xmlns:a16="http://schemas.microsoft.com/office/drawing/2014/main" val="3571153352"/>
                    </a:ext>
                  </a:extLst>
                </a:gridCol>
                <a:gridCol w="428884">
                  <a:extLst>
                    <a:ext uri="{9D8B030D-6E8A-4147-A177-3AD203B41FA5}">
                      <a16:colId xmlns:a16="http://schemas.microsoft.com/office/drawing/2014/main" val="3524465244"/>
                    </a:ext>
                  </a:extLst>
                </a:gridCol>
                <a:gridCol w="428884">
                  <a:extLst>
                    <a:ext uri="{9D8B030D-6E8A-4147-A177-3AD203B41FA5}">
                      <a16:colId xmlns:a16="http://schemas.microsoft.com/office/drawing/2014/main" val="2616260109"/>
                    </a:ext>
                  </a:extLst>
                </a:gridCol>
                <a:gridCol w="428884">
                  <a:extLst>
                    <a:ext uri="{9D8B030D-6E8A-4147-A177-3AD203B41FA5}">
                      <a16:colId xmlns:a16="http://schemas.microsoft.com/office/drawing/2014/main" val="1685215795"/>
                    </a:ext>
                  </a:extLst>
                </a:gridCol>
                <a:gridCol w="428884">
                  <a:extLst>
                    <a:ext uri="{9D8B030D-6E8A-4147-A177-3AD203B41FA5}">
                      <a16:colId xmlns:a16="http://schemas.microsoft.com/office/drawing/2014/main" val="3113989274"/>
                    </a:ext>
                  </a:extLst>
                </a:gridCol>
                <a:gridCol w="428884">
                  <a:extLst>
                    <a:ext uri="{9D8B030D-6E8A-4147-A177-3AD203B41FA5}">
                      <a16:colId xmlns:a16="http://schemas.microsoft.com/office/drawing/2014/main" val="2876094526"/>
                    </a:ext>
                  </a:extLst>
                </a:gridCol>
                <a:gridCol w="428884">
                  <a:extLst>
                    <a:ext uri="{9D8B030D-6E8A-4147-A177-3AD203B41FA5}">
                      <a16:colId xmlns:a16="http://schemas.microsoft.com/office/drawing/2014/main" val="2527861826"/>
                    </a:ext>
                  </a:extLst>
                </a:gridCol>
                <a:gridCol w="428884">
                  <a:extLst>
                    <a:ext uri="{9D8B030D-6E8A-4147-A177-3AD203B41FA5}">
                      <a16:colId xmlns:a16="http://schemas.microsoft.com/office/drawing/2014/main" val="628964086"/>
                    </a:ext>
                  </a:extLst>
                </a:gridCol>
              </a:tblGrid>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CHx_LD_TYPE</a:t>
                      </a:r>
                    </a:p>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(register)</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3974932789"/>
                  </a:ext>
                </a:extLst>
              </a:tr>
              <a:tr h="234088">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35780385"/>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968559316"/>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dirty="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l"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411040"/>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695181949"/>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061594089"/>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LD_SIZE(register)</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 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1303030"/>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b="0"/>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2629457"/>
                  </a:ext>
                </a:extLst>
              </a:tr>
              <a:tr h="16647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mn-ea"/>
                        </a:rPr>
                        <a:t>CHx_LD_TYPE</a:t>
                      </a:r>
                    </a:p>
                    <a:p>
                      <a:pPr algn="ctr" fontAlgn="ctr"/>
                      <a:r>
                        <a:rPr lang="en-US" altLang="ko-KR" sz="700" b="0" i="0" u="none" strike="noStrike" dirty="0">
                          <a:solidFill>
                            <a:srgbClr val="000000"/>
                          </a:solidFill>
                          <a:effectLst/>
                          <a:latin typeface="맑은 고딕" panose="020B0503020000020004" pitchFamily="50" charset="-127"/>
                          <a:ea typeface="+mn-ea"/>
                        </a:rPr>
                        <a:t>(register</a:t>
                      </a:r>
                      <a:endParaRPr 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0 or 1</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2 or 3</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74076815"/>
                  </a:ext>
                </a:extLst>
              </a:tr>
              <a:tr h="25654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 transmit sequence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8911524"/>
                  </a:ext>
                </a:extLst>
              </a:tr>
              <a:tr h="245210">
                <a:tc gridSpan="2">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LD_SIZE (register) </a:t>
                      </a:r>
                    </a:p>
                    <a:p>
                      <a:pPr algn="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D9D9D9"/>
                    </a:solidFill>
                  </a:tcPr>
                </a:tc>
                <a:tc hMerge="1">
                  <a:txBody>
                    <a:bodyPr/>
                    <a:lstStyle/>
                    <a:p>
                      <a:pPr latinLnBrk="1"/>
                      <a:endParaRPr lang="ko-KR" altLang="en-US"/>
                    </a:p>
                  </a:txBody>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a:solidFill>
                            <a:srgbClr val="000000"/>
                          </a:solidFill>
                          <a:effectLst/>
                          <a:latin typeface="맑은 고딕" panose="020B0503020000020004" pitchFamily="50" charset="-127"/>
                          <a:ea typeface="맑은 고딕" panose="020B0503020000020004" pitchFamily="50" charset="-127"/>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altLang="ko-KR" sz="700" b="0" i="0" u="none" strike="noStrike" dirty="0">
                          <a:solidFill>
                            <a:srgbClr val="000000"/>
                          </a:solidFill>
                          <a:effectLst/>
                          <a:latin typeface="맑은 고딕" panose="020B0503020000020004" pitchFamily="50" charset="-127"/>
                          <a:ea typeface="맑은 고딕" panose="020B0503020000020004" pitchFamily="50" charset="-127"/>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ko-KR" altLang="en-US" sz="700" b="0" i="0" u="none" strike="noStrike" dirty="0">
                          <a:solidFill>
                            <a:srgbClr val="000000"/>
                          </a:solidFill>
                          <a:effectLst/>
                          <a:latin typeface="맑은 고딕" panose="020B0503020000020004" pitchFamily="50" charset="-127"/>
                          <a:ea typeface="맑은 고딕" panose="020B0503020000020004" pitchFamily="50" charset="-127"/>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817143"/>
                  </a:ext>
                </a:extLst>
              </a:tr>
              <a:tr h="166470">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lang="ko-KR" altLang="en-US"/>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endParaRPr lang="ko-KR" altLang="en-US" sz="700" b="0" i="0" u="none" strike="noStrike">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gridSpan="3">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pPr algn="ctr"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x means the </a:t>
                      </a:r>
                      <a:r>
                        <a:rPr lang="en-US" sz="700" b="0" i="0" u="none" strike="noStrike" dirty="0" err="1">
                          <a:solidFill>
                            <a:srgbClr val="000000"/>
                          </a:solidFill>
                          <a:effectLst/>
                          <a:latin typeface="맑은 고딕" panose="020B0503020000020004" pitchFamily="50" charset="-127"/>
                          <a:ea typeface="맑은 고딕" panose="020B0503020000020004" pitchFamily="50" charset="-127"/>
                        </a:rPr>
                        <a:t>CHx_EN</a:t>
                      </a:r>
                      <a:r>
                        <a:rPr lang="en-US" sz="700" b="0" i="0" u="none" strike="noStrike" dirty="0">
                          <a:solidFill>
                            <a:srgbClr val="000000"/>
                          </a:solidFill>
                          <a:effectLst/>
                          <a:latin typeface="맑은 고딕" panose="020B0503020000020004" pitchFamily="50" charset="-127"/>
                          <a:ea typeface="맑은 고딕" panose="020B0503020000020004" pitchFamily="50" charset="-127"/>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685800" rtl="0" eaLnBrk="1" latinLnBrk="1" hangingPunct="1">
                        <a:defRPr sz="1350" kern="1200">
                          <a:solidFill>
                            <a:schemeClr val="tx1"/>
                          </a:solidFill>
                          <a:latin typeface="맑은 고딕" panose="02110004020202020204"/>
                        </a:defRPr>
                      </a:lvl1pPr>
                      <a:lvl2pPr marL="342900" algn="l" defTabSz="685800" rtl="0" eaLnBrk="1" latinLnBrk="1" hangingPunct="1">
                        <a:defRPr sz="1350" kern="1200">
                          <a:solidFill>
                            <a:schemeClr val="tx1"/>
                          </a:solidFill>
                          <a:latin typeface="맑은 고딕" panose="02110004020202020204"/>
                        </a:defRPr>
                      </a:lvl2pPr>
                      <a:lvl3pPr marL="685800" algn="l" defTabSz="685800" rtl="0" eaLnBrk="1" latinLnBrk="1" hangingPunct="1">
                        <a:defRPr sz="1350" kern="1200">
                          <a:solidFill>
                            <a:schemeClr val="tx1"/>
                          </a:solidFill>
                          <a:latin typeface="맑은 고딕" panose="02110004020202020204"/>
                        </a:defRPr>
                      </a:lvl3pPr>
                      <a:lvl4pPr marL="1028700" algn="l" defTabSz="685800" rtl="0" eaLnBrk="1" latinLnBrk="1" hangingPunct="1">
                        <a:defRPr sz="1350" kern="1200">
                          <a:solidFill>
                            <a:schemeClr val="tx1"/>
                          </a:solidFill>
                          <a:latin typeface="맑은 고딕" panose="02110004020202020204"/>
                        </a:defRPr>
                      </a:lvl4pPr>
                      <a:lvl5pPr marL="1371600" algn="l" defTabSz="685800" rtl="0" eaLnBrk="1" latinLnBrk="1" hangingPunct="1">
                        <a:defRPr sz="1350" kern="1200">
                          <a:solidFill>
                            <a:schemeClr val="tx1"/>
                          </a:solidFill>
                          <a:latin typeface="맑은 고딕" panose="02110004020202020204"/>
                        </a:defRPr>
                      </a:lvl5pPr>
                      <a:lvl6pPr marL="1714500" algn="l" defTabSz="685800" rtl="0" eaLnBrk="1" latinLnBrk="1" hangingPunct="1">
                        <a:defRPr sz="1350" kern="1200">
                          <a:solidFill>
                            <a:schemeClr val="tx1"/>
                          </a:solidFill>
                          <a:latin typeface="맑은 고딕" panose="02110004020202020204"/>
                        </a:defRPr>
                      </a:lvl6pPr>
                      <a:lvl7pPr marL="2057400" algn="l" defTabSz="685800" rtl="0" eaLnBrk="1" latinLnBrk="1" hangingPunct="1">
                        <a:defRPr sz="1350" kern="1200">
                          <a:solidFill>
                            <a:schemeClr val="tx1"/>
                          </a:solidFill>
                          <a:latin typeface="맑은 고딕" panose="02110004020202020204"/>
                        </a:defRPr>
                      </a:lvl7pPr>
                      <a:lvl8pPr marL="2400300" algn="l" defTabSz="685800" rtl="0" eaLnBrk="1" latinLnBrk="1" hangingPunct="1">
                        <a:defRPr sz="1350" kern="1200">
                          <a:solidFill>
                            <a:schemeClr val="tx1"/>
                          </a:solidFill>
                          <a:latin typeface="맑은 고딕" panose="02110004020202020204"/>
                        </a:defRPr>
                      </a:lvl8pPr>
                      <a:lvl9pPr marL="2743200" algn="l" defTabSz="685800" rtl="0" eaLnBrk="1" latinLnBrk="1" hangingPunct="1">
                        <a:defRPr sz="1350" kern="1200">
                          <a:solidFill>
                            <a:schemeClr val="tx1"/>
                          </a:solidFill>
                          <a:latin typeface="맑은 고딕" panose="02110004020202020204"/>
                        </a:defRPr>
                      </a:lvl9pPr>
                    </a:lstStyle>
                    <a:p>
                      <a:endParaRPr dirty="0"/>
                    </a:p>
                  </a:txBody>
                  <a:tcPr marL="0" marR="0" marT="0" marB="0" anchor="ctr">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0256780"/>
                  </a:ext>
                </a:extLst>
              </a:tr>
            </a:tbl>
          </a:graphicData>
        </a:graphic>
      </p:graphicFrame>
      <p:sp>
        <p:nvSpPr>
          <p:cNvPr id="7" name="TextBox 6">
            <a:extLst>
              <a:ext uri="{FF2B5EF4-FFF2-40B4-BE49-F238E27FC236}">
                <a16:creationId xmlns:a16="http://schemas.microsoft.com/office/drawing/2014/main" id="{1E9D4391-7724-1CB9-1E09-0EE8C59C0EC5}"/>
              </a:ext>
            </a:extLst>
          </p:cNvPr>
          <p:cNvSpPr txBox="1"/>
          <p:nvPr/>
        </p:nvSpPr>
        <p:spPr>
          <a:xfrm>
            <a:off x="2183574" y="5261180"/>
            <a:ext cx="2308324"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Flexible channel mapping </a:t>
            </a:r>
          </a:p>
        </p:txBody>
      </p:sp>
      <p:cxnSp>
        <p:nvCxnSpPr>
          <p:cNvPr id="8" name="직선 연결선 7">
            <a:extLst>
              <a:ext uri="{FF2B5EF4-FFF2-40B4-BE49-F238E27FC236}">
                <a16:creationId xmlns:a16="http://schemas.microsoft.com/office/drawing/2014/main" id="{EA5E1611-26A6-9CAB-1EC1-AE78FF087A4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0F72C1D-E842-DC88-2F0B-06C43583CEF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6661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TYPE-A (3-colors) </a:t>
            </a:r>
          </a:p>
        </p:txBody>
      </p:sp>
      <p:sp>
        <p:nvSpPr>
          <p:cNvPr id="79" name="직사각형 78">
            <a:extLst>
              <a:ext uri="{FF2B5EF4-FFF2-40B4-BE49-F238E27FC236}">
                <a16:creationId xmlns:a16="http://schemas.microsoft.com/office/drawing/2014/main" id="{92C82B35-4C09-1A43-15DD-04F036EE0A5F}"/>
              </a:ext>
            </a:extLst>
          </p:cNvPr>
          <p:cNvSpPr/>
          <p:nvPr/>
        </p:nvSpPr>
        <p:spPr>
          <a:xfrm>
            <a:off x="3199635" y="4507920"/>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p:nvPr/>
        </p:nvCxnSpPr>
        <p:spPr>
          <a:xfrm flipH="1">
            <a:off x="2482761" y="4097987"/>
            <a:ext cx="0" cy="12635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257330" y="4177586"/>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453875" y="4177585"/>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652263" y="4174168"/>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p:nvPr/>
        </p:nvCxnSpPr>
        <p:spPr>
          <a:xfrm>
            <a:off x="2644626" y="3954198"/>
            <a:ext cx="1819425"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05573" y="3375185"/>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349868" y="4030285"/>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2414888" y="4088392"/>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392297" y="3986800"/>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2503163" y="3985209"/>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2520270" y="3954712"/>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301875" y="3957099"/>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551593" y="3752781"/>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16613" y="3810888"/>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594022" y="3709295"/>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04888" y="3707704"/>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721996" y="3677207"/>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03600" y="3679595"/>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350514" y="4183115"/>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540567" y="4185503"/>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734790" y="4179929"/>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349680" y="3373640"/>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543068" y="3662541"/>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728955" y="3942770"/>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843336" y="3675837"/>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p:nvPr/>
        </p:nvCxnSpPr>
        <p:spPr>
          <a:xfrm>
            <a:off x="1937248" y="3954665"/>
            <a:ext cx="363885"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14743" y="3678786"/>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539380" y="4306493"/>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p:nvPr/>
        </p:nvCxnSpPr>
        <p:spPr>
          <a:xfrm flipH="1">
            <a:off x="2676983" y="3805859"/>
            <a:ext cx="0" cy="615980"/>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p:nvPr/>
        </p:nvCxnSpPr>
        <p:spPr>
          <a:xfrm>
            <a:off x="1960110" y="4422753"/>
            <a:ext cx="727769"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p:nvPr/>
        </p:nvCxnSpPr>
        <p:spPr>
          <a:xfrm>
            <a:off x="1941771" y="4226143"/>
            <a:ext cx="545827"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1974281" y="4099084"/>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1976781" y="4296488"/>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1939271" y="324180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1941771" y="3534732"/>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1952607" y="381571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287996" y="453369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3989209" y="4172015"/>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185753" y="4172014"/>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384141" y="4168595"/>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082392" y="4181523"/>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272445" y="4179930"/>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471164" y="4174358"/>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081305" y="3374297"/>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274947" y="3671721"/>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279596" y="4300920"/>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544736" y="453210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699780" y="392685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10559" y="365064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17171" y="33386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06420" y="427947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346636" y="427788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465329" y="3948482"/>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383311" y="4309676"/>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643930" y="4308084"/>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3990698" y="453607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247439" y="4534487"/>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784182" y="3105727"/>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787928" y="4784289"/>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Type-A supports dimming 1# LED (RED) and 2# LED (GREEN/BLUE). RED dimming can be generated within 1-frame, regardless of SVI.</a:t>
            </a:r>
          </a:p>
          <a:p>
            <a:pPr algn="just"/>
            <a:r>
              <a:rPr lang="en-US" altLang="ko-KR" sz="1000" dirty="0">
                <a:latin typeface="Arial" panose="020B0604020202020204" pitchFamily="34" charset="0"/>
                <a:cs typeface="Arial" panose="020B0604020202020204" pitchFamily="34" charset="0"/>
              </a:rPr>
              <a:t>Type-A allows for time-division drive of two LEDs(green, blue) per channel.</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 2/3) for time-division drive.</a:t>
            </a:r>
          </a:p>
          <a:p>
            <a:pPr algn="just"/>
            <a:endParaRPr lang="en-US" altLang="ko-KR" sz="10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55CEA467-6652-6C41-7DCC-B5ADB45F165A}"/>
              </a:ext>
            </a:extLst>
          </p:cNvPr>
          <p:cNvSpPr txBox="1"/>
          <p:nvPr/>
        </p:nvSpPr>
        <p:spPr>
          <a:xfrm>
            <a:off x="1821680" y="8183755"/>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TYPE-A, LD_DIR = 1</a:t>
            </a: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265031" y="4066435"/>
            <a:ext cx="165433" cy="94675"/>
          </a:xfrm>
          <a:prstGeom prst="triangle">
            <a:avLst/>
          </a:prstGeom>
          <a:solidFill>
            <a:srgbClr val="FF0000"/>
          </a:solidFill>
          <a:ln w="3175" cap="flat" cmpd="sng" algn="ctr">
            <a:solidFill>
              <a:srgbClr val="FF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463587" y="406643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643092" y="406643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05858" y="4062200"/>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04414" y="406220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383919" y="406220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5" name="그림 14">
            <a:extLst>
              <a:ext uri="{FF2B5EF4-FFF2-40B4-BE49-F238E27FC236}">
                <a16:creationId xmlns:a16="http://schemas.microsoft.com/office/drawing/2014/main" id="{B06DBAEE-DFF1-6692-1BEE-C9A9B53DD9DD}"/>
              </a:ext>
            </a:extLst>
          </p:cNvPr>
          <p:cNvPicPr>
            <a:picLocks noChangeAspect="1"/>
          </p:cNvPicPr>
          <p:nvPr/>
        </p:nvPicPr>
        <p:blipFill>
          <a:blip r:embed="rId2"/>
          <a:stretch>
            <a:fillRect/>
          </a:stretch>
        </p:blipFill>
        <p:spPr>
          <a:xfrm>
            <a:off x="423708" y="5534547"/>
            <a:ext cx="5551854" cy="2496739"/>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28E73-CA25-0D91-E185-5C06FF01872A}"/>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TYPE-B (4-colors) </a:t>
            </a:r>
          </a:p>
        </p:txBody>
      </p:sp>
      <p:sp>
        <p:nvSpPr>
          <p:cNvPr id="6" name="직사각형 5">
            <a:extLst>
              <a:ext uri="{FF2B5EF4-FFF2-40B4-BE49-F238E27FC236}">
                <a16:creationId xmlns:a16="http://schemas.microsoft.com/office/drawing/2014/main" id="{5801A4B1-6138-BAA0-33A5-4E90EAA01E56}"/>
              </a:ext>
            </a:extLst>
          </p:cNvPr>
          <p:cNvSpPr/>
          <p:nvPr/>
        </p:nvSpPr>
        <p:spPr>
          <a:xfrm>
            <a:off x="3122376" y="4190421"/>
            <a:ext cx="1880048"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 name="직선 연결선 6">
            <a:extLst>
              <a:ext uri="{FF2B5EF4-FFF2-40B4-BE49-F238E27FC236}">
                <a16:creationId xmlns:a16="http://schemas.microsoft.com/office/drawing/2014/main" id="{2E8C8B9C-08EE-AC51-C4AC-AF8FDB3BAB00}"/>
              </a:ext>
            </a:extLst>
          </p:cNvPr>
          <p:cNvCxnSpPr/>
          <p:nvPr/>
        </p:nvCxnSpPr>
        <p:spPr>
          <a:xfrm flipH="1">
            <a:off x="2405501" y="3780488"/>
            <a:ext cx="0" cy="126355"/>
          </a:xfrm>
          <a:prstGeom prst="line">
            <a:avLst/>
          </a:prstGeom>
          <a:noFill/>
          <a:ln w="63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8F50419B-02C3-BDD8-3E68-95D76068BCA5}"/>
              </a:ext>
            </a:extLst>
          </p:cNvPr>
          <p:cNvCxnSpPr/>
          <p:nvPr/>
        </p:nvCxnSpPr>
        <p:spPr>
          <a:xfrm>
            <a:off x="3180070" y="3860087"/>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C9158481-656A-E572-D08A-6D77F1CB7B85}"/>
              </a:ext>
            </a:extLst>
          </p:cNvPr>
          <p:cNvCxnSpPr/>
          <p:nvPr/>
        </p:nvCxnSpPr>
        <p:spPr>
          <a:xfrm>
            <a:off x="3666599" y="3860086"/>
            <a:ext cx="179219"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A5904430-ECCF-64AF-C310-993ED4CA32BC}"/>
              </a:ext>
            </a:extLst>
          </p:cNvPr>
          <p:cNvCxnSpPr/>
          <p:nvPr/>
        </p:nvCxnSpPr>
        <p:spPr>
          <a:xfrm>
            <a:off x="3875572" y="3856669"/>
            <a:ext cx="179218" cy="0"/>
          </a:xfrm>
          <a:prstGeom prst="line">
            <a:avLst/>
          </a:prstGeom>
          <a:noFill/>
          <a:ln w="1905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32A878AC-B574-FD03-CB51-322D388352F6}"/>
              </a:ext>
            </a:extLst>
          </p:cNvPr>
          <p:cNvCxnSpPr>
            <a:cxnSpLocks/>
            <a:endCxn id="101" idx="2"/>
          </p:cNvCxnSpPr>
          <p:nvPr/>
        </p:nvCxnSpPr>
        <p:spPr>
          <a:xfrm>
            <a:off x="2567366" y="3636699"/>
            <a:ext cx="2304501" cy="847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02575B5C-AB13-669C-BC61-63AB9A10DC0B}"/>
              </a:ext>
            </a:extLst>
          </p:cNvPr>
          <p:cNvCxnSpPr>
            <a:cxnSpLocks/>
            <a:endCxn id="103" idx="6"/>
          </p:cNvCxnSpPr>
          <p:nvPr/>
        </p:nvCxnSpPr>
        <p:spPr>
          <a:xfrm>
            <a:off x="1796971" y="2865069"/>
            <a:ext cx="2457879" cy="7722"/>
          </a:xfrm>
          <a:prstGeom prst="line">
            <a:avLst/>
          </a:prstGeom>
          <a:noFill/>
          <a:ln w="1270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E47DB1A2-23C0-0981-F540-11B35222F09C}"/>
              </a:ext>
            </a:extLst>
          </p:cNvPr>
          <p:cNvCxnSpPr/>
          <p:nvPr/>
        </p:nvCxnSpPr>
        <p:spPr>
          <a:xfrm>
            <a:off x="2272608" y="3712786"/>
            <a:ext cx="264644"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321EE8F8-DAF8-D560-FD27-BC238CF189FC}"/>
              </a:ext>
            </a:extLst>
          </p:cNvPr>
          <p:cNvCxnSpPr/>
          <p:nvPr/>
        </p:nvCxnSpPr>
        <p:spPr>
          <a:xfrm>
            <a:off x="2337628" y="3770893"/>
            <a:ext cx="132322"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2F7723B5-1DED-2C99-CA21-72679E4F40C0}"/>
              </a:ext>
            </a:extLst>
          </p:cNvPr>
          <p:cNvCxnSpPr/>
          <p:nvPr/>
        </p:nvCxnSpPr>
        <p:spPr>
          <a:xfrm rot="5400000" flipH="1" flipV="1">
            <a:off x="2315037" y="3669301"/>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88F1ADC9-FEB8-9482-B23F-43C05BD9C66E}"/>
              </a:ext>
            </a:extLst>
          </p:cNvPr>
          <p:cNvCxnSpPr/>
          <p:nvPr/>
        </p:nvCxnSpPr>
        <p:spPr>
          <a:xfrm rot="5400000">
            <a:off x="2425903" y="3667710"/>
            <a:ext cx="63177"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8E62098D-7ADE-CD6B-3D64-FBC0352A8271}"/>
              </a:ext>
            </a:extLst>
          </p:cNvPr>
          <p:cNvCxnSpPr/>
          <p:nvPr/>
        </p:nvCxnSpPr>
        <p:spPr>
          <a:xfrm>
            <a:off x="2443010" y="3637213"/>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64D8B2FE-855C-EEEC-A119-558420E36E5A}"/>
              </a:ext>
            </a:extLst>
          </p:cNvPr>
          <p:cNvCxnSpPr/>
          <p:nvPr/>
        </p:nvCxnSpPr>
        <p:spPr>
          <a:xfrm>
            <a:off x="2224615" y="3639600"/>
            <a:ext cx="132321"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65CF080D-1BA3-3C2E-2A2A-C692CAA60F1D}"/>
              </a:ext>
            </a:extLst>
          </p:cNvPr>
          <p:cNvCxnSpPr/>
          <p:nvPr/>
        </p:nvCxnSpPr>
        <p:spPr>
          <a:xfrm>
            <a:off x="2474333" y="3435282"/>
            <a:ext cx="264644"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93947126-E364-3664-0599-689B36D12477}"/>
              </a:ext>
            </a:extLst>
          </p:cNvPr>
          <p:cNvCxnSpPr/>
          <p:nvPr/>
        </p:nvCxnSpPr>
        <p:spPr>
          <a:xfrm>
            <a:off x="2539353" y="3493389"/>
            <a:ext cx="132322"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338DD75-8933-9F90-4951-B357F3D0A1B4}"/>
              </a:ext>
            </a:extLst>
          </p:cNvPr>
          <p:cNvCxnSpPr/>
          <p:nvPr/>
        </p:nvCxnSpPr>
        <p:spPr>
          <a:xfrm rot="5400000" flipH="1" flipV="1">
            <a:off x="2516762" y="3391796"/>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1805247E-9FBB-CDD9-F9A1-57680340B8C4}"/>
              </a:ext>
            </a:extLst>
          </p:cNvPr>
          <p:cNvCxnSpPr/>
          <p:nvPr/>
        </p:nvCxnSpPr>
        <p:spPr>
          <a:xfrm rot="5400000">
            <a:off x="2627628" y="3390205"/>
            <a:ext cx="63177"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CC048AB0-ED0F-1E0A-D480-06040A6A9E99}"/>
              </a:ext>
            </a:extLst>
          </p:cNvPr>
          <p:cNvCxnSpPr/>
          <p:nvPr/>
        </p:nvCxnSpPr>
        <p:spPr>
          <a:xfrm>
            <a:off x="2644736" y="3359708"/>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B64FC1DF-018F-998B-EC5E-3D4A56F3848F}"/>
              </a:ext>
            </a:extLst>
          </p:cNvPr>
          <p:cNvCxnSpPr/>
          <p:nvPr/>
        </p:nvCxnSpPr>
        <p:spPr>
          <a:xfrm>
            <a:off x="2426340" y="3362096"/>
            <a:ext cx="132321"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86A9444C-5CB8-5C43-EAFF-9627B0E58942}"/>
              </a:ext>
            </a:extLst>
          </p:cNvPr>
          <p:cNvCxnSpPr/>
          <p:nvPr/>
        </p:nvCxnSpPr>
        <p:spPr>
          <a:xfrm flipH="1" flipV="1">
            <a:off x="3273254" y="3865616"/>
            <a:ext cx="0" cy="315887"/>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DC35E8D8-1024-EEF6-E5A9-3B639EA2ED55}"/>
              </a:ext>
            </a:extLst>
          </p:cNvPr>
          <p:cNvCxnSpPr/>
          <p:nvPr/>
        </p:nvCxnSpPr>
        <p:spPr>
          <a:xfrm flipH="1" flipV="1">
            <a:off x="3763876" y="386800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CE721EE0-640A-4D38-E5A7-0605EA0F9CCC}"/>
              </a:ext>
            </a:extLst>
          </p:cNvPr>
          <p:cNvCxnSpPr/>
          <p:nvPr/>
        </p:nvCxnSpPr>
        <p:spPr>
          <a:xfrm flipH="1" flipV="1">
            <a:off x="3958099" y="3862430"/>
            <a:ext cx="0" cy="126355"/>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2B011A1D-8A92-563A-C63D-34F494C9D463}"/>
              </a:ext>
            </a:extLst>
          </p:cNvPr>
          <p:cNvCxnSpPr>
            <a:cxnSpLocks/>
            <a:endCxn id="56" idx="4"/>
          </p:cNvCxnSpPr>
          <p:nvPr/>
        </p:nvCxnSpPr>
        <p:spPr>
          <a:xfrm flipV="1">
            <a:off x="3272420" y="2900146"/>
            <a:ext cx="572" cy="976067"/>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9A2506C4-9F7F-F623-F143-88B9A3857337}"/>
              </a:ext>
            </a:extLst>
          </p:cNvPr>
          <p:cNvCxnSpPr/>
          <p:nvPr/>
        </p:nvCxnSpPr>
        <p:spPr>
          <a:xfrm flipH="1" flipV="1">
            <a:off x="3766377" y="3345042"/>
            <a:ext cx="0" cy="410654"/>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3FA0BA71-88B8-C0C4-EECF-4986362D808A}"/>
              </a:ext>
            </a:extLst>
          </p:cNvPr>
          <p:cNvCxnSpPr/>
          <p:nvPr/>
        </p:nvCxnSpPr>
        <p:spPr>
          <a:xfrm flipV="1">
            <a:off x="3952264" y="3625271"/>
            <a:ext cx="0" cy="122587"/>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AF4AD7D5-3F1E-C763-8839-EC6EE33D8F56}"/>
              </a:ext>
            </a:extLst>
          </p:cNvPr>
          <p:cNvCxnSpPr>
            <a:cxnSpLocks/>
            <a:endCxn id="102" idx="6"/>
          </p:cNvCxnSpPr>
          <p:nvPr/>
        </p:nvCxnSpPr>
        <p:spPr>
          <a:xfrm>
            <a:off x="2766076" y="3358338"/>
            <a:ext cx="1982731" cy="10629"/>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101E3F5B-D3C7-1509-597E-8850663EAE12}"/>
              </a:ext>
            </a:extLst>
          </p:cNvPr>
          <p:cNvCxnSpPr/>
          <p:nvPr/>
        </p:nvCxnSpPr>
        <p:spPr>
          <a:xfrm>
            <a:off x="1859988" y="3637166"/>
            <a:ext cx="363885"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8DC5A44-CFA6-F31E-ADF5-37A404FA3E40}"/>
              </a:ext>
            </a:extLst>
          </p:cNvPr>
          <p:cNvCxnSpPr/>
          <p:nvPr/>
        </p:nvCxnSpPr>
        <p:spPr>
          <a:xfrm>
            <a:off x="1837483" y="3361287"/>
            <a:ext cx="661609"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F73544B6-8D92-D96E-4B7C-88D5B6FDF503}"/>
              </a:ext>
            </a:extLst>
          </p:cNvPr>
          <p:cNvCxnSpPr/>
          <p:nvPr/>
        </p:nvCxnSpPr>
        <p:spPr>
          <a:xfrm>
            <a:off x="3762689" y="3988994"/>
            <a:ext cx="198483" cy="0"/>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96B9D91D-2201-42C1-7EA3-88AA6E8FD427}"/>
              </a:ext>
            </a:extLst>
          </p:cNvPr>
          <p:cNvCxnSpPr/>
          <p:nvPr/>
        </p:nvCxnSpPr>
        <p:spPr>
          <a:xfrm flipH="1">
            <a:off x="2599723" y="3488360"/>
            <a:ext cx="0" cy="61598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2C6E3E90-77EC-BDB9-785F-0B3A7255BF71}"/>
              </a:ext>
            </a:extLst>
          </p:cNvPr>
          <p:cNvCxnSpPr/>
          <p:nvPr/>
        </p:nvCxnSpPr>
        <p:spPr>
          <a:xfrm>
            <a:off x="1882850" y="4105254"/>
            <a:ext cx="727769" cy="0"/>
          </a:xfrm>
          <a:prstGeom prst="line">
            <a:avLst/>
          </a:prstGeom>
          <a:noFill/>
          <a:ln w="635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12EC36B6-222E-CDD2-0B57-661C2EE39F6E}"/>
              </a:ext>
            </a:extLst>
          </p:cNvPr>
          <p:cNvCxnSpPr/>
          <p:nvPr/>
        </p:nvCxnSpPr>
        <p:spPr>
          <a:xfrm>
            <a:off x="1864511" y="3908644"/>
            <a:ext cx="545827" cy="0"/>
          </a:xfrm>
          <a:prstGeom prst="line">
            <a:avLst/>
          </a:prstGeom>
          <a:noFill/>
          <a:ln w="6350" cap="flat" cmpd="sng" algn="ctr">
            <a:solidFill>
              <a:sysClr val="windowText" lastClr="000000"/>
            </a:solidFill>
            <a:prstDash val="solid"/>
            <a:miter lim="800000"/>
          </a:ln>
          <a:effectLst/>
        </p:spPr>
      </p:cxnSp>
      <p:sp>
        <p:nvSpPr>
          <p:cNvPr id="38" name="TextBox 121">
            <a:extLst>
              <a:ext uri="{FF2B5EF4-FFF2-40B4-BE49-F238E27FC236}">
                <a16:creationId xmlns:a16="http://schemas.microsoft.com/office/drawing/2014/main" id="{366AB6AF-EEEE-5643-EEA3-E8BD26B0B889}"/>
              </a:ext>
            </a:extLst>
          </p:cNvPr>
          <p:cNvSpPr txBox="1"/>
          <p:nvPr/>
        </p:nvSpPr>
        <p:spPr>
          <a:xfrm>
            <a:off x="1897021" y="3781585"/>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2">
            <a:extLst>
              <a:ext uri="{FF2B5EF4-FFF2-40B4-BE49-F238E27FC236}">
                <a16:creationId xmlns:a16="http://schemas.microsoft.com/office/drawing/2014/main" id="{400F1DC5-BC6E-27B4-D31A-F6AA4FEF2B18}"/>
              </a:ext>
            </a:extLst>
          </p:cNvPr>
          <p:cNvSpPr txBox="1"/>
          <p:nvPr/>
        </p:nvSpPr>
        <p:spPr>
          <a:xfrm>
            <a:off x="1899521" y="3978989"/>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3">
            <a:extLst>
              <a:ext uri="{FF2B5EF4-FFF2-40B4-BE49-F238E27FC236}">
                <a16:creationId xmlns:a16="http://schemas.microsoft.com/office/drawing/2014/main" id="{2CE10169-AF93-9202-6286-94CA7AF8694A}"/>
              </a:ext>
            </a:extLst>
          </p:cNvPr>
          <p:cNvSpPr txBox="1"/>
          <p:nvPr/>
        </p:nvSpPr>
        <p:spPr>
          <a:xfrm>
            <a:off x="1855980" y="2710566"/>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4">
            <a:extLst>
              <a:ext uri="{FF2B5EF4-FFF2-40B4-BE49-F238E27FC236}">
                <a16:creationId xmlns:a16="http://schemas.microsoft.com/office/drawing/2014/main" id="{E69C157F-9509-13A1-7F69-C43F4E80E235}"/>
              </a:ext>
            </a:extLst>
          </p:cNvPr>
          <p:cNvSpPr txBox="1"/>
          <p:nvPr/>
        </p:nvSpPr>
        <p:spPr>
          <a:xfrm>
            <a:off x="1864511" y="321723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TextBox 125">
            <a:extLst>
              <a:ext uri="{FF2B5EF4-FFF2-40B4-BE49-F238E27FC236}">
                <a16:creationId xmlns:a16="http://schemas.microsoft.com/office/drawing/2014/main" id="{2B933E38-AE7C-3DD2-01DD-AD9D1111B48B}"/>
              </a:ext>
            </a:extLst>
          </p:cNvPr>
          <p:cNvSpPr txBox="1"/>
          <p:nvPr/>
        </p:nvSpPr>
        <p:spPr>
          <a:xfrm>
            <a:off x="1875347" y="349821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타원 53">
            <a:extLst>
              <a:ext uri="{FF2B5EF4-FFF2-40B4-BE49-F238E27FC236}">
                <a16:creationId xmlns:a16="http://schemas.microsoft.com/office/drawing/2014/main" id="{3DDA4A45-9395-093E-6B06-ACCC2AE63176}"/>
              </a:ext>
            </a:extLst>
          </p:cNvPr>
          <p:cNvSpPr/>
          <p:nvPr/>
        </p:nvSpPr>
        <p:spPr>
          <a:xfrm>
            <a:off x="3923089" y="360935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5" name="타원 54">
            <a:extLst>
              <a:ext uri="{FF2B5EF4-FFF2-40B4-BE49-F238E27FC236}">
                <a16:creationId xmlns:a16="http://schemas.microsoft.com/office/drawing/2014/main" id="{73DDA579-1BE6-DD62-B8EC-1014973ED7AB}"/>
              </a:ext>
            </a:extLst>
          </p:cNvPr>
          <p:cNvSpPr/>
          <p:nvPr/>
        </p:nvSpPr>
        <p:spPr>
          <a:xfrm>
            <a:off x="3733868" y="333314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6" name="타원 55">
            <a:extLst>
              <a:ext uri="{FF2B5EF4-FFF2-40B4-BE49-F238E27FC236}">
                <a16:creationId xmlns:a16="http://schemas.microsoft.com/office/drawing/2014/main" id="{1C782AB9-10F6-5FAE-4283-AEA3C12CD900}"/>
              </a:ext>
            </a:extLst>
          </p:cNvPr>
          <p:cNvSpPr/>
          <p:nvPr/>
        </p:nvSpPr>
        <p:spPr>
          <a:xfrm>
            <a:off x="3239911" y="283696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7" name="타원 56">
            <a:extLst>
              <a:ext uri="{FF2B5EF4-FFF2-40B4-BE49-F238E27FC236}">
                <a16:creationId xmlns:a16="http://schemas.microsoft.com/office/drawing/2014/main" id="{92BEC08E-7432-720E-4ADB-8977E25B8037}"/>
              </a:ext>
            </a:extLst>
          </p:cNvPr>
          <p:cNvSpPr/>
          <p:nvPr/>
        </p:nvSpPr>
        <p:spPr>
          <a:xfrm>
            <a:off x="3829729" y="396197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1" name="직선 연결선 60">
            <a:extLst>
              <a:ext uri="{FF2B5EF4-FFF2-40B4-BE49-F238E27FC236}">
                <a16:creationId xmlns:a16="http://schemas.microsoft.com/office/drawing/2014/main" id="{34EC8B27-F43B-78BB-E280-62DF2AC1EC18}"/>
              </a:ext>
            </a:extLst>
          </p:cNvPr>
          <p:cNvCxnSpPr/>
          <p:nvPr/>
        </p:nvCxnSpPr>
        <p:spPr>
          <a:xfrm flipH="1" flipV="1">
            <a:off x="3867239" y="3990585"/>
            <a:ext cx="0" cy="189533"/>
          </a:xfrm>
          <a:prstGeom prst="line">
            <a:avLst/>
          </a:prstGeom>
          <a:noFill/>
          <a:ln w="12700" cap="flat" cmpd="sng" algn="ctr">
            <a:solidFill>
              <a:sysClr val="windowText" lastClr="000000"/>
            </a:solidFill>
            <a:prstDash val="solid"/>
            <a:miter lim="800000"/>
          </a:ln>
          <a:effectLst/>
        </p:spPr>
      </p:cxnSp>
      <p:sp>
        <p:nvSpPr>
          <p:cNvPr id="64" name="직사각형 63">
            <a:extLst>
              <a:ext uri="{FF2B5EF4-FFF2-40B4-BE49-F238E27FC236}">
                <a16:creationId xmlns:a16="http://schemas.microsoft.com/office/drawing/2014/main" id="{17578D75-9402-5E4A-7772-EBEF0659B9E0}"/>
              </a:ext>
            </a:extLst>
          </p:cNvPr>
          <p:cNvSpPr/>
          <p:nvPr/>
        </p:nvSpPr>
        <p:spPr>
          <a:xfrm>
            <a:off x="1614847" y="2605617"/>
            <a:ext cx="3566753" cy="2288612"/>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5" name="TextBox 263">
            <a:extLst>
              <a:ext uri="{FF2B5EF4-FFF2-40B4-BE49-F238E27FC236}">
                <a16:creationId xmlns:a16="http://schemas.microsoft.com/office/drawing/2014/main" id="{14CC2FBE-1EC0-3E65-C8CE-0D2E853983C3}"/>
              </a:ext>
            </a:extLst>
          </p:cNvPr>
          <p:cNvSpPr txBox="1"/>
          <p:nvPr/>
        </p:nvSpPr>
        <p:spPr>
          <a:xfrm>
            <a:off x="3876089" y="447130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674F8E12-C7BB-7975-AF00-77D2DB3018EA}"/>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Type-B supports dimming 1# LED (RED) and 2# LED (CYAN) and 3# LED(GREEN/BLUE). RED and CYAN dimming can be generated within 1-frame, regardless of SVI.</a:t>
            </a:r>
          </a:p>
        </p:txBody>
      </p:sp>
      <p:sp>
        <p:nvSpPr>
          <p:cNvPr id="67" name="TextBox 66">
            <a:extLst>
              <a:ext uri="{FF2B5EF4-FFF2-40B4-BE49-F238E27FC236}">
                <a16:creationId xmlns:a16="http://schemas.microsoft.com/office/drawing/2014/main" id="{0C501D23-1427-9614-7F19-74FD9636F285}"/>
              </a:ext>
            </a:extLst>
          </p:cNvPr>
          <p:cNvSpPr txBox="1"/>
          <p:nvPr/>
        </p:nvSpPr>
        <p:spPr>
          <a:xfrm>
            <a:off x="1855980" y="8695647"/>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TYPE-B, LD_DIR = 1</a:t>
            </a:r>
          </a:p>
        </p:txBody>
      </p:sp>
      <p:sp>
        <p:nvSpPr>
          <p:cNvPr id="68" name="이등변 삼각형 67">
            <a:extLst>
              <a:ext uri="{FF2B5EF4-FFF2-40B4-BE49-F238E27FC236}">
                <a16:creationId xmlns:a16="http://schemas.microsoft.com/office/drawing/2014/main" id="{2004BE9E-6146-8FED-ED4D-00AF6AA35B72}"/>
              </a:ext>
            </a:extLst>
          </p:cNvPr>
          <p:cNvSpPr/>
          <p:nvPr/>
        </p:nvSpPr>
        <p:spPr>
          <a:xfrm rot="10800000">
            <a:off x="3187771" y="3748936"/>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9" name="이등변 삼각형 68">
            <a:extLst>
              <a:ext uri="{FF2B5EF4-FFF2-40B4-BE49-F238E27FC236}">
                <a16:creationId xmlns:a16="http://schemas.microsoft.com/office/drawing/2014/main" id="{4C000308-274B-95EC-FD72-9ECA487B49FF}"/>
              </a:ext>
            </a:extLst>
          </p:cNvPr>
          <p:cNvSpPr/>
          <p:nvPr/>
        </p:nvSpPr>
        <p:spPr>
          <a:xfrm rot="10800000">
            <a:off x="3686896" y="37552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이등변 삼각형 69">
            <a:extLst>
              <a:ext uri="{FF2B5EF4-FFF2-40B4-BE49-F238E27FC236}">
                <a16:creationId xmlns:a16="http://schemas.microsoft.com/office/drawing/2014/main" id="{B1ACC84A-1209-88F0-2248-941268005805}"/>
              </a:ext>
            </a:extLst>
          </p:cNvPr>
          <p:cNvSpPr/>
          <p:nvPr/>
        </p:nvSpPr>
        <p:spPr>
          <a:xfrm rot="10800000">
            <a:off x="3866401" y="3755287"/>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5" name="타원 74">
            <a:extLst>
              <a:ext uri="{FF2B5EF4-FFF2-40B4-BE49-F238E27FC236}">
                <a16:creationId xmlns:a16="http://schemas.microsoft.com/office/drawing/2014/main" id="{D0B929BE-AEAD-78DF-FAEF-73CD342F04D9}"/>
              </a:ext>
            </a:extLst>
          </p:cNvPr>
          <p:cNvSpPr/>
          <p:nvPr/>
        </p:nvSpPr>
        <p:spPr>
          <a:xfrm>
            <a:off x="3487562" y="3071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6" name="직선 연결선 75">
            <a:extLst>
              <a:ext uri="{FF2B5EF4-FFF2-40B4-BE49-F238E27FC236}">
                <a16:creationId xmlns:a16="http://schemas.microsoft.com/office/drawing/2014/main" id="{7EB46E6F-EC26-1038-E67A-EF434EC3F5A6}"/>
              </a:ext>
            </a:extLst>
          </p:cNvPr>
          <p:cNvCxnSpPr>
            <a:cxnSpLocks/>
            <a:endCxn id="75" idx="0"/>
          </p:cNvCxnSpPr>
          <p:nvPr/>
        </p:nvCxnSpPr>
        <p:spPr>
          <a:xfrm flipV="1">
            <a:off x="3513901" y="3071917"/>
            <a:ext cx="6742" cy="679137"/>
          </a:xfrm>
          <a:prstGeom prst="line">
            <a:avLst/>
          </a:prstGeom>
          <a:noFill/>
          <a:ln w="12700" cap="flat" cmpd="sng" algn="ctr">
            <a:solidFill>
              <a:sysClr val="windowText" lastClr="000000"/>
            </a:solidFill>
            <a:prstDash val="solid"/>
            <a:miter lim="800000"/>
          </a:ln>
          <a:effectLst/>
        </p:spPr>
      </p:cxnSp>
      <p:cxnSp>
        <p:nvCxnSpPr>
          <p:cNvPr id="78" name="직선 연결선 77">
            <a:extLst>
              <a:ext uri="{FF2B5EF4-FFF2-40B4-BE49-F238E27FC236}">
                <a16:creationId xmlns:a16="http://schemas.microsoft.com/office/drawing/2014/main" id="{86A8B3B3-6051-CEE6-30CF-783B769D6891}"/>
              </a:ext>
            </a:extLst>
          </p:cNvPr>
          <p:cNvCxnSpPr>
            <a:cxnSpLocks/>
            <a:endCxn id="109" idx="2"/>
          </p:cNvCxnSpPr>
          <p:nvPr/>
        </p:nvCxnSpPr>
        <p:spPr>
          <a:xfrm flipV="1">
            <a:off x="1807555" y="3107739"/>
            <a:ext cx="2628785" cy="2863"/>
          </a:xfrm>
          <a:prstGeom prst="line">
            <a:avLst/>
          </a:prstGeom>
          <a:noFill/>
          <a:ln w="12700" cap="flat" cmpd="sng" algn="ctr">
            <a:solidFill>
              <a:sysClr val="windowText" lastClr="000000"/>
            </a:solidFill>
            <a:prstDash val="solid"/>
            <a:miter lim="800000"/>
          </a:ln>
          <a:effectLst/>
        </p:spPr>
      </p:cxnSp>
      <p:sp>
        <p:nvSpPr>
          <p:cNvPr id="79" name="TextBox 123">
            <a:extLst>
              <a:ext uri="{FF2B5EF4-FFF2-40B4-BE49-F238E27FC236}">
                <a16:creationId xmlns:a16="http://schemas.microsoft.com/office/drawing/2014/main" id="{8B7736BF-3AD2-A169-872C-785818DCEDE7}"/>
              </a:ext>
            </a:extLst>
          </p:cNvPr>
          <p:cNvSpPr txBox="1"/>
          <p:nvPr/>
        </p:nvSpPr>
        <p:spPr>
          <a:xfrm>
            <a:off x="1864450" y="296033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344FE4EC-D7F7-B9FA-10C4-81631A414CF6}"/>
              </a:ext>
            </a:extLst>
          </p:cNvPr>
          <p:cNvSpPr/>
          <p:nvPr/>
        </p:nvSpPr>
        <p:spPr>
          <a:xfrm rot="10800000">
            <a:off x="3435419" y="3759522"/>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2" name="직선 연결선 81">
            <a:extLst>
              <a:ext uri="{FF2B5EF4-FFF2-40B4-BE49-F238E27FC236}">
                <a16:creationId xmlns:a16="http://schemas.microsoft.com/office/drawing/2014/main" id="{79A5BA99-82BF-86E5-7290-34325BC7CC69}"/>
              </a:ext>
            </a:extLst>
          </p:cNvPr>
          <p:cNvCxnSpPr/>
          <p:nvPr/>
        </p:nvCxnSpPr>
        <p:spPr>
          <a:xfrm>
            <a:off x="3428525" y="3868004"/>
            <a:ext cx="179219" cy="0"/>
          </a:xfrm>
          <a:prstGeom prst="line">
            <a:avLst/>
          </a:prstGeom>
          <a:noFill/>
          <a:ln w="19050" cap="flat" cmpd="sng" algn="ctr">
            <a:solidFill>
              <a:sysClr val="windowText" lastClr="000000"/>
            </a:solidFill>
            <a:prstDash val="solid"/>
            <a:miter lim="800000"/>
          </a:ln>
          <a:effectLst/>
        </p:spPr>
      </p:cxnSp>
      <p:sp>
        <p:nvSpPr>
          <p:cNvPr id="83" name="TextBox 126">
            <a:extLst>
              <a:ext uri="{FF2B5EF4-FFF2-40B4-BE49-F238E27FC236}">
                <a16:creationId xmlns:a16="http://schemas.microsoft.com/office/drawing/2014/main" id="{42953FBD-5CB7-614C-BCB7-2C9E040A3D8B}"/>
              </a:ext>
            </a:extLst>
          </p:cNvPr>
          <p:cNvSpPr txBox="1"/>
          <p:nvPr/>
        </p:nvSpPr>
        <p:spPr>
          <a:xfrm>
            <a:off x="3210736" y="421619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4" name="TextBox 136">
            <a:extLst>
              <a:ext uri="{FF2B5EF4-FFF2-40B4-BE49-F238E27FC236}">
                <a16:creationId xmlns:a16="http://schemas.microsoft.com/office/drawing/2014/main" id="{45D99D59-78E0-F49D-3C4A-4458453D9C11}"/>
              </a:ext>
            </a:extLst>
          </p:cNvPr>
          <p:cNvSpPr txBox="1"/>
          <p:nvPr/>
        </p:nvSpPr>
        <p:spPr>
          <a:xfrm>
            <a:off x="3467476" y="421460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5" name="TextBox 145">
            <a:extLst>
              <a:ext uri="{FF2B5EF4-FFF2-40B4-BE49-F238E27FC236}">
                <a16:creationId xmlns:a16="http://schemas.microsoft.com/office/drawing/2014/main" id="{032D3EA9-8410-AEA0-F8D3-FECB9B3D94F2}"/>
              </a:ext>
            </a:extLst>
          </p:cNvPr>
          <p:cNvSpPr txBox="1"/>
          <p:nvPr/>
        </p:nvSpPr>
        <p:spPr>
          <a:xfrm>
            <a:off x="3748337" y="4218579"/>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86" name="TextBox 146">
            <a:extLst>
              <a:ext uri="{FF2B5EF4-FFF2-40B4-BE49-F238E27FC236}">
                <a16:creationId xmlns:a16="http://schemas.microsoft.com/office/drawing/2014/main" id="{7887B04D-29B7-E7E6-5567-6C536029B199}"/>
              </a:ext>
            </a:extLst>
          </p:cNvPr>
          <p:cNvSpPr txBox="1"/>
          <p:nvPr/>
        </p:nvSpPr>
        <p:spPr>
          <a:xfrm>
            <a:off x="4123611" y="4216988"/>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D</a:t>
            </a:r>
            <a:endParaRPr kumimoji="0" lang="ko-KR" altLang="en-US"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87" name="직선 연결선 86">
            <a:extLst>
              <a:ext uri="{FF2B5EF4-FFF2-40B4-BE49-F238E27FC236}">
                <a16:creationId xmlns:a16="http://schemas.microsoft.com/office/drawing/2014/main" id="{4FD7DE02-2572-BBD5-5E02-DA3F1F4FAED8}"/>
              </a:ext>
            </a:extLst>
          </p:cNvPr>
          <p:cNvCxnSpPr/>
          <p:nvPr/>
        </p:nvCxnSpPr>
        <p:spPr>
          <a:xfrm flipH="1" flipV="1">
            <a:off x="3530023" y="3877184"/>
            <a:ext cx="0" cy="315887"/>
          </a:xfrm>
          <a:prstGeom prst="line">
            <a:avLst/>
          </a:prstGeom>
          <a:noFill/>
          <a:ln w="12700" cap="flat" cmpd="sng" algn="ctr">
            <a:solidFill>
              <a:sysClr val="windowText" lastClr="000000"/>
            </a:solidFill>
            <a:prstDash val="solid"/>
            <a:miter lim="800000"/>
          </a:ln>
          <a:effectLst/>
        </p:spPr>
      </p:cxnSp>
      <p:sp>
        <p:nvSpPr>
          <p:cNvPr id="89" name="TextBox 126">
            <a:extLst>
              <a:ext uri="{FF2B5EF4-FFF2-40B4-BE49-F238E27FC236}">
                <a16:creationId xmlns:a16="http://schemas.microsoft.com/office/drawing/2014/main" id="{D9D6A5A0-6062-1CB8-F464-9ECA8545A5C7}"/>
              </a:ext>
            </a:extLst>
          </p:cNvPr>
          <p:cNvSpPr txBox="1"/>
          <p:nvPr/>
        </p:nvSpPr>
        <p:spPr>
          <a:xfrm>
            <a:off x="4420893" y="4215236"/>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90" name="TextBox 136">
            <a:extLst>
              <a:ext uri="{FF2B5EF4-FFF2-40B4-BE49-F238E27FC236}">
                <a16:creationId xmlns:a16="http://schemas.microsoft.com/office/drawing/2014/main" id="{D41D6A28-23F5-E690-848F-48491A0C3509}"/>
              </a:ext>
            </a:extLst>
          </p:cNvPr>
          <p:cNvSpPr txBox="1"/>
          <p:nvPr/>
        </p:nvSpPr>
        <p:spPr>
          <a:xfrm>
            <a:off x="4677633" y="4213645"/>
            <a:ext cx="259203" cy="12360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A9A7121B-0749-C1EC-A14E-F7DE7721E88F}"/>
              </a:ext>
            </a:extLst>
          </p:cNvPr>
          <p:cNvCxnSpPr/>
          <p:nvPr/>
        </p:nvCxnSpPr>
        <p:spPr>
          <a:xfrm>
            <a:off x="4128848" y="3864320"/>
            <a:ext cx="179219"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B6BCE2DC-A82D-E388-BB17-A707143B76A0}"/>
              </a:ext>
            </a:extLst>
          </p:cNvPr>
          <p:cNvCxnSpPr/>
          <p:nvPr/>
        </p:nvCxnSpPr>
        <p:spPr>
          <a:xfrm>
            <a:off x="4615377" y="3864319"/>
            <a:ext cx="179219"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5C47D1AF-EC04-5120-2054-75653AA2310F}"/>
              </a:ext>
            </a:extLst>
          </p:cNvPr>
          <p:cNvCxnSpPr/>
          <p:nvPr/>
        </p:nvCxnSpPr>
        <p:spPr>
          <a:xfrm>
            <a:off x="4824350" y="3860902"/>
            <a:ext cx="179218"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E4E5F6E6-2678-2CF6-CFDD-26506E114B4B}"/>
              </a:ext>
            </a:extLst>
          </p:cNvPr>
          <p:cNvCxnSpPr/>
          <p:nvPr/>
        </p:nvCxnSpPr>
        <p:spPr>
          <a:xfrm flipH="1" flipV="1">
            <a:off x="4222032" y="3869849"/>
            <a:ext cx="0" cy="315887"/>
          </a:xfrm>
          <a:prstGeom prst="line">
            <a:avLst/>
          </a:prstGeom>
          <a:noFill/>
          <a:ln w="1270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62A0900B-6575-AA80-5057-4F5641E5CE52}"/>
              </a:ext>
            </a:extLst>
          </p:cNvPr>
          <p:cNvCxnSpPr/>
          <p:nvPr/>
        </p:nvCxnSpPr>
        <p:spPr>
          <a:xfrm flipH="1" flipV="1">
            <a:off x="4712654" y="3872237"/>
            <a:ext cx="0" cy="126355"/>
          </a:xfrm>
          <a:prstGeom prst="line">
            <a:avLst/>
          </a:prstGeom>
          <a:noFill/>
          <a:ln w="1270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62250FF5-ABEB-24AD-82AA-EDDA8F951DEE}"/>
              </a:ext>
            </a:extLst>
          </p:cNvPr>
          <p:cNvCxnSpPr/>
          <p:nvPr/>
        </p:nvCxnSpPr>
        <p:spPr>
          <a:xfrm flipH="1" flipV="1">
            <a:off x="4906877" y="3866663"/>
            <a:ext cx="0" cy="126355"/>
          </a:xfrm>
          <a:prstGeom prst="line">
            <a:avLst/>
          </a:prstGeom>
          <a:noFill/>
          <a:ln w="1270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E2E1D30C-CA36-EE1F-D200-5D3334815EBB}"/>
              </a:ext>
            </a:extLst>
          </p:cNvPr>
          <p:cNvCxnSpPr>
            <a:cxnSpLocks/>
            <a:endCxn id="103" idx="4"/>
          </p:cNvCxnSpPr>
          <p:nvPr/>
        </p:nvCxnSpPr>
        <p:spPr>
          <a:xfrm flipV="1">
            <a:off x="4221198" y="2904379"/>
            <a:ext cx="572" cy="976067"/>
          </a:xfrm>
          <a:prstGeom prst="line">
            <a:avLst/>
          </a:prstGeom>
          <a:noFill/>
          <a:ln w="1270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517A5417-23C4-B31A-F707-140389E11945}"/>
              </a:ext>
            </a:extLst>
          </p:cNvPr>
          <p:cNvCxnSpPr/>
          <p:nvPr/>
        </p:nvCxnSpPr>
        <p:spPr>
          <a:xfrm flipH="1" flipV="1">
            <a:off x="4715155" y="3349275"/>
            <a:ext cx="0" cy="410654"/>
          </a:xfrm>
          <a:prstGeom prst="line">
            <a:avLst/>
          </a:prstGeom>
          <a:noFill/>
          <a:ln w="1270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6ED83F90-864E-BD1F-E8D9-30EBD36B2800}"/>
              </a:ext>
            </a:extLst>
          </p:cNvPr>
          <p:cNvCxnSpPr/>
          <p:nvPr/>
        </p:nvCxnSpPr>
        <p:spPr>
          <a:xfrm flipV="1">
            <a:off x="4901042" y="3629504"/>
            <a:ext cx="0" cy="122587"/>
          </a:xfrm>
          <a:prstGeom prst="line">
            <a:avLst/>
          </a:prstGeom>
          <a:noFill/>
          <a:ln w="1270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D219F070-34A4-D71D-CF9A-EC1555D57663}"/>
              </a:ext>
            </a:extLst>
          </p:cNvPr>
          <p:cNvCxnSpPr/>
          <p:nvPr/>
        </p:nvCxnSpPr>
        <p:spPr>
          <a:xfrm>
            <a:off x="4711467" y="3993227"/>
            <a:ext cx="198483" cy="0"/>
          </a:xfrm>
          <a:prstGeom prst="line">
            <a:avLst/>
          </a:prstGeom>
          <a:noFill/>
          <a:ln w="12700" cap="flat" cmpd="sng" algn="ctr">
            <a:solidFill>
              <a:sysClr val="windowText" lastClr="000000"/>
            </a:solidFill>
            <a:prstDash val="solid"/>
            <a:miter lim="800000"/>
          </a:ln>
          <a:effectLst/>
        </p:spPr>
      </p:cxnSp>
      <p:sp>
        <p:nvSpPr>
          <p:cNvPr id="101" name="타원 100">
            <a:extLst>
              <a:ext uri="{FF2B5EF4-FFF2-40B4-BE49-F238E27FC236}">
                <a16:creationId xmlns:a16="http://schemas.microsoft.com/office/drawing/2014/main" id="{5C4C3CCD-B639-F5CF-670C-998AF70BF439}"/>
              </a:ext>
            </a:extLst>
          </p:cNvPr>
          <p:cNvSpPr/>
          <p:nvPr/>
        </p:nvSpPr>
        <p:spPr>
          <a:xfrm>
            <a:off x="4871867" y="36135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2" name="타원 101">
            <a:extLst>
              <a:ext uri="{FF2B5EF4-FFF2-40B4-BE49-F238E27FC236}">
                <a16:creationId xmlns:a16="http://schemas.microsoft.com/office/drawing/2014/main" id="{9DE3864F-EED3-EDDB-7DDE-D9BE2150F58C}"/>
              </a:ext>
            </a:extLst>
          </p:cNvPr>
          <p:cNvSpPr/>
          <p:nvPr/>
        </p:nvSpPr>
        <p:spPr>
          <a:xfrm>
            <a:off x="4682646" y="3337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3" name="타원 102">
            <a:extLst>
              <a:ext uri="{FF2B5EF4-FFF2-40B4-BE49-F238E27FC236}">
                <a16:creationId xmlns:a16="http://schemas.microsoft.com/office/drawing/2014/main" id="{97F3BD67-654C-5515-6851-BAD9DDF79C24}"/>
              </a:ext>
            </a:extLst>
          </p:cNvPr>
          <p:cNvSpPr/>
          <p:nvPr/>
        </p:nvSpPr>
        <p:spPr>
          <a:xfrm>
            <a:off x="4188689" y="2841202"/>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4" name="타원 103">
            <a:extLst>
              <a:ext uri="{FF2B5EF4-FFF2-40B4-BE49-F238E27FC236}">
                <a16:creationId xmlns:a16="http://schemas.microsoft.com/office/drawing/2014/main" id="{0B405DE4-F939-CD48-5AFD-9A36E391805D}"/>
              </a:ext>
            </a:extLst>
          </p:cNvPr>
          <p:cNvSpPr/>
          <p:nvPr/>
        </p:nvSpPr>
        <p:spPr>
          <a:xfrm>
            <a:off x="4778507" y="396620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5" name="직선 연결선 104">
            <a:extLst>
              <a:ext uri="{FF2B5EF4-FFF2-40B4-BE49-F238E27FC236}">
                <a16:creationId xmlns:a16="http://schemas.microsoft.com/office/drawing/2014/main" id="{9B1A45E1-AD9A-4A1A-18BF-A1ACA187556B}"/>
              </a:ext>
            </a:extLst>
          </p:cNvPr>
          <p:cNvCxnSpPr/>
          <p:nvPr/>
        </p:nvCxnSpPr>
        <p:spPr>
          <a:xfrm flipH="1" flipV="1">
            <a:off x="4816017" y="3994818"/>
            <a:ext cx="0" cy="189533"/>
          </a:xfrm>
          <a:prstGeom prst="line">
            <a:avLst/>
          </a:prstGeom>
          <a:noFill/>
          <a:ln w="12700" cap="flat" cmpd="sng" algn="ctr">
            <a:solidFill>
              <a:sysClr val="windowText" lastClr="000000"/>
            </a:solidFill>
            <a:prstDash val="solid"/>
            <a:miter lim="800000"/>
          </a:ln>
          <a:effectLst/>
        </p:spPr>
      </p:cxnSp>
      <p:sp>
        <p:nvSpPr>
          <p:cNvPr id="106" name="이등변 삼각형 105">
            <a:extLst>
              <a:ext uri="{FF2B5EF4-FFF2-40B4-BE49-F238E27FC236}">
                <a16:creationId xmlns:a16="http://schemas.microsoft.com/office/drawing/2014/main" id="{31725664-6FC8-198F-390D-537CDA75A996}"/>
              </a:ext>
            </a:extLst>
          </p:cNvPr>
          <p:cNvSpPr/>
          <p:nvPr/>
        </p:nvSpPr>
        <p:spPr>
          <a:xfrm rot="10800000">
            <a:off x="4136549" y="3753169"/>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7" name="이등변 삼각형 106">
            <a:extLst>
              <a:ext uri="{FF2B5EF4-FFF2-40B4-BE49-F238E27FC236}">
                <a16:creationId xmlns:a16="http://schemas.microsoft.com/office/drawing/2014/main" id="{8DF13C96-7330-8CC7-B819-7F90ABEDED96}"/>
              </a:ext>
            </a:extLst>
          </p:cNvPr>
          <p:cNvSpPr/>
          <p:nvPr/>
        </p:nvSpPr>
        <p:spPr>
          <a:xfrm rot="10800000">
            <a:off x="4635674" y="3759521"/>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8" name="이등변 삼각형 107">
            <a:extLst>
              <a:ext uri="{FF2B5EF4-FFF2-40B4-BE49-F238E27FC236}">
                <a16:creationId xmlns:a16="http://schemas.microsoft.com/office/drawing/2014/main" id="{92A039DA-EF78-DB20-3C3B-F7BB3809D527}"/>
              </a:ext>
            </a:extLst>
          </p:cNvPr>
          <p:cNvSpPr/>
          <p:nvPr/>
        </p:nvSpPr>
        <p:spPr>
          <a:xfrm rot="10800000">
            <a:off x="4815179" y="3759520"/>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9" name="타원 108">
            <a:extLst>
              <a:ext uri="{FF2B5EF4-FFF2-40B4-BE49-F238E27FC236}">
                <a16:creationId xmlns:a16="http://schemas.microsoft.com/office/drawing/2014/main" id="{D86270CB-3BA2-6EB4-94B7-3FB46D983B08}"/>
              </a:ext>
            </a:extLst>
          </p:cNvPr>
          <p:cNvSpPr/>
          <p:nvPr/>
        </p:nvSpPr>
        <p:spPr>
          <a:xfrm>
            <a:off x="4436340" y="307615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0" name="직선 연결선 109">
            <a:extLst>
              <a:ext uri="{FF2B5EF4-FFF2-40B4-BE49-F238E27FC236}">
                <a16:creationId xmlns:a16="http://schemas.microsoft.com/office/drawing/2014/main" id="{2F283034-B90E-4B5C-9B0D-00F5F1731480}"/>
              </a:ext>
            </a:extLst>
          </p:cNvPr>
          <p:cNvCxnSpPr>
            <a:cxnSpLocks/>
            <a:endCxn id="109" idx="0"/>
          </p:cNvCxnSpPr>
          <p:nvPr/>
        </p:nvCxnSpPr>
        <p:spPr>
          <a:xfrm flipV="1">
            <a:off x="4462679" y="3076150"/>
            <a:ext cx="6742" cy="679137"/>
          </a:xfrm>
          <a:prstGeom prst="line">
            <a:avLst/>
          </a:prstGeom>
          <a:noFill/>
          <a:ln w="12700" cap="flat" cmpd="sng" algn="ctr">
            <a:solidFill>
              <a:sysClr val="windowText" lastClr="000000"/>
            </a:solidFill>
            <a:prstDash val="solid"/>
            <a:miter lim="800000"/>
          </a:ln>
          <a:effectLst/>
        </p:spPr>
      </p:cxnSp>
      <p:sp>
        <p:nvSpPr>
          <p:cNvPr id="111" name="이등변 삼각형 110">
            <a:extLst>
              <a:ext uri="{FF2B5EF4-FFF2-40B4-BE49-F238E27FC236}">
                <a16:creationId xmlns:a16="http://schemas.microsoft.com/office/drawing/2014/main" id="{9BCD0415-6459-7307-34C6-1F7A49BB94A0}"/>
              </a:ext>
            </a:extLst>
          </p:cNvPr>
          <p:cNvSpPr/>
          <p:nvPr/>
        </p:nvSpPr>
        <p:spPr>
          <a:xfrm rot="10800000">
            <a:off x="4384197" y="3763755"/>
            <a:ext cx="165433" cy="94675"/>
          </a:xfrm>
          <a:prstGeom prst="triangle">
            <a:avLst/>
          </a:prstGeom>
          <a:solidFill>
            <a:srgbClr val="00FFFF"/>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12" name="직선 연결선 111">
            <a:extLst>
              <a:ext uri="{FF2B5EF4-FFF2-40B4-BE49-F238E27FC236}">
                <a16:creationId xmlns:a16="http://schemas.microsoft.com/office/drawing/2014/main" id="{93FF750B-F454-20C3-F0E9-AE88AF1811BF}"/>
              </a:ext>
            </a:extLst>
          </p:cNvPr>
          <p:cNvCxnSpPr/>
          <p:nvPr/>
        </p:nvCxnSpPr>
        <p:spPr>
          <a:xfrm>
            <a:off x="4377303" y="3872237"/>
            <a:ext cx="179219" cy="0"/>
          </a:xfrm>
          <a:prstGeom prst="line">
            <a:avLst/>
          </a:prstGeom>
          <a:noFill/>
          <a:ln w="190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D47A0FA7-9C55-4806-134C-9FB03F4FEB3F}"/>
              </a:ext>
            </a:extLst>
          </p:cNvPr>
          <p:cNvCxnSpPr/>
          <p:nvPr/>
        </p:nvCxnSpPr>
        <p:spPr>
          <a:xfrm flipH="1" flipV="1">
            <a:off x="4478801" y="3881417"/>
            <a:ext cx="0" cy="315887"/>
          </a:xfrm>
          <a:prstGeom prst="line">
            <a:avLst/>
          </a:prstGeom>
          <a:noFill/>
          <a:ln w="1270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5CEB1164-80C9-E6A5-6AA6-1ADE47DF0B1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98D1256-3746-059C-0E83-8C26BA82972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127" name="그림 126">
            <a:extLst>
              <a:ext uri="{FF2B5EF4-FFF2-40B4-BE49-F238E27FC236}">
                <a16:creationId xmlns:a16="http://schemas.microsoft.com/office/drawing/2014/main" id="{9D4D88AA-01D5-22DF-4127-B89D79F4D13B}"/>
              </a:ext>
            </a:extLst>
          </p:cNvPr>
          <p:cNvPicPr>
            <a:picLocks noChangeAspect="1"/>
          </p:cNvPicPr>
          <p:nvPr/>
        </p:nvPicPr>
        <p:blipFill>
          <a:blip r:embed="rId2"/>
          <a:stretch>
            <a:fillRect/>
          </a:stretch>
        </p:blipFill>
        <p:spPr>
          <a:xfrm>
            <a:off x="464710" y="5210571"/>
            <a:ext cx="5893205" cy="3395367"/>
          </a:xfrm>
          <a:prstGeom prst="rect">
            <a:avLst/>
          </a:prstGeom>
        </p:spPr>
      </p:pic>
      <p:cxnSp>
        <p:nvCxnSpPr>
          <p:cNvPr id="2" name="직선 연결선 1">
            <a:extLst>
              <a:ext uri="{FF2B5EF4-FFF2-40B4-BE49-F238E27FC236}">
                <a16:creationId xmlns:a16="http://schemas.microsoft.com/office/drawing/2014/main" id="{29065AA3-4A5F-8B20-6A2E-B090433F228A}"/>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132FE6-3645-BA70-3FD2-BEFC5CB0CF5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 name="TextBox 4">
            <a:extLst>
              <a:ext uri="{FF2B5EF4-FFF2-40B4-BE49-F238E27FC236}">
                <a16:creationId xmlns:a16="http://schemas.microsoft.com/office/drawing/2014/main" id="{3EE7C240-8A13-F95E-8DDB-F8248B5E051C}"/>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3343536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04E334-27DF-6E46-3876-3667684C671B}"/>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TYPE-C (5-colors) </a:t>
            </a:r>
          </a:p>
        </p:txBody>
      </p:sp>
      <p:sp>
        <p:nvSpPr>
          <p:cNvPr id="5" name="직사각형 4">
            <a:extLst>
              <a:ext uri="{FF2B5EF4-FFF2-40B4-BE49-F238E27FC236}">
                <a16:creationId xmlns:a16="http://schemas.microsoft.com/office/drawing/2014/main" id="{59680CF0-B0AA-2990-3BB7-FA1A457C60B6}"/>
              </a:ext>
            </a:extLst>
          </p:cNvPr>
          <p:cNvSpPr/>
          <p:nvPr/>
        </p:nvSpPr>
        <p:spPr>
          <a:xfrm>
            <a:off x="3147609" y="4935029"/>
            <a:ext cx="2089554"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9DBA6C63-4CED-2FA5-A6F8-2FC8DD54B5A6}"/>
              </a:ext>
            </a:extLst>
          </p:cNvPr>
          <p:cNvCxnSpPr>
            <a:cxnSpLocks/>
          </p:cNvCxnSpPr>
          <p:nvPr/>
        </p:nvCxnSpPr>
        <p:spPr>
          <a:xfrm>
            <a:off x="2430734" y="3483696"/>
            <a:ext cx="0" cy="759433"/>
          </a:xfrm>
          <a:prstGeom prst="line">
            <a:avLst/>
          </a:prstGeom>
          <a:noFill/>
          <a:ln w="6350" cap="flat" cmpd="sng" algn="ctr">
            <a:solidFill>
              <a:sysClr val="windowText" lastClr="000000"/>
            </a:solidFill>
            <a:prstDash val="solid"/>
            <a:miter lim="800000"/>
          </a:ln>
          <a:effectLst/>
        </p:spPr>
      </p:cxnSp>
      <p:cxnSp>
        <p:nvCxnSpPr>
          <p:cNvPr id="7" name="직선 연결선 6">
            <a:extLst>
              <a:ext uri="{FF2B5EF4-FFF2-40B4-BE49-F238E27FC236}">
                <a16:creationId xmlns:a16="http://schemas.microsoft.com/office/drawing/2014/main" id="{29867882-9590-B79E-531E-65D4BFEA2EDF}"/>
              </a:ext>
            </a:extLst>
          </p:cNvPr>
          <p:cNvCxnSpPr/>
          <p:nvPr/>
        </p:nvCxnSpPr>
        <p:spPr>
          <a:xfrm>
            <a:off x="3205303" y="4604695"/>
            <a:ext cx="179219" cy="0"/>
          </a:xfrm>
          <a:prstGeom prst="line">
            <a:avLst/>
          </a:prstGeom>
          <a:noFill/>
          <a:ln w="19050" cap="flat" cmpd="sng" algn="ctr">
            <a:solidFill>
              <a:sysClr val="windowText" lastClr="000000"/>
            </a:solidFill>
            <a:prstDash val="solid"/>
            <a:miter lim="800000"/>
          </a:ln>
          <a:effectLst/>
        </p:spPr>
      </p:cxnSp>
      <p:cxnSp>
        <p:nvCxnSpPr>
          <p:cNvPr id="8" name="직선 연결선 7">
            <a:extLst>
              <a:ext uri="{FF2B5EF4-FFF2-40B4-BE49-F238E27FC236}">
                <a16:creationId xmlns:a16="http://schemas.microsoft.com/office/drawing/2014/main" id="{B3994C42-AC13-2FB3-E97D-217E883A0EC0}"/>
              </a:ext>
            </a:extLst>
          </p:cNvPr>
          <p:cNvCxnSpPr/>
          <p:nvPr/>
        </p:nvCxnSpPr>
        <p:spPr>
          <a:xfrm>
            <a:off x="3412385" y="4597030"/>
            <a:ext cx="179219" cy="0"/>
          </a:xfrm>
          <a:prstGeom prst="line">
            <a:avLst/>
          </a:prstGeom>
          <a:noFill/>
          <a:ln w="19050" cap="flat" cmpd="sng" algn="ctr">
            <a:solidFill>
              <a:sysClr val="windowText" lastClr="000000"/>
            </a:solidFill>
            <a:prstDash val="solid"/>
            <a:miter lim="800000"/>
          </a:ln>
          <a:effectLst/>
        </p:spPr>
      </p:cxnSp>
      <p:cxnSp>
        <p:nvCxnSpPr>
          <p:cNvPr id="9" name="직선 연결선 8">
            <a:extLst>
              <a:ext uri="{FF2B5EF4-FFF2-40B4-BE49-F238E27FC236}">
                <a16:creationId xmlns:a16="http://schemas.microsoft.com/office/drawing/2014/main" id="{DEE82CA5-94D1-C34D-AA6C-21B21AB389A3}"/>
              </a:ext>
            </a:extLst>
          </p:cNvPr>
          <p:cNvCxnSpPr/>
          <p:nvPr/>
        </p:nvCxnSpPr>
        <p:spPr>
          <a:xfrm>
            <a:off x="3609763" y="4601277"/>
            <a:ext cx="179218" cy="0"/>
          </a:xfrm>
          <a:prstGeom prst="line">
            <a:avLst/>
          </a:prstGeom>
          <a:noFill/>
          <a:ln w="19050" cap="flat" cmpd="sng" algn="ctr">
            <a:solidFill>
              <a:sysClr val="windowText" lastClr="000000"/>
            </a:solidFill>
            <a:prstDash val="solid"/>
            <a:miter lim="800000"/>
          </a:ln>
          <a:effectLst/>
        </p:spPr>
      </p:cxnSp>
      <p:cxnSp>
        <p:nvCxnSpPr>
          <p:cNvPr id="10" name="직선 연결선 9">
            <a:extLst>
              <a:ext uri="{FF2B5EF4-FFF2-40B4-BE49-F238E27FC236}">
                <a16:creationId xmlns:a16="http://schemas.microsoft.com/office/drawing/2014/main" id="{F9910D23-B27C-97FA-47BB-558BB4EA02F1}"/>
              </a:ext>
            </a:extLst>
          </p:cNvPr>
          <p:cNvCxnSpPr>
            <a:cxnSpLocks/>
            <a:endCxn id="77" idx="2"/>
          </p:cNvCxnSpPr>
          <p:nvPr/>
        </p:nvCxnSpPr>
        <p:spPr>
          <a:xfrm>
            <a:off x="2546172" y="3339329"/>
            <a:ext cx="2169955" cy="9053"/>
          </a:xfrm>
          <a:prstGeom prst="line">
            <a:avLst/>
          </a:prstGeom>
          <a:noFill/>
          <a:ln w="12700" cap="flat" cmpd="sng" algn="ctr">
            <a:solidFill>
              <a:sysClr val="windowText" lastClr="000000"/>
            </a:solidFill>
            <a:prstDash val="solid"/>
            <a:miter lim="800000"/>
          </a:ln>
          <a:effectLst/>
        </p:spPr>
      </p:cxnSp>
      <p:cxnSp>
        <p:nvCxnSpPr>
          <p:cNvPr id="11" name="직선 연결선 10">
            <a:extLst>
              <a:ext uri="{FF2B5EF4-FFF2-40B4-BE49-F238E27FC236}">
                <a16:creationId xmlns:a16="http://schemas.microsoft.com/office/drawing/2014/main" id="{C2B6BE96-ED00-AADE-FA36-FD07EB74E694}"/>
              </a:ext>
            </a:extLst>
          </p:cNvPr>
          <p:cNvCxnSpPr>
            <a:cxnSpLocks/>
            <a:endCxn id="79" idx="2"/>
          </p:cNvCxnSpPr>
          <p:nvPr/>
        </p:nvCxnSpPr>
        <p:spPr>
          <a:xfrm flipV="1">
            <a:off x="1853455" y="2819707"/>
            <a:ext cx="2456008" cy="3235"/>
          </a:xfrm>
          <a:prstGeom prst="line">
            <a:avLst/>
          </a:prstGeom>
          <a:noFill/>
          <a:ln w="12700" cap="flat" cmpd="sng" algn="ctr">
            <a:solidFill>
              <a:sysClr val="windowText" lastClr="000000"/>
            </a:solidFill>
            <a:prstDash val="solid"/>
            <a:miter lim="800000"/>
          </a:ln>
          <a:effectLst/>
        </p:spPr>
      </p:cxnSp>
      <p:cxnSp>
        <p:nvCxnSpPr>
          <p:cNvPr id="12" name="직선 연결선 11">
            <a:extLst>
              <a:ext uri="{FF2B5EF4-FFF2-40B4-BE49-F238E27FC236}">
                <a16:creationId xmlns:a16="http://schemas.microsoft.com/office/drawing/2014/main" id="{26E0CCF1-FDAD-C248-0D92-6C0F0EE721E2}"/>
              </a:ext>
            </a:extLst>
          </p:cNvPr>
          <p:cNvCxnSpPr/>
          <p:nvPr/>
        </p:nvCxnSpPr>
        <p:spPr>
          <a:xfrm>
            <a:off x="2297841" y="3415994"/>
            <a:ext cx="264644"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5EA8737D-A177-8281-8171-0AFB7C1262BC}"/>
              </a:ext>
            </a:extLst>
          </p:cNvPr>
          <p:cNvCxnSpPr/>
          <p:nvPr/>
        </p:nvCxnSpPr>
        <p:spPr>
          <a:xfrm>
            <a:off x="2362861" y="3474101"/>
            <a:ext cx="132322" cy="0"/>
          </a:xfrm>
          <a:prstGeom prst="line">
            <a:avLst/>
          </a:prstGeom>
          <a:noFill/>
          <a:ln w="1905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27924B18-DA32-FDD2-D63D-15DFBAA43950}"/>
              </a:ext>
            </a:extLst>
          </p:cNvPr>
          <p:cNvCxnSpPr/>
          <p:nvPr/>
        </p:nvCxnSpPr>
        <p:spPr>
          <a:xfrm rot="5400000" flipH="1" flipV="1">
            <a:off x="2340270" y="3372509"/>
            <a:ext cx="63177" cy="0"/>
          </a:xfrm>
          <a:prstGeom prst="line">
            <a:avLst/>
          </a:prstGeom>
          <a:noFill/>
          <a:ln w="1905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857FE9C3-9D86-00D4-9E62-185AAF417F4E}"/>
              </a:ext>
            </a:extLst>
          </p:cNvPr>
          <p:cNvCxnSpPr/>
          <p:nvPr/>
        </p:nvCxnSpPr>
        <p:spPr>
          <a:xfrm rot="5400000">
            <a:off x="2451136" y="3370918"/>
            <a:ext cx="63177"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C0C4FA53-01C6-628F-B600-39C4615557B3}"/>
              </a:ext>
            </a:extLst>
          </p:cNvPr>
          <p:cNvCxnSpPr/>
          <p:nvPr/>
        </p:nvCxnSpPr>
        <p:spPr>
          <a:xfrm>
            <a:off x="2468243" y="3340421"/>
            <a:ext cx="132321"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5A7D2A94-5B92-A1F5-EDA9-417D078BD83C}"/>
              </a:ext>
            </a:extLst>
          </p:cNvPr>
          <p:cNvCxnSpPr/>
          <p:nvPr/>
        </p:nvCxnSpPr>
        <p:spPr>
          <a:xfrm>
            <a:off x="2249848" y="3342808"/>
            <a:ext cx="132321"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874D9430-E199-821D-E6B0-3553797BC316}"/>
              </a:ext>
            </a:extLst>
          </p:cNvPr>
          <p:cNvCxnSpPr/>
          <p:nvPr/>
        </p:nvCxnSpPr>
        <p:spPr>
          <a:xfrm>
            <a:off x="2499566" y="3138490"/>
            <a:ext cx="264644"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CAB01398-D9E7-B437-ED52-A9AA3E3F8A69}"/>
              </a:ext>
            </a:extLst>
          </p:cNvPr>
          <p:cNvCxnSpPr/>
          <p:nvPr/>
        </p:nvCxnSpPr>
        <p:spPr>
          <a:xfrm>
            <a:off x="2564586" y="3196597"/>
            <a:ext cx="132322"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F2EFA75E-335D-9553-868D-5F2D0408E432}"/>
              </a:ext>
            </a:extLst>
          </p:cNvPr>
          <p:cNvCxnSpPr/>
          <p:nvPr/>
        </p:nvCxnSpPr>
        <p:spPr>
          <a:xfrm rot="5400000" flipH="1" flipV="1">
            <a:off x="2541995" y="3095004"/>
            <a:ext cx="63177"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3F1AC104-611A-0A36-B614-CD19B69DD76E}"/>
              </a:ext>
            </a:extLst>
          </p:cNvPr>
          <p:cNvCxnSpPr/>
          <p:nvPr/>
        </p:nvCxnSpPr>
        <p:spPr>
          <a:xfrm rot="5400000">
            <a:off x="2652861" y="3093413"/>
            <a:ext cx="63177"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90102255-DE0E-CF37-8C2E-20B080C0C8DF}"/>
              </a:ext>
            </a:extLst>
          </p:cNvPr>
          <p:cNvCxnSpPr/>
          <p:nvPr/>
        </p:nvCxnSpPr>
        <p:spPr>
          <a:xfrm>
            <a:off x="2669969" y="3062916"/>
            <a:ext cx="132321"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ED941F0B-B43C-9F71-D19C-D8A4700D6C9D}"/>
              </a:ext>
            </a:extLst>
          </p:cNvPr>
          <p:cNvCxnSpPr/>
          <p:nvPr/>
        </p:nvCxnSpPr>
        <p:spPr>
          <a:xfrm>
            <a:off x="2451573" y="3065304"/>
            <a:ext cx="132321"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34DE5BF6-02AE-5785-C926-AB48C5ECD098}"/>
              </a:ext>
            </a:extLst>
          </p:cNvPr>
          <p:cNvCxnSpPr/>
          <p:nvPr/>
        </p:nvCxnSpPr>
        <p:spPr>
          <a:xfrm flipH="1" flipV="1">
            <a:off x="3298487" y="4610224"/>
            <a:ext cx="0" cy="315887"/>
          </a:xfrm>
          <a:prstGeom prst="line">
            <a:avLst/>
          </a:prstGeom>
          <a:noFill/>
          <a:ln w="1270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45370D84-8970-A6C4-F927-008214017B6C}"/>
              </a:ext>
            </a:extLst>
          </p:cNvPr>
          <p:cNvCxnSpPr/>
          <p:nvPr/>
        </p:nvCxnSpPr>
        <p:spPr>
          <a:xfrm flipH="1" flipV="1">
            <a:off x="3509662" y="4604948"/>
            <a:ext cx="0" cy="126355"/>
          </a:xfrm>
          <a:prstGeom prst="line">
            <a:avLst/>
          </a:prstGeom>
          <a:noFill/>
          <a:ln w="1270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3DE55198-74D5-9A1F-729B-FE78F9AD9DD0}"/>
              </a:ext>
            </a:extLst>
          </p:cNvPr>
          <p:cNvCxnSpPr/>
          <p:nvPr/>
        </p:nvCxnSpPr>
        <p:spPr>
          <a:xfrm flipH="1" flipV="1">
            <a:off x="3703885" y="4599374"/>
            <a:ext cx="0" cy="126355"/>
          </a:xfrm>
          <a:prstGeom prst="line">
            <a:avLst/>
          </a:prstGeom>
          <a:noFill/>
          <a:ln w="1270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95B6B1AA-49FD-5295-D33B-7CC45C1B91E3}"/>
              </a:ext>
            </a:extLst>
          </p:cNvPr>
          <p:cNvCxnSpPr>
            <a:cxnSpLocks/>
            <a:stCxn id="51" idx="3"/>
            <a:endCxn id="44" idx="4"/>
          </p:cNvCxnSpPr>
          <p:nvPr/>
        </p:nvCxnSpPr>
        <p:spPr>
          <a:xfrm flipV="1">
            <a:off x="3295720" y="2857358"/>
            <a:ext cx="2505" cy="1636186"/>
          </a:xfrm>
          <a:prstGeom prst="line">
            <a:avLst/>
          </a:prstGeom>
          <a:noFill/>
          <a:ln w="1270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EBDBD132-630C-2F45-B87C-3F8F4F049DF9}"/>
              </a:ext>
            </a:extLst>
          </p:cNvPr>
          <p:cNvCxnSpPr>
            <a:cxnSpLocks/>
            <a:stCxn id="52" idx="3"/>
          </p:cNvCxnSpPr>
          <p:nvPr/>
        </p:nvCxnSpPr>
        <p:spPr>
          <a:xfrm flipH="1" flipV="1">
            <a:off x="3512163" y="3040586"/>
            <a:ext cx="3235" cy="1451646"/>
          </a:xfrm>
          <a:prstGeom prst="line">
            <a:avLst/>
          </a:prstGeom>
          <a:noFill/>
          <a:ln w="1270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2A1E5EA9-D85F-60C3-6945-0E68D843015A}"/>
              </a:ext>
            </a:extLst>
          </p:cNvPr>
          <p:cNvCxnSpPr>
            <a:cxnSpLocks/>
            <a:stCxn id="53" idx="3"/>
          </p:cNvCxnSpPr>
          <p:nvPr/>
        </p:nvCxnSpPr>
        <p:spPr>
          <a:xfrm flipV="1">
            <a:off x="3683308" y="3320815"/>
            <a:ext cx="14742" cy="1179080"/>
          </a:xfrm>
          <a:prstGeom prst="line">
            <a:avLst/>
          </a:prstGeom>
          <a:noFill/>
          <a:ln w="1270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6F77B385-EF15-5053-F341-E75E8A5877EE}"/>
              </a:ext>
            </a:extLst>
          </p:cNvPr>
          <p:cNvCxnSpPr>
            <a:cxnSpLocks/>
            <a:endCxn id="78" idx="6"/>
          </p:cNvCxnSpPr>
          <p:nvPr/>
        </p:nvCxnSpPr>
        <p:spPr>
          <a:xfrm>
            <a:off x="2680595" y="3061824"/>
            <a:ext cx="1923053" cy="10351"/>
          </a:xfrm>
          <a:prstGeom prst="line">
            <a:avLst/>
          </a:prstGeom>
          <a:noFill/>
          <a:ln w="1270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F9E7003E-D9E5-F293-74A4-EFFA35E259F1}"/>
              </a:ext>
            </a:extLst>
          </p:cNvPr>
          <p:cNvCxnSpPr>
            <a:cxnSpLocks/>
          </p:cNvCxnSpPr>
          <p:nvPr/>
        </p:nvCxnSpPr>
        <p:spPr>
          <a:xfrm>
            <a:off x="1853455" y="3340374"/>
            <a:ext cx="395651" cy="0"/>
          </a:xfrm>
          <a:prstGeom prst="line">
            <a:avLst/>
          </a:prstGeom>
          <a:noFill/>
          <a:ln w="1270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4DAB4C3E-0651-CB47-D279-BFFC9418CAAE}"/>
              </a:ext>
            </a:extLst>
          </p:cNvPr>
          <p:cNvCxnSpPr/>
          <p:nvPr/>
        </p:nvCxnSpPr>
        <p:spPr>
          <a:xfrm>
            <a:off x="1862716" y="3064495"/>
            <a:ext cx="661609" cy="0"/>
          </a:xfrm>
          <a:prstGeom prst="line">
            <a:avLst/>
          </a:prstGeom>
          <a:noFill/>
          <a:ln w="1270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3159C1ED-C300-25F0-8477-CA2CA6878489}"/>
              </a:ext>
            </a:extLst>
          </p:cNvPr>
          <p:cNvCxnSpPr/>
          <p:nvPr/>
        </p:nvCxnSpPr>
        <p:spPr>
          <a:xfrm>
            <a:off x="3508475" y="4725938"/>
            <a:ext cx="198483" cy="0"/>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78CAB54A-A469-1801-C94D-528879704F93}"/>
              </a:ext>
            </a:extLst>
          </p:cNvPr>
          <p:cNvCxnSpPr>
            <a:cxnSpLocks/>
          </p:cNvCxnSpPr>
          <p:nvPr/>
        </p:nvCxnSpPr>
        <p:spPr>
          <a:xfrm>
            <a:off x="2624956" y="3191568"/>
            <a:ext cx="0" cy="777182"/>
          </a:xfrm>
          <a:prstGeom prst="line">
            <a:avLst/>
          </a:prstGeom>
          <a:noFill/>
          <a:ln w="635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F65658CF-670C-8FF0-13DC-FF15772665C1}"/>
              </a:ext>
            </a:extLst>
          </p:cNvPr>
          <p:cNvCxnSpPr/>
          <p:nvPr/>
        </p:nvCxnSpPr>
        <p:spPr>
          <a:xfrm>
            <a:off x="1908083" y="3808462"/>
            <a:ext cx="727769" cy="0"/>
          </a:xfrm>
          <a:prstGeom prst="line">
            <a:avLst/>
          </a:prstGeom>
          <a:noFill/>
          <a:ln w="635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F58E1D08-25F5-4130-161C-8D0BD1F2D2B4}"/>
              </a:ext>
            </a:extLst>
          </p:cNvPr>
          <p:cNvCxnSpPr/>
          <p:nvPr/>
        </p:nvCxnSpPr>
        <p:spPr>
          <a:xfrm>
            <a:off x="1889744" y="3611852"/>
            <a:ext cx="545827" cy="0"/>
          </a:xfrm>
          <a:prstGeom prst="line">
            <a:avLst/>
          </a:prstGeom>
          <a:noFill/>
          <a:ln w="6350" cap="flat" cmpd="sng" algn="ctr">
            <a:solidFill>
              <a:sysClr val="windowText" lastClr="000000"/>
            </a:solidFill>
            <a:prstDash val="solid"/>
            <a:miter lim="800000"/>
          </a:ln>
          <a:effectLst/>
        </p:spPr>
      </p:cxnSp>
      <p:sp>
        <p:nvSpPr>
          <p:cNvPr id="37" name="TextBox 121">
            <a:extLst>
              <a:ext uri="{FF2B5EF4-FFF2-40B4-BE49-F238E27FC236}">
                <a16:creationId xmlns:a16="http://schemas.microsoft.com/office/drawing/2014/main" id="{FB9C9F96-BDA0-BD6B-CBE2-25CE2CB6B405}"/>
              </a:ext>
            </a:extLst>
          </p:cNvPr>
          <p:cNvSpPr txBox="1"/>
          <p:nvPr/>
        </p:nvSpPr>
        <p:spPr>
          <a:xfrm>
            <a:off x="1922254" y="3484793"/>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8" name="TextBox 122">
            <a:extLst>
              <a:ext uri="{FF2B5EF4-FFF2-40B4-BE49-F238E27FC236}">
                <a16:creationId xmlns:a16="http://schemas.microsoft.com/office/drawing/2014/main" id="{DBF5ED4D-9641-BB34-B02F-BAC0070F7F5C}"/>
              </a:ext>
            </a:extLst>
          </p:cNvPr>
          <p:cNvSpPr txBox="1"/>
          <p:nvPr/>
        </p:nvSpPr>
        <p:spPr>
          <a:xfrm>
            <a:off x="1924754" y="368219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39" name="TextBox 123">
            <a:extLst>
              <a:ext uri="{FF2B5EF4-FFF2-40B4-BE49-F238E27FC236}">
                <a16:creationId xmlns:a16="http://schemas.microsoft.com/office/drawing/2014/main" id="{C4A392B0-BADB-207D-B5AA-BB14DC358D21}"/>
              </a:ext>
            </a:extLst>
          </p:cNvPr>
          <p:cNvSpPr txBox="1"/>
          <p:nvPr/>
        </p:nvSpPr>
        <p:spPr>
          <a:xfrm>
            <a:off x="1889743" y="2661504"/>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0" name="TextBox 124">
            <a:extLst>
              <a:ext uri="{FF2B5EF4-FFF2-40B4-BE49-F238E27FC236}">
                <a16:creationId xmlns:a16="http://schemas.microsoft.com/office/drawing/2014/main" id="{47E5AA7E-5956-68A9-367B-05B83468180D}"/>
              </a:ext>
            </a:extLst>
          </p:cNvPr>
          <p:cNvSpPr txBox="1"/>
          <p:nvPr/>
        </p:nvSpPr>
        <p:spPr>
          <a:xfrm>
            <a:off x="1889744" y="292044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1" name="TextBox 125">
            <a:extLst>
              <a:ext uri="{FF2B5EF4-FFF2-40B4-BE49-F238E27FC236}">
                <a16:creationId xmlns:a16="http://schemas.microsoft.com/office/drawing/2014/main" id="{12790F55-52ED-ACF5-E388-BF583B6B2421}"/>
              </a:ext>
            </a:extLst>
          </p:cNvPr>
          <p:cNvSpPr txBox="1"/>
          <p:nvPr/>
        </p:nvSpPr>
        <p:spPr>
          <a:xfrm>
            <a:off x="1900580" y="320142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a:t>
            </a:r>
            <a:r>
              <a:rPr lang="en-US" altLang="ko-KR" sz="900" kern="0" dirty="0">
                <a:solidFill>
                  <a:sysClr val="windowText" lastClr="000000"/>
                </a:solidFill>
                <a:latin typeface="Aptos Narrow" panose="02110004020202020204"/>
                <a:ea typeface="맑은 고딕" panose="020B0503020000020004" pitchFamily="50" charset="-127"/>
              </a:rPr>
              <a:t>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2" name="타원 41">
            <a:extLst>
              <a:ext uri="{FF2B5EF4-FFF2-40B4-BE49-F238E27FC236}">
                <a16:creationId xmlns:a16="http://schemas.microsoft.com/office/drawing/2014/main" id="{36273C81-6AF2-6D8D-0D03-D48B6E75A287}"/>
              </a:ext>
            </a:extLst>
          </p:cNvPr>
          <p:cNvSpPr/>
          <p:nvPr/>
        </p:nvSpPr>
        <p:spPr>
          <a:xfrm>
            <a:off x="3668875" y="330489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3" name="타원 42">
            <a:extLst>
              <a:ext uri="{FF2B5EF4-FFF2-40B4-BE49-F238E27FC236}">
                <a16:creationId xmlns:a16="http://schemas.microsoft.com/office/drawing/2014/main" id="{F87C45AA-786F-523C-6428-CC304EE69874}"/>
              </a:ext>
            </a:extLst>
          </p:cNvPr>
          <p:cNvSpPr/>
          <p:nvPr/>
        </p:nvSpPr>
        <p:spPr>
          <a:xfrm>
            <a:off x="3479654" y="3028689"/>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4" name="타원 43">
            <a:extLst>
              <a:ext uri="{FF2B5EF4-FFF2-40B4-BE49-F238E27FC236}">
                <a16:creationId xmlns:a16="http://schemas.microsoft.com/office/drawing/2014/main" id="{553A5725-EDF6-24BD-1D85-03BDC8B581AD}"/>
              </a:ext>
            </a:extLst>
          </p:cNvPr>
          <p:cNvSpPr/>
          <p:nvPr/>
        </p:nvSpPr>
        <p:spPr>
          <a:xfrm>
            <a:off x="3265144" y="2794181"/>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5" name="타원 44">
            <a:extLst>
              <a:ext uri="{FF2B5EF4-FFF2-40B4-BE49-F238E27FC236}">
                <a16:creationId xmlns:a16="http://schemas.microsoft.com/office/drawing/2014/main" id="{003BDC70-F27E-85B7-15A9-DB3E0367ABFC}"/>
              </a:ext>
            </a:extLst>
          </p:cNvPr>
          <p:cNvSpPr/>
          <p:nvPr/>
        </p:nvSpPr>
        <p:spPr>
          <a:xfrm>
            <a:off x="3575515" y="46989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46" name="직선 연결선 45">
            <a:extLst>
              <a:ext uri="{FF2B5EF4-FFF2-40B4-BE49-F238E27FC236}">
                <a16:creationId xmlns:a16="http://schemas.microsoft.com/office/drawing/2014/main" id="{37BDDE36-86AC-C444-FBF0-E6B94B718DF2}"/>
              </a:ext>
            </a:extLst>
          </p:cNvPr>
          <p:cNvCxnSpPr/>
          <p:nvPr/>
        </p:nvCxnSpPr>
        <p:spPr>
          <a:xfrm flipH="1" flipV="1">
            <a:off x="3613025" y="4727529"/>
            <a:ext cx="0" cy="189533"/>
          </a:xfrm>
          <a:prstGeom prst="line">
            <a:avLst/>
          </a:prstGeom>
          <a:noFill/>
          <a:ln w="12700" cap="flat" cmpd="sng" algn="ctr">
            <a:solidFill>
              <a:sysClr val="windowText" lastClr="000000"/>
            </a:solidFill>
            <a:prstDash val="solid"/>
            <a:miter lim="800000"/>
          </a:ln>
          <a:effectLst/>
        </p:spPr>
      </p:cxnSp>
      <p:sp>
        <p:nvSpPr>
          <p:cNvPr id="47" name="직사각형 46">
            <a:extLst>
              <a:ext uri="{FF2B5EF4-FFF2-40B4-BE49-F238E27FC236}">
                <a16:creationId xmlns:a16="http://schemas.microsoft.com/office/drawing/2014/main" id="{FBEB3A78-CBEE-1EDF-1769-178EFA549A2F}"/>
              </a:ext>
            </a:extLst>
          </p:cNvPr>
          <p:cNvSpPr/>
          <p:nvPr/>
        </p:nvSpPr>
        <p:spPr>
          <a:xfrm>
            <a:off x="1640080" y="2562037"/>
            <a:ext cx="3725669" cy="2986544"/>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48" name="TextBox 263">
            <a:extLst>
              <a:ext uri="{FF2B5EF4-FFF2-40B4-BE49-F238E27FC236}">
                <a16:creationId xmlns:a16="http://schemas.microsoft.com/office/drawing/2014/main" id="{EE67DB5C-C2AC-1BD8-1091-92C5F7775F47}"/>
              </a:ext>
            </a:extLst>
          </p:cNvPr>
          <p:cNvSpPr txBox="1"/>
          <p:nvPr/>
        </p:nvSpPr>
        <p:spPr>
          <a:xfrm>
            <a:off x="4117222" y="5231787"/>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2B496430-A20D-C4F8-B23B-468139AA7680}"/>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Type-C supports dimming 1# LED (RED) and 2# LED(GREEN/BLUE) and 3#(CYAN/MAGENTA). RED dimming can be generated within 1-frame, regardless of SVI.</a:t>
            </a:r>
          </a:p>
        </p:txBody>
      </p:sp>
      <p:sp>
        <p:nvSpPr>
          <p:cNvPr id="50" name="TextBox 49">
            <a:extLst>
              <a:ext uri="{FF2B5EF4-FFF2-40B4-BE49-F238E27FC236}">
                <a16:creationId xmlns:a16="http://schemas.microsoft.com/office/drawing/2014/main" id="{4EA81255-BD64-52C5-DF7E-78EBB3FECD9B}"/>
              </a:ext>
            </a:extLst>
          </p:cNvPr>
          <p:cNvSpPr txBox="1"/>
          <p:nvPr/>
        </p:nvSpPr>
        <p:spPr>
          <a:xfrm>
            <a:off x="1900580" y="8921280"/>
            <a:ext cx="340606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PWM Dimming sequence @ TYPE-B, LD_DIR = 1</a:t>
            </a:r>
          </a:p>
        </p:txBody>
      </p:sp>
      <p:sp>
        <p:nvSpPr>
          <p:cNvPr id="51" name="이등변 삼각형 50">
            <a:extLst>
              <a:ext uri="{FF2B5EF4-FFF2-40B4-BE49-F238E27FC236}">
                <a16:creationId xmlns:a16="http://schemas.microsoft.com/office/drawing/2014/main" id="{0B831D46-FAA8-C5C8-64D3-B76C9303DA82}"/>
              </a:ext>
            </a:extLst>
          </p:cNvPr>
          <p:cNvSpPr/>
          <p:nvPr/>
        </p:nvSpPr>
        <p:spPr>
          <a:xfrm rot="10800000">
            <a:off x="3213004" y="4493544"/>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2" name="이등변 삼각형 51">
            <a:extLst>
              <a:ext uri="{FF2B5EF4-FFF2-40B4-BE49-F238E27FC236}">
                <a16:creationId xmlns:a16="http://schemas.microsoft.com/office/drawing/2014/main" id="{D2A57A42-582F-16E4-97CA-C9771F250F2A}"/>
              </a:ext>
            </a:extLst>
          </p:cNvPr>
          <p:cNvSpPr/>
          <p:nvPr/>
        </p:nvSpPr>
        <p:spPr>
          <a:xfrm rot="10800000">
            <a:off x="3432682" y="4492232"/>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53" name="이등변 삼각형 52">
            <a:extLst>
              <a:ext uri="{FF2B5EF4-FFF2-40B4-BE49-F238E27FC236}">
                <a16:creationId xmlns:a16="http://schemas.microsoft.com/office/drawing/2014/main" id="{01978E05-8A5D-8A5E-90E5-2F343B535348}"/>
              </a:ext>
            </a:extLst>
          </p:cNvPr>
          <p:cNvSpPr/>
          <p:nvPr/>
        </p:nvSpPr>
        <p:spPr>
          <a:xfrm rot="10800000">
            <a:off x="3600592" y="4499895"/>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60" name="TextBox 126">
            <a:extLst>
              <a:ext uri="{FF2B5EF4-FFF2-40B4-BE49-F238E27FC236}">
                <a16:creationId xmlns:a16="http://schemas.microsoft.com/office/drawing/2014/main" id="{00D60013-652F-50D0-9474-2095E3BDD2D3}"/>
              </a:ext>
            </a:extLst>
          </p:cNvPr>
          <p:cNvSpPr txBox="1"/>
          <p:nvPr/>
        </p:nvSpPr>
        <p:spPr>
          <a:xfrm>
            <a:off x="3208978" y="496080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A</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1" name="TextBox 136">
            <a:extLst>
              <a:ext uri="{FF2B5EF4-FFF2-40B4-BE49-F238E27FC236}">
                <a16:creationId xmlns:a16="http://schemas.microsoft.com/office/drawing/2014/main" id="{C90900D2-A152-28FC-35EC-2A2002288E69}"/>
              </a:ext>
            </a:extLst>
          </p:cNvPr>
          <p:cNvSpPr txBox="1"/>
          <p:nvPr/>
        </p:nvSpPr>
        <p:spPr>
          <a:xfrm>
            <a:off x="3525817" y="4962831"/>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B</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73" name="직선 연결선 72">
            <a:extLst>
              <a:ext uri="{FF2B5EF4-FFF2-40B4-BE49-F238E27FC236}">
                <a16:creationId xmlns:a16="http://schemas.microsoft.com/office/drawing/2014/main" id="{0D3100D3-3BF2-2458-B983-0AEBC704A7DA}"/>
              </a:ext>
            </a:extLst>
          </p:cNvPr>
          <p:cNvCxnSpPr>
            <a:cxnSpLocks/>
            <a:stCxn id="148" idx="3"/>
            <a:endCxn id="79" idx="4"/>
          </p:cNvCxnSpPr>
          <p:nvPr/>
        </p:nvCxnSpPr>
        <p:spPr>
          <a:xfrm flipH="1" flipV="1">
            <a:off x="4342544" y="2851295"/>
            <a:ext cx="6461" cy="1643077"/>
          </a:xfrm>
          <a:prstGeom prst="line">
            <a:avLst/>
          </a:prstGeom>
          <a:noFill/>
          <a:ln w="12700" cap="flat" cmpd="sng" algn="ctr">
            <a:solidFill>
              <a:sysClr val="windowText" lastClr="000000"/>
            </a:solidFill>
            <a:prstDash val="solid"/>
            <a:miter lim="800000"/>
          </a:ln>
          <a:effectLst/>
        </p:spPr>
      </p:cxnSp>
      <p:cxnSp>
        <p:nvCxnSpPr>
          <p:cNvPr id="74" name="직선 연결선 73">
            <a:extLst>
              <a:ext uri="{FF2B5EF4-FFF2-40B4-BE49-F238E27FC236}">
                <a16:creationId xmlns:a16="http://schemas.microsoft.com/office/drawing/2014/main" id="{8F5AF419-5821-34EE-0EF6-E229AC43C0E2}"/>
              </a:ext>
            </a:extLst>
          </p:cNvPr>
          <p:cNvCxnSpPr>
            <a:cxnSpLocks/>
            <a:stCxn id="149" idx="3"/>
          </p:cNvCxnSpPr>
          <p:nvPr/>
        </p:nvCxnSpPr>
        <p:spPr>
          <a:xfrm flipV="1">
            <a:off x="4568683" y="3052483"/>
            <a:ext cx="1313" cy="1440577"/>
          </a:xfrm>
          <a:prstGeom prst="line">
            <a:avLst/>
          </a:prstGeom>
          <a:noFill/>
          <a:ln w="12700" cap="flat" cmpd="sng" algn="ctr">
            <a:solidFill>
              <a:sysClr val="windowText" lastClr="000000"/>
            </a:solidFill>
            <a:prstDash val="solid"/>
            <a:miter lim="800000"/>
          </a:ln>
          <a:effectLst/>
        </p:spPr>
      </p:cxnSp>
      <p:cxnSp>
        <p:nvCxnSpPr>
          <p:cNvPr id="75" name="직선 연결선 74">
            <a:extLst>
              <a:ext uri="{FF2B5EF4-FFF2-40B4-BE49-F238E27FC236}">
                <a16:creationId xmlns:a16="http://schemas.microsoft.com/office/drawing/2014/main" id="{4364C1F7-93F3-F07B-C8A5-6C46952E37E1}"/>
              </a:ext>
            </a:extLst>
          </p:cNvPr>
          <p:cNvCxnSpPr>
            <a:cxnSpLocks/>
            <a:endCxn id="77" idx="4"/>
          </p:cNvCxnSpPr>
          <p:nvPr/>
        </p:nvCxnSpPr>
        <p:spPr>
          <a:xfrm flipV="1">
            <a:off x="4733416" y="3379970"/>
            <a:ext cx="15792" cy="1120753"/>
          </a:xfrm>
          <a:prstGeom prst="line">
            <a:avLst/>
          </a:prstGeom>
          <a:noFill/>
          <a:ln w="12700" cap="flat" cmpd="sng" algn="ctr">
            <a:solidFill>
              <a:sysClr val="windowText" lastClr="000000"/>
            </a:solidFill>
            <a:prstDash val="solid"/>
            <a:miter lim="800000"/>
          </a:ln>
          <a:effectLst/>
        </p:spPr>
      </p:cxnSp>
      <p:sp>
        <p:nvSpPr>
          <p:cNvPr id="77" name="타원 76">
            <a:extLst>
              <a:ext uri="{FF2B5EF4-FFF2-40B4-BE49-F238E27FC236}">
                <a16:creationId xmlns:a16="http://schemas.microsoft.com/office/drawing/2014/main" id="{12CF918B-C0F9-35A8-0292-1D4B627FCFA7}"/>
              </a:ext>
            </a:extLst>
          </p:cNvPr>
          <p:cNvSpPr/>
          <p:nvPr/>
        </p:nvSpPr>
        <p:spPr>
          <a:xfrm>
            <a:off x="4716127" y="331679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8" name="타원 77">
            <a:extLst>
              <a:ext uri="{FF2B5EF4-FFF2-40B4-BE49-F238E27FC236}">
                <a16:creationId xmlns:a16="http://schemas.microsoft.com/office/drawing/2014/main" id="{E856638F-FEE0-ACBD-50E2-7DCE9932E668}"/>
              </a:ext>
            </a:extLst>
          </p:cNvPr>
          <p:cNvSpPr/>
          <p:nvPr/>
        </p:nvSpPr>
        <p:spPr>
          <a:xfrm>
            <a:off x="4537487" y="304058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타원 78">
            <a:extLst>
              <a:ext uri="{FF2B5EF4-FFF2-40B4-BE49-F238E27FC236}">
                <a16:creationId xmlns:a16="http://schemas.microsoft.com/office/drawing/2014/main" id="{E3251087-D3CC-84F7-5598-08F3D7CF8BCF}"/>
              </a:ext>
            </a:extLst>
          </p:cNvPr>
          <p:cNvSpPr/>
          <p:nvPr/>
        </p:nvSpPr>
        <p:spPr>
          <a:xfrm>
            <a:off x="4309463" y="278811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91" name="직선 연결선 90">
            <a:extLst>
              <a:ext uri="{FF2B5EF4-FFF2-40B4-BE49-F238E27FC236}">
                <a16:creationId xmlns:a16="http://schemas.microsoft.com/office/drawing/2014/main" id="{0D7F1107-F137-8656-5BB6-15E95F59FF1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4E1A81A3-F8DB-D49D-0B95-3E248BF9F67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cxnSp>
        <p:nvCxnSpPr>
          <p:cNvPr id="94" name="직선 연결선 93">
            <a:extLst>
              <a:ext uri="{FF2B5EF4-FFF2-40B4-BE49-F238E27FC236}">
                <a16:creationId xmlns:a16="http://schemas.microsoft.com/office/drawing/2014/main" id="{6E5258FC-5FED-3A26-2F28-C389F3B61688}"/>
              </a:ext>
            </a:extLst>
          </p:cNvPr>
          <p:cNvCxnSpPr/>
          <p:nvPr/>
        </p:nvCxnSpPr>
        <p:spPr>
          <a:xfrm>
            <a:off x="2281528" y="4309979"/>
            <a:ext cx="264644"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4FA08A28-7737-7D4D-7FB7-EFF80E86B07B}"/>
              </a:ext>
            </a:extLst>
          </p:cNvPr>
          <p:cNvCxnSpPr/>
          <p:nvPr/>
        </p:nvCxnSpPr>
        <p:spPr>
          <a:xfrm>
            <a:off x="2346548" y="4244261"/>
            <a:ext cx="132322"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DBC4901F-3966-B8BA-1F50-8338E94FCBDB}"/>
              </a:ext>
            </a:extLst>
          </p:cNvPr>
          <p:cNvCxnSpPr/>
          <p:nvPr/>
        </p:nvCxnSpPr>
        <p:spPr>
          <a:xfrm rot="5400000" flipH="1" flipV="1">
            <a:off x="2323957" y="4347449"/>
            <a:ext cx="63177"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153C436D-A120-BD8B-819B-A4BF6768FACD}"/>
              </a:ext>
            </a:extLst>
          </p:cNvPr>
          <p:cNvCxnSpPr/>
          <p:nvPr/>
        </p:nvCxnSpPr>
        <p:spPr>
          <a:xfrm rot="5400000">
            <a:off x="2431647" y="4342686"/>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D58DEEE2-816F-9A0A-8203-2032218AC54E}"/>
              </a:ext>
            </a:extLst>
          </p:cNvPr>
          <p:cNvCxnSpPr/>
          <p:nvPr/>
        </p:nvCxnSpPr>
        <p:spPr>
          <a:xfrm>
            <a:off x="2451930" y="4364581"/>
            <a:ext cx="132321"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D28AE365-2B1D-448C-380B-C86B143EF61E}"/>
              </a:ext>
            </a:extLst>
          </p:cNvPr>
          <p:cNvCxnSpPr/>
          <p:nvPr/>
        </p:nvCxnSpPr>
        <p:spPr>
          <a:xfrm>
            <a:off x="2233535" y="4366968"/>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7B0FE151-A43E-A00A-8640-EF573E9EDE21}"/>
              </a:ext>
            </a:extLst>
          </p:cNvPr>
          <p:cNvCxnSpPr/>
          <p:nvPr/>
        </p:nvCxnSpPr>
        <p:spPr>
          <a:xfrm>
            <a:off x="2483253" y="4029300"/>
            <a:ext cx="264644"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EBB1C13B-44C0-A2A1-3682-AAD650C83872}"/>
              </a:ext>
            </a:extLst>
          </p:cNvPr>
          <p:cNvCxnSpPr/>
          <p:nvPr/>
        </p:nvCxnSpPr>
        <p:spPr>
          <a:xfrm>
            <a:off x="2548273" y="3973107"/>
            <a:ext cx="132322" cy="0"/>
          </a:xfrm>
          <a:prstGeom prst="line">
            <a:avLst/>
          </a:prstGeom>
          <a:noFill/>
          <a:ln w="1905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28390C59-B897-617B-0342-C63F8825F240}"/>
              </a:ext>
            </a:extLst>
          </p:cNvPr>
          <p:cNvCxnSpPr/>
          <p:nvPr/>
        </p:nvCxnSpPr>
        <p:spPr>
          <a:xfrm rot="5400000" flipH="1" flipV="1">
            <a:off x="2525682" y="4055660"/>
            <a:ext cx="63177" cy="0"/>
          </a:xfrm>
          <a:prstGeom prst="line">
            <a:avLst/>
          </a:prstGeom>
          <a:noFill/>
          <a:ln w="1905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1E90DD1-4C09-945B-9C27-2A91E4739AA2}"/>
              </a:ext>
            </a:extLst>
          </p:cNvPr>
          <p:cNvCxnSpPr/>
          <p:nvPr/>
        </p:nvCxnSpPr>
        <p:spPr>
          <a:xfrm rot="5400000">
            <a:off x="2634960" y="4063591"/>
            <a:ext cx="63177" cy="0"/>
          </a:xfrm>
          <a:prstGeom prst="line">
            <a:avLst/>
          </a:prstGeom>
          <a:noFill/>
          <a:ln w="1905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DB07007C-9FBE-061B-F85E-EBDFFBB6EA71}"/>
              </a:ext>
            </a:extLst>
          </p:cNvPr>
          <p:cNvCxnSpPr/>
          <p:nvPr/>
        </p:nvCxnSpPr>
        <p:spPr>
          <a:xfrm>
            <a:off x="2653656" y="4087076"/>
            <a:ext cx="132321" cy="0"/>
          </a:xfrm>
          <a:prstGeom prst="line">
            <a:avLst/>
          </a:prstGeom>
          <a:noFill/>
          <a:ln w="1905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888FA52C-FA8F-6ECD-F4C3-09FAF3CD145D}"/>
              </a:ext>
            </a:extLst>
          </p:cNvPr>
          <p:cNvCxnSpPr/>
          <p:nvPr/>
        </p:nvCxnSpPr>
        <p:spPr>
          <a:xfrm>
            <a:off x="2435260" y="4089464"/>
            <a:ext cx="132321" cy="0"/>
          </a:xfrm>
          <a:prstGeom prst="line">
            <a:avLst/>
          </a:prstGeom>
          <a:noFill/>
          <a:ln w="1905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35C59CBD-2957-708E-91E4-DE5C39415616}"/>
              </a:ext>
            </a:extLst>
          </p:cNvPr>
          <p:cNvCxnSpPr>
            <a:cxnSpLocks/>
          </p:cNvCxnSpPr>
          <p:nvPr/>
        </p:nvCxnSpPr>
        <p:spPr>
          <a:xfrm>
            <a:off x="1836738" y="4364534"/>
            <a:ext cx="396055" cy="0"/>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6801CF26-46F8-3EDB-275E-B49E809CBB57}"/>
              </a:ext>
            </a:extLst>
          </p:cNvPr>
          <p:cNvCxnSpPr/>
          <p:nvPr/>
        </p:nvCxnSpPr>
        <p:spPr>
          <a:xfrm>
            <a:off x="1846403" y="4088655"/>
            <a:ext cx="661609" cy="0"/>
          </a:xfrm>
          <a:prstGeom prst="line">
            <a:avLst/>
          </a:prstGeom>
          <a:noFill/>
          <a:ln w="12700" cap="flat" cmpd="sng" algn="ctr">
            <a:solidFill>
              <a:sysClr val="windowText" lastClr="000000"/>
            </a:solidFill>
            <a:prstDash val="solid"/>
            <a:miter lim="800000"/>
          </a:ln>
          <a:effectLst/>
        </p:spPr>
      </p:cxnSp>
      <p:sp>
        <p:nvSpPr>
          <p:cNvPr id="113" name="TextBox 124">
            <a:extLst>
              <a:ext uri="{FF2B5EF4-FFF2-40B4-BE49-F238E27FC236}">
                <a16:creationId xmlns:a16="http://schemas.microsoft.com/office/drawing/2014/main" id="{36D37786-2D27-30E7-AD69-CDCEB84F1BB6}"/>
              </a:ext>
            </a:extLst>
          </p:cNvPr>
          <p:cNvSpPr txBox="1"/>
          <p:nvPr/>
        </p:nvSpPr>
        <p:spPr>
          <a:xfrm>
            <a:off x="1873431" y="3944601"/>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VLED4</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4" name="TextBox 125">
            <a:extLst>
              <a:ext uri="{FF2B5EF4-FFF2-40B4-BE49-F238E27FC236}">
                <a16:creationId xmlns:a16="http://schemas.microsoft.com/office/drawing/2014/main" id="{B39FF7B4-BAC5-5329-5AC6-D3609C126E1A}"/>
              </a:ext>
            </a:extLst>
          </p:cNvPr>
          <p:cNvSpPr txBox="1"/>
          <p:nvPr/>
        </p:nvSpPr>
        <p:spPr>
          <a:xfrm>
            <a:off x="1884267" y="4225583"/>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VLED5</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타원 118">
            <a:extLst>
              <a:ext uri="{FF2B5EF4-FFF2-40B4-BE49-F238E27FC236}">
                <a16:creationId xmlns:a16="http://schemas.microsoft.com/office/drawing/2014/main" id="{6D0C4A19-D676-E9EC-BB56-6E195F704118}"/>
              </a:ext>
            </a:extLst>
          </p:cNvPr>
          <p:cNvSpPr/>
          <p:nvPr/>
        </p:nvSpPr>
        <p:spPr>
          <a:xfrm>
            <a:off x="2592599" y="378237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0" name="타원 119">
            <a:extLst>
              <a:ext uri="{FF2B5EF4-FFF2-40B4-BE49-F238E27FC236}">
                <a16:creationId xmlns:a16="http://schemas.microsoft.com/office/drawing/2014/main" id="{D99E31BF-A2A4-A873-89C1-78AF4BC52D79}"/>
              </a:ext>
            </a:extLst>
          </p:cNvPr>
          <p:cNvSpPr/>
          <p:nvPr/>
        </p:nvSpPr>
        <p:spPr>
          <a:xfrm>
            <a:off x="2402490" y="357656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E220E8EB-3BC0-B4EB-7A68-3CA20D0FE1E4}"/>
              </a:ext>
            </a:extLst>
          </p:cNvPr>
          <p:cNvCxnSpPr>
            <a:cxnSpLocks/>
            <a:endCxn id="186" idx="2"/>
          </p:cNvCxnSpPr>
          <p:nvPr/>
        </p:nvCxnSpPr>
        <p:spPr>
          <a:xfrm>
            <a:off x="2762176" y="4085868"/>
            <a:ext cx="2192822" cy="18369"/>
          </a:xfrm>
          <a:prstGeom prst="line">
            <a:avLst/>
          </a:prstGeom>
          <a:noFill/>
          <a:ln w="12700" cap="flat" cmpd="sng" algn="ctr">
            <a:solidFill>
              <a:sysClr val="windowText" lastClr="000000"/>
            </a:solidFill>
            <a:prstDash val="solid"/>
            <a:miter lim="800000"/>
          </a:ln>
          <a:effectLst/>
        </p:spPr>
      </p:cxnSp>
      <p:cxnSp>
        <p:nvCxnSpPr>
          <p:cNvPr id="122" name="직선 연결선 121">
            <a:extLst>
              <a:ext uri="{FF2B5EF4-FFF2-40B4-BE49-F238E27FC236}">
                <a16:creationId xmlns:a16="http://schemas.microsoft.com/office/drawing/2014/main" id="{023A84FA-6364-D1C8-8647-3E46C6751312}"/>
              </a:ext>
            </a:extLst>
          </p:cNvPr>
          <p:cNvCxnSpPr>
            <a:cxnSpLocks/>
            <a:endCxn id="185" idx="2"/>
          </p:cNvCxnSpPr>
          <p:nvPr/>
        </p:nvCxnSpPr>
        <p:spPr>
          <a:xfrm>
            <a:off x="2583894" y="4365387"/>
            <a:ext cx="2544450" cy="21407"/>
          </a:xfrm>
          <a:prstGeom prst="line">
            <a:avLst/>
          </a:prstGeom>
          <a:noFill/>
          <a:ln w="1270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B8002C49-863E-ECD1-C1F5-130F51F9314B}"/>
              </a:ext>
            </a:extLst>
          </p:cNvPr>
          <p:cNvCxnSpPr/>
          <p:nvPr/>
        </p:nvCxnSpPr>
        <p:spPr>
          <a:xfrm>
            <a:off x="3822366" y="4603069"/>
            <a:ext cx="179219" cy="0"/>
          </a:xfrm>
          <a:prstGeom prst="line">
            <a:avLst/>
          </a:prstGeom>
          <a:noFill/>
          <a:ln w="19050" cap="flat" cmpd="sng" algn="ctr">
            <a:solidFill>
              <a:sysClr val="windowText" lastClr="000000"/>
            </a:solidFill>
            <a:prstDash val="solid"/>
            <a:miter lim="800000"/>
          </a:ln>
          <a:effectLst/>
        </p:spPr>
      </p:cxnSp>
      <p:cxnSp>
        <p:nvCxnSpPr>
          <p:cNvPr id="124" name="직선 연결선 123">
            <a:extLst>
              <a:ext uri="{FF2B5EF4-FFF2-40B4-BE49-F238E27FC236}">
                <a16:creationId xmlns:a16="http://schemas.microsoft.com/office/drawing/2014/main" id="{80B27E80-5E09-6852-BA10-61B30129E14C}"/>
              </a:ext>
            </a:extLst>
          </p:cNvPr>
          <p:cNvCxnSpPr/>
          <p:nvPr/>
        </p:nvCxnSpPr>
        <p:spPr>
          <a:xfrm>
            <a:off x="4019744" y="4607316"/>
            <a:ext cx="179218"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64B83FDF-AF2D-A4E9-8BCD-B3EEB65036F9}"/>
              </a:ext>
            </a:extLst>
          </p:cNvPr>
          <p:cNvCxnSpPr/>
          <p:nvPr/>
        </p:nvCxnSpPr>
        <p:spPr>
          <a:xfrm flipH="1" flipV="1">
            <a:off x="3919643" y="4610987"/>
            <a:ext cx="0" cy="126355"/>
          </a:xfrm>
          <a:prstGeom prst="line">
            <a:avLst/>
          </a:prstGeom>
          <a:noFill/>
          <a:ln w="1270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57FF7511-FE80-38A3-4BBC-E5A2B8598E91}"/>
              </a:ext>
            </a:extLst>
          </p:cNvPr>
          <p:cNvCxnSpPr/>
          <p:nvPr/>
        </p:nvCxnSpPr>
        <p:spPr>
          <a:xfrm flipH="1" flipV="1">
            <a:off x="4113866" y="4605413"/>
            <a:ext cx="0" cy="126355"/>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9A77D198-08EE-1547-2F02-C6C92F99FF2C}"/>
              </a:ext>
            </a:extLst>
          </p:cNvPr>
          <p:cNvCxnSpPr/>
          <p:nvPr/>
        </p:nvCxnSpPr>
        <p:spPr>
          <a:xfrm flipH="1" flipV="1">
            <a:off x="3922144" y="4091200"/>
            <a:ext cx="0" cy="410654"/>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004C546B-37E5-00AF-9873-71D22C83B8F1}"/>
              </a:ext>
            </a:extLst>
          </p:cNvPr>
          <p:cNvCxnSpPr/>
          <p:nvPr/>
        </p:nvCxnSpPr>
        <p:spPr>
          <a:xfrm flipV="1">
            <a:off x="4092156" y="4374604"/>
            <a:ext cx="0" cy="122587"/>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43109B09-1BE8-77C5-D1EF-6EC2F1F554F1}"/>
              </a:ext>
            </a:extLst>
          </p:cNvPr>
          <p:cNvCxnSpPr/>
          <p:nvPr/>
        </p:nvCxnSpPr>
        <p:spPr>
          <a:xfrm>
            <a:off x="3918456" y="4731977"/>
            <a:ext cx="198483" cy="0"/>
          </a:xfrm>
          <a:prstGeom prst="line">
            <a:avLst/>
          </a:prstGeom>
          <a:noFill/>
          <a:ln w="12700" cap="flat" cmpd="sng" algn="ctr">
            <a:solidFill>
              <a:sysClr val="windowText" lastClr="000000"/>
            </a:solidFill>
            <a:prstDash val="solid"/>
            <a:miter lim="800000"/>
          </a:ln>
          <a:effectLst/>
        </p:spPr>
      </p:cxnSp>
      <p:sp>
        <p:nvSpPr>
          <p:cNvPr id="130" name="타원 129">
            <a:extLst>
              <a:ext uri="{FF2B5EF4-FFF2-40B4-BE49-F238E27FC236}">
                <a16:creationId xmlns:a16="http://schemas.microsoft.com/office/drawing/2014/main" id="{803BA3F6-D1B5-E8DC-43F6-365925517D3B}"/>
              </a:ext>
            </a:extLst>
          </p:cNvPr>
          <p:cNvSpPr/>
          <p:nvPr/>
        </p:nvSpPr>
        <p:spPr>
          <a:xfrm>
            <a:off x="4062981" y="434916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1" name="타원 130">
            <a:extLst>
              <a:ext uri="{FF2B5EF4-FFF2-40B4-BE49-F238E27FC236}">
                <a16:creationId xmlns:a16="http://schemas.microsoft.com/office/drawing/2014/main" id="{94FFF853-41DC-96BC-60D9-2BAA24FF5AB1}"/>
              </a:ext>
            </a:extLst>
          </p:cNvPr>
          <p:cNvSpPr/>
          <p:nvPr/>
        </p:nvSpPr>
        <p:spPr>
          <a:xfrm>
            <a:off x="3889635" y="406660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2" name="타원 131">
            <a:extLst>
              <a:ext uri="{FF2B5EF4-FFF2-40B4-BE49-F238E27FC236}">
                <a16:creationId xmlns:a16="http://schemas.microsoft.com/office/drawing/2014/main" id="{30351605-9BE7-3922-9873-3A3BDC68AAEF}"/>
              </a:ext>
            </a:extLst>
          </p:cNvPr>
          <p:cNvSpPr/>
          <p:nvPr/>
        </p:nvSpPr>
        <p:spPr>
          <a:xfrm>
            <a:off x="3985496" y="470495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3" name="직선 연결선 132">
            <a:extLst>
              <a:ext uri="{FF2B5EF4-FFF2-40B4-BE49-F238E27FC236}">
                <a16:creationId xmlns:a16="http://schemas.microsoft.com/office/drawing/2014/main" id="{832EC79A-8ED4-F770-C72B-67DDF8E0EBCF}"/>
              </a:ext>
            </a:extLst>
          </p:cNvPr>
          <p:cNvCxnSpPr/>
          <p:nvPr/>
        </p:nvCxnSpPr>
        <p:spPr>
          <a:xfrm flipH="1" flipV="1">
            <a:off x="4023006" y="4733568"/>
            <a:ext cx="0" cy="189533"/>
          </a:xfrm>
          <a:prstGeom prst="line">
            <a:avLst/>
          </a:prstGeom>
          <a:noFill/>
          <a:ln w="12700" cap="flat" cmpd="sng" algn="ctr">
            <a:solidFill>
              <a:sysClr val="windowText" lastClr="000000"/>
            </a:solidFill>
            <a:prstDash val="solid"/>
            <a:miter lim="800000"/>
          </a:ln>
          <a:effectLst/>
        </p:spPr>
      </p:cxnSp>
      <p:sp>
        <p:nvSpPr>
          <p:cNvPr id="134" name="이등변 삼각형 133">
            <a:extLst>
              <a:ext uri="{FF2B5EF4-FFF2-40B4-BE49-F238E27FC236}">
                <a16:creationId xmlns:a16="http://schemas.microsoft.com/office/drawing/2014/main" id="{BFEF5028-B231-67AD-24C7-B9A5E9E558B8}"/>
              </a:ext>
            </a:extLst>
          </p:cNvPr>
          <p:cNvSpPr/>
          <p:nvPr/>
        </p:nvSpPr>
        <p:spPr>
          <a:xfrm rot="10800000">
            <a:off x="3842663" y="4498271"/>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이등변 삼각형 134">
            <a:extLst>
              <a:ext uri="{FF2B5EF4-FFF2-40B4-BE49-F238E27FC236}">
                <a16:creationId xmlns:a16="http://schemas.microsoft.com/office/drawing/2014/main" id="{DBC80FB7-076D-D7F2-5CBB-A80609B29191}"/>
              </a:ext>
            </a:extLst>
          </p:cNvPr>
          <p:cNvSpPr/>
          <p:nvPr/>
        </p:nvSpPr>
        <p:spPr>
          <a:xfrm rot="10800000">
            <a:off x="4010573" y="4505934"/>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TextBox 145">
            <a:extLst>
              <a:ext uri="{FF2B5EF4-FFF2-40B4-BE49-F238E27FC236}">
                <a16:creationId xmlns:a16="http://schemas.microsoft.com/office/drawing/2014/main" id="{663602F0-2696-A563-2D96-9E0D99E9D133}"/>
              </a:ext>
            </a:extLst>
          </p:cNvPr>
          <p:cNvSpPr txBox="1"/>
          <p:nvPr/>
        </p:nvSpPr>
        <p:spPr>
          <a:xfrm>
            <a:off x="3934747" y="4951862"/>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C</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972AF831-3F8B-3257-D4BB-0D2535247113}"/>
              </a:ext>
            </a:extLst>
          </p:cNvPr>
          <p:cNvCxnSpPr/>
          <p:nvPr/>
        </p:nvCxnSpPr>
        <p:spPr>
          <a:xfrm>
            <a:off x="4258588" y="4605523"/>
            <a:ext cx="179219" cy="0"/>
          </a:xfrm>
          <a:prstGeom prst="line">
            <a:avLst/>
          </a:prstGeom>
          <a:noFill/>
          <a:ln w="1905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98963A51-3FA8-C7E7-681D-C5E972FE0495}"/>
              </a:ext>
            </a:extLst>
          </p:cNvPr>
          <p:cNvCxnSpPr/>
          <p:nvPr/>
        </p:nvCxnSpPr>
        <p:spPr>
          <a:xfrm>
            <a:off x="4465670" y="4597858"/>
            <a:ext cx="179219" cy="0"/>
          </a:xfrm>
          <a:prstGeom prst="line">
            <a:avLst/>
          </a:prstGeom>
          <a:noFill/>
          <a:ln w="1905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86BB0226-8095-8F73-AA60-2DF733DAF031}"/>
              </a:ext>
            </a:extLst>
          </p:cNvPr>
          <p:cNvCxnSpPr/>
          <p:nvPr/>
        </p:nvCxnSpPr>
        <p:spPr>
          <a:xfrm>
            <a:off x="4663048" y="4602105"/>
            <a:ext cx="179218" cy="0"/>
          </a:xfrm>
          <a:prstGeom prst="line">
            <a:avLst/>
          </a:prstGeom>
          <a:noFill/>
          <a:ln w="19050" cap="flat" cmpd="sng" algn="ctr">
            <a:solidFill>
              <a:sysClr val="windowText" lastClr="000000"/>
            </a:solidFill>
            <a:prstDash val="solid"/>
            <a:miter lim="800000"/>
          </a:ln>
          <a:effectLst/>
        </p:spPr>
      </p:cxnSp>
      <p:cxnSp>
        <p:nvCxnSpPr>
          <p:cNvPr id="141" name="직선 연결선 140">
            <a:extLst>
              <a:ext uri="{FF2B5EF4-FFF2-40B4-BE49-F238E27FC236}">
                <a16:creationId xmlns:a16="http://schemas.microsoft.com/office/drawing/2014/main" id="{C72D40ED-DA69-4F3F-863C-1204F2F75A1F}"/>
              </a:ext>
            </a:extLst>
          </p:cNvPr>
          <p:cNvCxnSpPr/>
          <p:nvPr/>
        </p:nvCxnSpPr>
        <p:spPr>
          <a:xfrm flipH="1" flipV="1">
            <a:off x="4351772" y="4611052"/>
            <a:ext cx="0" cy="315887"/>
          </a:xfrm>
          <a:prstGeom prst="line">
            <a:avLst/>
          </a:prstGeom>
          <a:noFill/>
          <a:ln w="12700" cap="flat" cmpd="sng" algn="ctr">
            <a:solidFill>
              <a:sysClr val="windowText" lastClr="000000"/>
            </a:solidFill>
            <a:prstDash val="solid"/>
            <a:miter lim="800000"/>
          </a:ln>
          <a:effectLst/>
        </p:spPr>
      </p:cxnSp>
      <p:cxnSp>
        <p:nvCxnSpPr>
          <p:cNvPr id="142" name="직선 연결선 141">
            <a:extLst>
              <a:ext uri="{FF2B5EF4-FFF2-40B4-BE49-F238E27FC236}">
                <a16:creationId xmlns:a16="http://schemas.microsoft.com/office/drawing/2014/main" id="{48ED4594-9FDD-2CEC-C934-965BC0663E9C}"/>
              </a:ext>
            </a:extLst>
          </p:cNvPr>
          <p:cNvCxnSpPr/>
          <p:nvPr/>
        </p:nvCxnSpPr>
        <p:spPr>
          <a:xfrm flipH="1" flipV="1">
            <a:off x="4562947" y="4605776"/>
            <a:ext cx="0" cy="126355"/>
          </a:xfrm>
          <a:prstGeom prst="line">
            <a:avLst/>
          </a:prstGeom>
          <a:noFill/>
          <a:ln w="12700" cap="flat" cmpd="sng" algn="ctr">
            <a:solidFill>
              <a:sysClr val="windowText" lastClr="000000"/>
            </a:solidFill>
            <a:prstDash val="solid"/>
            <a:miter lim="800000"/>
          </a:ln>
          <a:effectLst/>
        </p:spPr>
      </p:cxnSp>
      <p:cxnSp>
        <p:nvCxnSpPr>
          <p:cNvPr id="143" name="직선 연결선 142">
            <a:extLst>
              <a:ext uri="{FF2B5EF4-FFF2-40B4-BE49-F238E27FC236}">
                <a16:creationId xmlns:a16="http://schemas.microsoft.com/office/drawing/2014/main" id="{C97893D8-09EF-1D4F-3943-495A6A7C1CD0}"/>
              </a:ext>
            </a:extLst>
          </p:cNvPr>
          <p:cNvCxnSpPr/>
          <p:nvPr/>
        </p:nvCxnSpPr>
        <p:spPr>
          <a:xfrm flipH="1" flipV="1">
            <a:off x="4757170" y="4600202"/>
            <a:ext cx="0" cy="126355"/>
          </a:xfrm>
          <a:prstGeom prst="line">
            <a:avLst/>
          </a:prstGeom>
          <a:noFill/>
          <a:ln w="12700" cap="flat" cmpd="sng" algn="ctr">
            <a:solidFill>
              <a:sysClr val="windowText" lastClr="000000"/>
            </a:solidFill>
            <a:prstDash val="solid"/>
            <a:miter lim="800000"/>
          </a:ln>
          <a:effectLst/>
        </p:spPr>
      </p:cxnSp>
      <p:cxnSp>
        <p:nvCxnSpPr>
          <p:cNvPr id="144" name="직선 연결선 143">
            <a:extLst>
              <a:ext uri="{FF2B5EF4-FFF2-40B4-BE49-F238E27FC236}">
                <a16:creationId xmlns:a16="http://schemas.microsoft.com/office/drawing/2014/main" id="{0C64FF33-AD4E-FBB9-1458-D57E7F079961}"/>
              </a:ext>
            </a:extLst>
          </p:cNvPr>
          <p:cNvCxnSpPr/>
          <p:nvPr/>
        </p:nvCxnSpPr>
        <p:spPr>
          <a:xfrm>
            <a:off x="4561760" y="4726766"/>
            <a:ext cx="198483" cy="0"/>
          </a:xfrm>
          <a:prstGeom prst="line">
            <a:avLst/>
          </a:prstGeom>
          <a:noFill/>
          <a:ln w="12700" cap="flat" cmpd="sng" algn="ctr">
            <a:solidFill>
              <a:sysClr val="windowText" lastClr="000000"/>
            </a:solidFill>
            <a:prstDash val="solid"/>
            <a:miter lim="800000"/>
          </a:ln>
          <a:effectLst/>
        </p:spPr>
      </p:cxnSp>
      <p:sp>
        <p:nvSpPr>
          <p:cNvPr id="145" name="타원 144">
            <a:extLst>
              <a:ext uri="{FF2B5EF4-FFF2-40B4-BE49-F238E27FC236}">
                <a16:creationId xmlns:a16="http://schemas.microsoft.com/office/drawing/2014/main" id="{B2B1BC2B-2D03-BFDD-C062-3C288A82AB08}"/>
              </a:ext>
            </a:extLst>
          </p:cNvPr>
          <p:cNvSpPr/>
          <p:nvPr/>
        </p:nvSpPr>
        <p:spPr>
          <a:xfrm>
            <a:off x="4628800" y="4699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46" name="직선 연결선 145">
            <a:extLst>
              <a:ext uri="{FF2B5EF4-FFF2-40B4-BE49-F238E27FC236}">
                <a16:creationId xmlns:a16="http://schemas.microsoft.com/office/drawing/2014/main" id="{8193F1D3-2BE9-4C74-6AED-518A56E6364C}"/>
              </a:ext>
            </a:extLst>
          </p:cNvPr>
          <p:cNvCxnSpPr/>
          <p:nvPr/>
        </p:nvCxnSpPr>
        <p:spPr>
          <a:xfrm flipH="1" flipV="1">
            <a:off x="4666310" y="4728357"/>
            <a:ext cx="0" cy="189533"/>
          </a:xfrm>
          <a:prstGeom prst="line">
            <a:avLst/>
          </a:prstGeom>
          <a:noFill/>
          <a:ln w="12700" cap="flat" cmpd="sng" algn="ctr">
            <a:solidFill>
              <a:sysClr val="windowText" lastClr="000000"/>
            </a:solidFill>
            <a:prstDash val="solid"/>
            <a:miter lim="800000"/>
          </a:ln>
          <a:effectLst/>
        </p:spPr>
      </p:cxnSp>
      <p:sp>
        <p:nvSpPr>
          <p:cNvPr id="148" name="이등변 삼각형 147">
            <a:extLst>
              <a:ext uri="{FF2B5EF4-FFF2-40B4-BE49-F238E27FC236}">
                <a16:creationId xmlns:a16="http://schemas.microsoft.com/office/drawing/2014/main" id="{B10255CE-EB5D-199F-435F-5570CAF69923}"/>
              </a:ext>
            </a:extLst>
          </p:cNvPr>
          <p:cNvSpPr/>
          <p:nvPr/>
        </p:nvSpPr>
        <p:spPr>
          <a:xfrm rot="10800000">
            <a:off x="4266289" y="4494372"/>
            <a:ext cx="165433" cy="94675"/>
          </a:xfrm>
          <a:prstGeom prst="triangle">
            <a:avLst/>
          </a:prstGeom>
          <a:solidFill>
            <a:srgbClr val="FF0000"/>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9" name="이등변 삼각형 148">
            <a:extLst>
              <a:ext uri="{FF2B5EF4-FFF2-40B4-BE49-F238E27FC236}">
                <a16:creationId xmlns:a16="http://schemas.microsoft.com/office/drawing/2014/main" id="{092461A8-8057-ACE0-4BA1-F19063B491A8}"/>
              </a:ext>
            </a:extLst>
          </p:cNvPr>
          <p:cNvSpPr/>
          <p:nvPr/>
        </p:nvSpPr>
        <p:spPr>
          <a:xfrm rot="10800000">
            <a:off x="4485967" y="449306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0" name="이등변 삼각형 149">
            <a:extLst>
              <a:ext uri="{FF2B5EF4-FFF2-40B4-BE49-F238E27FC236}">
                <a16:creationId xmlns:a16="http://schemas.microsoft.com/office/drawing/2014/main" id="{B423A7EF-AEE0-7352-353A-114886A3F8C4}"/>
              </a:ext>
            </a:extLst>
          </p:cNvPr>
          <p:cNvSpPr/>
          <p:nvPr/>
        </p:nvSpPr>
        <p:spPr>
          <a:xfrm rot="10800000">
            <a:off x="4663402" y="4500723"/>
            <a:ext cx="165433" cy="94676"/>
          </a:xfrm>
          <a:prstGeom prst="triangle">
            <a:avLst/>
          </a:prstGeom>
          <a:solidFill>
            <a:srgbClr val="0066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1" name="TextBox 126">
            <a:extLst>
              <a:ext uri="{FF2B5EF4-FFF2-40B4-BE49-F238E27FC236}">
                <a16:creationId xmlns:a16="http://schemas.microsoft.com/office/drawing/2014/main" id="{C43B216C-1241-BA97-244D-901DB91E96A8}"/>
              </a:ext>
            </a:extLst>
          </p:cNvPr>
          <p:cNvSpPr txBox="1"/>
          <p:nvPr/>
        </p:nvSpPr>
        <p:spPr>
          <a:xfrm>
            <a:off x="4262263" y="4961628"/>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D</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52" name="TextBox 136">
            <a:extLst>
              <a:ext uri="{FF2B5EF4-FFF2-40B4-BE49-F238E27FC236}">
                <a16:creationId xmlns:a16="http://schemas.microsoft.com/office/drawing/2014/main" id="{444483D3-C36D-34F2-FC11-67079613D7A6}"/>
              </a:ext>
            </a:extLst>
          </p:cNvPr>
          <p:cNvSpPr txBox="1"/>
          <p:nvPr/>
        </p:nvSpPr>
        <p:spPr>
          <a:xfrm>
            <a:off x="4579102" y="4963659"/>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kumimoji="0" lang="en-US" altLang="ko-KR" sz="900" b="0" i="0" u="none" strike="noStrike" kern="0" cap="none" spc="0" normalizeH="0" baseline="-25000" noProof="0" dirty="0">
                <a:ln>
                  <a:noFill/>
                </a:ln>
                <a:solidFill>
                  <a:sysClr val="windowText" lastClr="000000"/>
                </a:solidFill>
                <a:effectLst/>
                <a:uLnTx/>
                <a:uFillTx/>
                <a:latin typeface="Aptos Narrow" panose="02110004020202020204"/>
                <a:ea typeface="맑은 고딕" panose="020B0503020000020004" pitchFamily="50" charset="-127"/>
                <a:cs typeface="+mn-cs"/>
              </a:rPr>
              <a:t>E</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53" name="직선 연결선 152">
            <a:extLst>
              <a:ext uri="{FF2B5EF4-FFF2-40B4-BE49-F238E27FC236}">
                <a16:creationId xmlns:a16="http://schemas.microsoft.com/office/drawing/2014/main" id="{8E4D1C27-D477-9FA6-6BFB-5FFF75A665AB}"/>
              </a:ext>
            </a:extLst>
          </p:cNvPr>
          <p:cNvCxnSpPr/>
          <p:nvPr/>
        </p:nvCxnSpPr>
        <p:spPr>
          <a:xfrm>
            <a:off x="4875651" y="4603897"/>
            <a:ext cx="179219" cy="0"/>
          </a:xfrm>
          <a:prstGeom prst="line">
            <a:avLst/>
          </a:prstGeom>
          <a:noFill/>
          <a:ln w="19050" cap="flat" cmpd="sng" algn="ctr">
            <a:solidFill>
              <a:sysClr val="windowText" lastClr="000000"/>
            </a:solidFill>
            <a:prstDash val="solid"/>
            <a:miter lim="800000"/>
          </a:ln>
          <a:effectLst/>
        </p:spPr>
      </p:cxnSp>
      <p:cxnSp>
        <p:nvCxnSpPr>
          <p:cNvPr id="154" name="직선 연결선 153">
            <a:extLst>
              <a:ext uri="{FF2B5EF4-FFF2-40B4-BE49-F238E27FC236}">
                <a16:creationId xmlns:a16="http://schemas.microsoft.com/office/drawing/2014/main" id="{C88A60E9-E733-E26A-BC7A-2F8FE909FFC0}"/>
              </a:ext>
            </a:extLst>
          </p:cNvPr>
          <p:cNvCxnSpPr/>
          <p:nvPr/>
        </p:nvCxnSpPr>
        <p:spPr>
          <a:xfrm>
            <a:off x="5073029" y="4608144"/>
            <a:ext cx="179218" cy="0"/>
          </a:xfrm>
          <a:prstGeom prst="line">
            <a:avLst/>
          </a:prstGeom>
          <a:noFill/>
          <a:ln w="19050" cap="flat" cmpd="sng" algn="ctr">
            <a:solidFill>
              <a:sysClr val="windowText" lastClr="000000"/>
            </a:solidFill>
            <a:prstDash val="solid"/>
            <a:miter lim="800000"/>
          </a:ln>
          <a:effectLst/>
        </p:spPr>
      </p:cxnSp>
      <p:cxnSp>
        <p:nvCxnSpPr>
          <p:cNvPr id="155" name="직선 연결선 154">
            <a:extLst>
              <a:ext uri="{FF2B5EF4-FFF2-40B4-BE49-F238E27FC236}">
                <a16:creationId xmlns:a16="http://schemas.microsoft.com/office/drawing/2014/main" id="{9BC851FB-07A3-1540-C654-09C8A39A7905}"/>
              </a:ext>
            </a:extLst>
          </p:cNvPr>
          <p:cNvCxnSpPr/>
          <p:nvPr/>
        </p:nvCxnSpPr>
        <p:spPr>
          <a:xfrm flipH="1" flipV="1">
            <a:off x="4972928" y="4611815"/>
            <a:ext cx="0" cy="126355"/>
          </a:xfrm>
          <a:prstGeom prst="line">
            <a:avLst/>
          </a:prstGeom>
          <a:noFill/>
          <a:ln w="12700" cap="flat" cmpd="sng" algn="ctr">
            <a:solidFill>
              <a:sysClr val="windowText" lastClr="000000"/>
            </a:solidFill>
            <a:prstDash val="solid"/>
            <a:miter lim="800000"/>
          </a:ln>
          <a:effectLst/>
        </p:spPr>
      </p:cxnSp>
      <p:cxnSp>
        <p:nvCxnSpPr>
          <p:cNvPr id="156" name="직선 연결선 155">
            <a:extLst>
              <a:ext uri="{FF2B5EF4-FFF2-40B4-BE49-F238E27FC236}">
                <a16:creationId xmlns:a16="http://schemas.microsoft.com/office/drawing/2014/main" id="{94177834-2834-3AC5-580E-BE66DA259F9C}"/>
              </a:ext>
            </a:extLst>
          </p:cNvPr>
          <p:cNvCxnSpPr/>
          <p:nvPr/>
        </p:nvCxnSpPr>
        <p:spPr>
          <a:xfrm flipH="1" flipV="1">
            <a:off x="5167151" y="4606241"/>
            <a:ext cx="0" cy="126355"/>
          </a:xfrm>
          <a:prstGeom prst="line">
            <a:avLst/>
          </a:prstGeom>
          <a:noFill/>
          <a:ln w="12700" cap="flat" cmpd="sng" algn="ctr">
            <a:solidFill>
              <a:sysClr val="windowText" lastClr="000000"/>
            </a:solidFill>
            <a:prstDash val="solid"/>
            <a:miter lim="800000"/>
          </a:ln>
          <a:effectLst/>
        </p:spPr>
      </p:cxnSp>
      <p:cxnSp>
        <p:nvCxnSpPr>
          <p:cNvPr id="157" name="직선 연결선 156">
            <a:extLst>
              <a:ext uri="{FF2B5EF4-FFF2-40B4-BE49-F238E27FC236}">
                <a16:creationId xmlns:a16="http://schemas.microsoft.com/office/drawing/2014/main" id="{E247659B-B75C-73FD-D1A0-CFFBA7A6565E}"/>
              </a:ext>
            </a:extLst>
          </p:cNvPr>
          <p:cNvCxnSpPr/>
          <p:nvPr/>
        </p:nvCxnSpPr>
        <p:spPr>
          <a:xfrm>
            <a:off x="4971741" y="4732805"/>
            <a:ext cx="198483" cy="0"/>
          </a:xfrm>
          <a:prstGeom prst="line">
            <a:avLst/>
          </a:prstGeom>
          <a:noFill/>
          <a:ln w="12700" cap="flat" cmpd="sng" algn="ctr">
            <a:solidFill>
              <a:sysClr val="windowText" lastClr="000000"/>
            </a:solidFill>
            <a:prstDash val="solid"/>
            <a:miter lim="800000"/>
          </a:ln>
          <a:effectLst/>
        </p:spPr>
      </p:cxnSp>
      <p:sp>
        <p:nvSpPr>
          <p:cNvPr id="158" name="타원 157">
            <a:extLst>
              <a:ext uri="{FF2B5EF4-FFF2-40B4-BE49-F238E27FC236}">
                <a16:creationId xmlns:a16="http://schemas.microsoft.com/office/drawing/2014/main" id="{9FD3B888-6989-7397-0B0D-9B2FE8B0AEB7}"/>
              </a:ext>
            </a:extLst>
          </p:cNvPr>
          <p:cNvSpPr/>
          <p:nvPr/>
        </p:nvSpPr>
        <p:spPr>
          <a:xfrm>
            <a:off x="5038781" y="470578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59" name="직선 연결선 158">
            <a:extLst>
              <a:ext uri="{FF2B5EF4-FFF2-40B4-BE49-F238E27FC236}">
                <a16:creationId xmlns:a16="http://schemas.microsoft.com/office/drawing/2014/main" id="{5A1B5AF8-30D2-8B87-77E1-7CC8638093A8}"/>
              </a:ext>
            </a:extLst>
          </p:cNvPr>
          <p:cNvCxnSpPr/>
          <p:nvPr/>
        </p:nvCxnSpPr>
        <p:spPr>
          <a:xfrm flipH="1" flipV="1">
            <a:off x="5076291" y="4734396"/>
            <a:ext cx="0" cy="189533"/>
          </a:xfrm>
          <a:prstGeom prst="line">
            <a:avLst/>
          </a:prstGeom>
          <a:noFill/>
          <a:ln w="12700" cap="flat" cmpd="sng" algn="ctr">
            <a:solidFill>
              <a:sysClr val="windowText" lastClr="000000"/>
            </a:solidFill>
            <a:prstDash val="solid"/>
            <a:miter lim="800000"/>
          </a:ln>
          <a:effectLst/>
        </p:spPr>
      </p:cxnSp>
      <p:sp>
        <p:nvSpPr>
          <p:cNvPr id="160" name="이등변 삼각형 159">
            <a:extLst>
              <a:ext uri="{FF2B5EF4-FFF2-40B4-BE49-F238E27FC236}">
                <a16:creationId xmlns:a16="http://schemas.microsoft.com/office/drawing/2014/main" id="{895FDDC7-6E47-8D8B-E349-2EBA447A3E80}"/>
              </a:ext>
            </a:extLst>
          </p:cNvPr>
          <p:cNvSpPr/>
          <p:nvPr/>
        </p:nvSpPr>
        <p:spPr>
          <a:xfrm rot="10800000">
            <a:off x="4895948" y="4499099"/>
            <a:ext cx="165433" cy="94675"/>
          </a:xfrm>
          <a:prstGeom prst="triangle">
            <a:avLst/>
          </a:prstGeom>
          <a:solidFill>
            <a:srgbClr val="00B0F0"/>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1" name="이등변 삼각형 160">
            <a:extLst>
              <a:ext uri="{FF2B5EF4-FFF2-40B4-BE49-F238E27FC236}">
                <a16:creationId xmlns:a16="http://schemas.microsoft.com/office/drawing/2014/main" id="{4C5BDD36-2238-1E53-40E2-9D12FC885501}"/>
              </a:ext>
            </a:extLst>
          </p:cNvPr>
          <p:cNvSpPr/>
          <p:nvPr/>
        </p:nvSpPr>
        <p:spPr>
          <a:xfrm rot="10800000">
            <a:off x="5063858" y="4506762"/>
            <a:ext cx="165433" cy="94676"/>
          </a:xfrm>
          <a:prstGeom prst="triangle">
            <a:avLst/>
          </a:prstGeom>
          <a:solidFill>
            <a:srgbClr val="FFC5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62" name="TextBox 145">
            <a:extLst>
              <a:ext uri="{FF2B5EF4-FFF2-40B4-BE49-F238E27FC236}">
                <a16:creationId xmlns:a16="http://schemas.microsoft.com/office/drawing/2014/main" id="{DE49B2EA-AA89-C019-5223-E86A17F3D854}"/>
              </a:ext>
            </a:extLst>
          </p:cNvPr>
          <p:cNvSpPr txBox="1"/>
          <p:nvPr/>
        </p:nvSpPr>
        <p:spPr>
          <a:xfrm>
            <a:off x="4988032" y="4952690"/>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CH</a:t>
            </a:r>
            <a:r>
              <a:rPr lang="en-US" altLang="ko-KR" sz="900" kern="0" baseline="-25000" dirty="0">
                <a:solidFill>
                  <a:sysClr val="windowText" lastClr="000000"/>
                </a:solidFill>
                <a:latin typeface="Aptos Narrow" panose="02110004020202020204"/>
                <a:ea typeface="맑은 고딕" panose="020B0503020000020004" pitchFamily="50" charset="-127"/>
              </a:rPr>
              <a:t>F</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83" name="직선 연결선 182">
            <a:extLst>
              <a:ext uri="{FF2B5EF4-FFF2-40B4-BE49-F238E27FC236}">
                <a16:creationId xmlns:a16="http://schemas.microsoft.com/office/drawing/2014/main" id="{E3F8574B-6FD9-8EB6-D48F-4D12F05F8986}"/>
              </a:ext>
            </a:extLst>
          </p:cNvPr>
          <p:cNvCxnSpPr/>
          <p:nvPr/>
        </p:nvCxnSpPr>
        <p:spPr>
          <a:xfrm flipH="1" flipV="1">
            <a:off x="4987507" y="4097245"/>
            <a:ext cx="0" cy="410654"/>
          </a:xfrm>
          <a:prstGeom prst="line">
            <a:avLst/>
          </a:prstGeom>
          <a:noFill/>
          <a:ln w="12700" cap="flat" cmpd="sng" algn="ctr">
            <a:solidFill>
              <a:sysClr val="windowText" lastClr="000000"/>
            </a:solidFill>
            <a:prstDash val="solid"/>
            <a:miter lim="800000"/>
          </a:ln>
          <a:effectLst/>
        </p:spPr>
      </p:cxnSp>
      <p:cxnSp>
        <p:nvCxnSpPr>
          <p:cNvPr id="184" name="직선 연결선 183">
            <a:extLst>
              <a:ext uri="{FF2B5EF4-FFF2-40B4-BE49-F238E27FC236}">
                <a16:creationId xmlns:a16="http://schemas.microsoft.com/office/drawing/2014/main" id="{3E9C51DB-5BEB-9887-A48F-469DD944F179}"/>
              </a:ext>
            </a:extLst>
          </p:cNvPr>
          <p:cNvCxnSpPr/>
          <p:nvPr/>
        </p:nvCxnSpPr>
        <p:spPr>
          <a:xfrm flipV="1">
            <a:off x="5157519" y="4380649"/>
            <a:ext cx="0" cy="122587"/>
          </a:xfrm>
          <a:prstGeom prst="line">
            <a:avLst/>
          </a:prstGeom>
          <a:noFill/>
          <a:ln w="12700" cap="flat" cmpd="sng" algn="ctr">
            <a:solidFill>
              <a:sysClr val="windowText" lastClr="000000"/>
            </a:solidFill>
            <a:prstDash val="solid"/>
            <a:miter lim="800000"/>
          </a:ln>
          <a:effectLst/>
        </p:spPr>
      </p:cxnSp>
      <p:sp>
        <p:nvSpPr>
          <p:cNvPr id="185" name="타원 184">
            <a:extLst>
              <a:ext uri="{FF2B5EF4-FFF2-40B4-BE49-F238E27FC236}">
                <a16:creationId xmlns:a16="http://schemas.microsoft.com/office/drawing/2014/main" id="{80796C75-914B-5E7D-DC34-F76AEDFB7F99}"/>
              </a:ext>
            </a:extLst>
          </p:cNvPr>
          <p:cNvSpPr/>
          <p:nvPr/>
        </p:nvSpPr>
        <p:spPr>
          <a:xfrm>
            <a:off x="5128344" y="4355205"/>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86" name="타원 185">
            <a:extLst>
              <a:ext uri="{FF2B5EF4-FFF2-40B4-BE49-F238E27FC236}">
                <a16:creationId xmlns:a16="http://schemas.microsoft.com/office/drawing/2014/main" id="{536605D4-5259-0995-2B6A-67F8BFFF5D8F}"/>
              </a:ext>
            </a:extLst>
          </p:cNvPr>
          <p:cNvSpPr/>
          <p:nvPr/>
        </p:nvSpPr>
        <p:spPr>
          <a:xfrm>
            <a:off x="4954998" y="4072648"/>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pic>
        <p:nvPicPr>
          <p:cNvPr id="195" name="그림 194">
            <a:extLst>
              <a:ext uri="{FF2B5EF4-FFF2-40B4-BE49-F238E27FC236}">
                <a16:creationId xmlns:a16="http://schemas.microsoft.com/office/drawing/2014/main" id="{B7F719AA-482D-CA41-D0A2-8565FC39DCAB}"/>
              </a:ext>
            </a:extLst>
          </p:cNvPr>
          <p:cNvPicPr>
            <a:picLocks noChangeAspect="1"/>
          </p:cNvPicPr>
          <p:nvPr/>
        </p:nvPicPr>
        <p:blipFill>
          <a:blip r:embed="rId2"/>
          <a:stretch>
            <a:fillRect/>
          </a:stretch>
        </p:blipFill>
        <p:spPr>
          <a:xfrm>
            <a:off x="766422" y="5701814"/>
            <a:ext cx="5484105" cy="3136025"/>
          </a:xfrm>
          <a:prstGeom prst="rect">
            <a:avLst/>
          </a:prstGeom>
        </p:spPr>
      </p:pic>
      <p:cxnSp>
        <p:nvCxnSpPr>
          <p:cNvPr id="2" name="직선 연결선 1">
            <a:extLst>
              <a:ext uri="{FF2B5EF4-FFF2-40B4-BE49-F238E27FC236}">
                <a16:creationId xmlns:a16="http://schemas.microsoft.com/office/drawing/2014/main" id="{7F9E1484-51D7-B974-4913-76BEFAAB4E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4DD8D8-A004-C033-93C5-8B884F0796BA}"/>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54" name="TextBox 53">
            <a:extLst>
              <a:ext uri="{FF2B5EF4-FFF2-40B4-BE49-F238E27FC236}">
                <a16:creationId xmlns:a16="http://schemas.microsoft.com/office/drawing/2014/main" id="{D7161EEF-F5FF-A0BF-6C08-C6B8F67AF76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Tree>
    <p:extLst>
      <p:ext uri="{BB962C8B-B14F-4D97-AF65-F5344CB8AC3E}">
        <p14:creationId xmlns:p14="http://schemas.microsoft.com/office/powerpoint/2010/main" val="2730177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TYPE-D (2-colors)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Type-D supports dimming 2# LED (GREEN/BLUE). </a:t>
            </a:r>
          </a:p>
          <a:p>
            <a:pPr algn="just"/>
            <a:r>
              <a:rPr lang="en-US" altLang="ko-KR" sz="1000" dirty="0">
                <a:latin typeface="Arial" panose="020B0604020202020204" pitchFamily="34" charset="0"/>
                <a:cs typeface="Arial" panose="020B0604020202020204" pitchFamily="34" charset="0"/>
              </a:rPr>
              <a:t>Because RED dimming is not supported, only 2# GATE (GATE2/GATE3) signals are used.</a:t>
            </a:r>
          </a:p>
        </p:txBody>
      </p:sp>
      <p:grpSp>
        <p:nvGrpSpPr>
          <p:cNvPr id="212" name="그룹 211">
            <a:extLst>
              <a:ext uri="{FF2B5EF4-FFF2-40B4-BE49-F238E27FC236}">
                <a16:creationId xmlns:a16="http://schemas.microsoft.com/office/drawing/2014/main" id="{86B83285-443B-257E-AC01-B159D80F17C2}"/>
              </a:ext>
            </a:extLst>
          </p:cNvPr>
          <p:cNvGrpSpPr/>
          <p:nvPr/>
        </p:nvGrpSpPr>
        <p:grpSpPr>
          <a:xfrm>
            <a:off x="1893554" y="2732457"/>
            <a:ext cx="3265487" cy="2387600"/>
            <a:chOff x="5976938" y="3529013"/>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7515225" y="5122863"/>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p:nvPr/>
          </p:nvCxnSpPr>
          <p:spPr>
            <a:xfrm flipH="1">
              <a:off x="6735763" y="4657725"/>
              <a:ext cx="0" cy="144463"/>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7675563" y="4748213"/>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7893050" y="4745038"/>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p:nvPr/>
          </p:nvCxnSpPr>
          <p:spPr>
            <a:xfrm>
              <a:off x="6919913" y="4492625"/>
              <a:ext cx="1866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6591300" y="4581525"/>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6661150" y="4646613"/>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6635750" y="4532313"/>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6756400" y="4530725"/>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6777038" y="4495800"/>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6540500" y="4498975"/>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6810375" y="4267200"/>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6881813" y="4332288"/>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6856413" y="4217988"/>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6977063" y="4216400"/>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6996113" y="4181475"/>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6757988" y="4184650"/>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7772400" y="47577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79835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7775575" y="4164013"/>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p:nvPr/>
          </p:nvCxnSpPr>
          <p:spPr>
            <a:xfrm flipV="1">
              <a:off x="7977188" y="4481513"/>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7127875" y="4179888"/>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6148388" y="4495800"/>
              <a:ext cx="43021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p:nvPr/>
          </p:nvCxnSpPr>
          <p:spPr>
            <a:xfrm>
              <a:off x="6118225" y="4183063"/>
              <a:ext cx="720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7770813" y="489426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p:nvPr/>
          </p:nvCxnSpPr>
          <p:spPr>
            <a:xfrm flipH="1">
              <a:off x="6946900" y="4327525"/>
              <a:ext cx="0" cy="701675"/>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p:nvPr/>
          </p:nvCxnSpPr>
          <p:spPr>
            <a:xfrm>
              <a:off x="6167438" y="5027613"/>
              <a:ext cx="79216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p:nvPr/>
          </p:nvCxnSpPr>
          <p:spPr>
            <a:xfrm>
              <a:off x="6148388" y="4803775"/>
              <a:ext cx="59372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6183313" y="4659313"/>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GATE3</a:t>
              </a:r>
              <a:endParaRPr lang="ko-KR" altLang="en-US" sz="900" i="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6186488" y="4883150"/>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6148388" y="401955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8470900" y="4741863"/>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8688388" y="4738688"/>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8567738" y="475138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8783638" y="4745038"/>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8569325" y="4175125"/>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8574088" y="4887913"/>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7799388" y="5151438"/>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7945438" y="4464050"/>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7740650" y="4151313"/>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7843838" y="4864100"/>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8647113" y="4862513"/>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8774113" y="4491038"/>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8688388" y="4897438"/>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7883525" y="4895850"/>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8597900" y="5154613"/>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5976938" y="3529013"/>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8153400" y="5437188"/>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7666038" y="43545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7899400" y="4349750"/>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8466138" y="4346575"/>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8697913" y="4341813"/>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grpSp>
      <p:sp>
        <p:nvSpPr>
          <p:cNvPr id="13" name="TextBox 12">
            <a:extLst>
              <a:ext uri="{FF2B5EF4-FFF2-40B4-BE49-F238E27FC236}">
                <a16:creationId xmlns:a16="http://schemas.microsoft.com/office/drawing/2014/main" id="{484A6925-DF40-47E3-FADA-AE51C86971AD}"/>
              </a:ext>
            </a:extLst>
          </p:cNvPr>
          <p:cNvSpPr txBox="1"/>
          <p:nvPr/>
        </p:nvSpPr>
        <p:spPr>
          <a:xfrm>
            <a:off x="1866523" y="7612541"/>
            <a:ext cx="3512500"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PWM Dimming sequence @ LD_DIR = 0, TYPE-D</a:t>
            </a:r>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84794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84924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840096"/>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12147" y="384560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075323" y="3543670"/>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pic>
        <p:nvPicPr>
          <p:cNvPr id="5" name="그림 4">
            <a:extLst>
              <a:ext uri="{FF2B5EF4-FFF2-40B4-BE49-F238E27FC236}">
                <a16:creationId xmlns:a16="http://schemas.microsoft.com/office/drawing/2014/main" id="{514E12F1-7F46-A369-4231-FC4215B655D9}"/>
              </a:ext>
            </a:extLst>
          </p:cNvPr>
          <p:cNvPicPr>
            <a:picLocks noChangeAspect="1"/>
          </p:cNvPicPr>
          <p:nvPr/>
        </p:nvPicPr>
        <p:blipFill>
          <a:blip r:embed="rId2"/>
          <a:stretch>
            <a:fillRect/>
          </a:stretch>
        </p:blipFill>
        <p:spPr>
          <a:xfrm>
            <a:off x="146894" y="5572494"/>
            <a:ext cx="6250720" cy="1845999"/>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3026470"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11.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12.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27173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14-bit</a:t>
            </a:r>
          </a:p>
        </p:txBody>
      </p:sp>
      <p:pic>
        <p:nvPicPr>
          <p:cNvPr id="6" name="그림 5">
            <a:extLst>
              <a:ext uri="{FF2B5EF4-FFF2-40B4-BE49-F238E27FC236}">
                <a16:creationId xmlns:a16="http://schemas.microsoft.com/office/drawing/2014/main" id="{DFB2BBAF-C900-DABA-053C-CA5E87EB433C}"/>
              </a:ext>
            </a:extLst>
          </p:cNvPr>
          <p:cNvPicPr>
            <a:picLocks noChangeAspect="1"/>
          </p:cNvPicPr>
          <p:nvPr/>
        </p:nvPicPr>
        <p:blipFill>
          <a:blip r:embed="rId2"/>
          <a:stretch>
            <a:fillRect/>
          </a:stretch>
        </p:blipFill>
        <p:spPr>
          <a:xfrm rot="5400000">
            <a:off x="1398898" y="4280984"/>
            <a:ext cx="7287588" cy="2090575"/>
          </a:xfrm>
          <a:prstGeom prst="rect">
            <a:avLst/>
          </a:prstGeom>
        </p:spPr>
      </p:pic>
      <p:pic>
        <p:nvPicPr>
          <p:cNvPr id="7" name="그림 6">
            <a:extLst>
              <a:ext uri="{FF2B5EF4-FFF2-40B4-BE49-F238E27FC236}">
                <a16:creationId xmlns:a16="http://schemas.microsoft.com/office/drawing/2014/main" id="{116B7496-82BD-A7D9-D152-E4767C2DF39E}"/>
              </a:ext>
            </a:extLst>
          </p:cNvPr>
          <p:cNvPicPr>
            <a:picLocks noChangeAspect="1"/>
          </p:cNvPicPr>
          <p:nvPr/>
        </p:nvPicPr>
        <p:blipFill>
          <a:blip r:embed="rId3"/>
          <a:stretch>
            <a:fillRect/>
          </a:stretch>
        </p:blipFill>
        <p:spPr>
          <a:xfrm rot="5400000">
            <a:off x="-1576809" y="4228847"/>
            <a:ext cx="7293500" cy="2200759"/>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1507027135"/>
              </p:ext>
            </p:extLst>
          </p:nvPr>
        </p:nvGraphicFramePr>
        <p:xfrm>
          <a:off x="404812" y="2194460"/>
          <a:ext cx="6048622" cy="410247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49323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LKG_E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leakage current mode for driver protection to prevent the VLED voltage from being directly applied to the driver output node</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8377548"/>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2746355665"/>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LKG_E</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16A2C5B8-B17B-020B-6DAA-780E5A6167B4}"/>
              </a:ext>
            </a:extLst>
          </p:cNvPr>
          <p:cNvGraphicFramePr>
            <a:graphicFrameLocks noGrp="1"/>
          </p:cNvGraphicFramePr>
          <p:nvPr>
            <p:extLst>
              <p:ext uri="{D42A27DB-BD31-4B8C-83A1-F6EECF244321}">
                <p14:modId xmlns:p14="http://schemas.microsoft.com/office/powerpoint/2010/main" val="2322311362"/>
              </p:ext>
            </p:extLst>
          </p:nvPr>
        </p:nvGraphicFramePr>
        <p:xfrm>
          <a:off x="396248" y="1578632"/>
          <a:ext cx="6053219" cy="450714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This bit determine the Ch. Delay value for LD_MODE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Ch. delay value in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Ratio of Ch. delay value in normal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(Normal mode SVSYNC = 16, 1/2 of the set Ch. delay value)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5" name="표 4">
            <a:extLst>
              <a:ext uri="{FF2B5EF4-FFF2-40B4-BE49-F238E27FC236}">
                <a16:creationId xmlns:a16="http://schemas.microsoft.com/office/drawing/2014/main" id="{C12F33D8-1154-A24F-1D88-72E594CFBE26}"/>
              </a:ext>
            </a:extLst>
          </p:cNvPr>
          <p:cNvGraphicFramePr>
            <a:graphicFrameLocks noGrp="1"/>
          </p:cNvGraphicFramePr>
          <p:nvPr>
            <p:extLst>
              <p:ext uri="{D42A27DB-BD31-4B8C-83A1-F6EECF244321}">
                <p14:modId xmlns:p14="http://schemas.microsoft.com/office/powerpoint/2010/main" val="291342354"/>
              </p:ext>
            </p:extLst>
          </p:nvPr>
        </p:nvGraphicFramePr>
        <p:xfrm>
          <a:off x="401292" y="1108857"/>
          <a:ext cx="6136943"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269813">
                  <a:extLst>
                    <a:ext uri="{9D8B030D-6E8A-4147-A177-3AD203B41FA5}">
                      <a16:colId xmlns:a16="http://schemas.microsoft.com/office/drawing/2014/main" val="2079070694"/>
                    </a:ext>
                  </a:extLst>
                </a:gridCol>
                <a:gridCol w="334932">
                  <a:extLst>
                    <a:ext uri="{9D8B030D-6E8A-4147-A177-3AD203B41FA5}">
                      <a16:colId xmlns:a16="http://schemas.microsoft.com/office/drawing/2014/main" val="4213315911"/>
                    </a:ext>
                  </a:extLst>
                </a:gridCol>
                <a:gridCol w="269814">
                  <a:extLst>
                    <a:ext uri="{9D8B030D-6E8A-4147-A177-3AD203B41FA5}">
                      <a16:colId xmlns:a16="http://schemas.microsoft.com/office/drawing/2014/main" val="2769999950"/>
                    </a:ext>
                  </a:extLst>
                </a:gridCol>
                <a:gridCol w="269813">
                  <a:extLst>
                    <a:ext uri="{9D8B030D-6E8A-4147-A177-3AD203B41FA5}">
                      <a16:colId xmlns:a16="http://schemas.microsoft.com/office/drawing/2014/main" val="135637185"/>
                    </a:ext>
                  </a:extLst>
                </a:gridCol>
                <a:gridCol w="277250">
                  <a:extLst>
                    <a:ext uri="{9D8B030D-6E8A-4147-A177-3AD203B41FA5}">
                      <a16:colId xmlns:a16="http://schemas.microsoft.com/office/drawing/2014/main" val="3038050475"/>
                    </a:ext>
                  </a:extLst>
                </a:gridCol>
                <a:gridCol w="269813">
                  <a:extLst>
                    <a:ext uri="{9D8B030D-6E8A-4147-A177-3AD203B41FA5}">
                      <a16:colId xmlns:a16="http://schemas.microsoft.com/office/drawing/2014/main" val="1979433044"/>
                    </a:ext>
                  </a:extLst>
                </a:gridCol>
                <a:gridCol w="489512">
                  <a:extLst>
                    <a:ext uri="{9D8B030D-6E8A-4147-A177-3AD203B41FA5}">
                      <a16:colId xmlns:a16="http://schemas.microsoft.com/office/drawing/2014/main" val="4270661649"/>
                    </a:ext>
                  </a:extLst>
                </a:gridCol>
                <a:gridCol w="733988">
                  <a:extLst>
                    <a:ext uri="{9D8B030D-6E8A-4147-A177-3AD203B41FA5}">
                      <a16:colId xmlns:a16="http://schemas.microsoft.com/office/drawing/2014/main" val="3027041370"/>
                    </a:ext>
                  </a:extLst>
                </a:gridCol>
                <a:gridCol w="608575">
                  <a:extLst>
                    <a:ext uri="{9D8B030D-6E8A-4147-A177-3AD203B41FA5}">
                      <a16:colId xmlns:a16="http://schemas.microsoft.com/office/drawing/2014/main" val="2852526216"/>
                    </a:ext>
                  </a:extLst>
                </a:gridCol>
                <a:gridCol w="545075">
                  <a:extLst>
                    <a:ext uri="{9D8B030D-6E8A-4147-A177-3AD203B41FA5}">
                      <a16:colId xmlns:a16="http://schemas.microsoft.com/office/drawing/2014/main" val="103420222"/>
                    </a:ext>
                  </a:extLst>
                </a:gridCol>
                <a:gridCol w="411725">
                  <a:extLst>
                    <a:ext uri="{9D8B030D-6E8A-4147-A177-3AD203B41FA5}">
                      <a16:colId xmlns:a16="http://schemas.microsoft.com/office/drawing/2014/main" val="1470405609"/>
                    </a:ext>
                  </a:extLst>
                </a:gridCol>
                <a:gridCol w="555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SV_NO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DELAY_CH_EN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A3F5C112-999E-F03F-64A3-2C7CFCCEFDCE}"/>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8" name="표 7">
            <a:extLst>
              <a:ext uri="{FF2B5EF4-FFF2-40B4-BE49-F238E27FC236}">
                <a16:creationId xmlns:a16="http://schemas.microsoft.com/office/drawing/2014/main" id="{9859D6A7-8DEB-53DE-2BC1-54E0F0B05C42}"/>
              </a:ext>
            </a:extLst>
          </p:cNvPr>
          <p:cNvGraphicFramePr>
            <a:graphicFrameLocks noGrp="1"/>
          </p:cNvGraphicFramePr>
          <p:nvPr>
            <p:extLst>
              <p:ext uri="{D42A27DB-BD31-4B8C-83A1-F6EECF244321}">
                <p14:modId xmlns:p14="http://schemas.microsoft.com/office/powerpoint/2010/main" val="1006874427"/>
              </p:ext>
            </p:extLst>
          </p:nvPr>
        </p:nvGraphicFramePr>
        <p:xfrm>
          <a:off x="419418" y="7080161"/>
          <a:ext cx="6051898"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412545">
                  <a:extLst>
                    <a:ext uri="{9D8B030D-6E8A-4147-A177-3AD203B41FA5}">
                      <a16:colId xmlns:a16="http://schemas.microsoft.com/office/drawing/2014/main" val="2079070694"/>
                    </a:ext>
                  </a:extLst>
                </a:gridCol>
                <a:gridCol w="412545">
                  <a:extLst>
                    <a:ext uri="{9D8B030D-6E8A-4147-A177-3AD203B41FA5}">
                      <a16:colId xmlns:a16="http://schemas.microsoft.com/office/drawing/2014/main" val="4213315911"/>
                    </a:ext>
                  </a:extLst>
                </a:gridCol>
                <a:gridCol w="412545">
                  <a:extLst>
                    <a:ext uri="{9D8B030D-6E8A-4147-A177-3AD203B41FA5}">
                      <a16:colId xmlns:a16="http://schemas.microsoft.com/office/drawing/2014/main" val="2769999950"/>
                    </a:ext>
                  </a:extLst>
                </a:gridCol>
                <a:gridCol w="412545">
                  <a:extLst>
                    <a:ext uri="{9D8B030D-6E8A-4147-A177-3AD203B41FA5}">
                      <a16:colId xmlns:a16="http://schemas.microsoft.com/office/drawing/2014/main" val="135637185"/>
                    </a:ext>
                  </a:extLst>
                </a:gridCol>
                <a:gridCol w="412545">
                  <a:extLst>
                    <a:ext uri="{9D8B030D-6E8A-4147-A177-3AD203B41FA5}">
                      <a16:colId xmlns:a16="http://schemas.microsoft.com/office/drawing/2014/main" val="3038050475"/>
                    </a:ext>
                  </a:extLst>
                </a:gridCol>
                <a:gridCol w="412548">
                  <a:extLst>
                    <a:ext uri="{9D8B030D-6E8A-4147-A177-3AD203B41FA5}">
                      <a16:colId xmlns:a16="http://schemas.microsoft.com/office/drawing/2014/main" val="1979433044"/>
                    </a:ext>
                  </a:extLst>
                </a:gridCol>
                <a:gridCol w="412545">
                  <a:extLst>
                    <a:ext uri="{9D8B030D-6E8A-4147-A177-3AD203B41FA5}">
                      <a16:colId xmlns:a16="http://schemas.microsoft.com/office/drawing/2014/main" val="4270661649"/>
                    </a:ext>
                  </a:extLst>
                </a:gridCol>
                <a:gridCol w="412545">
                  <a:extLst>
                    <a:ext uri="{9D8B030D-6E8A-4147-A177-3AD203B41FA5}">
                      <a16:colId xmlns:a16="http://schemas.microsoft.com/office/drawing/2014/main" val="3027041370"/>
                    </a:ext>
                  </a:extLst>
                </a:gridCol>
                <a:gridCol w="412545">
                  <a:extLst>
                    <a:ext uri="{9D8B030D-6E8A-4147-A177-3AD203B41FA5}">
                      <a16:colId xmlns:a16="http://schemas.microsoft.com/office/drawing/2014/main" val="2852526216"/>
                    </a:ext>
                  </a:extLst>
                </a:gridCol>
                <a:gridCol w="412545">
                  <a:extLst>
                    <a:ext uri="{9D8B030D-6E8A-4147-A177-3AD203B41FA5}">
                      <a16:colId xmlns:a16="http://schemas.microsoft.com/office/drawing/2014/main" val="103420222"/>
                    </a:ext>
                  </a:extLst>
                </a:gridCol>
                <a:gridCol w="412545">
                  <a:extLst>
                    <a:ext uri="{9D8B030D-6E8A-4147-A177-3AD203B41FA5}">
                      <a16:colId xmlns:a16="http://schemas.microsoft.com/office/drawing/2014/main" val="1470405609"/>
                    </a:ext>
                  </a:extLst>
                </a:gridCol>
                <a:gridCol w="412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solidFill>
                            <a:schemeClr val="tx1"/>
                          </a:solidFill>
                        </a:rPr>
                        <a:t>x</a:t>
                      </a:r>
                      <a:endParaRPr sz="700" dirty="0">
                        <a:solidFill>
                          <a:schemeClr val="tx1"/>
                        </a:solidFill>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[5:0]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7B54B716-5E0B-E685-6822-948D43BD806A}"/>
              </a:ext>
            </a:extLst>
          </p:cNvPr>
          <p:cNvSpPr txBox="1"/>
          <p:nvPr/>
        </p:nvSpPr>
        <p:spPr>
          <a:xfrm>
            <a:off x="419417" y="6819490"/>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SIZE</a:t>
            </a:r>
          </a:p>
        </p:txBody>
      </p:sp>
      <p:graphicFrame>
        <p:nvGraphicFramePr>
          <p:cNvPr id="10" name="표 9">
            <a:extLst>
              <a:ext uri="{FF2B5EF4-FFF2-40B4-BE49-F238E27FC236}">
                <a16:creationId xmlns:a16="http://schemas.microsoft.com/office/drawing/2014/main" id="{169F4B85-ECB4-A156-30B6-07045AE23589}"/>
              </a:ext>
            </a:extLst>
          </p:cNvPr>
          <p:cNvGraphicFramePr>
            <a:graphicFrameLocks noGrp="1"/>
          </p:cNvGraphicFramePr>
          <p:nvPr>
            <p:extLst>
              <p:ext uri="{D42A27DB-BD31-4B8C-83A1-F6EECF244321}">
                <p14:modId xmlns:p14="http://schemas.microsoft.com/office/powerpoint/2010/main" val="2769683543"/>
              </p:ext>
            </p:extLst>
          </p:nvPr>
        </p:nvGraphicFramePr>
        <p:xfrm>
          <a:off x="404813" y="7572383"/>
          <a:ext cx="6053219" cy="897504"/>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bl>
          </a:graphicData>
        </a:graphic>
      </p:graphicFrame>
      <p:sp>
        <p:nvSpPr>
          <p:cNvPr id="4" name="직사각형 3">
            <a:extLst>
              <a:ext uri="{FF2B5EF4-FFF2-40B4-BE49-F238E27FC236}">
                <a16:creationId xmlns:a16="http://schemas.microsoft.com/office/drawing/2014/main" id="{BB04832C-6FB5-1781-EBB5-5F8492B55E19}"/>
              </a:ext>
            </a:extLst>
          </p:cNvPr>
          <p:cNvSpPr/>
          <p:nvPr/>
        </p:nvSpPr>
        <p:spPr>
          <a:xfrm>
            <a:off x="1739900" y="4013200"/>
            <a:ext cx="2184400" cy="5207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571062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817506571"/>
              </p:ext>
            </p:extLst>
          </p:nvPr>
        </p:nvGraphicFramePr>
        <p:xfrm>
          <a:off x="386140" y="4966247"/>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79365" y="4245793"/>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1274059722"/>
              </p:ext>
            </p:extLst>
          </p:nvPr>
        </p:nvGraphicFramePr>
        <p:xfrm>
          <a:off x="391196" y="4511308"/>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2212412003"/>
              </p:ext>
            </p:extLst>
          </p:nvPr>
        </p:nvGraphicFramePr>
        <p:xfrm>
          <a:off x="1916558" y="5952994"/>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5232" y="5965310"/>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08915" y="6426403"/>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5372" y="6326633"/>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16558" y="624430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2915" y="624033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1805" y="6595729"/>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AF698C05-BC74-8B02-D1D5-EB07A974E61E}"/>
              </a:ext>
            </a:extLst>
          </p:cNvPr>
          <p:cNvGraphicFramePr>
            <a:graphicFrameLocks noGrp="1"/>
          </p:cNvGraphicFramePr>
          <p:nvPr>
            <p:extLst>
              <p:ext uri="{D42A27DB-BD31-4B8C-83A1-F6EECF244321}">
                <p14:modId xmlns:p14="http://schemas.microsoft.com/office/powerpoint/2010/main" val="3970455239"/>
              </p:ext>
            </p:extLst>
          </p:nvPr>
        </p:nvGraphicFramePr>
        <p:xfrm>
          <a:off x="408435" y="2105772"/>
          <a:ext cx="6053732" cy="165276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BC76782D-FE5D-8269-B216-5490BE15F2FA}"/>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graphicFrame>
        <p:nvGraphicFramePr>
          <p:cNvPr id="17" name="표 16">
            <a:extLst>
              <a:ext uri="{FF2B5EF4-FFF2-40B4-BE49-F238E27FC236}">
                <a16:creationId xmlns:a16="http://schemas.microsoft.com/office/drawing/2014/main" id="{8BCE1C1E-E21C-59D0-176E-85B5E4A12F61}"/>
              </a:ext>
            </a:extLst>
          </p:cNvPr>
          <p:cNvGraphicFramePr>
            <a:graphicFrameLocks noGrp="1"/>
          </p:cNvGraphicFramePr>
          <p:nvPr>
            <p:extLst>
              <p:ext uri="{D42A27DB-BD31-4B8C-83A1-F6EECF244321}">
                <p14:modId xmlns:p14="http://schemas.microsoft.com/office/powerpoint/2010/main" val="68007267"/>
              </p:ext>
            </p:extLst>
          </p:nvPr>
        </p:nvGraphicFramePr>
        <p:xfrm>
          <a:off x="397025" y="113299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F33E565F-7DF9-359C-B9A1-C4EEA4291EB4}"/>
              </a:ext>
            </a:extLst>
          </p:cNvPr>
          <p:cNvGraphicFramePr>
            <a:graphicFrameLocks noGrp="1"/>
          </p:cNvGraphicFramePr>
          <p:nvPr>
            <p:extLst>
              <p:ext uri="{D42A27DB-BD31-4B8C-83A1-F6EECF244321}">
                <p14:modId xmlns:p14="http://schemas.microsoft.com/office/powerpoint/2010/main" val="4173675954"/>
              </p:ext>
            </p:extLst>
          </p:nvPr>
        </p:nvGraphicFramePr>
        <p:xfrm>
          <a:off x="403798" y="1651808"/>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743657798"/>
              </p:ext>
            </p:extLst>
          </p:nvPr>
        </p:nvGraphicFramePr>
        <p:xfrm>
          <a:off x="406838" y="1556231"/>
          <a:ext cx="6046597" cy="600319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11:10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AUTO_FAULT_FB_NO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number of FBs output when an auto fault read.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for various faults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19979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615454096"/>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AUTO_FAULT_FB_NO[1:0]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FB_MODE[3:0]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pic>
        <p:nvPicPr>
          <p:cNvPr id="13" name="그림 12">
            <a:extLst>
              <a:ext uri="{FF2B5EF4-FFF2-40B4-BE49-F238E27FC236}">
                <a16:creationId xmlns:a16="http://schemas.microsoft.com/office/drawing/2014/main" id="{4C340B7D-5D46-DECA-8C12-B733CD57F597}"/>
              </a:ext>
            </a:extLst>
          </p:cNvPr>
          <p:cNvPicPr>
            <a:picLocks noChangeAspect="1"/>
          </p:cNvPicPr>
          <p:nvPr/>
        </p:nvPicPr>
        <p:blipFill>
          <a:blip r:embed="rId2"/>
          <a:stretch>
            <a:fillRect/>
          </a:stretch>
        </p:blipFill>
        <p:spPr>
          <a:xfrm>
            <a:off x="1953749" y="2465882"/>
            <a:ext cx="4288025" cy="1832666"/>
          </a:xfrm>
          <a:prstGeom prst="rect">
            <a:avLst/>
          </a:prstGeom>
        </p:spPr>
      </p:pic>
    </p:spTree>
    <p:extLst>
      <p:ext uri="{BB962C8B-B14F-4D97-AF65-F5344CB8AC3E}">
        <p14:creationId xmlns:p14="http://schemas.microsoft.com/office/powerpoint/2010/main" val="2020182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a:extLst>
              <a:ext uri="{FF2B5EF4-FFF2-40B4-BE49-F238E27FC236}">
                <a16:creationId xmlns:a16="http://schemas.microsoft.com/office/drawing/2014/main" id="{A4B501F9-8332-1AA1-B9F4-A16BDEFCC7BF}"/>
              </a:ext>
            </a:extLst>
          </p:cNvPr>
          <p:cNvGraphicFramePr>
            <a:graphicFrameLocks noGrp="1"/>
          </p:cNvGraphicFramePr>
          <p:nvPr>
            <p:extLst>
              <p:ext uri="{D42A27DB-BD31-4B8C-83A1-F6EECF244321}">
                <p14:modId xmlns:p14="http://schemas.microsoft.com/office/powerpoint/2010/main" val="443565452"/>
              </p:ext>
            </p:extLst>
          </p:nvPr>
        </p:nvGraphicFramePr>
        <p:xfrm>
          <a:off x="423349" y="2217266"/>
          <a:ext cx="6052400" cy="146451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CHx_LD_TYPE    </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it is time-sharing data or non-sharing data each CH.</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00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01  non-time-sharing data ( 1LD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1st</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10  time-sharing data ( 2LD</a:t>
                      </a:r>
                      <a:r>
                        <a:rPr lang="en-US" altLang="ko-KR" sz="900" b="0" baseline="30000" dirty="0">
                          <a:solidFill>
                            <a:schemeClr val="tx1"/>
                          </a:solidFill>
                          <a:latin typeface="Arial" panose="020B0604020202020204" pitchFamily="34" charset="0"/>
                          <a:ea typeface="+mn-ea"/>
                          <a:cs typeface="Arial" panose="020B0604020202020204" pitchFamily="34" charset="0"/>
                        </a:rPr>
                        <a:t>2nd</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VREF / MAX_CURR / FB_LEVEL / SHORT_LEVEL.</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56604965-E010-D966-CB1B-0E629343A708}"/>
              </a:ext>
            </a:extLst>
          </p:cNvPr>
          <p:cNvSpPr txBox="1"/>
          <p:nvPr/>
        </p:nvSpPr>
        <p:spPr>
          <a:xfrm>
            <a:off x="429445" y="885384"/>
            <a:ext cx="6037969" cy="261610"/>
          </a:xfrm>
          <a:prstGeom prst="rect">
            <a:avLst/>
          </a:prstGeom>
          <a:noFill/>
        </p:spPr>
        <p:txBody>
          <a:bodyPr wrap="square" lIns="0" rtlCol="0">
            <a:spAutoFit/>
          </a:bodyPr>
          <a:lstStyle/>
          <a:p>
            <a:r>
              <a:rPr lang="en-US" altLang="ko-KR" sz="1100" b="1" dirty="0" err="1">
                <a:latin typeface="Arial" panose="020B0604020202020204" pitchFamily="34" charset="0"/>
                <a:cs typeface="Arial" panose="020B0604020202020204" pitchFamily="34" charset="0"/>
              </a:rPr>
              <a:t>CHx_LD_TYPE</a:t>
            </a:r>
            <a:endParaRPr lang="en-US" altLang="ko-KR" sz="1100" b="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1E38E9E1-E8D3-6293-8777-EFD1DDACB653}"/>
              </a:ext>
            </a:extLst>
          </p:cNvPr>
          <p:cNvGraphicFramePr>
            <a:graphicFrameLocks noGrp="1"/>
          </p:cNvGraphicFramePr>
          <p:nvPr>
            <p:extLst>
              <p:ext uri="{D42A27DB-BD31-4B8C-83A1-F6EECF244321}">
                <p14:modId xmlns:p14="http://schemas.microsoft.com/office/powerpoint/2010/main" val="705065055"/>
              </p:ext>
            </p:extLst>
          </p:nvPr>
        </p:nvGraphicFramePr>
        <p:xfrm>
          <a:off x="423349" y="1194926"/>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CH10_LD_TYPE[1:0]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CH9_LD_TYPE[1:0]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CH8_LD_TYPE[1:0]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CH7_LD_TYPE[1:0]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AF79A758-1B32-EA13-2B3B-E9E24E8A1815}"/>
              </a:ext>
            </a:extLst>
          </p:cNvPr>
          <p:cNvGraphicFramePr>
            <a:graphicFrameLocks noGrp="1"/>
          </p:cNvGraphicFramePr>
          <p:nvPr>
            <p:extLst>
              <p:ext uri="{D42A27DB-BD31-4B8C-83A1-F6EECF244321}">
                <p14:modId xmlns:p14="http://schemas.microsoft.com/office/powerpoint/2010/main" val="786114166"/>
              </p:ext>
            </p:extLst>
          </p:nvPr>
        </p:nvGraphicFramePr>
        <p:xfrm>
          <a:off x="423349" y="1689809"/>
          <a:ext cx="6048453"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5545">
                  <a:extLst>
                    <a:ext uri="{9D8B030D-6E8A-4147-A177-3AD203B41FA5}">
                      <a16:colId xmlns:a16="http://schemas.microsoft.com/office/drawing/2014/main" val="2079070694"/>
                    </a:ext>
                  </a:extLst>
                </a:gridCol>
                <a:gridCol w="405545">
                  <a:extLst>
                    <a:ext uri="{9D8B030D-6E8A-4147-A177-3AD203B41FA5}">
                      <a16:colId xmlns:a16="http://schemas.microsoft.com/office/drawing/2014/main" val="4213315911"/>
                    </a:ext>
                  </a:extLst>
                </a:gridCol>
                <a:gridCol w="405545">
                  <a:extLst>
                    <a:ext uri="{9D8B030D-6E8A-4147-A177-3AD203B41FA5}">
                      <a16:colId xmlns:a16="http://schemas.microsoft.com/office/drawing/2014/main" val="2769999950"/>
                    </a:ext>
                  </a:extLst>
                </a:gridCol>
                <a:gridCol w="405545">
                  <a:extLst>
                    <a:ext uri="{9D8B030D-6E8A-4147-A177-3AD203B41FA5}">
                      <a16:colId xmlns:a16="http://schemas.microsoft.com/office/drawing/2014/main" val="135637185"/>
                    </a:ext>
                  </a:extLst>
                </a:gridCol>
                <a:gridCol w="405545">
                  <a:extLst>
                    <a:ext uri="{9D8B030D-6E8A-4147-A177-3AD203B41FA5}">
                      <a16:colId xmlns:a16="http://schemas.microsoft.com/office/drawing/2014/main" val="3038050475"/>
                    </a:ext>
                  </a:extLst>
                </a:gridCol>
                <a:gridCol w="405545">
                  <a:extLst>
                    <a:ext uri="{9D8B030D-6E8A-4147-A177-3AD203B41FA5}">
                      <a16:colId xmlns:a16="http://schemas.microsoft.com/office/drawing/2014/main" val="1979433044"/>
                    </a:ext>
                  </a:extLst>
                </a:gridCol>
                <a:gridCol w="405545">
                  <a:extLst>
                    <a:ext uri="{9D8B030D-6E8A-4147-A177-3AD203B41FA5}">
                      <a16:colId xmlns:a16="http://schemas.microsoft.com/office/drawing/2014/main" val="4270661649"/>
                    </a:ext>
                  </a:extLst>
                </a:gridCol>
                <a:gridCol w="405545">
                  <a:extLst>
                    <a:ext uri="{9D8B030D-6E8A-4147-A177-3AD203B41FA5}">
                      <a16:colId xmlns:a16="http://schemas.microsoft.com/office/drawing/2014/main" val="3027041370"/>
                    </a:ext>
                  </a:extLst>
                </a:gridCol>
                <a:gridCol w="405545">
                  <a:extLst>
                    <a:ext uri="{9D8B030D-6E8A-4147-A177-3AD203B41FA5}">
                      <a16:colId xmlns:a16="http://schemas.microsoft.com/office/drawing/2014/main" val="2852526216"/>
                    </a:ext>
                  </a:extLst>
                </a:gridCol>
                <a:gridCol w="405545">
                  <a:extLst>
                    <a:ext uri="{9D8B030D-6E8A-4147-A177-3AD203B41FA5}">
                      <a16:colId xmlns:a16="http://schemas.microsoft.com/office/drawing/2014/main" val="103420222"/>
                    </a:ext>
                  </a:extLst>
                </a:gridCol>
                <a:gridCol w="405545">
                  <a:extLst>
                    <a:ext uri="{9D8B030D-6E8A-4147-A177-3AD203B41FA5}">
                      <a16:colId xmlns:a16="http://schemas.microsoft.com/office/drawing/2014/main" val="1470405609"/>
                    </a:ext>
                  </a:extLst>
                </a:gridCol>
                <a:gridCol w="40554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CH6_LD_TYPE[1:0]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CH5_LD_TYPE[1:0]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CH4_LD_TYPE[1:0]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CH3_LD_TYPE[1:0]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CH2_LD_TYPE[1:0]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CH1_LD_TYPE[1:0]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2" name="직선 연결선 11">
            <a:extLst>
              <a:ext uri="{FF2B5EF4-FFF2-40B4-BE49-F238E27FC236}">
                <a16:creationId xmlns:a16="http://schemas.microsoft.com/office/drawing/2014/main" id="{6163B536-C8EE-26D3-EA2A-84F5FE8C5A4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24F5FC2-87CA-47ED-6D26-82F57F6F500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pic>
        <p:nvPicPr>
          <p:cNvPr id="14" name="그림 13">
            <a:extLst>
              <a:ext uri="{FF2B5EF4-FFF2-40B4-BE49-F238E27FC236}">
                <a16:creationId xmlns:a16="http://schemas.microsoft.com/office/drawing/2014/main" id="{E58C5FF5-D0BC-22B6-B4A5-299285AD5657}"/>
              </a:ext>
            </a:extLst>
          </p:cNvPr>
          <p:cNvPicPr>
            <a:picLocks noChangeAspect="1"/>
          </p:cNvPicPr>
          <p:nvPr/>
        </p:nvPicPr>
        <p:blipFill>
          <a:blip r:embed="rId2"/>
          <a:stretch>
            <a:fillRect/>
          </a:stretch>
        </p:blipFill>
        <p:spPr>
          <a:xfrm>
            <a:off x="1978661" y="3756223"/>
            <a:ext cx="4755268" cy="692388"/>
          </a:xfrm>
          <a:prstGeom prst="rect">
            <a:avLst/>
          </a:prstGeom>
        </p:spPr>
      </p:pic>
      <p:sp>
        <p:nvSpPr>
          <p:cNvPr id="15" name="직사각형 14">
            <a:extLst>
              <a:ext uri="{FF2B5EF4-FFF2-40B4-BE49-F238E27FC236}">
                <a16:creationId xmlns:a16="http://schemas.microsoft.com/office/drawing/2014/main" id="{572C1ECF-39BB-8BDB-BBCB-FA21A2ACD498}"/>
              </a:ext>
            </a:extLst>
          </p:cNvPr>
          <p:cNvSpPr/>
          <p:nvPr/>
        </p:nvSpPr>
        <p:spPr>
          <a:xfrm>
            <a:off x="4687993" y="3987800"/>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DC65527-4533-6A70-F5D7-70E6D88344BB}"/>
              </a:ext>
            </a:extLst>
          </p:cNvPr>
          <p:cNvSpPr/>
          <p:nvPr/>
        </p:nvSpPr>
        <p:spPr>
          <a:xfrm>
            <a:off x="6381326" y="4292554"/>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직사각형 1">
            <a:extLst>
              <a:ext uri="{FF2B5EF4-FFF2-40B4-BE49-F238E27FC236}">
                <a16:creationId xmlns:a16="http://schemas.microsoft.com/office/drawing/2014/main" id="{936CDC68-426A-1A66-6C0D-2C791D718F8E}"/>
              </a:ext>
            </a:extLst>
          </p:cNvPr>
          <p:cNvSpPr/>
          <p:nvPr/>
        </p:nvSpPr>
        <p:spPr>
          <a:xfrm>
            <a:off x="1965961" y="3206750"/>
            <a:ext cx="173989" cy="196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472AEDDA-62A1-4F78-A196-C04A675BC6CA}"/>
              </a:ext>
            </a:extLst>
          </p:cNvPr>
          <p:cNvSpPr txBox="1"/>
          <p:nvPr/>
        </p:nvSpPr>
        <p:spPr>
          <a:xfrm>
            <a:off x="1450342" y="3120509"/>
            <a:ext cx="515619" cy="369332"/>
          </a:xfrm>
          <a:prstGeom prst="rect">
            <a:avLst/>
          </a:prstGeom>
          <a:noFill/>
        </p:spPr>
        <p:txBody>
          <a:bodyPr wrap="square" rtlCol="0">
            <a:spAutoFit/>
          </a:bodyPr>
          <a:lstStyle/>
          <a:p>
            <a:r>
              <a:rPr lang="en-US" altLang="ko-KR" dirty="0">
                <a:solidFill>
                  <a:srgbClr val="FF0000"/>
                </a:solidFill>
              </a:rPr>
              <a:t>11?</a:t>
            </a:r>
            <a:endParaRPr lang="ko-KR" altLang="en-US" dirty="0">
              <a:solidFill>
                <a:srgbClr val="FF0000"/>
              </a:solidFill>
            </a:endParaRPr>
          </a:p>
        </p:txBody>
      </p:sp>
      <p:sp>
        <p:nvSpPr>
          <p:cNvPr id="7" name="직사각형 6">
            <a:extLst>
              <a:ext uri="{FF2B5EF4-FFF2-40B4-BE49-F238E27FC236}">
                <a16:creationId xmlns:a16="http://schemas.microsoft.com/office/drawing/2014/main" id="{9E5D2C59-B191-4091-D78D-BB1E1C16F0ED}"/>
              </a:ext>
            </a:extLst>
          </p:cNvPr>
          <p:cNvSpPr/>
          <p:nvPr/>
        </p:nvSpPr>
        <p:spPr>
          <a:xfrm>
            <a:off x="6084992" y="4233098"/>
            <a:ext cx="296334" cy="1968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TextBox 19">
            <a:extLst>
              <a:ext uri="{FF2B5EF4-FFF2-40B4-BE49-F238E27FC236}">
                <a16:creationId xmlns:a16="http://schemas.microsoft.com/office/drawing/2014/main" id="{855904E4-E921-C50D-A225-814E3E8EF9E9}"/>
              </a:ext>
            </a:extLst>
          </p:cNvPr>
          <p:cNvSpPr txBox="1"/>
          <p:nvPr/>
        </p:nvSpPr>
        <p:spPr>
          <a:xfrm>
            <a:off x="5894672" y="4481714"/>
            <a:ext cx="1396999" cy="369332"/>
          </a:xfrm>
          <a:prstGeom prst="rect">
            <a:avLst/>
          </a:prstGeom>
          <a:noFill/>
        </p:spPr>
        <p:txBody>
          <a:bodyPr wrap="square" rtlCol="0">
            <a:spAutoFit/>
          </a:bodyPr>
          <a:lstStyle/>
          <a:p>
            <a:r>
              <a:rPr lang="en-US" altLang="ko-KR" dirty="0">
                <a:solidFill>
                  <a:srgbClr val="FF0000"/>
                </a:solidFill>
              </a:rPr>
              <a:t>2LD 2nd</a:t>
            </a:r>
            <a:endParaRPr lang="ko-KR" altLang="en-US" dirty="0">
              <a:solidFill>
                <a:srgbClr val="FF0000"/>
              </a:solidFill>
            </a:endParaRPr>
          </a:p>
        </p:txBody>
      </p:sp>
    </p:spTree>
    <p:extLst>
      <p:ext uri="{BB962C8B-B14F-4D97-AF65-F5344CB8AC3E}">
        <p14:creationId xmlns:p14="http://schemas.microsoft.com/office/powerpoint/2010/main" val="3997374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685886361"/>
              </p:ext>
            </p:extLst>
          </p:nvPr>
        </p:nvGraphicFramePr>
        <p:xfrm>
          <a:off x="403137" y="1668334"/>
          <a:ext cx="6047025" cy="5592600"/>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75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PARITY_ERR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PARITY_ERR bit indicates a parity error.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1286988"/>
                  </a:ext>
                </a:extLst>
              </a:tr>
              <a:tr h="1568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592965"/>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VDD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6914715"/>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LDO_OV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Over-Voltage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719077"/>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LDO_UV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tx1"/>
                          </a:solidFill>
                          <a:effectLst/>
                          <a:latin typeface="Arial" panose="020B0604020202020204" pitchFamily="34" charset="0"/>
                          <a:ea typeface="+mn-ea"/>
                          <a:cs typeface="Arial" panose="020B0604020202020204" pitchFamily="34" charset="0"/>
                        </a:rPr>
                        <a:t>Flag for LDO Under-Voltage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075559"/>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268881575"/>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PARITY_ERR</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LDO_UV</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3A6DCE4C-7415-32B5-2FA7-9C75EA15C82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1649580-0E57-32B4-E7C8-ECB9FE4E25D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1900B248-4831-2E43-4C96-A0010052189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0006CE17-3DB9-C5F7-178A-DAC679D99506}"/>
              </a:ext>
            </a:extLst>
          </p:cNvPr>
          <p:cNvGraphicFramePr>
            <a:graphicFrameLocks noGrp="1"/>
          </p:cNvGraphicFramePr>
          <p:nvPr>
            <p:extLst>
              <p:ext uri="{D42A27DB-BD31-4B8C-83A1-F6EECF244321}">
                <p14:modId xmlns:p14="http://schemas.microsoft.com/office/powerpoint/2010/main" val="2271075161"/>
              </p:ext>
            </p:extLst>
          </p:nvPr>
        </p:nvGraphicFramePr>
        <p:xfrm>
          <a:off x="415467" y="3265938"/>
          <a:ext cx="6052400" cy="132735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MAX_CURR_VREF1/2/3/4/5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7590C2D4-55FB-1EA4-A87C-0FCA05C198F1}"/>
              </a:ext>
            </a:extLst>
          </p:cNvPr>
          <p:cNvGraphicFramePr>
            <a:graphicFrameLocks noGrp="1"/>
          </p:cNvGraphicFramePr>
          <p:nvPr>
            <p:extLst>
              <p:ext uri="{D42A27DB-BD31-4B8C-83A1-F6EECF244321}">
                <p14:modId xmlns:p14="http://schemas.microsoft.com/office/powerpoint/2010/main" val="2250424817"/>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54D9536-75A8-4F0F-61DB-0362C9696824}"/>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10" name="표 9">
            <a:extLst>
              <a:ext uri="{FF2B5EF4-FFF2-40B4-BE49-F238E27FC236}">
                <a16:creationId xmlns:a16="http://schemas.microsoft.com/office/drawing/2014/main" id="{09C1C812-3D06-38A3-E4C8-1D660933B59B}"/>
              </a:ext>
            </a:extLst>
          </p:cNvPr>
          <p:cNvGraphicFramePr>
            <a:graphicFrameLocks noGrp="1"/>
          </p:cNvGraphicFramePr>
          <p:nvPr>
            <p:extLst>
              <p:ext uri="{D42A27DB-BD31-4B8C-83A1-F6EECF244321}">
                <p14:modId xmlns:p14="http://schemas.microsoft.com/office/powerpoint/2010/main" val="2032010158"/>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1" name="표 10">
            <a:extLst>
              <a:ext uri="{FF2B5EF4-FFF2-40B4-BE49-F238E27FC236}">
                <a16:creationId xmlns:a16="http://schemas.microsoft.com/office/drawing/2014/main" id="{FF57BF8E-A4BE-5AED-37A8-4B106A46B830}"/>
              </a:ext>
            </a:extLst>
          </p:cNvPr>
          <p:cNvGraphicFramePr>
            <a:graphicFrameLocks noGrp="1"/>
          </p:cNvGraphicFramePr>
          <p:nvPr>
            <p:extLst>
              <p:ext uri="{D42A27DB-BD31-4B8C-83A1-F6EECF244321}">
                <p14:modId xmlns:p14="http://schemas.microsoft.com/office/powerpoint/2010/main" val="2841269008"/>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F2DBC359-4510-DD51-8101-DD3306B8820A}"/>
              </a:ext>
            </a:extLst>
          </p:cNvPr>
          <p:cNvGraphicFramePr>
            <a:graphicFrameLocks noGrp="1"/>
          </p:cNvGraphicFramePr>
          <p:nvPr>
            <p:extLst>
              <p:ext uri="{D42A27DB-BD31-4B8C-83A1-F6EECF244321}">
                <p14:modId xmlns:p14="http://schemas.microsoft.com/office/powerpoint/2010/main" val="3239313516"/>
              </p:ext>
            </p:extLst>
          </p:nvPr>
        </p:nvGraphicFramePr>
        <p:xfrm>
          <a:off x="415467" y="2452963"/>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MAX_CURR_VREF4[11:0]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D7B3D0E-7548-96A9-4DF9-9064433015FF}"/>
              </a:ext>
            </a:extLst>
          </p:cNvPr>
          <p:cNvGraphicFramePr>
            <a:graphicFrameLocks noGrp="1"/>
          </p:cNvGraphicFramePr>
          <p:nvPr>
            <p:extLst>
              <p:ext uri="{D42A27DB-BD31-4B8C-83A1-F6EECF244321}">
                <p14:modId xmlns:p14="http://schemas.microsoft.com/office/powerpoint/2010/main" val="374509521"/>
              </p:ext>
            </p:extLst>
          </p:nvPr>
        </p:nvGraphicFramePr>
        <p:xfrm>
          <a:off x="415467" y="2906359"/>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MAX_CURR_VREF5[11:0]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E5CC0E09-BF5D-A77F-CCFD-8B769436AA90}"/>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15" name="표 14">
            <a:extLst>
              <a:ext uri="{FF2B5EF4-FFF2-40B4-BE49-F238E27FC236}">
                <a16:creationId xmlns:a16="http://schemas.microsoft.com/office/drawing/2014/main" id="{13D113B7-FC19-FF6C-63AA-C3C85D360F0B}"/>
              </a:ext>
            </a:extLst>
          </p:cNvPr>
          <p:cNvGraphicFramePr>
            <a:graphicFrameLocks noGrp="1"/>
          </p:cNvGraphicFramePr>
          <p:nvPr>
            <p:extLst>
              <p:ext uri="{D42A27DB-BD31-4B8C-83A1-F6EECF244321}">
                <p14:modId xmlns:p14="http://schemas.microsoft.com/office/powerpoint/2010/main" val="156357113"/>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6" name="표 15">
            <a:extLst>
              <a:ext uri="{FF2B5EF4-FFF2-40B4-BE49-F238E27FC236}">
                <a16:creationId xmlns:a16="http://schemas.microsoft.com/office/drawing/2014/main" id="{CAF164D7-C8A2-5CDE-4A90-74A72E0C1955}"/>
              </a:ext>
            </a:extLst>
          </p:cNvPr>
          <p:cNvGraphicFramePr>
            <a:graphicFrameLocks noGrp="1"/>
          </p:cNvGraphicFramePr>
          <p:nvPr>
            <p:extLst>
              <p:ext uri="{D42A27DB-BD31-4B8C-83A1-F6EECF244321}">
                <p14:modId xmlns:p14="http://schemas.microsoft.com/office/powerpoint/2010/main" val="2532684545"/>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7" name="표 16">
            <a:extLst>
              <a:ext uri="{FF2B5EF4-FFF2-40B4-BE49-F238E27FC236}">
                <a16:creationId xmlns:a16="http://schemas.microsoft.com/office/drawing/2014/main" id="{B031C8BD-2172-8BCF-A231-C7E3A6AF1C7B}"/>
              </a:ext>
            </a:extLst>
          </p:cNvPr>
          <p:cNvGraphicFramePr>
            <a:graphicFrameLocks noGrp="1"/>
          </p:cNvGraphicFramePr>
          <p:nvPr>
            <p:extLst>
              <p:ext uri="{D42A27DB-BD31-4B8C-83A1-F6EECF244321}">
                <p14:modId xmlns:p14="http://schemas.microsoft.com/office/powerpoint/2010/main" val="21714239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8" name="표 17">
            <a:extLst>
              <a:ext uri="{FF2B5EF4-FFF2-40B4-BE49-F238E27FC236}">
                <a16:creationId xmlns:a16="http://schemas.microsoft.com/office/drawing/2014/main" id="{B605CF2C-FDA2-5C35-73F6-FE6D251AE936}"/>
              </a:ext>
            </a:extLst>
          </p:cNvPr>
          <p:cNvGraphicFramePr>
            <a:graphicFrameLocks noGrp="1"/>
          </p:cNvGraphicFramePr>
          <p:nvPr>
            <p:extLst>
              <p:ext uri="{D42A27DB-BD31-4B8C-83A1-F6EECF244321}">
                <p14:modId xmlns:p14="http://schemas.microsoft.com/office/powerpoint/2010/main" val="1702891244"/>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9" name="표 18">
            <a:extLst>
              <a:ext uri="{FF2B5EF4-FFF2-40B4-BE49-F238E27FC236}">
                <a16:creationId xmlns:a16="http://schemas.microsoft.com/office/drawing/2014/main" id="{61563497-C797-C868-CC71-166BBE9DD427}"/>
              </a:ext>
            </a:extLst>
          </p:cNvPr>
          <p:cNvGraphicFramePr>
            <a:graphicFrameLocks noGrp="1"/>
          </p:cNvGraphicFramePr>
          <p:nvPr>
            <p:extLst>
              <p:ext uri="{D42A27DB-BD31-4B8C-83A1-F6EECF244321}">
                <p14:modId xmlns:p14="http://schemas.microsoft.com/office/powerpoint/2010/main" val="2524729117"/>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0" name="표 19">
            <a:extLst>
              <a:ext uri="{FF2B5EF4-FFF2-40B4-BE49-F238E27FC236}">
                <a16:creationId xmlns:a16="http://schemas.microsoft.com/office/drawing/2014/main" id="{82341981-4229-AB83-1E6C-E42B312572A7}"/>
              </a:ext>
            </a:extLst>
          </p:cNvPr>
          <p:cNvGraphicFramePr>
            <a:graphicFrameLocks noGrp="1"/>
          </p:cNvGraphicFramePr>
          <p:nvPr>
            <p:extLst>
              <p:ext uri="{D42A27DB-BD31-4B8C-83A1-F6EECF244321}">
                <p14:modId xmlns:p14="http://schemas.microsoft.com/office/powerpoint/2010/main" val="3712258186"/>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21" name="표 20">
            <a:extLst>
              <a:ext uri="{FF2B5EF4-FFF2-40B4-BE49-F238E27FC236}">
                <a16:creationId xmlns:a16="http://schemas.microsoft.com/office/drawing/2014/main" id="{42017B6D-B055-9618-6E26-A074499DF421}"/>
              </a:ext>
            </a:extLst>
          </p:cNvPr>
          <p:cNvGraphicFramePr>
            <a:graphicFrameLocks noGrp="1"/>
          </p:cNvGraphicFramePr>
          <p:nvPr>
            <p:extLst>
              <p:ext uri="{D42A27DB-BD31-4B8C-83A1-F6EECF244321}">
                <p14:modId xmlns:p14="http://schemas.microsoft.com/office/powerpoint/2010/main" val="1596008694"/>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41484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3689115765"/>
              </p:ext>
            </p:extLst>
          </p:nvPr>
        </p:nvGraphicFramePr>
        <p:xfrm>
          <a:off x="393278" y="2641964"/>
          <a:ext cx="6046597" cy="149318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965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FB1/2/3/4/5_LEVEL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SHORT1/2/3/4/5</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6.5V          3b’010 : &gt;  9.5V          3b’011 : &gt; 12.5V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3b’100/101/110/111 : &gt; 16.5V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426242975"/>
              </p:ext>
            </p:extLst>
          </p:nvPr>
        </p:nvGraphicFramePr>
        <p:xfrm>
          <a:off x="402119" y="1111796"/>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rgbClr val="000000"/>
                          </a:solidFill>
                          <a:effectLst/>
                          <a:latin typeface="Arial" panose="020B0604020202020204" pitchFamily="34" charset="0"/>
                          <a:ea typeface="+mn-ea"/>
                          <a:cs typeface="Arial" panose="020B0604020202020204" pitchFamily="34" charset="0"/>
                        </a:rPr>
                        <a:t>FB4_LEVEL [2:0]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2008" y="846799"/>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2903590854"/>
              </p:ext>
            </p:extLst>
          </p:nvPr>
        </p:nvGraphicFramePr>
        <p:xfrm>
          <a:off x="402119" y="1558836"/>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FB5_LEVEL[2:0]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25566A79-AE74-0430-A846-BB9C4861D106}"/>
              </a:ext>
            </a:extLst>
          </p:cNvPr>
          <p:cNvGraphicFramePr>
            <a:graphicFrameLocks noGrp="1"/>
          </p:cNvGraphicFramePr>
          <p:nvPr>
            <p:extLst>
              <p:ext uri="{D42A27DB-BD31-4B8C-83A1-F6EECF244321}">
                <p14:modId xmlns:p14="http://schemas.microsoft.com/office/powerpoint/2010/main" val="2012591943"/>
              </p:ext>
            </p:extLst>
          </p:nvPr>
        </p:nvGraphicFramePr>
        <p:xfrm>
          <a:off x="410847" y="2008624"/>
          <a:ext cx="613991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92852">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99624">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fontAlgn="t"/>
                      <a:r>
                        <a:rPr lang="en-US" sz="7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x</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dirty="0"/>
                        <a:t>x</a:t>
                      </a:r>
                      <a:endParaRPr lang="ko-KR" altLang="en-US" sz="700"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SHORT5_LEVEL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SHORT4_LEVEL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10" name="직선 연결선 9">
            <a:extLst>
              <a:ext uri="{FF2B5EF4-FFF2-40B4-BE49-F238E27FC236}">
                <a16:creationId xmlns:a16="http://schemas.microsoft.com/office/drawing/2014/main" id="{856DFDE6-EBE8-5B16-2DD6-A6CF9563CB1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3357195-D84B-992D-2A99-840B3937C3D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cxnSp>
        <p:nvCxnSpPr>
          <p:cNvPr id="12" name="직선 연결선 11">
            <a:extLst>
              <a:ext uri="{FF2B5EF4-FFF2-40B4-BE49-F238E27FC236}">
                <a16:creationId xmlns:a16="http://schemas.microsoft.com/office/drawing/2014/main" id="{0EA9E116-7ACF-0EF6-128D-A62C07EA2B1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표 12">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2105380049"/>
              </p:ext>
            </p:extLst>
          </p:nvPr>
        </p:nvGraphicFramePr>
        <p:xfrm>
          <a:off x="458611" y="5833375"/>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LEVEL1/2/3/4/5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4B3B8378-FEF3-0BCE-5CAE-D3DEA41C9F85}"/>
              </a:ext>
            </a:extLst>
          </p:cNvPr>
          <p:cNvSpPr txBox="1"/>
          <p:nvPr/>
        </p:nvSpPr>
        <p:spPr>
          <a:xfrm>
            <a:off x="475062" y="442580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17" name="표 16">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1557171937"/>
              </p:ext>
            </p:extLst>
          </p:nvPr>
        </p:nvGraphicFramePr>
        <p:xfrm>
          <a:off x="475061" y="4690444"/>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44452F07-41A0-91C1-8C47-FB4B0EE2287E}"/>
              </a:ext>
            </a:extLst>
          </p:cNvPr>
          <p:cNvGraphicFramePr>
            <a:graphicFrameLocks noGrp="1"/>
          </p:cNvGraphicFramePr>
          <p:nvPr>
            <p:extLst>
              <p:ext uri="{D42A27DB-BD31-4B8C-83A1-F6EECF244321}">
                <p14:modId xmlns:p14="http://schemas.microsoft.com/office/powerpoint/2010/main" val="3432320673"/>
              </p:ext>
            </p:extLst>
          </p:nvPr>
        </p:nvGraphicFramePr>
        <p:xfrm>
          <a:off x="475061" y="5214078"/>
          <a:ext cx="6086461"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MAX_CURR_LEVEL5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MAX_CURR_LEVEL4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36A30146-DE5C-F660-2064-5C50489A56ED}"/>
              </a:ext>
            </a:extLst>
          </p:cNvPr>
          <p:cNvGraphicFramePr>
            <a:graphicFrameLocks noGrp="1"/>
          </p:cNvGraphicFramePr>
          <p:nvPr>
            <p:extLst>
              <p:ext uri="{D42A27DB-BD31-4B8C-83A1-F6EECF244321}">
                <p14:modId xmlns:p14="http://schemas.microsoft.com/office/powerpoint/2010/main" val="3748265166"/>
              </p:ext>
            </p:extLst>
          </p:nvPr>
        </p:nvGraphicFramePr>
        <p:xfrm>
          <a:off x="1291884" y="6611631"/>
          <a:ext cx="4092706" cy="1087320"/>
        </p:xfrm>
        <a:graphic>
          <a:graphicData uri="http://schemas.openxmlformats.org/drawingml/2006/table">
            <a:tbl>
              <a:tblPr firstRow="1" bandRow="1">
                <a:tableStyleId>{5C22544A-7EE6-4342-B048-85BDC9FD1C3A}</a:tableStyleId>
              </a:tblPr>
              <a:tblGrid>
                <a:gridCol w="1315639">
                  <a:extLst>
                    <a:ext uri="{9D8B030D-6E8A-4147-A177-3AD203B41FA5}">
                      <a16:colId xmlns:a16="http://schemas.microsoft.com/office/drawing/2014/main" val="2769999950"/>
                    </a:ext>
                  </a:extLst>
                </a:gridCol>
                <a:gridCol w="1049867">
                  <a:extLst>
                    <a:ext uri="{9D8B030D-6E8A-4147-A177-3AD203B41FA5}">
                      <a16:colId xmlns:a16="http://schemas.microsoft.com/office/drawing/2014/main" val="135637185"/>
                    </a:ext>
                  </a:extLst>
                </a:gridCol>
                <a:gridCol w="1727200">
                  <a:extLst>
                    <a:ext uri="{9D8B030D-6E8A-4147-A177-3AD203B41FA5}">
                      <a16:colId xmlns:a16="http://schemas.microsoft.com/office/drawing/2014/main" val="2852526216"/>
                    </a:ext>
                  </a:extLst>
                </a:gridCol>
              </a:tblGrid>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Step current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Bit [3:0]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MAX_CURR_LEVEL#</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4 mA / Step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0001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8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4361649"/>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5811600"/>
                  </a:ext>
                </a:extLst>
              </a:tr>
              <a:tr h="0">
                <a:tc vMerge="1">
                  <a:txBody>
                    <a:bodyPr/>
                    <a:lstStyle/>
                    <a:p>
                      <a:pPr latinLnBrk="1"/>
                      <a:endParaRPr lang="ko-KR"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60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393522"/>
                  </a:ext>
                </a:extLst>
              </a:tr>
              <a:tr h="0">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1111</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64 mA</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607618"/>
                  </a:ext>
                </a:extLst>
              </a:tr>
            </a:tbl>
          </a:graphicData>
        </a:graphic>
      </p:graphicFrame>
    </p:spTree>
    <p:extLst>
      <p:ext uri="{BB962C8B-B14F-4D97-AF65-F5344CB8AC3E}">
        <p14:creationId xmlns:p14="http://schemas.microsoft.com/office/powerpoint/2010/main" val="3100786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3721756"/>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904795610"/>
              </p:ext>
            </p:extLst>
          </p:nvPr>
        </p:nvGraphicFramePr>
        <p:xfrm>
          <a:off x="400554" y="4498697"/>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613424283"/>
              </p:ext>
            </p:extLst>
          </p:nvPr>
        </p:nvGraphicFramePr>
        <p:xfrm>
          <a:off x="400554" y="3982404"/>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6590145"/>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58283071"/>
              </p:ext>
            </p:extLst>
          </p:nvPr>
        </p:nvGraphicFramePr>
        <p:xfrm>
          <a:off x="399387" y="7373123"/>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1218299695"/>
              </p:ext>
            </p:extLst>
          </p:nvPr>
        </p:nvGraphicFramePr>
        <p:xfrm>
          <a:off x="404813" y="6852484"/>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498144FC-0ACF-C522-AFC5-B7350D05A0F1}"/>
              </a:ext>
            </a:extLst>
          </p:cNvPr>
          <p:cNvGraphicFramePr>
            <a:graphicFrameLocks noGrp="1"/>
          </p:cNvGraphicFramePr>
          <p:nvPr>
            <p:extLst>
              <p:ext uri="{D42A27DB-BD31-4B8C-83A1-F6EECF244321}">
                <p14:modId xmlns:p14="http://schemas.microsoft.com/office/powerpoint/2010/main" val="4251622869"/>
              </p:ext>
            </p:extLst>
          </p:nvPr>
        </p:nvGraphicFramePr>
        <p:xfrm>
          <a:off x="411788" y="1692400"/>
          <a:ext cx="6053977" cy="117612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PARITY_EN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This bit is used to enable Command Register data.</a:t>
                      </a:r>
                    </a:p>
                    <a:p>
                      <a:pPr marL="0" marR="0" lvl="0" indent="0" algn="just" defTabSz="685800" rtl="0" eaLnBrk="1" fontAlgn="auto" latinLnBrk="1" hangingPunct="1">
                        <a:lnSpc>
                          <a:spcPct val="100000"/>
                        </a:lnSpc>
                        <a:spcBef>
                          <a:spcPts val="0"/>
                        </a:spcBef>
                        <a:spcAft>
                          <a:spcPts val="0"/>
                        </a:spcAft>
                        <a:buClrTx/>
                        <a:buSzTx/>
                        <a:buFontTx/>
                        <a:buNone/>
                        <a:tabLst/>
                        <a:defRPr/>
                      </a:pP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0   register read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register read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0561164"/>
                  </a:ext>
                </a:extLst>
              </a:tr>
            </a:tbl>
          </a:graphicData>
        </a:graphic>
      </p:graphicFrame>
      <p:sp>
        <p:nvSpPr>
          <p:cNvPr id="3" name="TextBox 2">
            <a:extLst>
              <a:ext uri="{FF2B5EF4-FFF2-40B4-BE49-F238E27FC236}">
                <a16:creationId xmlns:a16="http://schemas.microsoft.com/office/drawing/2014/main" id="{0BD58825-A266-DC92-774E-6F17686FD982}"/>
              </a:ext>
            </a:extLst>
          </p:cNvPr>
          <p:cNvSpPr txBox="1"/>
          <p:nvPr/>
        </p:nvSpPr>
        <p:spPr>
          <a:xfrm>
            <a:off x="395545" y="800062"/>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PARITY_EN &amp; RD_EN</a:t>
            </a:r>
          </a:p>
        </p:txBody>
      </p:sp>
      <p:graphicFrame>
        <p:nvGraphicFramePr>
          <p:cNvPr id="21" name="표 20">
            <a:extLst>
              <a:ext uri="{FF2B5EF4-FFF2-40B4-BE49-F238E27FC236}">
                <a16:creationId xmlns:a16="http://schemas.microsoft.com/office/drawing/2014/main" id="{79C9F6CE-A40B-364B-1C32-A24B1FD8F135}"/>
              </a:ext>
            </a:extLst>
          </p:cNvPr>
          <p:cNvGraphicFramePr>
            <a:graphicFrameLocks noGrp="1"/>
          </p:cNvGraphicFramePr>
          <p:nvPr>
            <p:extLst>
              <p:ext uri="{D42A27DB-BD31-4B8C-83A1-F6EECF244321}">
                <p14:modId xmlns:p14="http://schemas.microsoft.com/office/powerpoint/2010/main" val="4251323829"/>
              </p:ext>
            </p:extLst>
          </p:nvPr>
        </p:nvGraphicFramePr>
        <p:xfrm>
          <a:off x="379304" y="1137396"/>
          <a:ext cx="6208618" cy="47928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410819">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93873">
                  <a:extLst>
                    <a:ext uri="{9D8B030D-6E8A-4147-A177-3AD203B41FA5}">
                      <a16:colId xmlns:a16="http://schemas.microsoft.com/office/drawing/2014/main" val="135637185"/>
                    </a:ext>
                  </a:extLst>
                </a:gridCol>
                <a:gridCol w="390947">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62687">
                  <a:extLst>
                    <a:ext uri="{9D8B030D-6E8A-4147-A177-3AD203B41FA5}">
                      <a16:colId xmlns:a16="http://schemas.microsoft.com/office/drawing/2014/main" val="2852526216"/>
                    </a:ext>
                  </a:extLst>
                </a:gridCol>
                <a:gridCol w="431665">
                  <a:extLst>
                    <a:ext uri="{9D8B030D-6E8A-4147-A177-3AD203B41FA5}">
                      <a16:colId xmlns:a16="http://schemas.microsoft.com/office/drawing/2014/main" val="103420222"/>
                    </a:ext>
                  </a:extLst>
                </a:gridCol>
                <a:gridCol w="442005">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PARITY_EN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t>x</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직사각형 4">
            <a:extLst>
              <a:ext uri="{FF2B5EF4-FFF2-40B4-BE49-F238E27FC236}">
                <a16:creationId xmlns:a16="http://schemas.microsoft.com/office/drawing/2014/main" id="{BA5DFDB8-522A-5E77-5CA0-B0021ACE221C}"/>
              </a:ext>
            </a:extLst>
          </p:cNvPr>
          <p:cNvSpPr/>
          <p:nvPr/>
        </p:nvSpPr>
        <p:spPr>
          <a:xfrm>
            <a:off x="6381326" y="4292554"/>
            <a:ext cx="296334" cy="101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8E06CB59-784F-ADC9-9608-9A1CE5630998}"/>
              </a:ext>
            </a:extLst>
          </p:cNvPr>
          <p:cNvSpPr/>
          <p:nvPr/>
        </p:nvSpPr>
        <p:spPr>
          <a:xfrm>
            <a:off x="6151662" y="1222337"/>
            <a:ext cx="525997" cy="5380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E83F16E-E985-0EEF-6E72-E0FF0175CDF9}"/>
              </a:ext>
            </a:extLst>
          </p:cNvPr>
          <p:cNvSpPr/>
          <p:nvPr/>
        </p:nvSpPr>
        <p:spPr>
          <a:xfrm>
            <a:off x="313263" y="2280460"/>
            <a:ext cx="4538137" cy="77305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4806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2812221777"/>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700566060"/>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below.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972431652"/>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1658117645"/>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2805891988"/>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920706360"/>
              </p:ext>
            </p:extLst>
          </p:nvPr>
        </p:nvGraphicFramePr>
        <p:xfrm>
          <a:off x="417695" y="6093062"/>
          <a:ext cx="6046695" cy="64802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971008561"/>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876711041"/>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pic>
        <p:nvPicPr>
          <p:cNvPr id="2" name="그림 1">
            <a:extLst>
              <a:ext uri="{FF2B5EF4-FFF2-40B4-BE49-F238E27FC236}">
                <a16:creationId xmlns:a16="http://schemas.microsoft.com/office/drawing/2014/main" id="{831AA078-1B79-47E0-5E58-CC8021161DF5}"/>
              </a:ext>
            </a:extLst>
          </p:cNvPr>
          <p:cNvPicPr>
            <a:picLocks noChangeAspect="1"/>
          </p:cNvPicPr>
          <p:nvPr/>
        </p:nvPicPr>
        <p:blipFill>
          <a:blip r:embed="rId2"/>
          <a:stretch>
            <a:fillRect/>
          </a:stretch>
        </p:blipFill>
        <p:spPr>
          <a:xfrm>
            <a:off x="499416" y="2303748"/>
            <a:ext cx="5628333" cy="857189"/>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2135025107"/>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 </a:t>
                      </a:r>
                      <a:r>
                        <a:rPr lang="en-US" altLang="ko-KR" sz="900" b="0" dirty="0" err="1">
                          <a:solidFill>
                            <a:schemeClr val="tx1"/>
                          </a:solidFill>
                          <a:latin typeface="Arial" panose="020B0604020202020204" pitchFamily="34" charset="0"/>
                          <a:ea typeface="+mn-ea"/>
                          <a:cs typeface="Arial" panose="020B0604020202020204" pitchFamily="34" charset="0"/>
                        </a:rPr>
                        <a:t>mclk</a:t>
                      </a:r>
                      <a:r>
                        <a:rPr lang="en-US" altLang="ko-KR" sz="900" b="0" dirty="0">
                          <a:solidFill>
                            <a:schemeClr val="tx1"/>
                          </a:solidFill>
                          <a:latin typeface="Arial" panose="020B0604020202020204" pitchFamily="34" charset="0"/>
                          <a:ea typeface="+mn-ea"/>
                          <a:cs typeface="Arial" panose="020B0604020202020204" pitchFamily="34" charset="0"/>
                        </a:rPr>
                        <a:t>/64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989018281"/>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2813872066"/>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189007813"/>
              </p:ext>
            </p:extLst>
          </p:nvPr>
        </p:nvGraphicFramePr>
        <p:xfrm>
          <a:off x="404812" y="5720961"/>
          <a:ext cx="6034799" cy="142366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write-protect3 = 0x555 : all register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un-writable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2847934245"/>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630109372"/>
              </p:ext>
            </p:extLst>
          </p:nvPr>
        </p:nvGraphicFramePr>
        <p:xfrm>
          <a:off x="414077" y="1550702"/>
          <a:ext cx="6057234" cy="377590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220032359"/>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315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1007749523"/>
              </p:ext>
            </p:extLst>
          </p:nvPr>
        </p:nvGraphicFramePr>
        <p:xfrm>
          <a:off x="392113" y="5963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enables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enables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enables OSC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CHOP_EN must be enabled to use the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enables DAC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enables BGR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1185350172"/>
              </p:ext>
            </p:extLst>
          </p:nvPr>
        </p:nvGraphicFramePr>
        <p:xfrm>
          <a:off x="404984" y="5577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rPr>
                        <a:t>CHOP_EN</a:t>
                      </a:r>
                      <a:endParaRPr kumimoji="0" lang="ko-KR" altLang="en-US" sz="450" b="0" i="0" u="none" strike="noStrike" kern="1200" cap="none" spc="0" normalizeH="0" baseline="0" noProof="0" dirty="0">
                        <a:ln>
                          <a:noFill/>
                        </a:ln>
                        <a:solidFill>
                          <a:srgbClr val="FF0000"/>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2380328476"/>
              </p:ext>
            </p:extLst>
          </p:nvPr>
        </p:nvGraphicFramePr>
        <p:xfrm>
          <a:off x="404812" y="1090806"/>
          <a:ext cx="6048365" cy="47928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401278">
                  <a:extLst>
                    <a:ext uri="{9D8B030D-6E8A-4147-A177-3AD203B41FA5}">
                      <a16:colId xmlns:a16="http://schemas.microsoft.com/office/drawing/2014/main" val="135637185"/>
                    </a:ext>
                  </a:extLst>
                </a:gridCol>
                <a:gridCol w="401278">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35877879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601667785"/>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2551898504"/>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2568290971"/>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SPRD_GAIN[3:0]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AE6339BF-CA64-D090-719B-884ECFA07AF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037121B-272E-0FD5-9655-7C4A69180D9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48F2A0C-5E18-76CC-0F02-C00F0B49EB0F}"/>
              </a:ext>
            </a:extLst>
          </p:cNvPr>
          <p:cNvSpPr txBox="1"/>
          <p:nvPr/>
        </p:nvSpPr>
        <p:spPr>
          <a:xfrm>
            <a:off x="404935" y="867833"/>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CLOCK GATE EN</a:t>
            </a:r>
          </a:p>
        </p:txBody>
      </p:sp>
      <p:graphicFrame>
        <p:nvGraphicFramePr>
          <p:cNvPr id="7" name="표 6">
            <a:extLst>
              <a:ext uri="{FF2B5EF4-FFF2-40B4-BE49-F238E27FC236}">
                <a16:creationId xmlns:a16="http://schemas.microsoft.com/office/drawing/2014/main" id="{90390064-12D9-948D-E620-C22D45463B36}"/>
              </a:ext>
            </a:extLst>
          </p:cNvPr>
          <p:cNvGraphicFramePr>
            <a:graphicFrameLocks noGrp="1"/>
          </p:cNvGraphicFramePr>
          <p:nvPr>
            <p:extLst>
              <p:ext uri="{D42A27DB-BD31-4B8C-83A1-F6EECF244321}">
                <p14:modId xmlns:p14="http://schemas.microsoft.com/office/powerpoint/2010/main" val="798836703"/>
              </p:ext>
            </p:extLst>
          </p:nvPr>
        </p:nvGraphicFramePr>
        <p:xfrm>
          <a:off x="404937" y="1732593"/>
          <a:ext cx="6057230" cy="27390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OTP_MCLK_EN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OTP block.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FR2_MCLK_EN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2</a:t>
                      </a:r>
                      <a:r>
                        <a:rPr lang="en-US" altLang="ko-KR" sz="900" b="0" baseline="30000" dirty="0">
                          <a:solidFill>
                            <a:schemeClr val="tx1"/>
                          </a:solidFill>
                          <a:latin typeface="Arial" panose="020B0604020202020204" pitchFamily="34" charset="0"/>
                          <a:ea typeface="+mn-ea"/>
                          <a:cs typeface="Arial" panose="020B0604020202020204" pitchFamily="34" charset="0"/>
                        </a:rPr>
                        <a:t>nd </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FR2_MCLK_EN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1</a:t>
                      </a:r>
                      <a:r>
                        <a:rPr lang="en-US" altLang="ko-KR" sz="900" b="0" baseline="30000" dirty="0">
                          <a:solidFill>
                            <a:schemeClr val="tx1"/>
                          </a:solidFill>
                          <a:latin typeface="Arial" panose="020B0604020202020204" pitchFamily="34" charset="0"/>
                          <a:ea typeface="+mn-ea"/>
                          <a:cs typeface="Arial" panose="020B0604020202020204" pitchFamily="34" charset="0"/>
                        </a:rPr>
                        <a:t>st</a:t>
                      </a:r>
                      <a:r>
                        <a:rPr lang="en-US" altLang="ko-KR" sz="900" b="0" dirty="0">
                          <a:solidFill>
                            <a:schemeClr val="tx1"/>
                          </a:solidFill>
                          <a:latin typeface="Arial" panose="020B0604020202020204" pitchFamily="34" charset="0"/>
                          <a:ea typeface="+mn-ea"/>
                          <a:cs typeface="Arial" panose="020B0604020202020204" pitchFamily="34" charset="0"/>
                        </a:rPr>
                        <a:t> frame buffer.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DC_MCLK_EN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clock gate enable function enable for register write / read block.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7178428"/>
                  </a:ext>
                </a:extLst>
              </a:tr>
            </a:tbl>
          </a:graphicData>
        </a:graphic>
      </p:graphicFrame>
      <p:graphicFrame>
        <p:nvGraphicFramePr>
          <p:cNvPr id="8" name="표 7">
            <a:extLst>
              <a:ext uri="{FF2B5EF4-FFF2-40B4-BE49-F238E27FC236}">
                <a16:creationId xmlns:a16="http://schemas.microsoft.com/office/drawing/2014/main" id="{8AFCB6CD-0EE7-EA6B-8589-43DC10459D5A}"/>
              </a:ext>
            </a:extLst>
          </p:cNvPr>
          <p:cNvGraphicFramePr>
            <a:graphicFrameLocks noGrp="1"/>
          </p:cNvGraphicFramePr>
          <p:nvPr>
            <p:extLst>
              <p:ext uri="{D42A27DB-BD31-4B8C-83A1-F6EECF244321}">
                <p14:modId xmlns:p14="http://schemas.microsoft.com/office/powerpoint/2010/main" val="1635806190"/>
              </p:ext>
            </p:extLst>
          </p:nvPr>
        </p:nvGraphicFramePr>
        <p:xfrm>
          <a:off x="404934" y="1133547"/>
          <a:ext cx="6271276" cy="47928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414867">
                  <a:extLst>
                    <a:ext uri="{9D8B030D-6E8A-4147-A177-3AD203B41FA5}">
                      <a16:colId xmlns:a16="http://schemas.microsoft.com/office/drawing/2014/main" val="4213315911"/>
                    </a:ext>
                  </a:extLst>
                </a:gridCol>
                <a:gridCol w="364067">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70616">
                  <a:extLst>
                    <a:ext uri="{9D8B030D-6E8A-4147-A177-3AD203B41FA5}">
                      <a16:colId xmlns:a16="http://schemas.microsoft.com/office/drawing/2014/main" val="1979433044"/>
                    </a:ext>
                  </a:extLst>
                </a:gridCol>
                <a:gridCol w="426516">
                  <a:extLst>
                    <a:ext uri="{9D8B030D-6E8A-4147-A177-3AD203B41FA5}">
                      <a16:colId xmlns:a16="http://schemas.microsoft.com/office/drawing/2014/main" val="4270661649"/>
                    </a:ext>
                  </a:extLst>
                </a:gridCol>
                <a:gridCol w="433866">
                  <a:extLst>
                    <a:ext uri="{9D8B030D-6E8A-4147-A177-3AD203B41FA5}">
                      <a16:colId xmlns:a16="http://schemas.microsoft.com/office/drawing/2014/main" val="3027041370"/>
                    </a:ext>
                  </a:extLst>
                </a:gridCol>
                <a:gridCol w="441216">
                  <a:extLst>
                    <a:ext uri="{9D8B030D-6E8A-4147-A177-3AD203B41FA5}">
                      <a16:colId xmlns:a16="http://schemas.microsoft.com/office/drawing/2014/main" val="2852526216"/>
                    </a:ext>
                  </a:extLst>
                </a:gridCol>
                <a:gridCol w="448566">
                  <a:extLst>
                    <a:ext uri="{9D8B030D-6E8A-4147-A177-3AD203B41FA5}">
                      <a16:colId xmlns:a16="http://schemas.microsoft.com/office/drawing/2014/main" val="103420222"/>
                    </a:ext>
                  </a:extLst>
                </a:gridCol>
                <a:gridCol w="45591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OTP_MCLK_EN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FR2_MCLK_EN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FR1_CLK_EN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DC_MCLK_EN</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566882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819464954"/>
              </p:ext>
            </p:extLst>
          </p:nvPr>
        </p:nvGraphicFramePr>
        <p:xfrm>
          <a:off x="395875" y="1734018"/>
          <a:ext cx="6063640" cy="3610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45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SW_SEL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000</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206708"/>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DTEST_MUX_EN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a:t>
                      </a:r>
                      <a:r>
                        <a:rPr lang="en-US" altLang="ko-KR" sz="900" b="0" dirty="0">
                          <a:solidFill>
                            <a:schemeClr val="tx1"/>
                          </a:solidFill>
                          <a:latin typeface="Arial" panose="020B0604020202020204" pitchFamily="34" charset="0"/>
                          <a:ea typeface="현대하모니 L" panose="02020603020101020101" pitchFamily="18" charset="-127"/>
                          <a:cs typeface="Arial" panose="020B0604020202020204" pitchFamily="34" charset="0"/>
                        </a:rPr>
                        <a:t>Digital mux signal selection bits for test.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362473806"/>
              </p:ext>
            </p:extLst>
          </p:nvPr>
        </p:nvGraphicFramePr>
        <p:xfrm>
          <a:off x="404811" y="1258316"/>
          <a:ext cx="6057353" cy="47928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SW_SEL[2:0]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DTEST_MUX_EN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008468"/>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3767175951"/>
              </p:ext>
            </p:extLst>
          </p:nvPr>
        </p:nvGraphicFramePr>
        <p:xfrm>
          <a:off x="408467" y="8275084"/>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713885924"/>
              </p:ext>
            </p:extLst>
          </p:nvPr>
        </p:nvGraphicFramePr>
        <p:xfrm>
          <a:off x="408467" y="7570225"/>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Tree>
    <p:extLst>
      <p:ext uri="{BB962C8B-B14F-4D97-AF65-F5344CB8AC3E}">
        <p14:creationId xmlns:p14="http://schemas.microsoft.com/office/powerpoint/2010/main" val="207895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
        <p:nvSpPr>
          <p:cNvPr id="2" name="TextBox 1">
            <a:extLst>
              <a:ext uri="{FF2B5EF4-FFF2-40B4-BE49-F238E27FC236}">
                <a16:creationId xmlns:a16="http://schemas.microsoft.com/office/drawing/2014/main" id="{6EAC8778-3449-E60C-8C10-4103C7E55033}"/>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IREF_CTL / BGR_CTL</a:t>
            </a:r>
          </a:p>
        </p:txBody>
      </p:sp>
      <p:graphicFrame>
        <p:nvGraphicFramePr>
          <p:cNvPr id="10" name="표 9">
            <a:extLst>
              <a:ext uri="{FF2B5EF4-FFF2-40B4-BE49-F238E27FC236}">
                <a16:creationId xmlns:a16="http://schemas.microsoft.com/office/drawing/2014/main" id="{9D589C2A-4D7F-455D-0205-FC62E47FF466}"/>
              </a:ext>
            </a:extLst>
          </p:cNvPr>
          <p:cNvGraphicFramePr>
            <a:graphicFrameLocks noGrp="1"/>
          </p:cNvGraphicFramePr>
          <p:nvPr>
            <p:extLst>
              <p:ext uri="{D42A27DB-BD31-4B8C-83A1-F6EECF244321}">
                <p14:modId xmlns:p14="http://schemas.microsoft.com/office/powerpoint/2010/main" val="1631109814"/>
              </p:ext>
            </p:extLst>
          </p:nvPr>
        </p:nvGraphicFramePr>
        <p:xfrm>
          <a:off x="407377" y="2470560"/>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631E30AC-512A-822F-71C5-562F11E04003}"/>
              </a:ext>
            </a:extLst>
          </p:cNvPr>
          <p:cNvSpPr txBox="1"/>
          <p:nvPr/>
        </p:nvSpPr>
        <p:spPr>
          <a:xfrm>
            <a:off x="415503" y="3006825"/>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a:t>
            </a:r>
          </a:p>
        </p:txBody>
      </p:sp>
      <p:graphicFrame>
        <p:nvGraphicFramePr>
          <p:cNvPr id="14" name="표 13">
            <a:extLst>
              <a:ext uri="{FF2B5EF4-FFF2-40B4-BE49-F238E27FC236}">
                <a16:creationId xmlns:a16="http://schemas.microsoft.com/office/drawing/2014/main" id="{9E8A8682-8AB2-EE00-7AA6-95427C11A15F}"/>
              </a:ext>
            </a:extLst>
          </p:cNvPr>
          <p:cNvGraphicFramePr>
            <a:graphicFrameLocks noGrp="1"/>
          </p:cNvGraphicFramePr>
          <p:nvPr>
            <p:extLst>
              <p:ext uri="{D42A27DB-BD31-4B8C-83A1-F6EECF244321}">
                <p14:modId xmlns:p14="http://schemas.microsoft.com/office/powerpoint/2010/main" val="3866864601"/>
              </p:ext>
            </p:extLst>
          </p:nvPr>
        </p:nvGraphicFramePr>
        <p:xfrm>
          <a:off x="392961" y="3277695"/>
          <a:ext cx="6054130" cy="37260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LDO_DAC_CTL[4:0]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rPr>
                        <a:t>OSC_RCTL[4:0]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2BA96956-98BF-4537-F806-52BFBA52216E}"/>
              </a:ext>
            </a:extLst>
          </p:cNvPr>
          <p:cNvGraphicFramePr>
            <a:graphicFrameLocks noGrp="1"/>
          </p:cNvGraphicFramePr>
          <p:nvPr>
            <p:extLst>
              <p:ext uri="{D42A27DB-BD31-4B8C-83A1-F6EECF244321}">
                <p14:modId xmlns:p14="http://schemas.microsoft.com/office/powerpoint/2010/main" val="3048258992"/>
              </p:ext>
            </p:extLst>
          </p:nvPr>
        </p:nvGraphicFramePr>
        <p:xfrm>
          <a:off x="397523" y="4069921"/>
          <a:ext cx="6049566"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409419">
                  <a:extLst>
                    <a:ext uri="{9D8B030D-6E8A-4147-A177-3AD203B41FA5}">
                      <a16:colId xmlns:a16="http://schemas.microsoft.com/office/drawing/2014/main" val="2079070694"/>
                    </a:ext>
                  </a:extLst>
                </a:gridCol>
                <a:gridCol w="409419">
                  <a:extLst>
                    <a:ext uri="{9D8B030D-6E8A-4147-A177-3AD203B41FA5}">
                      <a16:colId xmlns:a16="http://schemas.microsoft.com/office/drawing/2014/main" val="4213315911"/>
                    </a:ext>
                  </a:extLst>
                </a:gridCol>
                <a:gridCol w="409419">
                  <a:extLst>
                    <a:ext uri="{9D8B030D-6E8A-4147-A177-3AD203B41FA5}">
                      <a16:colId xmlns:a16="http://schemas.microsoft.com/office/drawing/2014/main" val="2769999950"/>
                    </a:ext>
                  </a:extLst>
                </a:gridCol>
                <a:gridCol w="409419">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C80A7409-B5D7-D1CE-4E6B-3ED66BACCE86}"/>
              </a:ext>
            </a:extLst>
          </p:cNvPr>
          <p:cNvSpPr txBox="1"/>
          <p:nvPr/>
        </p:nvSpPr>
        <p:spPr>
          <a:xfrm>
            <a:off x="415503" y="376528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LDO_OSC_CTL / LOD_CTL</a:t>
            </a:r>
          </a:p>
        </p:txBody>
      </p:sp>
    </p:spTree>
    <p:extLst>
      <p:ext uri="{BB962C8B-B14F-4D97-AF65-F5344CB8AC3E}">
        <p14:creationId xmlns:p14="http://schemas.microsoft.com/office/powerpoint/2010/main" val="2259773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B080FA4C-345F-0A5E-AE1D-16A6CA727478}"/>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4" name="표 3">
            <a:extLst>
              <a:ext uri="{FF2B5EF4-FFF2-40B4-BE49-F238E27FC236}">
                <a16:creationId xmlns:a16="http://schemas.microsoft.com/office/drawing/2014/main" id="{8755DDD7-B159-D3C8-E0E8-3D1B6FDDC6AF}"/>
              </a:ext>
            </a:extLst>
          </p:cNvPr>
          <p:cNvGraphicFramePr>
            <a:graphicFrameLocks noGrp="1"/>
          </p:cNvGraphicFramePr>
          <p:nvPr>
            <p:extLst>
              <p:ext uri="{D42A27DB-BD31-4B8C-83A1-F6EECF244321}">
                <p14:modId xmlns:p14="http://schemas.microsoft.com/office/powerpoint/2010/main" val="281013769"/>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4215DBC-7058-1530-27D2-1B2B8FA3C342}"/>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9" name="표 8">
            <a:extLst>
              <a:ext uri="{FF2B5EF4-FFF2-40B4-BE49-F238E27FC236}">
                <a16:creationId xmlns:a16="http://schemas.microsoft.com/office/drawing/2014/main" id="{288A205C-AB13-323C-2E44-23F8EEA56135}"/>
              </a:ext>
            </a:extLst>
          </p:cNvPr>
          <p:cNvGraphicFramePr>
            <a:graphicFrameLocks noGrp="1"/>
          </p:cNvGraphicFramePr>
          <p:nvPr>
            <p:extLst>
              <p:ext uri="{D42A27DB-BD31-4B8C-83A1-F6EECF244321}">
                <p14:modId xmlns:p14="http://schemas.microsoft.com/office/powerpoint/2010/main" val="1724581428"/>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C804169D-D9BD-C4A4-F505-F5C516A49FDF}"/>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13" name="표 12">
            <a:extLst>
              <a:ext uri="{FF2B5EF4-FFF2-40B4-BE49-F238E27FC236}">
                <a16:creationId xmlns:a16="http://schemas.microsoft.com/office/drawing/2014/main" id="{3007EBC0-1FD1-47A4-0FEC-18BA6A8079A6}"/>
              </a:ext>
            </a:extLst>
          </p:cNvPr>
          <p:cNvGraphicFramePr>
            <a:graphicFrameLocks noGrp="1"/>
          </p:cNvGraphicFramePr>
          <p:nvPr>
            <p:extLst>
              <p:ext uri="{D42A27DB-BD31-4B8C-83A1-F6EECF244321}">
                <p14:modId xmlns:p14="http://schemas.microsoft.com/office/powerpoint/2010/main" val="3623340157"/>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B3B9AB2A-1107-9F48-108E-0669DA131DE4}"/>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16" name="표 15">
            <a:extLst>
              <a:ext uri="{FF2B5EF4-FFF2-40B4-BE49-F238E27FC236}">
                <a16:creationId xmlns:a16="http://schemas.microsoft.com/office/drawing/2014/main" id="{87E9E057-E699-536E-A022-962F95979145}"/>
              </a:ext>
            </a:extLst>
          </p:cNvPr>
          <p:cNvGraphicFramePr>
            <a:graphicFrameLocks noGrp="1"/>
          </p:cNvGraphicFramePr>
          <p:nvPr>
            <p:extLst>
              <p:ext uri="{D42A27DB-BD31-4B8C-83A1-F6EECF244321}">
                <p14:modId xmlns:p14="http://schemas.microsoft.com/office/powerpoint/2010/main" val="306045096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73A4B8FE-215E-7DD7-A582-90B95D28925E}"/>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18" name="표 17">
            <a:extLst>
              <a:ext uri="{FF2B5EF4-FFF2-40B4-BE49-F238E27FC236}">
                <a16:creationId xmlns:a16="http://schemas.microsoft.com/office/drawing/2014/main" id="{03FCA041-7B06-9174-9743-760802E8FE7E}"/>
              </a:ext>
            </a:extLst>
          </p:cNvPr>
          <p:cNvGraphicFramePr>
            <a:graphicFrameLocks noGrp="1"/>
          </p:cNvGraphicFramePr>
          <p:nvPr>
            <p:extLst>
              <p:ext uri="{D42A27DB-BD31-4B8C-83A1-F6EECF244321}">
                <p14:modId xmlns:p14="http://schemas.microsoft.com/office/powerpoint/2010/main" val="3867422702"/>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F0FD6907-9648-568D-3049-29A99EB2B0E1}"/>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21" name="표 20">
            <a:extLst>
              <a:ext uri="{FF2B5EF4-FFF2-40B4-BE49-F238E27FC236}">
                <a16:creationId xmlns:a16="http://schemas.microsoft.com/office/drawing/2014/main" id="{69CCD497-0F4E-08CA-98D1-B558713D625B}"/>
              </a:ext>
            </a:extLst>
          </p:cNvPr>
          <p:cNvGraphicFramePr>
            <a:graphicFrameLocks noGrp="1"/>
          </p:cNvGraphicFramePr>
          <p:nvPr>
            <p:extLst>
              <p:ext uri="{D42A27DB-BD31-4B8C-83A1-F6EECF244321}">
                <p14:modId xmlns:p14="http://schemas.microsoft.com/office/powerpoint/2010/main" val="264681701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4025C4CC-55B1-9D62-00CA-78D0FA7A7844}"/>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23" name="표 22">
            <a:extLst>
              <a:ext uri="{FF2B5EF4-FFF2-40B4-BE49-F238E27FC236}">
                <a16:creationId xmlns:a16="http://schemas.microsoft.com/office/drawing/2014/main" id="{A74272DD-EF59-9068-6241-A7D8FEDF7960}"/>
              </a:ext>
            </a:extLst>
          </p:cNvPr>
          <p:cNvGraphicFramePr>
            <a:graphicFrameLocks noGrp="1"/>
          </p:cNvGraphicFramePr>
          <p:nvPr>
            <p:extLst>
              <p:ext uri="{D42A27DB-BD31-4B8C-83A1-F6EECF244321}">
                <p14:modId xmlns:p14="http://schemas.microsoft.com/office/powerpoint/2010/main" val="387176213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21F184D9-E2B5-B730-756D-981F4F630FB1}"/>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27" name="표 26">
            <a:extLst>
              <a:ext uri="{FF2B5EF4-FFF2-40B4-BE49-F238E27FC236}">
                <a16:creationId xmlns:a16="http://schemas.microsoft.com/office/drawing/2014/main" id="{7117CC40-2DEC-F861-5015-57F354C61DE1}"/>
              </a:ext>
            </a:extLst>
          </p:cNvPr>
          <p:cNvGraphicFramePr>
            <a:graphicFrameLocks noGrp="1"/>
          </p:cNvGraphicFramePr>
          <p:nvPr>
            <p:extLst>
              <p:ext uri="{D42A27DB-BD31-4B8C-83A1-F6EECF244321}">
                <p14:modId xmlns:p14="http://schemas.microsoft.com/office/powerpoint/2010/main" val="394363416"/>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15C8241-B022-EBC5-7AA6-3C4293B25ADA}"/>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5" name="표 44">
            <a:extLst>
              <a:ext uri="{FF2B5EF4-FFF2-40B4-BE49-F238E27FC236}">
                <a16:creationId xmlns:a16="http://schemas.microsoft.com/office/drawing/2014/main" id="{ECB8BE41-09F5-4CAA-0120-AF2BCBC8C0B4}"/>
              </a:ext>
            </a:extLst>
          </p:cNvPr>
          <p:cNvGraphicFramePr>
            <a:graphicFrameLocks noGrp="1"/>
          </p:cNvGraphicFramePr>
          <p:nvPr>
            <p:extLst>
              <p:ext uri="{D42A27DB-BD31-4B8C-83A1-F6EECF244321}">
                <p14:modId xmlns:p14="http://schemas.microsoft.com/office/powerpoint/2010/main" val="251048383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9104A1C3-709A-0289-44C5-512E0C5680E0}"/>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47" name="표 46">
            <a:extLst>
              <a:ext uri="{FF2B5EF4-FFF2-40B4-BE49-F238E27FC236}">
                <a16:creationId xmlns:a16="http://schemas.microsoft.com/office/drawing/2014/main" id="{8BE26898-8792-824D-ADC1-8DA5E2D70E0D}"/>
              </a:ext>
            </a:extLst>
          </p:cNvPr>
          <p:cNvGraphicFramePr>
            <a:graphicFrameLocks noGrp="1"/>
          </p:cNvGraphicFramePr>
          <p:nvPr>
            <p:extLst>
              <p:ext uri="{D42A27DB-BD31-4B8C-83A1-F6EECF244321}">
                <p14:modId xmlns:p14="http://schemas.microsoft.com/office/powerpoint/2010/main" val="607872444"/>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06F07769-B78A-ADC6-ADED-744DADE9B8F1}"/>
              </a:ext>
            </a:extLst>
          </p:cNvPr>
          <p:cNvGraphicFramePr>
            <a:graphicFrameLocks noGrp="1"/>
          </p:cNvGraphicFramePr>
          <p:nvPr>
            <p:extLst>
              <p:ext uri="{D42A27DB-BD31-4B8C-83A1-F6EECF244321}">
                <p14:modId xmlns:p14="http://schemas.microsoft.com/office/powerpoint/2010/main" val="2115329683"/>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97EC6956-36C0-E24F-9EB9-6B888A6B41F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50" name="표 49">
            <a:extLst>
              <a:ext uri="{FF2B5EF4-FFF2-40B4-BE49-F238E27FC236}">
                <a16:creationId xmlns:a16="http://schemas.microsoft.com/office/drawing/2014/main" id="{1C043E92-E3F2-385F-415A-B16D7D4A2DE7}"/>
              </a:ext>
            </a:extLst>
          </p:cNvPr>
          <p:cNvGraphicFramePr>
            <a:graphicFrameLocks noGrp="1"/>
          </p:cNvGraphicFramePr>
          <p:nvPr>
            <p:extLst>
              <p:ext uri="{D42A27DB-BD31-4B8C-83A1-F6EECF244321}">
                <p14:modId xmlns:p14="http://schemas.microsoft.com/office/powerpoint/2010/main" val="156807131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[8:0]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8982CD2-1804-05D5-A969-2B80614A60F7}"/>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Tree>
    <p:extLst>
      <p:ext uri="{BB962C8B-B14F-4D97-AF65-F5344CB8AC3E}">
        <p14:creationId xmlns:p14="http://schemas.microsoft.com/office/powerpoint/2010/main" val="2085636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43860087-FEB6-25E1-C87D-3B3790D66373}"/>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4" name="표 3">
            <a:extLst>
              <a:ext uri="{FF2B5EF4-FFF2-40B4-BE49-F238E27FC236}">
                <a16:creationId xmlns:a16="http://schemas.microsoft.com/office/drawing/2014/main" id="{D8757D80-AF28-9760-78AA-131A9FE99642}"/>
              </a:ext>
            </a:extLst>
          </p:cNvPr>
          <p:cNvGraphicFramePr>
            <a:graphicFrameLocks noGrp="1"/>
          </p:cNvGraphicFramePr>
          <p:nvPr>
            <p:extLst>
              <p:ext uri="{D42A27DB-BD31-4B8C-83A1-F6EECF244321}">
                <p14:modId xmlns:p14="http://schemas.microsoft.com/office/powerpoint/2010/main" val="3135627927"/>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00E3D1C6-FE9F-FA09-EF86-5CD248974E1A}"/>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9" name="표 8">
            <a:extLst>
              <a:ext uri="{FF2B5EF4-FFF2-40B4-BE49-F238E27FC236}">
                <a16:creationId xmlns:a16="http://schemas.microsoft.com/office/drawing/2014/main" id="{1562E8B9-8F9A-E218-D3E9-B7BE942C7C4C}"/>
              </a:ext>
            </a:extLst>
          </p:cNvPr>
          <p:cNvGraphicFramePr>
            <a:graphicFrameLocks noGrp="1"/>
          </p:cNvGraphicFramePr>
          <p:nvPr>
            <p:extLst>
              <p:ext uri="{D42A27DB-BD31-4B8C-83A1-F6EECF244321}">
                <p14:modId xmlns:p14="http://schemas.microsoft.com/office/powerpoint/2010/main" val="3713119989"/>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4ACB6DC-5EF4-CDFC-A91A-D334BCD4289D}"/>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13" name="표 12">
            <a:extLst>
              <a:ext uri="{FF2B5EF4-FFF2-40B4-BE49-F238E27FC236}">
                <a16:creationId xmlns:a16="http://schemas.microsoft.com/office/drawing/2014/main" id="{1C620205-8A8D-C1AB-C55F-0246AF7CD750}"/>
              </a:ext>
            </a:extLst>
          </p:cNvPr>
          <p:cNvGraphicFramePr>
            <a:graphicFrameLocks noGrp="1"/>
          </p:cNvGraphicFramePr>
          <p:nvPr>
            <p:extLst>
              <p:ext uri="{D42A27DB-BD31-4B8C-83A1-F6EECF244321}">
                <p14:modId xmlns:p14="http://schemas.microsoft.com/office/powerpoint/2010/main" val="2966191457"/>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F9EC7763-2E94-C3FC-83AC-5F5A7A40543B}"/>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16" name="표 15">
            <a:extLst>
              <a:ext uri="{FF2B5EF4-FFF2-40B4-BE49-F238E27FC236}">
                <a16:creationId xmlns:a16="http://schemas.microsoft.com/office/drawing/2014/main" id="{0E8AA658-C05F-A715-34BE-6CF073C490EF}"/>
              </a:ext>
            </a:extLst>
          </p:cNvPr>
          <p:cNvGraphicFramePr>
            <a:graphicFrameLocks noGrp="1"/>
          </p:cNvGraphicFramePr>
          <p:nvPr>
            <p:extLst>
              <p:ext uri="{D42A27DB-BD31-4B8C-83A1-F6EECF244321}">
                <p14:modId xmlns:p14="http://schemas.microsoft.com/office/powerpoint/2010/main" val="3664181195"/>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210CA4DD-3431-1DDB-03F8-638DA8A9BEEF}"/>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18" name="표 17">
            <a:extLst>
              <a:ext uri="{FF2B5EF4-FFF2-40B4-BE49-F238E27FC236}">
                <a16:creationId xmlns:a16="http://schemas.microsoft.com/office/drawing/2014/main" id="{30AD076E-4AE9-AADB-BB2C-ADE40F330F4F}"/>
              </a:ext>
            </a:extLst>
          </p:cNvPr>
          <p:cNvGraphicFramePr>
            <a:graphicFrameLocks noGrp="1"/>
          </p:cNvGraphicFramePr>
          <p:nvPr>
            <p:extLst>
              <p:ext uri="{D42A27DB-BD31-4B8C-83A1-F6EECF244321}">
                <p14:modId xmlns:p14="http://schemas.microsoft.com/office/powerpoint/2010/main" val="2527053205"/>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09F55DE0-F7CB-E256-E99A-5C62C247A9E9}"/>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21" name="표 20">
            <a:extLst>
              <a:ext uri="{FF2B5EF4-FFF2-40B4-BE49-F238E27FC236}">
                <a16:creationId xmlns:a16="http://schemas.microsoft.com/office/drawing/2014/main" id="{B36B421F-9768-6D75-B531-8532577AF901}"/>
              </a:ext>
            </a:extLst>
          </p:cNvPr>
          <p:cNvGraphicFramePr>
            <a:graphicFrameLocks noGrp="1"/>
          </p:cNvGraphicFramePr>
          <p:nvPr>
            <p:extLst>
              <p:ext uri="{D42A27DB-BD31-4B8C-83A1-F6EECF244321}">
                <p14:modId xmlns:p14="http://schemas.microsoft.com/office/powerpoint/2010/main" val="2540264603"/>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2" name="TextBox 21">
            <a:extLst>
              <a:ext uri="{FF2B5EF4-FFF2-40B4-BE49-F238E27FC236}">
                <a16:creationId xmlns:a16="http://schemas.microsoft.com/office/drawing/2014/main" id="{1706C60E-64DC-9D8A-257D-B1DDF48B6B73}"/>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23" name="표 22">
            <a:extLst>
              <a:ext uri="{FF2B5EF4-FFF2-40B4-BE49-F238E27FC236}">
                <a16:creationId xmlns:a16="http://schemas.microsoft.com/office/drawing/2014/main" id="{110CD29E-67FC-4CD7-9E0C-EBC3519EFC67}"/>
              </a:ext>
            </a:extLst>
          </p:cNvPr>
          <p:cNvGraphicFramePr>
            <a:graphicFrameLocks noGrp="1"/>
          </p:cNvGraphicFramePr>
          <p:nvPr>
            <p:extLst>
              <p:ext uri="{D42A27DB-BD31-4B8C-83A1-F6EECF244321}">
                <p14:modId xmlns:p14="http://schemas.microsoft.com/office/powerpoint/2010/main" val="2764751260"/>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5" name="TextBox 24">
            <a:extLst>
              <a:ext uri="{FF2B5EF4-FFF2-40B4-BE49-F238E27FC236}">
                <a16:creationId xmlns:a16="http://schemas.microsoft.com/office/drawing/2014/main" id="{3787AB3A-52BB-3522-1C1A-563AD74E977D}"/>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27" name="표 26">
            <a:extLst>
              <a:ext uri="{FF2B5EF4-FFF2-40B4-BE49-F238E27FC236}">
                <a16:creationId xmlns:a16="http://schemas.microsoft.com/office/drawing/2014/main" id="{38E432A7-0EB9-05B8-EE90-FDC0756921D3}"/>
              </a:ext>
            </a:extLst>
          </p:cNvPr>
          <p:cNvGraphicFramePr>
            <a:graphicFrameLocks noGrp="1"/>
          </p:cNvGraphicFramePr>
          <p:nvPr>
            <p:extLst>
              <p:ext uri="{D42A27DB-BD31-4B8C-83A1-F6EECF244321}">
                <p14:modId xmlns:p14="http://schemas.microsoft.com/office/powerpoint/2010/main" val="1648976384"/>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D5CEFA4E-6DDD-1D0E-8482-1F37C0269CCF}"/>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5" name="표 44">
            <a:extLst>
              <a:ext uri="{FF2B5EF4-FFF2-40B4-BE49-F238E27FC236}">
                <a16:creationId xmlns:a16="http://schemas.microsoft.com/office/drawing/2014/main" id="{D57D69EE-C61A-AAB0-3BC1-FAF8EC7A10AF}"/>
              </a:ext>
            </a:extLst>
          </p:cNvPr>
          <p:cNvGraphicFramePr>
            <a:graphicFrameLocks noGrp="1"/>
          </p:cNvGraphicFramePr>
          <p:nvPr>
            <p:extLst>
              <p:ext uri="{D42A27DB-BD31-4B8C-83A1-F6EECF244321}">
                <p14:modId xmlns:p14="http://schemas.microsoft.com/office/powerpoint/2010/main" val="1810221484"/>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6" name="TextBox 45">
            <a:extLst>
              <a:ext uri="{FF2B5EF4-FFF2-40B4-BE49-F238E27FC236}">
                <a16:creationId xmlns:a16="http://schemas.microsoft.com/office/drawing/2014/main" id="{4BC35642-8AFA-9669-F8DE-0DA3D5B8243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47" name="표 46">
            <a:extLst>
              <a:ext uri="{FF2B5EF4-FFF2-40B4-BE49-F238E27FC236}">
                <a16:creationId xmlns:a16="http://schemas.microsoft.com/office/drawing/2014/main" id="{835B340E-31E2-8292-2145-63B22084B0FB}"/>
              </a:ext>
            </a:extLst>
          </p:cNvPr>
          <p:cNvGraphicFramePr>
            <a:graphicFrameLocks noGrp="1"/>
          </p:cNvGraphicFramePr>
          <p:nvPr>
            <p:extLst>
              <p:ext uri="{D42A27DB-BD31-4B8C-83A1-F6EECF244321}">
                <p14:modId xmlns:p14="http://schemas.microsoft.com/office/powerpoint/2010/main" val="3815572682"/>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8" name="표 47">
            <a:extLst>
              <a:ext uri="{FF2B5EF4-FFF2-40B4-BE49-F238E27FC236}">
                <a16:creationId xmlns:a16="http://schemas.microsoft.com/office/drawing/2014/main" id="{454E45DE-DB3D-D563-836B-1E1A8324BB0A}"/>
              </a:ext>
            </a:extLst>
          </p:cNvPr>
          <p:cNvGraphicFramePr>
            <a:graphicFrameLocks noGrp="1"/>
          </p:cNvGraphicFramePr>
          <p:nvPr>
            <p:extLst>
              <p:ext uri="{D42A27DB-BD31-4B8C-83A1-F6EECF244321}">
                <p14:modId xmlns:p14="http://schemas.microsoft.com/office/powerpoint/2010/main" val="266277986"/>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9" name="TextBox 48">
            <a:extLst>
              <a:ext uri="{FF2B5EF4-FFF2-40B4-BE49-F238E27FC236}">
                <a16:creationId xmlns:a16="http://schemas.microsoft.com/office/drawing/2014/main" id="{CBEB84D1-6AF1-C05F-FA59-507EE42B6CCE}"/>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50" name="표 49">
            <a:extLst>
              <a:ext uri="{FF2B5EF4-FFF2-40B4-BE49-F238E27FC236}">
                <a16:creationId xmlns:a16="http://schemas.microsoft.com/office/drawing/2014/main" id="{42AA51D4-D61F-31AA-88B7-C49BA55BBA52}"/>
              </a:ext>
            </a:extLst>
          </p:cNvPr>
          <p:cNvGraphicFramePr>
            <a:graphicFrameLocks noGrp="1"/>
          </p:cNvGraphicFramePr>
          <p:nvPr>
            <p:extLst>
              <p:ext uri="{D42A27DB-BD31-4B8C-83A1-F6EECF244321}">
                <p14:modId xmlns:p14="http://schemas.microsoft.com/office/powerpoint/2010/main" val="2382754974"/>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1" name="TextBox 50">
            <a:extLst>
              <a:ext uri="{FF2B5EF4-FFF2-40B4-BE49-F238E27FC236}">
                <a16:creationId xmlns:a16="http://schemas.microsoft.com/office/drawing/2014/main" id="{3A3A36FA-4428-8318-9A4C-228EC0E18990}"/>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Tree>
    <p:extLst>
      <p:ext uri="{BB962C8B-B14F-4D97-AF65-F5344CB8AC3E}">
        <p14:creationId xmlns:p14="http://schemas.microsoft.com/office/powerpoint/2010/main" val="320493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12.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048428"/>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048428"/>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070516"/>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038652"/>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24778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246566"/>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240456"/>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155817"/>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extLst>
              <p:ext uri="{D42A27DB-BD31-4B8C-83A1-F6EECF244321}">
                <p14:modId xmlns:p14="http://schemas.microsoft.com/office/powerpoint/2010/main" val="3680206732"/>
              </p:ext>
            </p:extLst>
          </p:nvPr>
        </p:nvGraphicFramePr>
        <p:xfrm>
          <a:off x="3919794" y="4723738"/>
          <a:ext cx="2359085" cy="333985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634214"/>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185896"/>
            <a:ext cx="2656407" cy="169277"/>
          </a:xfrm>
          <a:prstGeom prst="rect">
            <a:avLst/>
          </a:prstGeom>
        </p:spPr>
        <p:txBody>
          <a:bodyPr vert="horz" wrap="squar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 [TBD]</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2939513"/>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sp>
        <p:nvSpPr>
          <p:cNvPr id="15" name="TextBox 14">
            <a:extLst>
              <a:ext uri="{FF2B5EF4-FFF2-40B4-BE49-F238E27FC236}">
                <a16:creationId xmlns:a16="http://schemas.microsoft.com/office/drawing/2014/main" id="{0CB09810-A151-C751-9644-0DADE9A706F0}"/>
              </a:ext>
            </a:extLst>
          </p:cNvPr>
          <p:cNvSpPr txBox="1"/>
          <p:nvPr/>
        </p:nvSpPr>
        <p:spPr>
          <a:xfrm>
            <a:off x="1598278" y="1591805"/>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592262"/>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2"/>
          <a:stretch>
            <a:fillRect/>
          </a:stretch>
        </p:blipFill>
        <p:spPr>
          <a:xfrm>
            <a:off x="404813" y="4943255"/>
            <a:ext cx="2684442" cy="989696"/>
          </a:xfrm>
          <a:prstGeom prst="rect">
            <a:avLst/>
          </a:prstGeom>
        </p:spPr>
      </p:pic>
      <p:sp>
        <p:nvSpPr>
          <p:cNvPr id="2" name="object 84">
            <a:extLst>
              <a:ext uri="{FF2B5EF4-FFF2-40B4-BE49-F238E27FC236}">
                <a16:creationId xmlns:a16="http://schemas.microsoft.com/office/drawing/2014/main" id="{49553C9C-3EB1-76D2-3EC1-977A0C15A833}"/>
              </a:ext>
            </a:extLst>
          </p:cNvPr>
          <p:cNvSpPr txBox="1"/>
          <p:nvPr/>
        </p:nvSpPr>
        <p:spPr>
          <a:xfrm>
            <a:off x="3556004" y="8313738"/>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sp>
        <p:nvSpPr>
          <p:cNvPr id="4" name="직사각형 3">
            <a:extLst>
              <a:ext uri="{FF2B5EF4-FFF2-40B4-BE49-F238E27FC236}">
                <a16:creationId xmlns:a16="http://schemas.microsoft.com/office/drawing/2014/main" id="{1471AEBD-9BA9-1078-4052-F41330159F9E}"/>
              </a:ext>
            </a:extLst>
          </p:cNvPr>
          <p:cNvSpPr/>
          <p:nvPr/>
        </p:nvSpPr>
        <p:spPr>
          <a:xfrm>
            <a:off x="3536954" y="2057321"/>
            <a:ext cx="363790" cy="571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70F19BF5-FE86-8607-C86B-BE365181E3BB}"/>
              </a:ext>
            </a:extLst>
          </p:cNvPr>
          <p:cNvPicPr>
            <a:picLocks noChangeAspect="1"/>
          </p:cNvPicPr>
          <p:nvPr/>
        </p:nvPicPr>
        <p:blipFill>
          <a:blip r:embed="rId3"/>
          <a:stretch>
            <a:fillRect/>
          </a:stretch>
        </p:blipFill>
        <p:spPr>
          <a:xfrm>
            <a:off x="3718849" y="1790812"/>
            <a:ext cx="2970031" cy="2850164"/>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pic>
        <p:nvPicPr>
          <p:cNvPr id="2" name="그림 1">
            <a:extLst>
              <a:ext uri="{FF2B5EF4-FFF2-40B4-BE49-F238E27FC236}">
                <a16:creationId xmlns:a16="http://schemas.microsoft.com/office/drawing/2014/main" id="{50DD466F-9B47-792A-F435-9A24E8AC7310}"/>
              </a:ext>
            </a:extLst>
          </p:cNvPr>
          <p:cNvPicPr>
            <a:picLocks noChangeAspect="1"/>
          </p:cNvPicPr>
          <p:nvPr/>
        </p:nvPicPr>
        <p:blipFill>
          <a:blip r:embed="rId2"/>
          <a:stretch>
            <a:fillRect/>
          </a:stretch>
        </p:blipFill>
        <p:spPr>
          <a:xfrm>
            <a:off x="336089" y="1497985"/>
            <a:ext cx="3493136" cy="2842803"/>
          </a:xfrm>
          <a:prstGeom prst="rect">
            <a:avLst/>
          </a:prstGeom>
        </p:spPr>
      </p:pic>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14" name="object 2">
            <a:extLst>
              <a:ext uri="{FF2B5EF4-FFF2-40B4-BE49-F238E27FC236}">
                <a16:creationId xmlns:a16="http://schemas.microsoft.com/office/drawing/2014/main" id="{0DA3FDB8-0BB8-62D3-FA2F-DE8AFC70CBAD}"/>
              </a:ext>
            </a:extLst>
          </p:cNvPr>
          <p:cNvGraphicFramePr>
            <a:graphicFrameLocks noGrp="1"/>
          </p:cNvGraphicFramePr>
          <p:nvPr>
            <p:extLst>
              <p:ext uri="{D42A27DB-BD31-4B8C-83A1-F6EECF244321}">
                <p14:modId xmlns:p14="http://schemas.microsoft.com/office/powerpoint/2010/main" val="225491152"/>
              </p:ext>
            </p:extLst>
          </p:nvPr>
        </p:nvGraphicFramePr>
        <p:xfrm>
          <a:off x="4775344" y="156546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1.8</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bl>
          </a:graphicData>
        </a:graphic>
      </p:graphicFrame>
      <p:sp>
        <p:nvSpPr>
          <p:cNvPr id="18" name="object 84">
            <a:extLst>
              <a:ext uri="{FF2B5EF4-FFF2-40B4-BE49-F238E27FC236}">
                <a16:creationId xmlns:a16="http://schemas.microsoft.com/office/drawing/2014/main" id="{E30F228C-2DA5-3423-A961-6C3D1420DF3F}"/>
              </a:ext>
            </a:extLst>
          </p:cNvPr>
          <p:cNvSpPr txBox="1"/>
          <p:nvPr/>
        </p:nvSpPr>
        <p:spPr>
          <a:xfrm>
            <a:off x="1074047" y="468688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microsoft.com/office/2006/documentManagement/types"/>
    <ds:schemaRef ds:uri="http://www.w3.org/XML/1998/namespace"/>
    <ds:schemaRef ds:uri="http://schemas.openxmlformats.org/package/2006/metadata/core-properties"/>
    <ds:schemaRef ds:uri="b68af7c0-9cef-4e12-8243-523fceba86ee"/>
    <ds:schemaRef ds:uri="http://purl.org/dc/dcmitype/"/>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60010</TotalTime>
  <Words>11722</Words>
  <Application>Microsoft Office PowerPoint</Application>
  <PresentationFormat>A4 용지(210x297mm)</PresentationFormat>
  <Paragraphs>3737</Paragraphs>
  <Slides>44</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44</vt:i4>
      </vt:variant>
    </vt:vector>
  </HeadingPairs>
  <TitlesOfParts>
    <vt:vector size="52"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이 준영</cp:lastModifiedBy>
  <cp:revision>1976</cp:revision>
  <cp:lastPrinted>2025-09-16T00:33:36Z</cp:lastPrinted>
  <dcterms:created xsi:type="dcterms:W3CDTF">2020-06-17T04:27:48Z</dcterms:created>
  <dcterms:modified xsi:type="dcterms:W3CDTF">2026-07-03T05:52:08Z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