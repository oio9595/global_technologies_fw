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omments/modernComment_181_FC17E64D.xml" ContentType="application/vnd.ms-powerpoint.comments+xml"/>
  <Override PartName="/ppt/comments/modernComment_116_3E0A177A.xml" ContentType="application/vnd.ms-powerpoint.comments+xml"/>
  <Override PartName="/ppt/comments/modernComment_119_8A2F5F74.xml" ContentType="application/vnd.ms-powerpoint.comments+xml"/>
  <Override PartName="/ppt/comments/modernComment_1B6_E37E8EAC.xml" ContentType="application/vnd.ms-powerpoint.comments+xml"/>
  <Override PartName="/ppt/comments/modernComment_114_6AE9E170.xml" ContentType="application/vnd.ms-powerpoint.comments+xml"/>
  <Override PartName="/ppt/comments/modernComment_159_1E8FD03B.xml" ContentType="application/vnd.ms-powerpoint.comments+xml"/>
  <Override PartName="/ppt/comments/modernComment_1A2_15270E2C.xml" ContentType="application/vnd.ms-powerpoint.comments+xml"/>
  <Override PartName="/ppt/comments/modernComment_11F_6EF7015F.xml" ContentType="application/vnd.ms-powerpoint.comments+xml"/>
  <Override PartName="/ppt/comments/modernComment_165_AE978784.xml" ContentType="application/vnd.ms-powerpoint.comments+xml"/>
  <Override PartName="/ppt/comments/modernComment_168_3B0ADBE8.xml" ContentType="application/vnd.ms-powerpoint.comments+xml"/>
  <Override PartName="/ppt/comments/modernComment_184_46F67987.xml" ContentType="application/vnd.ms-powerpoint.comments+xml"/>
  <Override PartName="/ppt/notesSlides/notesSlide1.xml" ContentType="application/vnd.openxmlformats-officedocument.presentationml.notesSlide+xml"/>
  <Override PartName="/ppt/comments/modernComment_1AD_A1E91B52.xml" ContentType="application/vnd.ms-powerpoint.comments+xml"/>
  <Override PartName="/ppt/comments/modernComment_1AE_F5F364B2.xml" ContentType="application/vnd.ms-powerpoint.comments+xml"/>
  <Override PartName="/ppt/comments/modernComment_1AF_ACFECA69.xml" ContentType="application/vnd.ms-powerpoint.comments+xml"/>
  <Override PartName="/ppt/notesSlides/notesSlide2.xml" ContentType="application/vnd.openxmlformats-officedocument.presentationml.notesSlide+xml"/>
  <Override PartName="/ppt/notesSlides/notesSlide3.xml" ContentType="application/vnd.openxmlformats-officedocument.presentationml.notesSlide+xml"/>
  <Override PartName="/ppt/comments/modernComment_135_CAAE9BF6.xml" ContentType="application/vnd.ms-powerpoint.comments+xml"/>
  <Override PartName="/ppt/comments/modernComment_182_6624252.xml" ContentType="application/vnd.ms-powerpoint.comments+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73"/>
  </p:notesMasterIdLst>
  <p:handoutMasterIdLst>
    <p:handoutMasterId r:id="rId74"/>
  </p:handoutMasterIdLst>
  <p:sldIdLst>
    <p:sldId id="266" r:id="rId5"/>
    <p:sldId id="385" r:id="rId6"/>
    <p:sldId id="277" r:id="rId7"/>
    <p:sldId id="278" r:id="rId8"/>
    <p:sldId id="279" r:id="rId9"/>
    <p:sldId id="280" r:id="rId10"/>
    <p:sldId id="281" r:id="rId11"/>
    <p:sldId id="282" r:id="rId12"/>
    <p:sldId id="438" r:id="rId13"/>
    <p:sldId id="276" r:id="rId14"/>
    <p:sldId id="345" r:id="rId15"/>
    <p:sldId id="418" r:id="rId16"/>
    <p:sldId id="344" r:id="rId17"/>
    <p:sldId id="287" r:id="rId18"/>
    <p:sldId id="314" r:id="rId19"/>
    <p:sldId id="371" r:id="rId20"/>
    <p:sldId id="372" r:id="rId21"/>
    <p:sldId id="376" r:id="rId22"/>
    <p:sldId id="375" r:id="rId23"/>
    <p:sldId id="378" r:id="rId24"/>
    <p:sldId id="379" r:id="rId25"/>
    <p:sldId id="377" r:id="rId26"/>
    <p:sldId id="380" r:id="rId27"/>
    <p:sldId id="382" r:id="rId28"/>
    <p:sldId id="368" r:id="rId29"/>
    <p:sldId id="383" r:id="rId30"/>
    <p:sldId id="373" r:id="rId31"/>
    <p:sldId id="434" r:id="rId32"/>
    <p:sldId id="435" r:id="rId33"/>
    <p:sldId id="436" r:id="rId34"/>
    <p:sldId id="293" r:id="rId35"/>
    <p:sldId id="330" r:id="rId36"/>
    <p:sldId id="349" r:id="rId37"/>
    <p:sldId id="350" r:id="rId38"/>
    <p:sldId id="351" r:id="rId39"/>
    <p:sldId id="353" r:id="rId40"/>
    <p:sldId id="352" r:id="rId41"/>
    <p:sldId id="356" r:id="rId42"/>
    <p:sldId id="357" r:id="rId43"/>
    <p:sldId id="358" r:id="rId44"/>
    <p:sldId id="359" r:id="rId45"/>
    <p:sldId id="360" r:id="rId46"/>
    <p:sldId id="433" r:id="rId47"/>
    <p:sldId id="388" r:id="rId48"/>
    <p:sldId id="417" r:id="rId49"/>
    <p:sldId id="437" r:id="rId50"/>
    <p:sldId id="361" r:id="rId51"/>
    <p:sldId id="387" r:id="rId52"/>
    <p:sldId id="362" r:id="rId53"/>
    <p:sldId id="363" r:id="rId54"/>
    <p:sldId id="364" r:id="rId55"/>
    <p:sldId id="429" r:id="rId56"/>
    <p:sldId id="430" r:id="rId57"/>
    <p:sldId id="426" r:id="rId58"/>
    <p:sldId id="427" r:id="rId59"/>
    <p:sldId id="428" r:id="rId60"/>
    <p:sldId id="420" r:id="rId61"/>
    <p:sldId id="365" r:id="rId62"/>
    <p:sldId id="366" r:id="rId63"/>
    <p:sldId id="367" r:id="rId64"/>
    <p:sldId id="431" r:id="rId65"/>
    <p:sldId id="432" r:id="rId66"/>
    <p:sldId id="413" r:id="rId67"/>
    <p:sldId id="708" r:id="rId68"/>
    <p:sldId id="709" r:id="rId69"/>
    <p:sldId id="710" r:id="rId70"/>
    <p:sldId id="309" r:id="rId71"/>
    <p:sldId id="386" r:id="rId72"/>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65"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43" userDrawn="1">
          <p15:clr>
            <a:srgbClr val="A4A3A4"/>
          </p15:clr>
        </p15:guide>
        <p15:guide id="17" orient="horz" pos="2031" userDrawn="1">
          <p15:clr>
            <a:srgbClr val="A4A3A4"/>
          </p15:clr>
        </p15:guide>
        <p15:guide id="18" orient="horz" pos="3800" userDrawn="1">
          <p15:clr>
            <a:srgbClr val="A4A3A4"/>
          </p15:clr>
        </p15:guide>
        <p15:guide id="19" orient="horz" pos="4413" userDrawn="1">
          <p15:clr>
            <a:srgbClr val="A4A3A4"/>
          </p15:clr>
        </p15:guide>
        <p15:guide id="20" orient="horz" pos="5547" userDrawn="1">
          <p15:clr>
            <a:srgbClr val="A4A3A4"/>
          </p15:clr>
        </p15:guide>
        <p15:guide id="21" orient="horz" pos="1419" userDrawn="1">
          <p15:clr>
            <a:srgbClr val="A4A3A4"/>
          </p15:clr>
        </p15:guide>
        <p15:guide id="22" orient="horz" pos="1056"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8036255-5B27-B474-E986-7A84E2BAF5FC}" name="예 창희" initials="창예" userId="S::chye@solutionkorea.onmicrosoft.com::de6a0ec6-2cea-4d0b-a153-59e12e0f21f7" providerId="AD"/>
  <p188:author id="{DD5FA65B-5604-BE03-608B-F6122C8A8655}" name="dongil kim" initials="dk" userId="1a02b3e6538b5a48" providerId="Windows Live"/>
  <p188:author id="{C8DF6CCE-C23F-CF43-834D-8616D3F5DBC8}" name="Jaeeun Nam" initials="JE" userId="Jaeeun Nam" providerId="None"/>
  <p188:author id="{5E03ACD7-6916-F275-5442-2DA38665A9F9}" name="엄 윤섭" initials="윤엄" userId="S::yseom@solutionkorea.onmicrosoft.com::6f549fa0-d0b0-4839-be30-c990f199deaa"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066FF"/>
    <a:srgbClr val="FF00FF"/>
    <a:srgbClr val="E8E8E8"/>
    <a:srgbClr val="0033CC"/>
    <a:srgbClr val="FFFFCC"/>
    <a:srgbClr val="CCFFFF"/>
    <a:srgbClr val="EAFAEA"/>
    <a:srgbClr val="C7F1C7"/>
    <a:srgbClr val="33CC3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7680" autoAdjust="0"/>
    <p:restoredTop sz="97244" autoAdjust="0"/>
  </p:normalViewPr>
  <p:slideViewPr>
    <p:cSldViewPr snapToGrid="0">
      <p:cViewPr>
        <p:scale>
          <a:sx n="75" d="100"/>
          <a:sy n="75" d="100"/>
        </p:scale>
        <p:origin x="2790" y="54"/>
      </p:cViewPr>
      <p:guideLst>
        <p:guide orient="horz" pos="217"/>
        <p:guide orient="horz" pos="5910"/>
        <p:guide pos="4065"/>
        <p:guide orient="horz" pos="2689"/>
        <p:guide pos="255"/>
        <p:guide pos="580"/>
        <p:guide pos="1988"/>
        <p:guide pos="2523"/>
        <p:guide pos="3906"/>
        <p:guide orient="horz" pos="943"/>
        <p:guide orient="horz" pos="2031"/>
        <p:guide orient="horz" pos="3800"/>
        <p:guide orient="horz" pos="4413"/>
        <p:guide orient="horz" pos="5547"/>
        <p:guide orient="horz" pos="1419"/>
        <p:guide orient="horz" pos="1056"/>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3" d="100"/>
          <a:sy n="83" d="100"/>
        </p:scale>
        <p:origin x="3096" y="114"/>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16" Type="http://schemas.openxmlformats.org/officeDocument/2006/relationships/slide" Target="slides/slide1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handoutMaster" Target="handoutMasters/handoutMaster1.xml"/><Relationship Id="rId79" Type="http://schemas.openxmlformats.org/officeDocument/2006/relationships/tableStyles" Target="tableStyles.xml"/><Relationship Id="rId5" Type="http://schemas.openxmlformats.org/officeDocument/2006/relationships/slide" Target="slides/slide1.xml"/><Relationship Id="rId61" Type="http://schemas.openxmlformats.org/officeDocument/2006/relationships/slide" Target="slides/slide57.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openxmlformats.org/officeDocument/2006/relationships/viewProps" Target="viewProps.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commentAuthors" Target="commentAuthors.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notesMaster" Target="notesMasters/notesMaster1.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presProps" Target="presProps.xml"/><Relationship Id="rId7" Type="http://schemas.openxmlformats.org/officeDocument/2006/relationships/slide" Target="slides/slide3.xml"/><Relationship Id="rId71" Type="http://schemas.openxmlformats.org/officeDocument/2006/relationships/slide" Target="slides/slide67.xml"/><Relationship Id="rId2" Type="http://schemas.openxmlformats.org/officeDocument/2006/relationships/customXml" Target="../customXml/item2.xml"/><Relationship Id="rId29" Type="http://schemas.openxmlformats.org/officeDocument/2006/relationships/slide" Target="slides/slide25.xml"/></Relationships>
</file>

<file path=ppt/comments/modernComment_1A2_15270E2C.xml><?xml version="1.0" encoding="utf-8"?>
<p188:cmLst xmlns:a="http://schemas.openxmlformats.org/drawingml/2006/main" xmlns:r="http://schemas.openxmlformats.org/officeDocument/2006/relationships" xmlns:p188="http://schemas.microsoft.com/office/powerpoint/2018/8/main">
  <p188:cm id="{6203B7BD-5234-4C67-B557-764E0C232225}" authorId="{5E03ACD7-6916-F275-5442-2DA38665A9F9}" created="2025-08-12T23:41:29.110">
    <pc:sldMkLst xmlns:pc="http://schemas.microsoft.com/office/powerpoint/2013/main/command">
      <pc:docMk/>
      <pc:sldMk cId="354881068" sldId="418"/>
    </pc:sldMkLst>
    <p188:txBody>
      <a:bodyPr/>
      <a:lstStyle/>
      <a:p>
        <a:r>
          <a:rPr lang="ko-KR" altLang="en-US"/>
          <a:t>[08/13] 윤진수전무 Tvdd 1.2ms -&gt; 2.5ms</a:t>
        </a:r>
      </a:p>
    </p188:txBody>
  </p188:cm>
  <p188:cm id="{02A23083-F569-4EED-B6B8-86BFAA6FD918}" authorId="{5E03ACD7-6916-F275-5442-2DA38665A9F9}" created="2025-09-12T06:12:51.533">
    <pc:sldMkLst xmlns:pc="http://schemas.microsoft.com/office/powerpoint/2013/main/command">
      <pc:docMk/>
      <pc:sldMk cId="354881068" sldId="418"/>
    </pc:sldMkLst>
    <p188:txBody>
      <a:bodyPr/>
      <a:lstStyle/>
      <a:p>
        <a:r>
          <a:rPr lang="ko-KR" altLang="en-US"/>
          <a:t>[09/12] Internal Initial time 20ms -&gt;100ms</a:t>
        </a:r>
      </a:p>
    </p188:txBody>
  </p188:cm>
  <p188:cm id="{DBB79DAC-97F0-4B1C-8BFA-3BE7F3D000A6}" authorId="{5E03ACD7-6916-F275-5442-2DA38665A9F9}" created="2025-09-16T02:32:39.363">
    <pc:sldMkLst xmlns:pc="http://schemas.microsoft.com/office/powerpoint/2013/main/command">
      <pc:docMk/>
      <pc:sldMk cId="354881068" sldId="418"/>
    </pc:sldMkLst>
    <p188:txBody>
      <a:bodyPr/>
      <a:lstStyle/>
      <a:p>
        <a:r>
          <a:rPr lang="ko-KR" altLang="en-US"/>
          <a:t>[09/16] Logic high duration → Logic long time
           Logic low duration → Logic short time</a:t>
        </a:r>
      </a:p>
    </p188:txBody>
  </p188:cm>
  <p188:cm id="{247A0176-F729-417D-BFBC-D0B9FD794B87}" authorId="{5E03ACD7-6916-F275-5442-2DA38665A9F9}" created="2025-09-16T02:33:54.252">
    <pc:sldMkLst xmlns:pc="http://schemas.microsoft.com/office/powerpoint/2013/main/command">
      <pc:docMk/>
      <pc:sldMk cId="354881068" sldId="418"/>
    </pc:sldMkLst>
    <p188:txBody>
      <a:bodyPr/>
      <a:lstStyle/>
      <a:p>
        <a:r>
          <a:rPr lang="ko-KR" altLang="en-US"/>
          <a:t>[09/16] Timing Symbol T0H → T1L
           Timing Symbol T1L → T0H</a:t>
        </a:r>
      </a:p>
    </p188:txBody>
  </p188:cm>
  <p188:cm id="{B477F313-373D-4068-A525-BF0777AD08D3}" authorId="{5E03ACD7-6916-F275-5442-2DA38665A9F9}" created="2025-09-25T23:38:29.462">
    <pc:sldMkLst xmlns:pc="http://schemas.microsoft.com/office/powerpoint/2013/main/command">
      <pc:docMk/>
      <pc:sldMk cId="354881068" sldId="418"/>
    </pc:sldMkLst>
    <p188:replyLst>
      <p188:reply id="{351ED8A1-9719-4ECB-8ECD-DDE264D78598}" authorId="{5E03ACD7-6916-F275-5442-2DA38665A9F9}" created="2025-09-25T23:39:43.528">
        <p188:txBody>
          <a:bodyPr/>
          <a:lstStyle/>
          <a:p>
            <a:r>
              <a:rPr lang="ko-KR" altLang="en-US"/>
              <a:t>&lt; 80 are normally recommended. However, the value depends on the baudrate of the XD.</a:t>
            </a:r>
          </a:p>
        </p188:txBody>
      </p188:reply>
    </p188:replyLst>
    <p188:txBody>
      <a:bodyPr/>
      <a:lstStyle/>
      <a:p>
        <a:r>
          <a:rPr lang="ko-KR" altLang="en-US"/>
          <a:t>[09/26] Note 2) ≤ 31 → ＜ 80 수정</a:t>
        </a:r>
      </a:p>
    </p188:txBody>
  </p188:cm>
  <p188:cm id="{5772F1F1-BB91-409D-A0ED-BD42C72BE681}" authorId="{C8DF6CCE-C23F-CF43-834D-8616D3F5DBC8}" created="2025-10-01T01:31:38.861">
    <pc:sldMkLst xmlns:pc="http://schemas.microsoft.com/office/powerpoint/2013/main/command">
      <pc:docMk/>
      <pc:sldMk cId="354881068" sldId="418"/>
    </pc:sldMkLst>
    <p188:txBody>
      <a:bodyPr/>
      <a:lstStyle/>
      <a:p>
        <a:r>
          <a:rPr lang="ko-KR" altLang="en-US"/>
          <a:t>[10/01] VoL 0.8 -&gt; 0.5 (max)</a:t>
        </a:r>
      </a:p>
    </p188:txBody>
  </p188:cm>
  <p188:cm id="{59D61168-A307-4583-88A4-FD852F3A05C2}" authorId="{5E03ACD7-6916-F275-5442-2DA38665A9F9}" created="2025-10-20T06:57:04.276">
    <pc:sldMkLst xmlns:pc="http://schemas.microsoft.com/office/powerpoint/2013/main/command">
      <pc:docMk/>
      <pc:sldMk cId="354881068" sldId="418"/>
    </pc:sldMkLst>
    <p188:txBody>
      <a:bodyPr/>
      <a:lstStyle/>
      <a:p>
        <a:r>
          <a:rPr lang="ko-KR" altLang="en-US"/>
          <a:t>[10/20] 소장님 Data  VOH 변경
 3.0V → VDD *0.8</a:t>
        </a:r>
      </a:p>
    </p188:txBody>
  </p188:cm>
  <p188:cm id="{D55CF2B6-9D32-47C4-8B1C-B15C5C50673F}" authorId="{5E03ACD7-6916-F275-5442-2DA38665A9F9}" created="2025-10-22T05:18:20.077">
    <pc:sldMkLst xmlns:pc="http://schemas.microsoft.com/office/powerpoint/2013/main/command">
      <pc:docMk/>
      <pc:sldMk cId="354881068" sldId="418"/>
    </pc:sldMkLst>
    <p188:txBody>
      <a:bodyPr/>
      <a:lstStyle/>
      <a:p>
        <a:r>
          <a:rPr lang="ko-KR" altLang="en-US"/>
          <a:t>[10/15] 점검리뷰 Tvdd 1.2ms -&gt; 2.0ms</a:t>
        </a:r>
      </a:p>
    </p188:txBody>
  </p188:cm>
</p188:cmLst>
</file>

<file path=ppt/comments/modernComment_1AD_A1E91B52.xml><?xml version="1.0" encoding="utf-8"?>
<p188:cmLst xmlns:a="http://schemas.openxmlformats.org/drawingml/2006/main" xmlns:r="http://schemas.openxmlformats.org/officeDocument/2006/relationships" xmlns:p188="http://schemas.microsoft.com/office/powerpoint/2018/8/main">
  <p188:cm id="{FB428AFA-CF20-4A69-8B7A-06415FA0D20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1AE_F5F364B2.xml><?xml version="1.0" encoding="utf-8"?>
<p188:cmLst xmlns:a="http://schemas.openxmlformats.org/drawingml/2006/main" xmlns:r="http://schemas.openxmlformats.org/officeDocument/2006/relationships" xmlns:p188="http://schemas.microsoft.com/office/powerpoint/2018/8/main">
  <p188:cm id="{9DBB3199-AD3D-48B9-BA99-32AEB3C1E14F}"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1AF_ACFECA69.xml><?xml version="1.0" encoding="utf-8"?>
<p188:cmLst xmlns:a="http://schemas.openxmlformats.org/drawingml/2006/main" xmlns:r="http://schemas.openxmlformats.org/officeDocument/2006/relationships" xmlns:p188="http://schemas.microsoft.com/office/powerpoint/2018/8/main">
  <p188:cm id="{A4D18544-DB3A-446F-A3B8-44430D42A9CE}"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B6_E37E8EAC.xml><?xml version="1.0" encoding="utf-8"?>
<p188:cmLst xmlns:a="http://schemas.openxmlformats.org/drawingml/2006/main" xmlns:r="http://schemas.openxmlformats.org/officeDocument/2006/relationships" xmlns:p188="http://schemas.microsoft.com/office/powerpoint/2018/8/main">
  <p188:cm id="{78C95251-3FB9-4E84-ABEF-268221DE5D15}" authorId="{DD5FA65B-5604-BE03-608B-F6122C8A8655}" created="2025-10-17T05:00:37.955">
    <pc:sldMkLst xmlns:pc="http://schemas.microsoft.com/office/powerpoint/2013/main/command">
      <pc:docMk/>
      <pc:sldMk cId="3816722092" sldId="438"/>
    </pc:sldMkLst>
    <p188:txBody>
      <a:bodyPr/>
      <a:lstStyle/>
      <a:p>
        <a:r>
          <a:rPr lang="ko-KR" altLang="en-US"/>
          <a:t>[10/17] 
LDOIN : I/O Type : none -&gt; I
LDOOUT : I/O Type    : I -&gt; O
VDD : I/O Type        : O -&gt; I
VSS : I/O Type     : none -&gt; I</a:t>
        </a:r>
      </a:p>
    </p188:txBody>
  </p188:cm>
</p188:cmLst>
</file>

<file path=ppt/comments/modernComment_11F_6EF7015F.xml><?xml version="1.0" encoding="utf-8"?>
<p188:cmLst xmlns:a="http://schemas.openxmlformats.org/drawingml/2006/main" xmlns:r="http://schemas.openxmlformats.org/officeDocument/2006/relationships" xmlns:p188="http://schemas.microsoft.com/office/powerpoint/2018/8/main">
  <p188:cm id="{7389D388-D714-4001-8337-E605F3CE8F1D}" authorId="{DD5FA65B-5604-BE03-608B-F6122C8A8655}" created="2025-10-17T05:06:15.191">
    <pc:sldMkLst xmlns:pc="http://schemas.microsoft.com/office/powerpoint/2013/main/command">
      <pc:docMk/>
      <pc:sldMk cId="1861681503" sldId="287"/>
    </pc:sldMkLst>
    <p188:txBody>
      <a:bodyPr/>
      <a:lstStyle/>
      <a:p>
        <a:r>
          <a:rPr lang="ko-KR" altLang="en-US"/>
          <a:t>[10/17] 주석 " 1) “ 에 대한 설명글 없음.</a:t>
        </a:r>
      </a:p>
    </p188:txBody>
  </p188:cm>
</p188:cmLst>
</file>

<file path=ppt/comments/modernComment_114_6AE9E170.xml><?xml version="1.0" encoding="utf-8"?>
<p188:cmLst xmlns:a="http://schemas.openxmlformats.org/drawingml/2006/main" xmlns:r="http://schemas.openxmlformats.org/officeDocument/2006/relationships" xmlns:p188="http://schemas.microsoft.com/office/powerpoint/2018/8/main">
  <p188:cm id="{8BF0A18C-3D12-4E23-A82A-D3579DBF98E8}" authorId="{5E03ACD7-6916-F275-5442-2DA38665A9F9}" created="2025-09-24T06:23:42.112">
    <pc:sldMkLst xmlns:pc="http://schemas.microsoft.com/office/powerpoint/2013/main/command">
      <pc:docMk/>
      <pc:sldMk cId="1793712496" sldId="276"/>
    </pc:sldMkLst>
    <p188:replyLst>
      <p188:reply id="{EC197173-F96E-4FEA-9E92-53447DD12E7D}" authorId="{5E03ACD7-6916-F275-5442-2DA38665A9F9}" created="2025-09-24T07:05:22.586">
        <p188:txBody>
          <a:bodyPr/>
          <a:lstStyle/>
          <a:p>
            <a:r>
              <a:rPr lang="ko-KR" altLang="en-US"/>
              <a:t>Ta = 55도 조건추가</a:t>
            </a:r>
          </a:p>
        </p188:txBody>
      </p188:reply>
    </p188:replyLst>
    <p188:txBody>
      <a:bodyPr/>
      <a:lstStyle/>
      <a:p>
        <a:r>
          <a:rPr lang="ko-KR" altLang="en-US"/>
          <a:t>[09/24] 열저항 정보 3개 항목 추가기입</a:t>
        </a:r>
      </a:p>
    </p188:txBody>
  </p188:cm>
  <p188:cm id="{17C7DE0A-3B1A-42DF-BF1A-D510E1950CCA}" authorId="{DD5FA65B-5604-BE03-608B-F6122C8A8655}" created="2025-10-17T05:01:45.195">
    <pc:sldMkLst xmlns:pc="http://schemas.microsoft.com/office/powerpoint/2013/main/command">
      <pc:docMk/>
      <pc:sldMk cId="1793712496" sldId="276"/>
    </pc:sldMkLst>
    <p188:txBody>
      <a:bodyPr/>
      <a:lstStyle/>
      <a:p>
        <a:r>
          <a:rPr lang="ko-KR" altLang="en-US"/>
          <a:t>[10/15] 점검리뷰 Operating Junction temperature 125도 -&gt; 150도</a:t>
        </a:r>
      </a:p>
    </p188:txBody>
  </p188:cm>
  <p188:cm id="{A907C20A-F532-4CE2-815A-C82A51E0BA94}" authorId="{5E03ACD7-6916-F275-5442-2DA38665A9F9}" created="2025-10-22T05:36:37.907">
    <pc:sldMkLst xmlns:pc="http://schemas.microsoft.com/office/powerpoint/2013/main/command">
      <pc:docMk/>
      <pc:sldMk cId="1793712496" sldId="276"/>
    </pc:sldMkLst>
    <p188:txBody>
      <a:bodyPr/>
      <a:lstStyle/>
      <a:p>
        <a:r>
          <a:rPr lang="ko-KR" altLang="en-US"/>
          <a:t>[10/22] Latch up 항목 삭제</a:t>
        </a:r>
      </a:p>
    </p188:txBody>
  </p188:cm>
</p188:cmLst>
</file>

<file path=ppt/comments/modernComment_116_3E0A177A.xml><?xml version="1.0" encoding="utf-8"?>
<p188:cmLst xmlns:a="http://schemas.openxmlformats.org/drawingml/2006/main" xmlns:r="http://schemas.openxmlformats.org/officeDocument/2006/relationships" xmlns:p188="http://schemas.microsoft.com/office/powerpoint/2018/8/main">
  <p188:cm id="{789B6848-14E7-489D-B6F8-E19A8EBBE24A}" authorId="{5E03ACD7-6916-F275-5442-2DA38665A9F9}" created="2025-07-24T05:02:04.808">
    <pc:sldMkLst xmlns:pc="http://schemas.microsoft.com/office/powerpoint/2013/main/command">
      <pc:docMk/>
      <pc:sldMk cId="1040848762" sldId="278"/>
    </pc:sldMkLst>
    <p188:txBody>
      <a:bodyPr/>
      <a:lstStyle/>
      <a:p>
        <a:r>
          <a:rPr lang="ko-KR" altLang="en-US"/>
          <a:t>[07/24] MCLK not used 조건 변경
(@예창희수석)</a:t>
        </a:r>
      </a:p>
    </p188:txBody>
  </p188:cm>
</p188:cmLst>
</file>

<file path=ppt/comments/modernComment_119_8A2F5F74.xml><?xml version="1.0" encoding="utf-8"?>
<p188:cmLst xmlns:a="http://schemas.openxmlformats.org/drawingml/2006/main" xmlns:r="http://schemas.openxmlformats.org/officeDocument/2006/relationships" xmlns:p188="http://schemas.microsoft.com/office/powerpoint/2018/8/main">
  <p188:cm id="{0E1DD0E8-C10A-4969-8C65-A1E58D8ED7E1}" authorId="{DD5FA65B-5604-BE03-608B-F6122C8A8655}" created="2025-10-17T05:01:04.807">
    <pc:sldMkLst xmlns:pc="http://schemas.microsoft.com/office/powerpoint/2013/main/command">
      <pc:docMk/>
      <pc:sldMk cId="2318360436" sldId="281"/>
    </pc:sldMkLst>
    <p188:txBody>
      <a:bodyPr/>
      <a:lstStyle/>
      <a:p>
        <a:r>
          <a:rPr lang="ko-KR" altLang="en-US"/>
          <a:t>[10/17]  MISO 등가회로 I/O -&gt; Outpu</a:t>
        </a:r>
      </a:p>
    </p188:txBody>
  </p188:cm>
</p188:cmLst>
</file>

<file path=ppt/comments/modernComment_135_CAAE9BF6.xml><?xml version="1.0" encoding="utf-8"?>
<p188:cmLst xmlns:a="http://schemas.openxmlformats.org/drawingml/2006/main" xmlns:r="http://schemas.openxmlformats.org/officeDocument/2006/relationships" xmlns:p188="http://schemas.microsoft.com/office/powerpoint/2018/8/main">
  <p188:cm id="{DEBDF760-EDB2-4574-9927-F1A1391234D3}" authorId="{5E03ACD7-6916-F275-5442-2DA38665A9F9}" created="2025-10-22T05:42:14.874">
    <pc:sldMkLst xmlns:pc="http://schemas.microsoft.com/office/powerpoint/2013/main/command">
      <pc:docMk/>
      <pc:sldMk cId="3400440822" sldId="309"/>
    </pc:sldMkLst>
    <p188:txBody>
      <a:bodyPr/>
      <a:lstStyle/>
      <a:p>
        <a:r>
          <a:rPr lang="ko-KR" altLang="en-US"/>
          <a:t>[10/16]                        min   typ    max
     기존  D1, E1       4.3   4.4   4.5
     변경  D1, E1       4.5   4.6   4.7 </a:t>
        </a:r>
      </a:p>
    </p188:txBody>
  </p188:cm>
</p188:cmLst>
</file>

<file path=ppt/comments/modernComment_159_1E8FD03B.xml><?xml version="1.0" encoding="utf-8"?>
<p188:cmLst xmlns:a="http://schemas.openxmlformats.org/drawingml/2006/main" xmlns:r="http://schemas.openxmlformats.org/officeDocument/2006/relationships" xmlns:p188="http://schemas.microsoft.com/office/powerpoint/2018/8/main">
  <p188:cm id="{69E3DDE7-5FB2-411F-A290-290C5C3565C9}" authorId="{5E03ACD7-6916-F275-5442-2DA38665A9F9}" created="2025-09-24T06:26:00.949">
    <pc:sldMkLst xmlns:pc="http://schemas.microsoft.com/office/powerpoint/2013/main/command">
      <pc:docMk/>
      <pc:sldMk cId="512741435" sldId="345"/>
    </pc:sldMkLst>
    <p188:txBody>
      <a:bodyPr/>
      <a:lstStyle/>
      <a:p>
        <a:r>
          <a:rPr lang="ko-KR" altLang="en-US"/>
          <a:t>[09/24] Quiescent current Symbolic Is 변경,  단위 mA변경</a:t>
        </a:r>
      </a:p>
    </p188:txBody>
  </p188:cm>
  <p188:cm id="{4E2D5C0B-C348-45E8-A2A1-BA8C2BC9AD2B}" authorId="{C8DF6CCE-C23F-CF43-834D-8616D3F5DBC8}" created="2025-09-25T04:41:51.460">
    <pc:sldMkLst xmlns:pc="http://schemas.microsoft.com/office/powerpoint/2013/main/command">
      <pc:docMk/>
      <pc:sldMk cId="512741435" sldId="345"/>
    </pc:sldMkLst>
    <p188:replyLst>
      <p188:reply id="{B5C04755-7AD0-4184-A03B-8B09814B0E27}" authorId="{DD5FA65B-5604-BE03-608B-F6122C8A8655}" created="2025-10-17T05:03:01.176">
        <p188:txBody>
          <a:bodyPr/>
          <a:lstStyle/>
          <a:p>
            <a:r>
              <a:rPr lang="ko-KR" altLang="en-US"/>
              <a:t>[10/17] 0.387mA -&gt; 2.80mA</a:t>
            </a:r>
          </a:p>
        </p188:txBody>
      </p188:reply>
    </p188:replyLst>
    <p188:txBody>
      <a:bodyPr/>
      <a:lstStyle/>
      <a:p>
        <a:r>
          <a:rPr lang="ko-KR" altLang="en-US"/>
          <a:t>[9/25] Quiescent current TBD =&gt; 0.387 mA (Typ.)</a:t>
        </a:r>
      </a:p>
    </p188:txBody>
  </p188:cm>
  <p188:cm id="{4ADA7623-8EE1-4947-AF6F-606FB5F5389C}" authorId="{C8DF6CCE-C23F-CF43-834D-8616D3F5DBC8}" created="2025-09-25T04:42:02.412">
    <pc:sldMkLst xmlns:pc="http://schemas.microsoft.com/office/powerpoint/2013/main/command">
      <pc:docMk/>
      <pc:sldMk cId="512741435" sldId="345"/>
    </pc:sldMkLst>
    <p188:replyLst>
      <p188:reply id="{D373B9A3-7DF9-4A93-B10D-A862DD05A4E3}" authorId="{DD5FA65B-5604-BE03-608B-F6122C8A8655}" created="2025-10-17T05:03:27.697">
        <p188:txBody>
          <a:bodyPr/>
          <a:lstStyle/>
          <a:p>
            <a:r>
              <a:rPr lang="ko-KR" altLang="en-US"/>
              <a:t>[10/17] Operating Current  5.785mA -&gt; 6.95mA</a:t>
            </a:r>
          </a:p>
        </p188:txBody>
      </p188:reply>
    </p188:replyLst>
    <p188:txBody>
      <a:bodyPr/>
      <a:lstStyle/>
      <a:p>
        <a:r>
          <a:rPr lang="ko-KR" altLang="en-US"/>
          <a:t>[9/25] Operating Current 7.5 mA =&gt; 5.785 mA (Typ.)</a:t>
        </a:r>
      </a:p>
    </p188:txBody>
  </p188:cm>
  <p188:cm id="{0ADC31C0-8090-468B-9781-57A88F47CCD1}" authorId="{C8DF6CCE-C23F-CF43-834D-8616D3F5DBC8}" created="2025-10-01T01:34:30.167">
    <ac:deMkLst xmlns:ac="http://schemas.microsoft.com/office/drawing/2013/main/command">
      <pc:docMk xmlns:pc="http://schemas.microsoft.com/office/powerpoint/2013/main/command"/>
      <pc:sldMk xmlns:pc="http://schemas.microsoft.com/office/powerpoint/2013/main/command" cId="512741435" sldId="345"/>
      <ac:graphicFrameMk id="23" creationId="{4A1FBA28-82AD-43E1-A504-169C043335A3}"/>
    </ac:deMkLst>
    <p188:txBody>
      <a:bodyPr/>
      <a:lstStyle/>
      <a:p>
        <a:r>
          <a:rPr lang="ko-KR" altLang="en-US"/>
          <a:t>[10/01] Vmisol  0.8 -&gt; 0.5 (max),
         Vsclkol 0.8 -&gt; 0.5 (max),
         Vsdol 0.8 -&gt; 0.5 (max)</a:t>
        </a:r>
      </a:p>
    </p188:txBody>
  </p188:cm>
</p188:cmLst>
</file>

<file path=ppt/comments/modernComment_165_AE978784.xml><?xml version="1.0" encoding="utf-8"?>
<p188:cmLst xmlns:a="http://schemas.openxmlformats.org/drawingml/2006/main" xmlns:r="http://schemas.openxmlformats.org/officeDocument/2006/relationships" xmlns:p188="http://schemas.microsoft.com/office/powerpoint/2018/8/main">
  <p188:cm id="{181B1806-6A8E-4B94-9AF5-4ABF17287E9C}" authorId="{5E03ACD7-6916-F275-5442-2DA38665A9F9}" created="2025-07-22T03:47:54.923">
    <ac:deMkLst xmlns:ac="http://schemas.microsoft.com/office/drawing/2013/main/command">
      <pc:docMk xmlns:pc="http://schemas.microsoft.com/office/powerpoint/2013/main/command"/>
      <pc:sldMk xmlns:pc="http://schemas.microsoft.com/office/powerpoint/2013/main/command" cId="2929166212" sldId="357"/>
      <ac:graphicFrameMk id="2" creationId="{759B6A5B-31E9-B386-8466-953CDEBC74B5}"/>
    </ac:deMkLst>
    <p188:txBody>
      <a:bodyPr/>
      <a:lstStyle/>
      <a:p>
        <a:r>
          <a:rPr lang="ko-KR" altLang="en-US"/>
          <a:t>[07/22] 예창희수석 15h B9~10 기능삭제
</a:t>
        </a:r>
      </a:p>
    </p188:txBody>
  </p188:cm>
</p188:cmLst>
</file>

<file path=ppt/comments/modernComment_168_3B0ADBE8.xml><?xml version="1.0" encoding="utf-8"?>
<p188:cmLst xmlns:a="http://schemas.openxmlformats.org/drawingml/2006/main" xmlns:r="http://schemas.openxmlformats.org/officeDocument/2006/relationships" xmlns:p188="http://schemas.microsoft.com/office/powerpoint/2018/8/main">
  <p188:cm id="{830AFE74-23F7-47B1-90DE-A35FAB854E67}" authorId="{5E03ACD7-6916-F275-5442-2DA38665A9F9}" created="2025-07-18T05:17:03.161">
    <ac:deMkLst xmlns:ac="http://schemas.microsoft.com/office/drawing/2013/main/command">
      <pc:docMk xmlns:pc="http://schemas.microsoft.com/office/powerpoint/2013/main/command"/>
      <pc:sldMk xmlns:pc="http://schemas.microsoft.com/office/powerpoint/2013/main/command" cId="990567400" sldId="360"/>
      <ac:graphicFrameMk id="12" creationId="{942CBF90-F319-207F-DF79-CA75DF4A015C}"/>
    </ac:deMkLst>
    <p188:txBody>
      <a:bodyPr/>
      <a:lstStyle/>
      <a:p>
        <a:r>
          <a:rPr lang="ko-KR" altLang="en-US"/>
          <a:t>[07/17] 예창희수석 : cyan text color update</a:t>
        </a:r>
      </a:p>
    </p188:txBody>
  </p188:cm>
</p188:cmLst>
</file>

<file path=ppt/comments/modernComment_181_FC17E64D.xml><?xml version="1.0" encoding="utf-8"?>
<p188:cmLst xmlns:a="http://schemas.openxmlformats.org/drawingml/2006/main" xmlns:r="http://schemas.openxmlformats.org/officeDocument/2006/relationships" xmlns:p188="http://schemas.microsoft.com/office/powerpoint/2018/8/main">
  <p188:cm id="{D349110E-9336-47C4-897D-C7B133F81F7F}" authorId="{5E03ACD7-6916-F275-5442-2DA38665A9F9}" created="2025-09-17T00:08:56.544">
    <ac:deMkLst xmlns:ac="http://schemas.microsoft.com/office/drawing/2013/main/command">
      <pc:docMk xmlns:pc="http://schemas.microsoft.com/office/powerpoint/2013/main/command"/>
      <pc:sldMk xmlns:pc="http://schemas.microsoft.com/office/powerpoint/2013/main/command" cId="4229424717" sldId="385"/>
      <ac:spMk id="33" creationId="{67B32650-222D-4C35-A872-078653E302CE}"/>
    </ac:deMkLst>
    <p188:txBody>
      <a:bodyPr/>
      <a:lstStyle/>
      <a:p>
        <a:r>
          <a:rPr lang="ko-KR" altLang="en-US"/>
          <a:t>[09/17] 오타 수정 ADC → DAC</a:t>
        </a:r>
      </a:p>
    </p188:txBody>
  </p188:cm>
</p188:cmLst>
</file>

<file path=ppt/comments/modernComment_182_6624252.xml><?xml version="1.0" encoding="utf-8"?>
<p188:cmLst xmlns:a="http://schemas.openxmlformats.org/drawingml/2006/main" xmlns:r="http://schemas.openxmlformats.org/officeDocument/2006/relationships" xmlns:p188="http://schemas.microsoft.com/office/powerpoint/2018/8/main">
  <p188:cm id="{8CFB8D45-FAED-4CDF-AED7-60DD2C34B45D}" authorId="{5E03ACD7-6916-F275-5442-2DA38665A9F9}" created="2025-10-22T05:42:33.807">
    <pc:sldMkLst xmlns:pc="http://schemas.microsoft.com/office/powerpoint/2013/main/command">
      <pc:docMk/>
      <pc:sldMk cId="107102802" sldId="386"/>
    </pc:sldMkLst>
    <p188:txBody>
      <a:bodyPr/>
      <a:lstStyle/>
      <a:p>
        <a:r>
          <a:rPr lang="ko-KR" altLang="en-US"/>
          <a:t>[10/16]                        min   typ    max
     기존  D1, E1       4.3   4.4   4.5
     변경  D1, E1       4.5   4.6   4.7 </a:t>
        </a:r>
      </a:p>
    </p188:txBody>
  </p188:cm>
  <p188:cm id="{9EA28322-7D85-4CB2-8919-628B5FE39395}" authorId="{5E03ACD7-6916-F275-5442-2DA38665A9F9}" created="2025-10-22T05:44:29.292">
    <pc:sldMkLst xmlns:pc="http://schemas.microsoft.com/office/powerpoint/2013/main/command">
      <pc:docMk/>
      <pc:sldMk cId="107102802" sldId="386"/>
    </pc:sldMkLst>
    <p188:txBody>
      <a:bodyPr/>
      <a:lstStyle/>
      <a:p>
        <a:r>
          <a:rPr lang="ko-KR" altLang="en-US"/>
          <a:t>[10/22] PIN #1 0.40x45 -&gt; 0.35x45</a:t>
        </a:r>
      </a:p>
    </p188:txBody>
  </p188:cm>
</p188:cmLst>
</file>

<file path=ppt/comments/modernComment_184_46F67987.xml><?xml version="1.0" encoding="utf-8"?>
<p188:cmLst xmlns:a="http://schemas.openxmlformats.org/drawingml/2006/main" xmlns:r="http://schemas.openxmlformats.org/officeDocument/2006/relationships" xmlns:p188="http://schemas.microsoft.com/office/powerpoint/2018/8/main">
  <p188:cm id="{6B14DB28-C5F1-404B-9DC1-1ACFF2AE66D5}" authorId="{5E03ACD7-6916-F275-5442-2DA38665A9F9}" created="2025-07-18T05:22:52.888">
    <pc:sldMkLst xmlns:pc="http://schemas.microsoft.com/office/powerpoint/2013/main/command">
      <pc:docMk/>
      <pc:sldMk cId="1190558087" sldId="388"/>
    </pc:sldMkLst>
    <p188:txBody>
      <a:bodyPr/>
      <a:lstStyle/>
      <a:p>
        <a:r>
          <a:rPr lang="ko-KR" altLang="en-US"/>
          <a:t>[07/17] 예창희수석 : Cyan text color update</a:t>
        </a:r>
      </a:p>
    </p188:txBody>
  </p188:cm>
  <p188:cm id="{F1C9D578-9B8E-4386-8954-297FB1C74057}" authorId="{A8036255-5B27-B474-E986-7A84E2BAF5FC}" created="2025-07-21T01:53:13.906">
    <pc:sldMkLst xmlns:pc="http://schemas.microsoft.com/office/powerpoint/2013/main/command">
      <pc:docMk/>
      <pc:sldMk cId="1190558087" sldId="388"/>
    </pc:sldMkLst>
    <p188:replyLst/>
    <p188:txBody>
      <a:bodyPr/>
      <a:lstStyle/>
      <a:p>
        <a:r>
          <a:rPr lang="ko-KR" altLang="en-US"/>
          <a:t>[07/21] 1B 번지 default 값과 3번 bit 설명 수정
[07/22] 1A 번지 default 값 기제</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2026-01-26 (Mon)</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2026-01-26 (Mon)</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52</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8B2CBB-F4B3-D6CE-DE4D-044D57795C41}"/>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43D196D3-B0BE-7A2C-F4E8-248288D959EF}"/>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FFC4805C-DEE1-CA3B-FCF8-B822A0C0F02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3D36EA22-5F6D-6E11-50A4-DF5265B70A82}"/>
              </a:ext>
            </a:extLst>
          </p:cNvPr>
          <p:cNvSpPr>
            <a:spLocks noGrp="1"/>
          </p:cNvSpPr>
          <p:nvPr>
            <p:ph type="sldNum" sz="quarter" idx="5"/>
          </p:nvPr>
        </p:nvSpPr>
        <p:spPr/>
        <p:txBody>
          <a:bodyPr/>
          <a:lstStyle/>
          <a:p>
            <a:pPr>
              <a:defRPr/>
            </a:pPr>
            <a:fld id="{27059158-E109-4140-9926-DB4714258AF8}" type="slidenum">
              <a:rPr lang="ko-KR" altLang="en-US" smtClean="0"/>
              <a:pPr>
                <a:defRPr/>
              </a:pPr>
              <a:t>65</a:t>
            </a:fld>
            <a:endParaRPr lang="ko-KR" altLang="en-US"/>
          </a:p>
        </p:txBody>
      </p:sp>
    </p:spTree>
    <p:extLst>
      <p:ext uri="{BB962C8B-B14F-4D97-AF65-F5344CB8AC3E}">
        <p14:creationId xmlns:p14="http://schemas.microsoft.com/office/powerpoint/2010/main" val="285563261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1D23E6-89DC-2DEB-0708-112A88B1624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34FE2B1A-50B6-46AE-107D-F54002321DF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7C21440-E289-6D9F-A203-D0070697202A}"/>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ACF49F18-B1BC-60B6-E083-4778C4E26C2A}"/>
              </a:ext>
            </a:extLst>
          </p:cNvPr>
          <p:cNvSpPr>
            <a:spLocks noGrp="1"/>
          </p:cNvSpPr>
          <p:nvPr>
            <p:ph type="sldNum" sz="quarter" idx="5"/>
          </p:nvPr>
        </p:nvSpPr>
        <p:spPr/>
        <p:txBody>
          <a:bodyPr/>
          <a:lstStyle/>
          <a:p>
            <a:pPr>
              <a:defRPr/>
            </a:pPr>
            <a:fld id="{27059158-E109-4140-9926-DB4714258AF8}" type="slidenum">
              <a:rPr lang="ko-KR" altLang="en-US" smtClean="0"/>
              <a:pPr>
                <a:defRPr/>
              </a:pPr>
              <a:t>66</a:t>
            </a:fld>
            <a:endParaRPr lang="ko-KR" altLang="en-US"/>
          </a:p>
        </p:txBody>
      </p:sp>
    </p:spTree>
    <p:extLst>
      <p:ext uri="{BB962C8B-B14F-4D97-AF65-F5344CB8AC3E}">
        <p14:creationId xmlns:p14="http://schemas.microsoft.com/office/powerpoint/2010/main" val="169499784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XC24R</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2026-01-26 (Mon)</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2026-01-26 (Mon)</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2026-01-26 (Mon)</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2026-01-26 (Mon)</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2026-01-26 (Mon)</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2026-01-26 (Mon)</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2026-01-26 (Mon)</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2026-01-26 (Mon)</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2026-01-26 (Mon)</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2026-01-26 (Mon)</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사용자 지정 레이아웃">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836964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hyperlink" Target="http://glbltech.com/" TargetMode="Externa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7"/>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31. Jan. 2026  Rev 0.1</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7" r:id="rId15"/>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microsoft.com/office/2018/10/relationships/comments" Target="../comments/modernComment_181_FC17E64D.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microsoft.com/office/2018/10/relationships/comments" Target="../comments/modernComment_116_3E0A177A.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5.png"/><Relationship Id="rId2" Type="http://schemas.microsoft.com/office/2018/10/relationships/comments" Target="../comments/modernComment_119_8A2F5F74.xml"/><Relationship Id="rId1" Type="http://schemas.openxmlformats.org/officeDocument/2006/relationships/slideLayout" Target="../slideLayouts/slideLayout4.xml"/><Relationship Id="rId5" Type="http://schemas.openxmlformats.org/officeDocument/2006/relationships/image" Target="../media/image7.png"/><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png"/><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9.xml.rels><?xml version="1.0" encoding="UTF-8" standalone="yes"?>
<Relationships xmlns="http://schemas.openxmlformats.org/package/2006/relationships"><Relationship Id="rId3" Type="http://schemas.openxmlformats.org/officeDocument/2006/relationships/image" Target="../media/image10.png"/><Relationship Id="rId2" Type="http://schemas.microsoft.com/office/2018/10/relationships/comments" Target="../comments/modernComment_1B6_E37E8EAC.xml"/><Relationship Id="rId1" Type="http://schemas.openxmlformats.org/officeDocument/2006/relationships/slideLayout" Target="../slideLayouts/slideLayout4.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s/_rels/slide10.xml.rels><?xml version="1.0" encoding="UTF-8" standalone="yes"?>
<Relationships xmlns="http://schemas.openxmlformats.org/package/2006/relationships"><Relationship Id="rId2" Type="http://schemas.microsoft.com/office/2018/10/relationships/comments" Target="../comments/modernComment_114_6AE9E17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microsoft.com/office/2018/10/relationships/comments" Target="../comments/modernComment_159_1E8FD03B.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microsoft.com/office/2018/10/relationships/comments" Target="../comments/modernComment_1A2_15270E2C.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3" Type="http://schemas.openxmlformats.org/officeDocument/2006/relationships/image" Target="../media/image14.png"/><Relationship Id="rId2" Type="http://schemas.microsoft.com/office/2018/10/relationships/comments" Target="../comments/modernComment_11F_6EF7015F.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4.xml"/><Relationship Id="rId4" Type="http://schemas.openxmlformats.org/officeDocument/2006/relationships/image" Target="../media/image18.png"/></Relationships>
</file>

<file path=ppt/slides/_rels/slide3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4.xml"/><Relationship Id="rId4" Type="http://schemas.openxmlformats.org/officeDocument/2006/relationships/image" Target="../media/image2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2" Type="http://schemas.microsoft.com/office/2018/10/relationships/comments" Target="../comments/modernComment_165_AE978784.xml"/><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2" Type="http://schemas.microsoft.com/office/2018/10/relationships/comments" Target="../comments/modernComment_168_3B0ADBE8.xml"/><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2" Type="http://schemas.microsoft.com/office/2018/10/relationships/comments" Target="../comments/modernComment_184_46F67987.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3" Type="http://schemas.microsoft.com/office/2018/10/relationships/comments" Target="../comments/modernComment_1AD_A1E91B52.xml"/><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2" Type="http://schemas.microsoft.com/office/2018/10/relationships/comments" Target="../comments/modernComment_1AE_F5F364B2.xml"/><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microsoft.com/office/2018/10/relationships/comments" Target="../comments/modernComment_1AF_ACFECA69.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15.xml"/></Relationships>
</file>

<file path=ppt/slides/_rels/slide65.xml.rels><?xml version="1.0" encoding="UTF-8" standalone="yes"?>
<Relationships xmlns="http://schemas.openxmlformats.org/package/2006/relationships"><Relationship Id="rId3" Type="http://schemas.openxmlformats.org/officeDocument/2006/relationships/image" Target="../media/image24.png"/><Relationship Id="rId7" Type="http://schemas.microsoft.com/office/2007/relationships/hdphoto" Target="../media/hdphoto2.wdp"/><Relationship Id="rId2" Type="http://schemas.openxmlformats.org/officeDocument/2006/relationships/notesSlide" Target="../notesSlides/notesSlide2.xml"/><Relationship Id="rId1" Type="http://schemas.openxmlformats.org/officeDocument/2006/relationships/slideLayout" Target="../slideLayouts/slideLayout15.xml"/><Relationship Id="rId6" Type="http://schemas.openxmlformats.org/officeDocument/2006/relationships/image" Target="../media/image26.png"/><Relationship Id="rId5" Type="http://schemas.openxmlformats.org/officeDocument/2006/relationships/image" Target="../media/image25.png"/><Relationship Id="rId4" Type="http://schemas.microsoft.com/office/2007/relationships/hdphoto" Target="../media/hdphoto1.wdp"/></Relationships>
</file>

<file path=ppt/slides/_rels/slide66.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image" Target="../media/image27.png"/><Relationship Id="rId7" Type="http://schemas.openxmlformats.org/officeDocument/2006/relationships/image" Target="../media/image31.png"/><Relationship Id="rId2" Type="http://schemas.openxmlformats.org/officeDocument/2006/relationships/notesSlide" Target="../notesSlides/notesSlide3.xml"/><Relationship Id="rId1" Type="http://schemas.openxmlformats.org/officeDocument/2006/relationships/slideLayout" Target="../slideLayouts/slideLayout15.xml"/><Relationship Id="rId6" Type="http://schemas.openxmlformats.org/officeDocument/2006/relationships/image" Target="../media/image30.png"/><Relationship Id="rId5" Type="http://schemas.openxmlformats.org/officeDocument/2006/relationships/image" Target="../media/image29.png"/><Relationship Id="rId4" Type="http://schemas.openxmlformats.org/officeDocument/2006/relationships/image" Target="../media/image28.png"/></Relationships>
</file>

<file path=ppt/slides/_rels/slide67.xml.rels><?xml version="1.0" encoding="UTF-8" standalone="yes"?>
<Relationships xmlns="http://schemas.openxmlformats.org/package/2006/relationships"><Relationship Id="rId3" Type="http://schemas.openxmlformats.org/officeDocument/2006/relationships/image" Target="../media/image33.png"/><Relationship Id="rId2" Type="http://schemas.microsoft.com/office/2018/10/relationships/comments" Target="../comments/modernComment_135_CAAE9BF6.xml"/><Relationship Id="rId1" Type="http://schemas.openxmlformats.org/officeDocument/2006/relationships/slideLayout" Target="../slideLayouts/slideLayout4.xml"/><Relationship Id="rId5" Type="http://schemas.openxmlformats.org/officeDocument/2006/relationships/image" Target="../media/image35.png"/><Relationship Id="rId4" Type="http://schemas.openxmlformats.org/officeDocument/2006/relationships/image" Target="../media/image34.png"/></Relationships>
</file>

<file path=ppt/slides/_rels/slide68.xml.rels><?xml version="1.0" encoding="UTF-8" standalone="yes"?>
<Relationships xmlns="http://schemas.openxmlformats.org/package/2006/relationships"><Relationship Id="rId3" Type="http://schemas.openxmlformats.org/officeDocument/2006/relationships/image" Target="../media/image36.png"/><Relationship Id="rId2" Type="http://schemas.microsoft.com/office/2018/10/relationships/comments" Target="../comments/modernComment_182_6624252.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XC24R</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911154"/>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911154"/>
            <a:ext cx="3905012" cy="2462213"/>
          </a:xfrm>
          <a:prstGeom prst="rect">
            <a:avLst/>
          </a:prstGeom>
          <a:noFill/>
        </p:spPr>
        <p:txBody>
          <a:bodyPr wrap="square" lIns="0" tIns="0" rIns="0" bIns="0" rtlCol="0">
            <a:spAutoFit/>
          </a:bodyPr>
          <a:lstStyle/>
          <a:p>
            <a:pPr algn="just"/>
            <a:r>
              <a:rPr lang="en-US" altLang="ko-KR" sz="1000" dirty="0">
                <a:latin typeface="Arial" panose="020B0604020202020204" pitchFamily="34" charset="0"/>
                <a:cs typeface="Arial" panose="020B0604020202020204" pitchFamily="34" charset="0"/>
              </a:rPr>
              <a:t>The XC24R is a local dimming controller featuring 24 channels to drive its companion chips, XD series LED drivers that act as the constant current sink for White LED back-lighting solution. This controller interfaces with XD series drivers through one serial line to send and receive the data to be needed for local dimming.</a:t>
            </a:r>
          </a:p>
          <a:p>
            <a:pPr algn="just"/>
            <a:r>
              <a:rPr lang="en-US" altLang="ko-KR" sz="1000" dirty="0">
                <a:latin typeface="Arial" panose="020B0604020202020204" pitchFamily="34" charset="0"/>
                <a:cs typeface="Arial" panose="020B0604020202020204" pitchFamily="34" charset="0"/>
              </a:rPr>
              <a:t> </a:t>
            </a:r>
          </a:p>
          <a:p>
            <a:pPr algn="just"/>
            <a:r>
              <a:rPr lang="en-US" altLang="ko-KR" sz="1000" dirty="0">
                <a:latin typeface="Arial" panose="020B0604020202020204" pitchFamily="34" charset="0"/>
                <a:cs typeface="Arial" panose="020B0604020202020204" pitchFamily="34" charset="0"/>
              </a:rPr>
              <a:t>The XC24R supports the SPI interface to communicate with the host, and the SPI interface can be daisy-chained, so it is effective to expand to support a large number of dimming areas.</a:t>
            </a:r>
          </a:p>
          <a:p>
            <a:pPr algn="just"/>
            <a:endParaRPr lang="en-US" altLang="ko-KR" sz="1000" dirty="0">
              <a:latin typeface="Arial" panose="020B0604020202020204" pitchFamily="34" charset="0"/>
              <a:cs typeface="Arial" panose="020B0604020202020204" pitchFamily="34" charset="0"/>
            </a:endParaRPr>
          </a:p>
          <a:p>
            <a:pPr algn="just"/>
            <a:r>
              <a:rPr lang="en-US" altLang="ko-KR" sz="1000" dirty="0">
                <a:latin typeface="Arial" panose="020B0604020202020204" pitchFamily="34" charset="0"/>
                <a:cs typeface="Arial" panose="020B0604020202020204" pitchFamily="34" charset="0"/>
              </a:rPr>
              <a:t>For raising up dimming controllability, XC24R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7479527"/>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7541083"/>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661504"/>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series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XC24R</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30MHz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daisy-chain connection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to detect the packet broken by the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25MHz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DAC one channel 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4.5V ~ 5.5V</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48-PIN QFN 6060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Latch-up Immunity ILATCH: JEDEC JESD78D Nov 2011: ±100mA</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protection, ESD</a:t>
            </a:r>
            <a:r>
              <a:rPr lang="en-US" altLang="ko-KR" sz="1000" baseline="-25000" dirty="0">
                <a:latin typeface="Arial" panose="020B0604020202020204" pitchFamily="34" charset="0"/>
                <a:cs typeface="Arial" panose="020B0604020202020204" pitchFamily="34" charset="0"/>
              </a:rPr>
              <a:t>HBM</a:t>
            </a:r>
            <a:r>
              <a:rPr lang="en-US" altLang="ko-KR" sz="1000" dirty="0">
                <a:latin typeface="Arial" panose="020B0604020202020204" pitchFamily="34" charset="0"/>
                <a:cs typeface="Arial" panose="020B0604020202020204" pitchFamily="34" charset="0"/>
              </a:rPr>
              <a:t>  (JEDEC JS-001-2017 Human Body Model) : ±2KV</a:t>
            </a:r>
          </a:p>
        </p:txBody>
      </p:sp>
    </p:spTree>
    <p:extLst>
      <p:ext uri="{BB962C8B-B14F-4D97-AF65-F5344CB8AC3E}">
        <p14:creationId xmlns:p14="http://schemas.microsoft.com/office/powerpoint/2010/main" val="4229424717"/>
      </p:ext>
    </p:extLst>
  </p:cSld>
  <p:clrMapOvr>
    <a:masterClrMapping/>
  </p:clrMapOvr>
  <p:extLst>
    <p:ext uri="{6950BFC3-D8DA-4A85-94F7-54DA5524770B}">
      <p188:commentRel xmlns:p188="http://schemas.microsoft.com/office/powerpoint/2018/8/main" r:id="rId2"/>
    </p:ext>
  </p:extLs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2"/>
          <a:stretch>
            <a:fillRect/>
          </a:stretch>
        </p:blipFill>
        <p:spPr>
          <a:xfrm>
            <a:off x="1228553" y="1231077"/>
            <a:ext cx="4215903" cy="3528000"/>
          </a:xfrm>
          <a:prstGeom prst="rect">
            <a:avLst/>
          </a:prstGeom>
        </p:spPr>
      </p:pic>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6610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3" name="그림 2">
            <a:extLst>
              <a:ext uri="{FF2B5EF4-FFF2-40B4-BE49-F238E27FC236}">
                <a16:creationId xmlns:a16="http://schemas.microsoft.com/office/drawing/2014/main" id="{5ED09BAE-F1E1-3E69-129A-6F4B5F527E79}"/>
              </a:ext>
            </a:extLst>
          </p:cNvPr>
          <p:cNvPicPr>
            <a:picLocks noChangeAspect="1"/>
          </p:cNvPicPr>
          <p:nvPr/>
        </p:nvPicPr>
        <p:blipFill>
          <a:blip r:embed="rId3"/>
          <a:stretch>
            <a:fillRect/>
          </a:stretch>
        </p:blipFill>
        <p:spPr>
          <a:xfrm>
            <a:off x="413545" y="6032500"/>
            <a:ext cx="6111080" cy="2272313"/>
          </a:xfrm>
          <a:prstGeom prst="rect">
            <a:avLst/>
          </a:prstGeom>
        </p:spPr>
      </p:pic>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extLst>
              <p:ext uri="{D42A27DB-BD31-4B8C-83A1-F6EECF244321}">
                <p14:modId xmlns:p14="http://schemas.microsoft.com/office/powerpoint/2010/main" val="537697769"/>
              </p:ext>
            </p:extLst>
          </p:nvPr>
        </p:nvGraphicFramePr>
        <p:xfrm>
          <a:off x="404813" y="6074871"/>
          <a:ext cx="6048374" cy="2643044"/>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DD1</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nSCS</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Chip Select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SCLK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MISO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MOSI</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MOSI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SS1</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Master Clock</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connect to</a:t>
                      </a:r>
                    </a:p>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GND</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3259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pic>
        <p:nvPicPr>
          <p:cNvPr id="5" name="그림 4">
            <a:extLst>
              <a:ext uri="{FF2B5EF4-FFF2-40B4-BE49-F238E27FC236}">
                <a16:creationId xmlns:a16="http://schemas.microsoft.com/office/drawing/2014/main" id="{0114BE90-473E-1C36-DBA4-445C59544013}"/>
              </a:ext>
            </a:extLst>
          </p:cNvPr>
          <p:cNvPicPr>
            <a:picLocks noChangeAspect="1"/>
          </p:cNvPicPr>
          <p:nvPr/>
        </p:nvPicPr>
        <p:blipFill>
          <a:blip r:embed="rId3"/>
          <a:stretch>
            <a:fillRect/>
          </a:stretch>
        </p:blipFill>
        <p:spPr>
          <a:xfrm>
            <a:off x="1397000" y="1322748"/>
            <a:ext cx="4824000" cy="3783997"/>
          </a:xfrm>
          <a:prstGeom prst="rect">
            <a:avLst/>
          </a:prstGeom>
        </p:spPr>
      </p:pic>
    </p:spTree>
    <p:extLst>
      <p:ext uri="{BB962C8B-B14F-4D97-AF65-F5344CB8AC3E}">
        <p14:creationId xmlns:p14="http://schemas.microsoft.com/office/powerpoint/2010/main" val="1040848762"/>
      </p:ext>
    </p:extLst>
  </p:cSld>
  <p:clrMapOvr>
    <a:masterClrMapping/>
  </p:clrMapOvr>
  <p:extLst>
    <p:ext uri="{6950BFC3-D8DA-4A85-94F7-54DA5524770B}">
      <p188:commentRel xmlns:p188="http://schemas.microsoft.com/office/powerpoint/2018/8/main" r:id="rId2"/>
    </p:ext>
  </p:extLs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3602383393"/>
              </p:ext>
            </p:extLst>
          </p:nvPr>
        </p:nvGraphicFramePr>
        <p:xfrm>
          <a:off x="404813" y="1104628"/>
          <a:ext cx="6048375" cy="7529184"/>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TEST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only TEST mode</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0Ω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VSYNC</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synchronization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Short high pulse</a:t>
                      </a:r>
                    </a:p>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type recommended</a:t>
                      </a: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FBI</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in case of using multiple</a:t>
                      </a:r>
                    </a:p>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XCs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20</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SS2</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connect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LDO</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IN</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LDO feedback from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attach 1uF</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FBO</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SS3</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nINT_FT</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fault events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nINT_LD</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dimming data room</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SDO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MOSI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DD3</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SCLK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567" y="76928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2" name="TextBox 1">
            <a:extLst>
              <a:ext uri="{FF2B5EF4-FFF2-40B4-BE49-F238E27FC236}">
                <a16:creationId xmlns:a16="http://schemas.microsoft.com/office/drawing/2014/main" id="{F8FBF7AA-80F0-4A9D-6177-1E84EE972FC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6" name="표 5">
            <a:extLst>
              <a:ext uri="{FF2B5EF4-FFF2-40B4-BE49-F238E27FC236}">
                <a16:creationId xmlns:a16="http://schemas.microsoft.com/office/drawing/2014/main" id="{8169DC7E-5EDB-AE69-CC31-A0FD59343B75}"/>
              </a:ext>
            </a:extLst>
          </p:cNvPr>
          <p:cNvGraphicFramePr>
            <a:graphicFrameLocks noGrp="1"/>
          </p:cNvGraphicFramePr>
          <p:nvPr>
            <p:extLst>
              <p:ext uri="{D42A27DB-BD31-4B8C-83A1-F6EECF244321}">
                <p14:modId xmlns:p14="http://schemas.microsoft.com/office/powerpoint/2010/main" val="3736588174"/>
              </p:ext>
            </p:extLst>
          </p:nvPr>
        </p:nvGraphicFramePr>
        <p:xfrm>
          <a:off x="404813" y="1110978"/>
          <a:ext cx="6048375" cy="4078134"/>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9">
                  <a:extLst>
                    <a:ext uri="{9D8B030D-6E8A-4147-A177-3AD203B41FA5}">
                      <a16:colId xmlns:a16="http://schemas.microsoft.com/office/drawing/2014/main" val="3900317923"/>
                    </a:ext>
                  </a:extLst>
                </a:gridCol>
                <a:gridCol w="2005314">
                  <a:extLst>
                    <a:ext uri="{9D8B030D-6E8A-4147-A177-3AD203B41FA5}">
                      <a16:colId xmlns:a16="http://schemas.microsoft.com/office/drawing/2014/main" val="3382103366"/>
                    </a:ext>
                  </a:extLst>
                </a:gridCol>
                <a:gridCol w="1366115">
                  <a:extLst>
                    <a:ext uri="{9D8B030D-6E8A-4147-A177-3AD203B41FA5}">
                      <a16:colId xmlns:a16="http://schemas.microsoft.com/office/drawing/2014/main" val="915546717"/>
                    </a:ext>
                  </a:extLst>
                </a:gridCol>
              </a:tblGrid>
              <a:tr h="0">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DACO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Analog</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DD4</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41</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79739780"/>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SS4</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bl>
          </a:graphicData>
        </a:graphic>
      </p:graphicFrame>
      <p:sp>
        <p:nvSpPr>
          <p:cNvPr id="5" name="object 11">
            <a:extLst>
              <a:ext uri="{FF2B5EF4-FFF2-40B4-BE49-F238E27FC236}">
                <a16:creationId xmlns:a16="http://schemas.microsoft.com/office/drawing/2014/main" id="{1E36A4FB-9B03-01F1-C819-EF6C405531CC}"/>
              </a:ext>
            </a:extLst>
          </p:cNvPr>
          <p:cNvSpPr txBox="1"/>
          <p:nvPr/>
        </p:nvSpPr>
        <p:spPr>
          <a:xfrm>
            <a:off x="2689489" y="53493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3292180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318349471"/>
              </p:ext>
            </p:extLst>
          </p:nvPr>
        </p:nvGraphicFramePr>
        <p:xfrm>
          <a:off x="413545" y="1111620"/>
          <a:ext cx="6048622" cy="7355456"/>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5408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Daisy 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Daisy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3214034"/>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44799" y="7511672"/>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3"/>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3"/>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3"/>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09" name="그룹 108">
            <a:extLst>
              <a:ext uri="{FF2B5EF4-FFF2-40B4-BE49-F238E27FC236}">
                <a16:creationId xmlns:a16="http://schemas.microsoft.com/office/drawing/2014/main" id="{2A5F17C7-12EB-729A-B21A-6B3F38F832B3}"/>
              </a:ext>
            </a:extLst>
          </p:cNvPr>
          <p:cNvGrpSpPr/>
          <p:nvPr/>
        </p:nvGrpSpPr>
        <p:grpSpPr>
          <a:xfrm>
            <a:off x="3000434" y="5497522"/>
            <a:ext cx="1506137" cy="840533"/>
            <a:chOff x="2730585" y="5848350"/>
            <a:chExt cx="1506137" cy="840533"/>
          </a:xfrm>
        </p:grpSpPr>
        <p:grpSp>
          <p:nvGrpSpPr>
            <p:cNvPr id="106" name="그룹 105">
              <a:extLst>
                <a:ext uri="{FF2B5EF4-FFF2-40B4-BE49-F238E27FC236}">
                  <a16:creationId xmlns:a16="http://schemas.microsoft.com/office/drawing/2014/main" id="{B33CC7BE-B7EF-1D32-8579-37AB0C2C6E1B}"/>
                </a:ext>
              </a:extLst>
            </p:cNvPr>
            <p:cNvGrpSpPr/>
            <p:nvPr/>
          </p:nvGrpSpPr>
          <p:grpSpPr>
            <a:xfrm>
              <a:off x="2774950" y="5848350"/>
              <a:ext cx="1461772" cy="840533"/>
              <a:chOff x="2037980" y="5741633"/>
              <a:chExt cx="1538342" cy="905975"/>
            </a:xfrm>
          </p:grpSpPr>
          <p:grpSp>
            <p:nvGrpSpPr>
              <p:cNvPr id="100" name="그룹 99">
                <a:extLst>
                  <a:ext uri="{FF2B5EF4-FFF2-40B4-BE49-F238E27FC236}">
                    <a16:creationId xmlns:a16="http://schemas.microsoft.com/office/drawing/2014/main" id="{67DA81C9-B4FF-D678-C575-982BF230D463}"/>
                  </a:ext>
                </a:extLst>
              </p:cNvPr>
              <p:cNvGrpSpPr/>
              <p:nvPr/>
            </p:nvGrpSpPr>
            <p:grpSpPr>
              <a:xfrm>
                <a:off x="2037980" y="5741633"/>
                <a:ext cx="1117970" cy="905975"/>
                <a:chOff x="3044799" y="3750061"/>
                <a:chExt cx="1117970" cy="905975"/>
              </a:xfrm>
            </p:grpSpPr>
            <p:pic>
              <p:nvPicPr>
                <p:cNvPr id="101" name="그림 100" descr="화살이(가) 표시된 사진&#10;&#10;자동 생성된 설명">
                  <a:extLst>
                    <a:ext uri="{FF2B5EF4-FFF2-40B4-BE49-F238E27FC236}">
                      <a16:creationId xmlns:a16="http://schemas.microsoft.com/office/drawing/2014/main" id="{5999C71E-CAD1-B620-46E5-58289E266325}"/>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02" name="TextBox 101">
                  <a:extLst>
                    <a:ext uri="{FF2B5EF4-FFF2-40B4-BE49-F238E27FC236}">
                      <a16:creationId xmlns:a16="http://schemas.microsoft.com/office/drawing/2014/main" id="{D185FB2E-0089-661B-6764-2052187BF47D}"/>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05" name="그림 104">
                <a:extLst>
                  <a:ext uri="{FF2B5EF4-FFF2-40B4-BE49-F238E27FC236}">
                    <a16:creationId xmlns:a16="http://schemas.microsoft.com/office/drawing/2014/main" id="{37732F85-A6A2-E50E-B76B-D67EA8ADBE7C}"/>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108" name="그림 107">
              <a:extLst>
                <a:ext uri="{FF2B5EF4-FFF2-40B4-BE49-F238E27FC236}">
                  <a16:creationId xmlns:a16="http://schemas.microsoft.com/office/drawing/2014/main" id="{568DF737-6D2E-7251-4653-0230D18E3065}"/>
                </a:ext>
              </a:extLst>
            </p:cNvPr>
            <p:cNvPicPr>
              <a:picLocks noChangeAspect="1"/>
            </p:cNvPicPr>
            <p:nvPr/>
          </p:nvPicPr>
          <p:blipFill>
            <a:blip r:embed="rId5"/>
            <a:stretch>
              <a:fillRect/>
            </a:stretch>
          </p:blipFill>
          <p:spPr>
            <a:xfrm>
              <a:off x="2730585" y="6194425"/>
              <a:ext cx="174581" cy="193675"/>
            </a:xfrm>
            <a:prstGeom prst="rect">
              <a:avLst/>
            </a:prstGeom>
          </p:spPr>
        </p:pic>
      </p:grpSp>
      <p:grpSp>
        <p:nvGrpSpPr>
          <p:cNvPr id="110" name="그룹 109">
            <a:extLst>
              <a:ext uri="{FF2B5EF4-FFF2-40B4-BE49-F238E27FC236}">
                <a16:creationId xmlns:a16="http://schemas.microsoft.com/office/drawing/2014/main" id="{8157C325-7BC4-FF25-B388-5535B8CCD67A}"/>
              </a:ext>
            </a:extLst>
          </p:cNvPr>
          <p:cNvGrpSpPr/>
          <p:nvPr/>
        </p:nvGrpSpPr>
        <p:grpSpPr>
          <a:xfrm>
            <a:off x="3000434" y="6539713"/>
            <a:ext cx="1506137" cy="840534"/>
            <a:chOff x="2730585" y="5848351"/>
            <a:chExt cx="1506137" cy="840534"/>
          </a:xfrm>
        </p:grpSpPr>
        <p:grpSp>
          <p:nvGrpSpPr>
            <p:cNvPr id="111" name="그룹 110">
              <a:extLst>
                <a:ext uri="{FF2B5EF4-FFF2-40B4-BE49-F238E27FC236}">
                  <a16:creationId xmlns:a16="http://schemas.microsoft.com/office/drawing/2014/main" id="{68E36E53-B998-423E-1978-C669D9D382C5}"/>
                </a:ext>
              </a:extLst>
            </p:cNvPr>
            <p:cNvGrpSpPr/>
            <p:nvPr/>
          </p:nvGrpSpPr>
          <p:grpSpPr>
            <a:xfrm>
              <a:off x="2774950" y="5848351"/>
              <a:ext cx="1461772" cy="840534"/>
              <a:chOff x="2037980" y="5741633"/>
              <a:chExt cx="1538342" cy="905976"/>
            </a:xfrm>
          </p:grpSpPr>
          <p:grpSp>
            <p:nvGrpSpPr>
              <p:cNvPr id="113" name="그룹 112">
                <a:extLst>
                  <a:ext uri="{FF2B5EF4-FFF2-40B4-BE49-F238E27FC236}">
                    <a16:creationId xmlns:a16="http://schemas.microsoft.com/office/drawing/2014/main" id="{1336289F-0021-55D7-F95E-B96DA8683DEE}"/>
                  </a:ext>
                </a:extLst>
              </p:cNvPr>
              <p:cNvGrpSpPr/>
              <p:nvPr/>
            </p:nvGrpSpPr>
            <p:grpSpPr>
              <a:xfrm>
                <a:off x="2037980" y="5741633"/>
                <a:ext cx="1117970" cy="905976"/>
                <a:chOff x="3044799" y="3750061"/>
                <a:chExt cx="1117970" cy="905976"/>
              </a:xfrm>
            </p:grpSpPr>
            <p:pic>
              <p:nvPicPr>
                <p:cNvPr id="115" name="그림 114" descr="화살이(가) 표시된 사진&#10;&#10;자동 생성된 설명">
                  <a:extLst>
                    <a:ext uri="{FF2B5EF4-FFF2-40B4-BE49-F238E27FC236}">
                      <a16:creationId xmlns:a16="http://schemas.microsoft.com/office/drawing/2014/main" id="{94F50FE4-5FE2-64E2-4135-698E7905D92B}"/>
                    </a:ext>
                  </a:extLst>
                </p:cNvPr>
                <p:cNvPicPr>
                  <a:picLocks noChangeAspect="1"/>
                </p:cNvPicPr>
                <p:nvPr/>
              </p:nvPicPr>
              <p:blipFill>
                <a:blip r:embed="rId3"/>
                <a:stretch>
                  <a:fillRect/>
                </a:stretch>
              </p:blipFill>
              <p:spPr>
                <a:xfrm>
                  <a:off x="3044799" y="3756037"/>
                  <a:ext cx="1117970" cy="900000"/>
                </a:xfrm>
                <a:prstGeom prst="rect">
                  <a:avLst/>
                </a:prstGeom>
              </p:spPr>
            </p:pic>
            <p:sp>
              <p:nvSpPr>
                <p:cNvPr id="116" name="TextBox 115">
                  <a:extLst>
                    <a:ext uri="{FF2B5EF4-FFF2-40B4-BE49-F238E27FC236}">
                      <a16:creationId xmlns:a16="http://schemas.microsoft.com/office/drawing/2014/main" id="{C1253F8A-862D-41BD-E386-DE6721F9301E}"/>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14" name="그림 113">
                <a:extLst>
                  <a:ext uri="{FF2B5EF4-FFF2-40B4-BE49-F238E27FC236}">
                    <a16:creationId xmlns:a16="http://schemas.microsoft.com/office/drawing/2014/main" id="{A4F912CD-0B78-D48B-6158-B10600818D0E}"/>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112" name="그림 111">
              <a:extLst>
                <a:ext uri="{FF2B5EF4-FFF2-40B4-BE49-F238E27FC236}">
                  <a16:creationId xmlns:a16="http://schemas.microsoft.com/office/drawing/2014/main" id="{DADD5699-06F5-91BB-0C56-2BEC94015B60}"/>
                </a:ext>
              </a:extLst>
            </p:cNvPr>
            <p:cNvPicPr>
              <a:picLocks noChangeAspect="1"/>
            </p:cNvPicPr>
            <p:nvPr/>
          </p:nvPicPr>
          <p:blipFill>
            <a:blip r:embed="rId5"/>
            <a:stretch>
              <a:fillRect/>
            </a:stretch>
          </p:blipFill>
          <p:spPr>
            <a:xfrm>
              <a:off x="2730585" y="6194425"/>
              <a:ext cx="174581" cy="193675"/>
            </a:xfrm>
            <a:prstGeom prst="rect">
              <a:avLst/>
            </a:prstGeom>
          </p:spPr>
        </p:pic>
      </p:grpSp>
      <p:grpSp>
        <p:nvGrpSpPr>
          <p:cNvPr id="4" name="그룹 3">
            <a:extLst>
              <a:ext uri="{FF2B5EF4-FFF2-40B4-BE49-F238E27FC236}">
                <a16:creationId xmlns:a16="http://schemas.microsoft.com/office/drawing/2014/main" id="{DED6B799-B8AE-7E85-D7C9-DCED7D728E88}"/>
              </a:ext>
            </a:extLst>
          </p:cNvPr>
          <p:cNvGrpSpPr/>
          <p:nvPr/>
        </p:nvGrpSpPr>
        <p:grpSpPr>
          <a:xfrm>
            <a:off x="3000434" y="4449270"/>
            <a:ext cx="1506137" cy="840533"/>
            <a:chOff x="2730585" y="5848350"/>
            <a:chExt cx="1506137" cy="840533"/>
          </a:xfrm>
        </p:grpSpPr>
        <p:grpSp>
          <p:nvGrpSpPr>
            <p:cNvPr id="5" name="그룹 4">
              <a:extLst>
                <a:ext uri="{FF2B5EF4-FFF2-40B4-BE49-F238E27FC236}">
                  <a16:creationId xmlns:a16="http://schemas.microsoft.com/office/drawing/2014/main" id="{9BA906A8-6DEE-16BA-C581-56372705A823}"/>
                </a:ext>
              </a:extLst>
            </p:cNvPr>
            <p:cNvGrpSpPr/>
            <p:nvPr/>
          </p:nvGrpSpPr>
          <p:grpSpPr>
            <a:xfrm>
              <a:off x="2774950" y="5848350"/>
              <a:ext cx="1461772" cy="840533"/>
              <a:chOff x="2037980" y="5741633"/>
              <a:chExt cx="1538342" cy="905975"/>
            </a:xfrm>
          </p:grpSpPr>
          <p:grpSp>
            <p:nvGrpSpPr>
              <p:cNvPr id="8" name="그룹 7">
                <a:extLst>
                  <a:ext uri="{FF2B5EF4-FFF2-40B4-BE49-F238E27FC236}">
                    <a16:creationId xmlns:a16="http://schemas.microsoft.com/office/drawing/2014/main" id="{EFC565D5-578D-6579-F481-47069D965EC2}"/>
                  </a:ext>
                </a:extLst>
              </p:cNvPr>
              <p:cNvGrpSpPr/>
              <p:nvPr/>
            </p:nvGrpSpPr>
            <p:grpSpPr>
              <a:xfrm>
                <a:off x="2037980" y="5741633"/>
                <a:ext cx="1117970" cy="905975"/>
                <a:chOff x="3044799" y="3750061"/>
                <a:chExt cx="1117970" cy="905975"/>
              </a:xfrm>
            </p:grpSpPr>
            <p:pic>
              <p:nvPicPr>
                <p:cNvPr id="10" name="그림 9" descr="화살이(가) 표시된 사진&#10;&#10;자동 생성된 설명">
                  <a:extLst>
                    <a:ext uri="{FF2B5EF4-FFF2-40B4-BE49-F238E27FC236}">
                      <a16:creationId xmlns:a16="http://schemas.microsoft.com/office/drawing/2014/main" id="{E7693BB7-8959-27F0-0934-5CFACD73CB34}"/>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1" name="TextBox 10">
                  <a:extLst>
                    <a:ext uri="{FF2B5EF4-FFF2-40B4-BE49-F238E27FC236}">
                      <a16:creationId xmlns:a16="http://schemas.microsoft.com/office/drawing/2014/main" id="{EAABBE45-4520-5040-E565-377EAB44643B}"/>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9" name="그림 8">
                <a:extLst>
                  <a:ext uri="{FF2B5EF4-FFF2-40B4-BE49-F238E27FC236}">
                    <a16:creationId xmlns:a16="http://schemas.microsoft.com/office/drawing/2014/main" id="{85A2E5EC-57A0-D248-1AFB-CE85D7043640}"/>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6" name="그림 5">
              <a:extLst>
                <a:ext uri="{FF2B5EF4-FFF2-40B4-BE49-F238E27FC236}">
                  <a16:creationId xmlns:a16="http://schemas.microsoft.com/office/drawing/2014/main" id="{60364720-4C28-341C-EACB-157CB8BD1B01}"/>
                </a:ext>
              </a:extLst>
            </p:cNvPr>
            <p:cNvPicPr>
              <a:picLocks noChangeAspect="1"/>
            </p:cNvPicPr>
            <p:nvPr/>
          </p:nvPicPr>
          <p:blipFill>
            <a:blip r:embed="rId5"/>
            <a:stretch>
              <a:fillRect/>
            </a:stretch>
          </p:blipFill>
          <p:spPr>
            <a:xfrm>
              <a:off x="2730585" y="6194425"/>
              <a:ext cx="174581" cy="193675"/>
            </a:xfrm>
            <a:prstGeom prst="rect">
              <a:avLst/>
            </a:prstGeom>
          </p:spPr>
        </p:pic>
      </p:grpSp>
    </p:spTree>
    <p:extLst>
      <p:ext uri="{BB962C8B-B14F-4D97-AF65-F5344CB8AC3E}">
        <p14:creationId xmlns:p14="http://schemas.microsoft.com/office/powerpoint/2010/main" val="2318360436"/>
      </p:ext>
    </p:extLst>
  </p:cSld>
  <p:clrMapOvr>
    <a:masterClrMapping/>
  </p:clrMapOvr>
  <p:extLst>
    <p:ext uri="{6950BFC3-D8DA-4A85-94F7-54DA5524770B}">
      <p188:commentRel xmlns:p188="http://schemas.microsoft.com/office/powerpoint/2018/8/main" r:id="rId2"/>
    </p:ext>
  </p:extLs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804749405"/>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3"/>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4"/>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6"/>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3"/>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extLst>
    <p:ext uri="{6950BFC3-D8DA-4A85-94F7-54DA5524770B}">
      <p188:commentRel xmlns:p188="http://schemas.microsoft.com/office/powerpoint/2018/8/main" r:id="rId2"/>
    </p:ext>
  </p:extLs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0853" y="774866"/>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Maximum Absolute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1226414867"/>
              </p:ext>
            </p:extLst>
          </p:nvPr>
        </p:nvGraphicFramePr>
        <p:xfrm>
          <a:off x="404812" y="1111214"/>
          <a:ext cx="6048375" cy="4354278"/>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321319">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12261">
                <a:tc>
                  <a:txBody>
                    <a:bodyPr/>
                    <a:lstStyle/>
                    <a:p>
                      <a:pPr algn="ctr" fontAlgn="ctr"/>
                      <a:r>
                        <a:rPr lang="da-DK"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SDO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212261">
                <a:tc gridSpan="4">
                  <a:txBody>
                    <a:bodyPr/>
                    <a:lstStyle/>
                    <a:p>
                      <a:pPr marL="0" indent="0"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Thermal Resistance</a:t>
                      </a:r>
                    </a:p>
                  </a:txBody>
                  <a:tcPr marL="36000" marR="9525" marT="9525" marB="0" anchor="ctr">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7207615"/>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Ambient </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0" marR="7200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68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782142"/>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Case</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9525" marR="72000"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58996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Power Dissipation on package</a:t>
                      </a:r>
                      <a:endParaRPr lang="en-US"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TOT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1.03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710552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12261">
                <a:tc>
                  <a:txBody>
                    <a:bodyPr/>
                    <a:lstStyle/>
                    <a:p>
                      <a:pPr algn="ctr" fontAlgn="ct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Operating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Moisture Sensitivity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Level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Maximum Floor Life-time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of 168 </a:t>
                      </a:r>
                      <a:r>
                        <a:rPr kumimoji="0" lang="en-US" altLang="ko-KR" sz="900" b="0" i="0" u="none" strike="noStrike" kern="1200" cap="none" spc="0" normalizeH="0" baseline="0" noProof="0" dirty="0" err="1">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hr</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sp>
        <p:nvSpPr>
          <p:cNvPr id="3" name="TextBox 2">
            <a:extLst>
              <a:ext uri="{FF2B5EF4-FFF2-40B4-BE49-F238E27FC236}">
                <a16:creationId xmlns:a16="http://schemas.microsoft.com/office/drawing/2014/main" id="{A5E3B89D-E592-CB97-F0FA-90157D6545C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5555278"/>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DAB3C624-C751-5737-45EB-52A79F4D74B1}"/>
              </a:ext>
            </a:extLst>
          </p:cNvPr>
          <p:cNvSpPr txBox="1"/>
          <p:nvPr/>
        </p:nvSpPr>
        <p:spPr>
          <a:xfrm>
            <a:off x="400853" y="6950863"/>
            <a:ext cx="60525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ESD  Ratings</a:t>
            </a:r>
          </a:p>
        </p:txBody>
      </p:sp>
      <p:sp>
        <p:nvSpPr>
          <p:cNvPr id="8" name="object 11">
            <a:extLst>
              <a:ext uri="{FF2B5EF4-FFF2-40B4-BE49-F238E27FC236}">
                <a16:creationId xmlns:a16="http://schemas.microsoft.com/office/drawing/2014/main" id="{B70FEA8D-8D38-F760-534E-752DF83C5991}"/>
              </a:ext>
            </a:extLst>
          </p:cNvPr>
          <p:cNvSpPr txBox="1"/>
          <p:nvPr/>
        </p:nvSpPr>
        <p:spPr>
          <a:xfrm>
            <a:off x="2554451" y="8626005"/>
            <a:ext cx="1167756" cy="128240"/>
          </a:xfrm>
          <a:prstGeom prst="rect">
            <a:avLst/>
          </a:prstGeom>
        </p:spPr>
        <p:txBody>
          <a:bodyPr vert="horz" wrap="none" lIns="0" tIns="0"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3</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ESD r</a:t>
            </a:r>
            <a:r>
              <a:rPr lang="en-US" sz="900" b="1" dirty="0">
                <a:solidFill>
                  <a:prstClr val="black"/>
                </a:solidFill>
                <a:latin typeface="Arial" panose="020B0604020202020204" pitchFamily="34" charset="0"/>
                <a:cs typeface="Arial" panose="020B0604020202020204" pitchFamily="34" charset="0"/>
              </a:rPr>
              <a:t>atings</a:t>
            </a:r>
            <a:endParaRPr kumimoji="0" lang="en-US" sz="900" b="1" dirty="0">
              <a:solidFill>
                <a:prstClr val="black"/>
              </a:solidFill>
              <a:latin typeface="Arial" panose="020B0604020202020204" pitchFamily="34" charset="0"/>
              <a:ea typeface="+mn-ea"/>
              <a:cs typeface="Arial" panose="020B0604020202020204" pitchFamily="34" charset="0"/>
            </a:endParaRPr>
          </a:p>
        </p:txBody>
      </p:sp>
      <p:graphicFrame>
        <p:nvGraphicFramePr>
          <p:cNvPr id="9" name="표 8">
            <a:extLst>
              <a:ext uri="{FF2B5EF4-FFF2-40B4-BE49-F238E27FC236}">
                <a16:creationId xmlns:a16="http://schemas.microsoft.com/office/drawing/2014/main" id="{C70E100F-5C07-10E7-39D3-C273A01815EE}"/>
              </a:ext>
            </a:extLst>
          </p:cNvPr>
          <p:cNvGraphicFramePr>
            <a:graphicFrameLocks noGrp="1"/>
          </p:cNvGraphicFramePr>
          <p:nvPr>
            <p:extLst>
              <p:ext uri="{D42A27DB-BD31-4B8C-83A1-F6EECF244321}">
                <p14:modId xmlns:p14="http://schemas.microsoft.com/office/powerpoint/2010/main" val="2782064944"/>
              </p:ext>
            </p:extLst>
          </p:nvPr>
        </p:nvGraphicFramePr>
        <p:xfrm>
          <a:off x="400853" y="7264937"/>
          <a:ext cx="6048621" cy="1122562"/>
        </p:xfrm>
        <a:graphic>
          <a:graphicData uri="http://schemas.openxmlformats.org/drawingml/2006/table">
            <a:tbl>
              <a:tblPr>
                <a:tableStyleId>{5C22544A-7EE6-4342-B048-85BDC9FD1C3A}</a:tableStyleId>
              </a:tblPr>
              <a:tblGrid>
                <a:gridCol w="2424503">
                  <a:extLst>
                    <a:ext uri="{9D8B030D-6E8A-4147-A177-3AD203B41FA5}">
                      <a16:colId xmlns:a16="http://schemas.microsoft.com/office/drawing/2014/main" val="1320303658"/>
                    </a:ext>
                  </a:extLst>
                </a:gridCol>
                <a:gridCol w="941668">
                  <a:extLst>
                    <a:ext uri="{9D8B030D-6E8A-4147-A177-3AD203B41FA5}">
                      <a16:colId xmlns:a16="http://schemas.microsoft.com/office/drawing/2014/main" val="1181630776"/>
                    </a:ext>
                  </a:extLst>
                </a:gridCol>
                <a:gridCol w="805877">
                  <a:extLst>
                    <a:ext uri="{9D8B030D-6E8A-4147-A177-3AD203B41FA5}">
                      <a16:colId xmlns:a16="http://schemas.microsoft.com/office/drawing/2014/main" val="3949318443"/>
                    </a:ext>
                  </a:extLst>
                </a:gridCol>
                <a:gridCol w="401076">
                  <a:extLst>
                    <a:ext uri="{9D8B030D-6E8A-4147-A177-3AD203B41FA5}">
                      <a16:colId xmlns:a16="http://schemas.microsoft.com/office/drawing/2014/main" val="3257084413"/>
                    </a:ext>
                  </a:extLst>
                </a:gridCol>
                <a:gridCol w="1475497">
                  <a:extLst>
                    <a:ext uri="{9D8B030D-6E8A-4147-A177-3AD203B41FA5}">
                      <a16:colId xmlns:a16="http://schemas.microsoft.com/office/drawing/2014/main" val="3840390301"/>
                    </a:ext>
                  </a:extLst>
                </a:gridCol>
              </a:tblGrid>
              <a:tr h="289490">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374962">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HBM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2000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JEDEC JS-001-2017</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58110">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 JEDEC JESD22-C101F Oct 2013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62623322"/>
                  </a:ext>
                </a:extLst>
              </a:tr>
            </a:tbl>
          </a:graphicData>
        </a:graphic>
      </p:graphicFrame>
      <p:sp>
        <p:nvSpPr>
          <p:cNvPr id="2" name="object 16">
            <a:extLst>
              <a:ext uri="{FF2B5EF4-FFF2-40B4-BE49-F238E27FC236}">
                <a16:creationId xmlns:a16="http://schemas.microsoft.com/office/drawing/2014/main" id="{32E10E9E-7FB6-842A-D37D-10F072FACCB2}"/>
              </a:ext>
            </a:extLst>
          </p:cNvPr>
          <p:cNvSpPr txBox="1"/>
          <p:nvPr/>
        </p:nvSpPr>
        <p:spPr>
          <a:xfrm>
            <a:off x="400853" y="5659985"/>
            <a:ext cx="6044661" cy="605294"/>
          </a:xfrm>
          <a:prstGeom prst="rect">
            <a:avLst/>
          </a:prstGeom>
        </p:spPr>
        <p:txBody>
          <a:bodyPr vert="horz" wrap="square" lIns="0" tIns="12700" rIns="0" bIns="0" rtlCol="0">
            <a:spAutoFit/>
          </a:bodyPr>
          <a:lstStyle/>
          <a:p>
            <a:pPr marL="38100">
              <a:spcBef>
                <a:spcPts val="100"/>
              </a:spcBef>
            </a:pPr>
            <a:r>
              <a:rPr lang="en-US" altLang="ko-KR" sz="900" dirty="0">
                <a:latin typeface="Arial" panose="020B0604020202020204" pitchFamily="34" charset="0"/>
                <a:cs typeface="Arial" panose="020B0604020202020204" pitchFamily="34" charset="0"/>
              </a:rPr>
              <a:t>Note :</a:t>
            </a:r>
          </a:p>
          <a:p>
            <a:pPr marL="38100">
              <a:spcBef>
                <a:spcPts val="100"/>
              </a:spcBef>
            </a:pPr>
            <a:r>
              <a:rPr lang="en-US" altLang="ko-KR" sz="900" dirty="0">
                <a:latin typeface="Arial" panose="020B0604020202020204" pitchFamily="34" charset="0"/>
                <a:cs typeface="Arial" panose="020B0604020202020204" pitchFamily="34" charset="0"/>
              </a:rPr>
              <a:t>  1) Surface mounted on FR-4 substrate PC Board 1” x 1” inch 2-oz copper plate, T</a:t>
            </a:r>
            <a:r>
              <a:rPr lang="en-US" altLang="ko-KR" sz="900" baseline="-25000" dirty="0">
                <a:latin typeface="Arial" panose="020B0604020202020204" pitchFamily="34" charset="0"/>
                <a:cs typeface="Arial" panose="020B0604020202020204" pitchFamily="34" charset="0"/>
              </a:rPr>
              <a:t>A </a:t>
            </a:r>
            <a:r>
              <a:rPr lang="en-US" altLang="ko-KR" sz="900" dirty="0">
                <a:latin typeface="Arial" panose="020B0604020202020204" pitchFamily="34" charset="0"/>
                <a:cs typeface="Arial" panose="020B0604020202020204" pitchFamily="34" charset="0"/>
              </a:rPr>
              <a:t>= 55</a:t>
            </a:r>
            <a:r>
              <a:rPr lang="en-US" altLang="ko-KR" sz="900" dirty="0">
                <a:latin typeface="맑은 고딕" panose="020B0503020000020004" pitchFamily="50" charset="-127"/>
                <a:cs typeface="Arial" panose="020B0604020202020204" pitchFamily="34" charset="0"/>
              </a:rPr>
              <a:t>℃</a:t>
            </a:r>
            <a:endParaRPr lang="en-US" altLang="ko-KR" sz="900" spc="-5" dirty="0">
              <a:latin typeface="Arial" panose="020B0604020202020204" pitchFamily="34" charset="0"/>
              <a:cs typeface="Arial" panose="020B0604020202020204" pitchFamily="34" charset="0"/>
            </a:endParaRPr>
          </a:p>
          <a:p>
            <a:pPr marL="38100">
              <a:lnSpc>
                <a:spcPct val="100000"/>
              </a:lnSpc>
              <a:spcBef>
                <a:spcPts val="100"/>
              </a:spcBef>
            </a:pPr>
            <a:r>
              <a:rPr lang="en-US" sz="900" dirty="0">
                <a:latin typeface="Arial" panose="020B0604020202020204" pitchFamily="34" charset="0"/>
                <a:cs typeface="Arial" panose="020B0604020202020204" pitchFamily="34" charset="0"/>
              </a:rPr>
              <a:t>  2) Stresses beyond the Maximum Absolute ratings may cause permanent damage to the device</a:t>
            </a:r>
          </a:p>
          <a:p>
            <a:pPr marL="38100">
              <a:spcBef>
                <a:spcPts val="100"/>
              </a:spcBef>
            </a:pPr>
            <a:r>
              <a:rPr lang="en-US" altLang="ko-KR" sz="900" dirty="0">
                <a:latin typeface="Arial" panose="020B0604020202020204" pitchFamily="34" charset="0"/>
                <a:cs typeface="Arial" panose="020B0604020202020204" pitchFamily="34" charset="0"/>
              </a:rPr>
              <a:t>  3) Exposure to absolute maximum rating conditions for extended periods may affect device reliability.</a:t>
            </a:r>
            <a:r>
              <a:rPr lang="en-US" sz="900" dirty="0">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1793712496"/>
      </p:ext>
    </p:extLst>
  </p:cSld>
  <p:clrMapOvr>
    <a:masterClrMapping/>
  </p:clrMapOvr>
  <p:extLst>
    <p:ext uri="{6950BFC3-D8DA-4A85-94F7-54DA5524770B}">
      <p188:commentRel xmlns:p188="http://schemas.microsoft.com/office/powerpoint/2018/8/main" r:id="rId2"/>
    </p:ext>
  </p:extLs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2695765403"/>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6.95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2.80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9155081"/>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478538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216774"/>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12741435"/>
      </p:ext>
    </p:extLst>
  </p:cSld>
  <p:clrMapOvr>
    <a:masterClrMapping/>
  </p:clrMapOvr>
  <p:extLst>
    <p:ext uri="{6950BFC3-D8DA-4A85-94F7-54DA5524770B}">
      <p188:commentRel xmlns:p188="http://schemas.microsoft.com/office/powerpoint/2018/8/main" r:id="rId2"/>
    </p:ext>
  </p:extLs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81256628"/>
              </p:ext>
            </p:extLst>
          </p:nvPr>
        </p:nvGraphicFramePr>
        <p:xfrm>
          <a:off x="404812" y="1103055"/>
          <a:ext cx="6048376" cy="6083882"/>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long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short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Min value decimal 100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Max value decimal 4,000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dirty="0"/>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a:txBody>
                    <a:bodyPr/>
                    <a:lstStyle/>
                    <a:p>
                      <a:pPr marL="0" marR="0" lvl="0" indent="0" algn="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LED </a:t>
                      </a:r>
                      <a:r>
                        <a:rPr lang="en-US" altLang="ko-KR" sz="900" baseline="0" dirty="0">
                          <a:latin typeface="Arial" panose="020B0604020202020204" pitchFamily="34" charset="0"/>
                          <a:cs typeface="Arial" panose="020B0604020202020204" pitchFamily="34" charset="0"/>
                        </a:rPr>
                        <a:t>Start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8061129"/>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5V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100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sp>
        <p:nvSpPr>
          <p:cNvPr id="70" name="TextBox 69">
            <a:extLst>
              <a:ext uri="{FF2B5EF4-FFF2-40B4-BE49-F238E27FC236}">
                <a16:creationId xmlns:a16="http://schemas.microsoft.com/office/drawing/2014/main" id="{96FC942C-4C0C-23D7-F219-7B4EF074A5ED}"/>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45"/>
              <a:ext cx="248268"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6" y="5795242"/>
              <a:ext cx="262123"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6" name="object 11">
            <a:extLst>
              <a:ext uri="{FF2B5EF4-FFF2-40B4-BE49-F238E27FC236}">
                <a16:creationId xmlns:a16="http://schemas.microsoft.com/office/drawing/2014/main" id="{3E134670-5B14-7388-EE3F-5C6E92436339}"/>
              </a:ext>
            </a:extLst>
          </p:cNvPr>
          <p:cNvSpPr txBox="1"/>
          <p:nvPr/>
        </p:nvSpPr>
        <p:spPr>
          <a:xfrm>
            <a:off x="2426121" y="7304037"/>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sp>
        <p:nvSpPr>
          <p:cNvPr id="37" name="TextBox 36">
            <a:extLst>
              <a:ext uri="{FF2B5EF4-FFF2-40B4-BE49-F238E27FC236}">
                <a16:creationId xmlns:a16="http://schemas.microsoft.com/office/drawing/2014/main" id="{D39AEEAC-0223-5870-2785-924142526F22}"/>
              </a:ext>
            </a:extLst>
          </p:cNvPr>
          <p:cNvSpPr txBox="1"/>
          <p:nvPr/>
        </p:nvSpPr>
        <p:spPr>
          <a:xfrm>
            <a:off x="404812" y="7581182"/>
            <a:ext cx="6048376" cy="907941"/>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r>
              <a:rPr lang="en-US" altLang="ko-KR" dirty="0"/>
              <a:t>Note :  1) It is recommended the minimum MCLK should not be more than twice as slow as the SCLK for stable fast-</a:t>
            </a:r>
          </a:p>
          <a:p>
            <a:r>
              <a:rPr lang="en-US" altLang="ko-KR" dirty="0"/>
              <a:t>                readout. If MCLK will be more than twice as slow as SCLK, then an appropriate latency is needed between</a:t>
            </a:r>
          </a:p>
          <a:p>
            <a:r>
              <a:rPr lang="en-US" altLang="ko-KR" dirty="0"/>
              <a:t>                the first 16 SCLKs for a command and the second 16 SCLKs for readout.</a:t>
            </a:r>
          </a:p>
          <a:p>
            <a:pPr algn="just"/>
            <a:r>
              <a:rPr lang="en-US" altLang="ko-KR" dirty="0"/>
              <a:t>            2) The conditions,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2,</a:t>
            </a:r>
            <a:r>
              <a:rPr lang="en-US" altLang="ko-KR" baseline="-25000" dirty="0">
                <a:solidFill>
                  <a:srgbClr val="000000"/>
                </a:solidFill>
                <a:ea typeface="굴림" panose="020B0600000101010101" pitchFamily="50" charset="-127"/>
              </a:rPr>
              <a:t>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 2,  (T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&lt; 80 are normally recommended.</a:t>
            </a:r>
          </a:p>
          <a:p>
            <a:pPr algn="just"/>
            <a:r>
              <a:rPr lang="en-US" altLang="ko-KR" dirty="0">
                <a:solidFill>
                  <a:srgbClr val="000000"/>
                </a:solidFill>
                <a:ea typeface="굴림" panose="020B0600000101010101" pitchFamily="50" charset="-127"/>
              </a:rPr>
              <a:t>                 However, the value depends on the baud-rate of the XD..</a:t>
            </a:r>
          </a:p>
          <a:p>
            <a:pPr algn="just"/>
            <a:r>
              <a:rPr lang="en-US" altLang="ko-KR" dirty="0">
                <a:solidFill>
                  <a:srgbClr val="000000"/>
                </a:solidFill>
                <a:ea typeface="굴림" panose="020B0600000101010101" pitchFamily="50" charset="-127"/>
              </a:rPr>
              <a:t>            3) The time depends on the system configuration, the daisied XD number, SCLK, MCLK and Baud-rate.</a:t>
            </a:r>
            <a:endParaRPr lang="en-US" altLang="ko-KR" dirty="0"/>
          </a:p>
        </p:txBody>
      </p:sp>
      <p:sp>
        <p:nvSpPr>
          <p:cNvPr id="38" name="object 8">
            <a:extLst>
              <a:ext uri="{FF2B5EF4-FFF2-40B4-BE49-F238E27FC236}">
                <a16:creationId xmlns:a16="http://schemas.microsoft.com/office/drawing/2014/main" id="{AF88FA11-CF17-4E46-6A46-8295373DACC6}"/>
              </a:ext>
            </a:extLst>
          </p:cNvPr>
          <p:cNvSpPr txBox="1"/>
          <p:nvPr/>
        </p:nvSpPr>
        <p:spPr>
          <a:xfrm>
            <a:off x="404566" y="8633453"/>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Tree>
    <p:extLst>
      <p:ext uri="{BB962C8B-B14F-4D97-AF65-F5344CB8AC3E}">
        <p14:creationId xmlns:p14="http://schemas.microsoft.com/office/powerpoint/2010/main" val="354881068"/>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BA706E76-CE8A-4364-618D-2E3E661190F3}"/>
              </a:ext>
            </a:extLst>
          </p:cNvPr>
          <p:cNvSpPr txBox="1"/>
          <p:nvPr/>
        </p:nvSpPr>
        <p:spPr>
          <a:xfrm>
            <a:off x="413546" y="774866"/>
            <a:ext cx="6039884"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05514" cy="138499"/>
            </a:xfrm>
            <a:prstGeom prst="rect">
              <a:avLst/>
            </a:prstGeom>
            <a:solidFill>
              <a:schemeClr val="bg1"/>
            </a:solidFill>
          </p:spPr>
          <p:txBody>
            <a:bodyPr wrap="none" lIns="36000" tIns="0" rIns="36000" bIns="0" rtlCol="0" anchor="ctr" anchorCtr="0">
              <a:spAutoFit/>
            </a:bodyPr>
            <a:lstStyle/>
            <a:p>
              <a:r>
                <a:rPr lang="en-US" altLang="ko-KR" sz="900" dirty="0"/>
                <a:t>5V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cs typeface="Arial" panose="020B0604020202020204" pitchFamily="34" charset="0"/>
                </a:rPr>
                <a:t>accessible</a:t>
              </a:r>
              <a:endParaRPr lang="ko-KR" altLang="en-US" sz="900" dirty="0">
                <a:solidFill>
                  <a:schemeClr val="tx1"/>
                </a:solidFill>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19556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181140"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1961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1258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SU</a:t>
              </a:r>
              <a:r>
                <a:rPr lang="en-US" altLang="ko-KR" sz="900" baseline="-25000" dirty="0">
                  <a:solidFill>
                    <a:srgbClr val="000000"/>
                  </a:solidFill>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771365" cy="230832"/>
            </a:xfrm>
            <a:prstGeom prst="rect">
              <a:avLst/>
            </a:prstGeom>
            <a:noFill/>
          </p:spPr>
          <p:txBody>
            <a:bodyPr wrap="none" rtlCol="0">
              <a:spAutoFit/>
            </a:bodyPr>
            <a:lstStyle/>
            <a:p>
              <a:r>
                <a:rPr lang="en-US" altLang="ko-KR" sz="900" dirty="0"/>
                <a:t>Set-up to XD</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cs typeface="Arial" panose="020B0604020202020204" pitchFamily="34" charset="0"/>
                </a:rPr>
                <a:t>XD setup for dimming</a:t>
              </a:r>
              <a:endParaRPr lang="ko-KR" altLang="en-US" sz="900" dirty="0">
                <a:solidFill>
                  <a:schemeClr val="tx1"/>
                </a:solidFill>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cs typeface="Arial" panose="020B0604020202020204" pitchFamily="34" charset="0"/>
              </a:endParaRPr>
            </a:p>
          </p:txBody>
        </p:sp>
      </p:grpSp>
    </p:spTree>
    <p:extLst>
      <p:ext uri="{BB962C8B-B14F-4D97-AF65-F5344CB8AC3E}">
        <p14:creationId xmlns:p14="http://schemas.microsoft.com/office/powerpoint/2010/main" val="109572783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2914604102"/>
              </p:ext>
            </p:extLst>
          </p:nvPr>
        </p:nvGraphicFramePr>
        <p:xfrm>
          <a:off x="404814" y="1109403"/>
          <a:ext cx="6032329" cy="4264674"/>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 </a:t>
                      </a: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 to SCLKO delay</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10.5 </a:t>
                      </a:r>
                      <a:r>
                        <a:rPr lang="en-US" altLang="ko-KR" sz="900" kern="100" baseline="30000" dirty="0">
                          <a:effectLst/>
                          <a:latin typeface="Arial" panose="020B0604020202020204" pitchFamily="34" charset="0"/>
                          <a:ea typeface="+mn-ea"/>
                          <a:cs typeface="Arial" panose="020B0604020202020204" pitchFamily="34" charset="0"/>
                        </a:rPr>
                        <a:t>(3)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ns</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The skew between SCLKO to SDO</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- 1.5 </a:t>
                      </a:r>
                      <a:r>
                        <a:rPr lang="en-US" altLang="ko-KR" sz="900" kern="100" baseline="30000" dirty="0">
                          <a:effectLst/>
                          <a:latin typeface="Arial" panose="020B0604020202020204" pitchFamily="34" charset="0"/>
                          <a:ea typeface="+mn-ea"/>
                          <a:cs typeface="Arial" panose="020B0604020202020204" pitchFamily="34" charset="0"/>
                        </a:rPr>
                        <a:t>(3)</a:t>
                      </a:r>
                      <a:endParaRPr lang="ko-KR" altLang="ko-KR" sz="900" kern="100" baseline="30000" dirty="0">
                        <a:effectLst/>
                        <a:latin typeface="Arial" panose="020B0604020202020204" pitchFamily="34" charset="0"/>
                        <a:ea typeface="+mn-ea"/>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high time</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 </a:t>
                      </a:r>
                      <a:r>
                        <a:rPr lang="en-US" altLang="ko-KR" sz="900" b="0" i="0" u="none" strike="noStrike" baseline="0" dirty="0">
                          <a:solidFill>
                            <a:schemeClr val="tx1"/>
                          </a:solidFill>
                          <a:effectLst/>
                          <a:latin typeface="Arial" panose="020B0604020202020204" pitchFamily="34" charset="0"/>
                          <a:ea typeface="굴림" panose="020B0600000101010101" pitchFamily="50" charset="-127"/>
                          <a:cs typeface="Arial" panose="020B0604020202020204" pitchFamily="34" charset="0"/>
                        </a:rPr>
                        <a:t>- 1</a:t>
                      </a:r>
                      <a:r>
                        <a:rPr lang="en-US" altLang="ko-KR" sz="900" kern="100" baseline="30000" dirty="0">
                          <a:effectLst/>
                          <a:latin typeface="Arial" panose="020B0604020202020204" pitchFamily="34" charset="0"/>
                          <a:ea typeface="+mn-ea"/>
                          <a:cs typeface="Arial" panose="020B0604020202020204" pitchFamily="34" charset="0"/>
                        </a:rPr>
                        <a:t>(3)</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a:t>
                      </a:r>
                      <a:endParaRPr lang="ko-KR" altLang="ko-KR" sz="900" kern="100" baseline="30000" dirty="0">
                        <a:effectLst/>
                        <a:latin typeface="Arial" panose="020B0604020202020204" pitchFamily="34" charset="0"/>
                        <a:ea typeface="+mn-ea"/>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grpSp>
        <p:nvGrpSpPr>
          <p:cNvPr id="4" name="그룹 3">
            <a:extLst>
              <a:ext uri="{FF2B5EF4-FFF2-40B4-BE49-F238E27FC236}">
                <a16:creationId xmlns:a16="http://schemas.microsoft.com/office/drawing/2014/main" id="{43381941-45BB-08DD-805C-9636912A38D9}"/>
              </a:ext>
            </a:extLst>
          </p:cNvPr>
          <p:cNvGrpSpPr/>
          <p:nvPr/>
        </p:nvGrpSpPr>
        <p:grpSpPr>
          <a:xfrm>
            <a:off x="1177749" y="6477424"/>
            <a:ext cx="4752000" cy="1996014"/>
            <a:chOff x="1177749" y="6477424"/>
            <a:chExt cx="4752000" cy="1996014"/>
          </a:xfrm>
        </p:grpSpPr>
        <p:pic>
          <p:nvPicPr>
            <p:cNvPr id="6" name="그림 5">
              <a:extLst>
                <a:ext uri="{FF2B5EF4-FFF2-40B4-BE49-F238E27FC236}">
                  <a16:creationId xmlns:a16="http://schemas.microsoft.com/office/drawing/2014/main" id="{82067DB7-4E02-1462-01FA-0009B1607AAF}"/>
                </a:ext>
              </a:extLst>
            </p:cNvPr>
            <p:cNvPicPr>
              <a:picLocks noChangeAspect="1"/>
            </p:cNvPicPr>
            <p:nvPr/>
          </p:nvPicPr>
          <p:blipFill>
            <a:blip r:embed="rId3"/>
            <a:stretch>
              <a:fillRect/>
            </a:stretch>
          </p:blipFill>
          <p:spPr>
            <a:xfrm>
              <a:off x="1177749" y="6477424"/>
              <a:ext cx="4752000" cy="1996014"/>
            </a:xfrm>
            <a:prstGeom prst="rect">
              <a:avLst/>
            </a:prstGeom>
          </p:spPr>
        </p:pic>
        <p:grpSp>
          <p:nvGrpSpPr>
            <p:cNvPr id="7" name="그룹 6">
              <a:extLst>
                <a:ext uri="{FF2B5EF4-FFF2-40B4-BE49-F238E27FC236}">
                  <a16:creationId xmlns:a16="http://schemas.microsoft.com/office/drawing/2014/main" id="{8FD461F9-3A0C-E5F9-AE74-5291663BC161}"/>
                </a:ext>
              </a:extLst>
            </p:cNvPr>
            <p:cNvGrpSpPr/>
            <p:nvPr/>
          </p:nvGrpSpPr>
          <p:grpSpPr>
            <a:xfrm>
              <a:off x="1977886" y="7127880"/>
              <a:ext cx="106280" cy="180000"/>
              <a:chOff x="1977886" y="7127880"/>
              <a:chExt cx="106280" cy="180000"/>
            </a:xfrm>
          </p:grpSpPr>
          <p:sp>
            <p:nvSpPr>
              <p:cNvPr id="8" name="직사각형 7">
                <a:extLst>
                  <a:ext uri="{FF2B5EF4-FFF2-40B4-BE49-F238E27FC236}">
                    <a16:creationId xmlns:a16="http://schemas.microsoft.com/office/drawing/2014/main" id="{D66E7962-1237-8274-AF89-4DCDB6F0F333}"/>
                  </a:ext>
                </a:extLst>
              </p:cNvPr>
              <p:cNvSpPr/>
              <p:nvPr/>
            </p:nvSpPr>
            <p:spPr>
              <a:xfrm>
                <a:off x="1977886" y="7136294"/>
                <a:ext cx="72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 name="이등변 삼각형 8">
                <a:extLst>
                  <a:ext uri="{FF2B5EF4-FFF2-40B4-BE49-F238E27FC236}">
                    <a16:creationId xmlns:a16="http://schemas.microsoft.com/office/drawing/2014/main" id="{42B1509F-74A9-CDEF-42F7-813B87D8AE40}"/>
                  </a:ext>
                </a:extLst>
              </p:cNvPr>
              <p:cNvSpPr/>
              <p:nvPr/>
            </p:nvSpPr>
            <p:spPr>
              <a:xfrm rot="16200000">
                <a:off x="2033766" y="7147094"/>
                <a:ext cx="50400" cy="50400"/>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 name="직선 연결선 9">
                <a:extLst>
                  <a:ext uri="{FF2B5EF4-FFF2-40B4-BE49-F238E27FC236}">
                    <a16:creationId xmlns:a16="http://schemas.microsoft.com/office/drawing/2014/main" id="{E873BBC9-F057-67D9-4093-2839D21043EE}"/>
                  </a:ext>
                </a:extLst>
              </p:cNvPr>
              <p:cNvCxnSpPr/>
              <p:nvPr/>
            </p:nvCxnSpPr>
            <p:spPr>
              <a:xfrm>
                <a:off x="2036442" y="7127880"/>
                <a:ext cx="0" cy="180000"/>
              </a:xfrm>
              <a:prstGeom prst="line">
                <a:avLst/>
              </a:prstGeom>
              <a:ln w="63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61681503"/>
      </p:ext>
    </p:extLst>
  </p:cSld>
  <p:clrMapOvr>
    <a:masterClrMapping/>
  </p:clrMapOvr>
  <p:extLst>
    <p:ext uri="{6950BFC3-D8DA-4A85-94F7-54DA5524770B}">
      <p188:commentRel xmlns:p188="http://schemas.microsoft.com/office/powerpoint/2018/8/main" r:id="rId2"/>
    </p:ext>
  </p:extLs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415498"/>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For the local dimming data transmit a Serial Peripheral Interface is used. The SPI is configurated to work as SPI slave.</a:t>
            </a:r>
          </a:p>
          <a:p>
            <a:pPr algn="just"/>
            <a:r>
              <a:rPr lang="en-US" altLang="ko-KR" sz="900" dirty="0">
                <a:latin typeface="Arial" panose="020B0604020202020204" pitchFamily="34" charset="0"/>
                <a:cs typeface="Arial" panose="020B0604020202020204" pitchFamily="34" charset="0"/>
              </a:rPr>
              <a:t>A Daisy Chain structure can be used to support large scale blocks array with several devices and operated up to 30MHz.</a:t>
            </a: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Daisy Chain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All SPI slaves share the Chip select signal, and these devices in Daisy chain can be treated as one big shift register.  The devices can be enumerated as described below.</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XC24R has 3 types of the SPI Interface protocol, the register-read, the register-write and the LD data-transfer. The SPI protocol’s format consists of a 16-bit command and a 16-bit register data or a series of 24(or 16)-bit LD data following the 16-bit command.</a:t>
            </a:r>
          </a:p>
        </p:txBody>
      </p:sp>
      <p:pic>
        <p:nvPicPr>
          <p:cNvPr id="12" name="그림 11">
            <a:extLst>
              <a:ext uri="{FF2B5EF4-FFF2-40B4-BE49-F238E27FC236}">
                <a16:creationId xmlns:a16="http://schemas.microsoft.com/office/drawing/2014/main" id="{737CA705-B144-02CC-515F-8ED9F8138806}"/>
              </a:ext>
            </a:extLst>
          </p:cNvPr>
          <p:cNvPicPr>
            <a:picLocks noChangeAspect="1"/>
          </p:cNvPicPr>
          <p:nvPr/>
        </p:nvPicPr>
        <p:blipFill>
          <a:blip r:embed="rId2"/>
          <a:stretch>
            <a:fillRect/>
          </a:stretch>
        </p:blipFill>
        <p:spPr>
          <a:xfrm>
            <a:off x="1365326" y="3112490"/>
            <a:ext cx="4147897" cy="1147431"/>
          </a:xfrm>
          <a:prstGeom prst="rect">
            <a:avLst/>
          </a:prstGeom>
        </p:spPr>
      </p:pic>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2106179250"/>
              </p:ext>
            </p:extLst>
          </p:nvPr>
        </p:nvGraphicFramePr>
        <p:xfrm>
          <a:off x="413545" y="7206466"/>
          <a:ext cx="6039871" cy="1360352"/>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LD1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 = 2’b00 : 24 bits /block</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LD2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2’b01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LD3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2’b10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11212327"/>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LD4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2’b11 : 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556966" y="4431562"/>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daisy connection</a:t>
            </a:r>
          </a:p>
        </p:txBody>
      </p:sp>
    </p:spTree>
    <p:extLst>
      <p:ext uri="{BB962C8B-B14F-4D97-AF65-F5344CB8AC3E}">
        <p14:creationId xmlns:p14="http://schemas.microsoft.com/office/powerpoint/2010/main" val="403961826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3"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12" y="1612565"/>
            <a:ext cx="6048622" cy="276999"/>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access sequence is as follows, depending on the type of access. There is no difference between a single and</a:t>
            </a:r>
          </a:p>
          <a:p>
            <a:pPr algn="just"/>
            <a:r>
              <a:rPr lang="en-US" altLang="ko-KR" sz="900" b="0" i="0" dirty="0">
                <a:solidFill>
                  <a:srgbClr val="000000"/>
                </a:solidFill>
                <a:effectLst/>
                <a:latin typeface="Arial" panose="020B0604020202020204" pitchFamily="34" charset="0"/>
                <a:cs typeface="Arial" panose="020B0604020202020204" pitchFamily="34" charset="0"/>
              </a:rPr>
              <a:t>a burst access except for the number of data due to the burst size.</a:t>
            </a:r>
            <a:endParaRPr lang="en-US" altLang="ko-KR" sz="900"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02CAB0E2-A84E-3B86-8889-B8AE86A3934F}"/>
              </a:ext>
            </a:extLst>
          </p:cNvPr>
          <p:cNvSpPr txBox="1"/>
          <p:nvPr/>
        </p:nvSpPr>
        <p:spPr>
          <a:xfrm>
            <a:off x="404812"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read/write sequence in burst</a:t>
            </a:r>
          </a:p>
        </p:txBody>
      </p:sp>
      <p:grpSp>
        <p:nvGrpSpPr>
          <p:cNvPr id="760" name="그룹 759">
            <a:extLst>
              <a:ext uri="{FF2B5EF4-FFF2-40B4-BE49-F238E27FC236}">
                <a16:creationId xmlns:a16="http://schemas.microsoft.com/office/drawing/2014/main" id="{6449BAE1-EB49-DFB3-1D7F-40F3DD7AF835}"/>
              </a:ext>
            </a:extLst>
          </p:cNvPr>
          <p:cNvGrpSpPr/>
          <p:nvPr/>
        </p:nvGrpSpPr>
        <p:grpSpPr>
          <a:xfrm>
            <a:off x="1100033" y="2313333"/>
            <a:ext cx="4551129" cy="1930058"/>
            <a:chOff x="843431" y="2457395"/>
            <a:chExt cx="4551129" cy="1930058"/>
          </a:xfrm>
        </p:grpSpPr>
        <p:cxnSp>
          <p:nvCxnSpPr>
            <p:cNvPr id="8" name="직선 연결선 7">
              <a:extLst>
                <a:ext uri="{FF2B5EF4-FFF2-40B4-BE49-F238E27FC236}">
                  <a16:creationId xmlns:a16="http://schemas.microsoft.com/office/drawing/2014/main" id="{7B6C0DA2-E1CB-9162-BD52-B7C4445B33B9}"/>
                </a:ext>
              </a:extLst>
            </p:cNvPr>
            <p:cNvCxnSpPr/>
            <p:nvPr/>
          </p:nvCxnSpPr>
          <p:spPr>
            <a:xfrm>
              <a:off x="1217796" y="245739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E5382371-2682-C386-24F5-A312427FF71D}"/>
                </a:ext>
              </a:extLst>
            </p:cNvPr>
            <p:cNvCxnSpPr>
              <a:cxnSpLocks/>
            </p:cNvCxnSpPr>
            <p:nvPr/>
          </p:nvCxnSpPr>
          <p:spPr>
            <a:xfrm>
              <a:off x="1395596"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C292E7B0-0E9E-D816-3CDC-2DB3F51CD495}"/>
                </a:ext>
              </a:extLst>
            </p:cNvPr>
            <p:cNvCxnSpPr>
              <a:cxnSpLocks/>
            </p:cNvCxnSpPr>
            <p:nvPr/>
          </p:nvCxnSpPr>
          <p:spPr>
            <a:xfrm flipV="1">
              <a:off x="1395596" y="260486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C5F4F57A-65FA-9302-46F9-233A2719668B}"/>
                </a:ext>
              </a:extLst>
            </p:cNvPr>
            <p:cNvCxnSpPr/>
            <p:nvPr/>
          </p:nvCxnSpPr>
          <p:spPr>
            <a:xfrm>
              <a:off x="5212082" y="246109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F01395E6-39B2-15B5-5BAE-C10AAEA88108}"/>
                </a:ext>
              </a:extLst>
            </p:cNvPr>
            <p:cNvCxnSpPr>
              <a:cxnSpLocks/>
            </p:cNvCxnSpPr>
            <p:nvPr/>
          </p:nvCxnSpPr>
          <p:spPr>
            <a:xfrm>
              <a:off x="5211058"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378C10FB-3223-5FC2-8C56-0A58CDD0630C}"/>
                </a:ext>
              </a:extLst>
            </p:cNvPr>
            <p:cNvSpPr/>
            <p:nvPr/>
          </p:nvSpPr>
          <p:spPr>
            <a:xfrm>
              <a:off x="1396360" y="3353626"/>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28" name="직선 연결선 27">
              <a:extLst>
                <a:ext uri="{FF2B5EF4-FFF2-40B4-BE49-F238E27FC236}">
                  <a16:creationId xmlns:a16="http://schemas.microsoft.com/office/drawing/2014/main" id="{D8D7349A-C489-1181-BDC5-3675976A8FAA}"/>
                </a:ext>
              </a:extLst>
            </p:cNvPr>
            <p:cNvCxnSpPr>
              <a:cxnSpLocks/>
            </p:cNvCxnSpPr>
            <p:nvPr/>
          </p:nvCxnSpPr>
          <p:spPr>
            <a:xfrm flipV="1">
              <a:off x="1218560" y="349762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885AC4CD-FB48-7656-28F6-E51DE2F39A62}"/>
                </a:ext>
              </a:extLst>
            </p:cNvPr>
            <p:cNvSpPr/>
            <p:nvPr/>
          </p:nvSpPr>
          <p:spPr>
            <a:xfrm>
              <a:off x="182862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1" name="직사각형 30">
              <a:extLst>
                <a:ext uri="{FF2B5EF4-FFF2-40B4-BE49-F238E27FC236}">
                  <a16:creationId xmlns:a16="http://schemas.microsoft.com/office/drawing/2014/main" id="{1136883C-336C-B6EB-7698-01F7CFC114FA}"/>
                </a:ext>
              </a:extLst>
            </p:cNvPr>
            <p:cNvSpPr/>
            <p:nvPr/>
          </p:nvSpPr>
          <p:spPr>
            <a:xfrm>
              <a:off x="2260424"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2" name="직사각형 31">
              <a:extLst>
                <a:ext uri="{FF2B5EF4-FFF2-40B4-BE49-F238E27FC236}">
                  <a16:creationId xmlns:a16="http://schemas.microsoft.com/office/drawing/2014/main" id="{25FE195A-72CA-9EAD-1406-7BE5B67F7D20}"/>
                </a:ext>
              </a:extLst>
            </p:cNvPr>
            <p:cNvSpPr/>
            <p:nvPr/>
          </p:nvSpPr>
          <p:spPr>
            <a:xfrm>
              <a:off x="1981632" y="32514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358ABD42-F8E7-61B3-76AB-157D516289B1}"/>
                </a:ext>
              </a:extLst>
            </p:cNvPr>
            <p:cNvSpPr/>
            <p:nvPr/>
          </p:nvSpPr>
          <p:spPr>
            <a:xfrm>
              <a:off x="237390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4" name="직사각형 33">
              <a:extLst>
                <a:ext uri="{FF2B5EF4-FFF2-40B4-BE49-F238E27FC236}">
                  <a16:creationId xmlns:a16="http://schemas.microsoft.com/office/drawing/2014/main" id="{EC3D221B-B6AB-AF2C-E08C-B7AF451348BC}"/>
                </a:ext>
              </a:extLst>
            </p:cNvPr>
            <p:cNvSpPr/>
            <p:nvPr/>
          </p:nvSpPr>
          <p:spPr>
            <a:xfrm>
              <a:off x="284206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5" name="직사각형 34">
              <a:extLst>
                <a:ext uri="{FF2B5EF4-FFF2-40B4-BE49-F238E27FC236}">
                  <a16:creationId xmlns:a16="http://schemas.microsoft.com/office/drawing/2014/main" id="{E15FE438-DC8C-ADFA-E8CF-B5EBCFC0EC2B}"/>
                </a:ext>
              </a:extLst>
            </p:cNvPr>
            <p:cNvSpPr/>
            <p:nvPr/>
          </p:nvSpPr>
          <p:spPr>
            <a:xfrm>
              <a:off x="292849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7" name="직사각형 36">
              <a:extLst>
                <a:ext uri="{FF2B5EF4-FFF2-40B4-BE49-F238E27FC236}">
                  <a16:creationId xmlns:a16="http://schemas.microsoft.com/office/drawing/2014/main" id="{F30F0B48-BE9E-BBD2-AD71-CEB4724E1407}"/>
                </a:ext>
              </a:extLst>
            </p:cNvPr>
            <p:cNvSpPr/>
            <p:nvPr/>
          </p:nvSpPr>
          <p:spPr>
            <a:xfrm>
              <a:off x="3705887"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 name="직사각형 38">
              <a:extLst>
                <a:ext uri="{FF2B5EF4-FFF2-40B4-BE49-F238E27FC236}">
                  <a16:creationId xmlns:a16="http://schemas.microsoft.com/office/drawing/2014/main" id="{66F47065-43D3-31EE-B467-082F545745C3}"/>
                </a:ext>
              </a:extLst>
            </p:cNvPr>
            <p:cNvSpPr/>
            <p:nvPr/>
          </p:nvSpPr>
          <p:spPr>
            <a:xfrm>
              <a:off x="4139263"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0" name="직사각형 39">
              <a:extLst>
                <a:ext uri="{FF2B5EF4-FFF2-40B4-BE49-F238E27FC236}">
                  <a16:creationId xmlns:a16="http://schemas.microsoft.com/office/drawing/2014/main" id="{0AB3C92C-8462-9EF6-120F-B18666CBC392}"/>
                </a:ext>
              </a:extLst>
            </p:cNvPr>
            <p:cNvSpPr/>
            <p:nvPr/>
          </p:nvSpPr>
          <p:spPr>
            <a:xfrm>
              <a:off x="3831148" y="3274573"/>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1" name="직사각형 40">
              <a:extLst>
                <a:ext uri="{FF2B5EF4-FFF2-40B4-BE49-F238E27FC236}">
                  <a16:creationId xmlns:a16="http://schemas.microsoft.com/office/drawing/2014/main" id="{BB56412E-8013-ECDD-BD18-D86CD796E9B9}"/>
                </a:ext>
              </a:extLst>
            </p:cNvPr>
            <p:cNvSpPr/>
            <p:nvPr/>
          </p:nvSpPr>
          <p:spPr>
            <a:xfrm>
              <a:off x="4245541" y="3257533"/>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2" name="직사각형 41">
              <a:extLst>
                <a:ext uri="{FF2B5EF4-FFF2-40B4-BE49-F238E27FC236}">
                  <a16:creationId xmlns:a16="http://schemas.microsoft.com/office/drawing/2014/main" id="{E1F5A46B-9FD8-F744-554F-353C7E5E56EE}"/>
                </a:ext>
              </a:extLst>
            </p:cNvPr>
            <p:cNvSpPr/>
            <p:nvPr/>
          </p:nvSpPr>
          <p:spPr>
            <a:xfrm>
              <a:off x="4716079" y="3353311"/>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3" name="직사각형 42">
              <a:extLst>
                <a:ext uri="{FF2B5EF4-FFF2-40B4-BE49-F238E27FC236}">
                  <a16:creationId xmlns:a16="http://schemas.microsoft.com/office/drawing/2014/main" id="{94D7C417-FC65-913B-FAA7-D3A602150747}"/>
                </a:ext>
              </a:extLst>
            </p:cNvPr>
            <p:cNvSpPr/>
            <p:nvPr/>
          </p:nvSpPr>
          <p:spPr>
            <a:xfrm>
              <a:off x="4824079" y="3253654"/>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4" name="직사각형 43">
              <a:extLst>
                <a:ext uri="{FF2B5EF4-FFF2-40B4-BE49-F238E27FC236}">
                  <a16:creationId xmlns:a16="http://schemas.microsoft.com/office/drawing/2014/main" id="{37429EBC-6156-A95F-AA04-8AD66EC3156C}"/>
                </a:ext>
              </a:extLst>
            </p:cNvPr>
            <p:cNvSpPr/>
            <p:nvPr/>
          </p:nvSpPr>
          <p:spPr>
            <a:xfrm>
              <a:off x="3273342" y="335338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6" name="직선 연결선 45">
              <a:extLst>
                <a:ext uri="{FF2B5EF4-FFF2-40B4-BE49-F238E27FC236}">
                  <a16:creationId xmlns:a16="http://schemas.microsoft.com/office/drawing/2014/main" id="{B38F836D-4C44-DB24-F8E5-9A3D8DAD1E26}"/>
                </a:ext>
              </a:extLst>
            </p:cNvPr>
            <p:cNvCxnSpPr>
              <a:cxnSpLocks/>
            </p:cNvCxnSpPr>
            <p:nvPr/>
          </p:nvCxnSpPr>
          <p:spPr>
            <a:xfrm flipV="1">
              <a:off x="1217796" y="432658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46AC3D6A-0D7D-3EDB-2DFB-A04FF9988924}"/>
                </a:ext>
              </a:extLst>
            </p:cNvPr>
            <p:cNvSpPr/>
            <p:nvPr/>
          </p:nvSpPr>
          <p:spPr>
            <a:xfrm>
              <a:off x="3698700"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7" name="직사각형 56">
              <a:extLst>
                <a:ext uri="{FF2B5EF4-FFF2-40B4-BE49-F238E27FC236}">
                  <a16:creationId xmlns:a16="http://schemas.microsoft.com/office/drawing/2014/main" id="{FE8EF9C1-2E7B-DA32-E7E0-2D35DEA22EF6}"/>
                </a:ext>
              </a:extLst>
            </p:cNvPr>
            <p:cNvSpPr/>
            <p:nvPr/>
          </p:nvSpPr>
          <p:spPr>
            <a:xfrm>
              <a:off x="4131344"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8" name="직사각형 57">
              <a:extLst>
                <a:ext uri="{FF2B5EF4-FFF2-40B4-BE49-F238E27FC236}">
                  <a16:creationId xmlns:a16="http://schemas.microsoft.com/office/drawing/2014/main" id="{E0EC9CA2-5B64-EFD2-F917-85CC3491BA77}"/>
                </a:ext>
              </a:extLst>
            </p:cNvPr>
            <p:cNvSpPr/>
            <p:nvPr/>
          </p:nvSpPr>
          <p:spPr>
            <a:xfrm>
              <a:off x="3830384" y="4074469"/>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59" name="직사각형 58">
              <a:extLst>
                <a:ext uri="{FF2B5EF4-FFF2-40B4-BE49-F238E27FC236}">
                  <a16:creationId xmlns:a16="http://schemas.microsoft.com/office/drawing/2014/main" id="{C2AE3FB7-89F9-F83C-A3F5-F2776A6C848B}"/>
                </a:ext>
              </a:extLst>
            </p:cNvPr>
            <p:cNvSpPr/>
            <p:nvPr/>
          </p:nvSpPr>
          <p:spPr>
            <a:xfrm>
              <a:off x="424477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0" name="직사각형 59">
              <a:extLst>
                <a:ext uri="{FF2B5EF4-FFF2-40B4-BE49-F238E27FC236}">
                  <a16:creationId xmlns:a16="http://schemas.microsoft.com/office/drawing/2014/main" id="{1510142A-2ADB-BB0D-4271-66636F308591}"/>
                </a:ext>
              </a:extLst>
            </p:cNvPr>
            <p:cNvSpPr/>
            <p:nvPr/>
          </p:nvSpPr>
          <p:spPr>
            <a:xfrm>
              <a:off x="4715315" y="4183005"/>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1" name="직사각형 60">
              <a:extLst>
                <a:ext uri="{FF2B5EF4-FFF2-40B4-BE49-F238E27FC236}">
                  <a16:creationId xmlns:a16="http://schemas.microsoft.com/office/drawing/2014/main" id="{79B2B43D-7550-CDE6-4F27-E45E127B3902}"/>
                </a:ext>
              </a:extLst>
            </p:cNvPr>
            <p:cNvSpPr/>
            <p:nvPr/>
          </p:nvSpPr>
          <p:spPr>
            <a:xfrm>
              <a:off x="482773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2" name="직사각형 61">
              <a:extLst>
                <a:ext uri="{FF2B5EF4-FFF2-40B4-BE49-F238E27FC236}">
                  <a16:creationId xmlns:a16="http://schemas.microsoft.com/office/drawing/2014/main" id="{A749BFDF-75A5-AB7A-2B90-3E0929E66817}"/>
                </a:ext>
              </a:extLst>
            </p:cNvPr>
            <p:cNvSpPr/>
            <p:nvPr/>
          </p:nvSpPr>
          <p:spPr>
            <a:xfrm>
              <a:off x="3266820" y="418270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3" name="직사각형 62">
              <a:extLst>
                <a:ext uri="{FF2B5EF4-FFF2-40B4-BE49-F238E27FC236}">
                  <a16:creationId xmlns:a16="http://schemas.microsoft.com/office/drawing/2014/main" id="{47B1A8A3-9F86-E43E-EA0D-E3EA6E45B375}"/>
                </a:ext>
              </a:extLst>
            </p:cNvPr>
            <p:cNvSpPr/>
            <p:nvPr/>
          </p:nvSpPr>
          <p:spPr>
            <a:xfrm>
              <a:off x="843432" y="250660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 name="그룹 66">
              <a:extLst>
                <a:ext uri="{FF2B5EF4-FFF2-40B4-BE49-F238E27FC236}">
                  <a16:creationId xmlns:a16="http://schemas.microsoft.com/office/drawing/2014/main" id="{D507EADE-F402-F49A-7311-C75E7953B6C1}"/>
                </a:ext>
              </a:extLst>
            </p:cNvPr>
            <p:cNvGrpSpPr/>
            <p:nvPr/>
          </p:nvGrpSpPr>
          <p:grpSpPr>
            <a:xfrm>
              <a:off x="2745731" y="3419592"/>
              <a:ext cx="54000" cy="144000"/>
              <a:chOff x="2402600" y="3979676"/>
              <a:chExt cx="64467" cy="147702"/>
            </a:xfrm>
          </p:grpSpPr>
          <p:sp>
            <p:nvSpPr>
              <p:cNvPr id="65" name="자유형: 도형 64">
                <a:extLst>
                  <a:ext uri="{FF2B5EF4-FFF2-40B4-BE49-F238E27FC236}">
                    <a16:creationId xmlns:a16="http://schemas.microsoft.com/office/drawing/2014/main" id="{8D5836AB-3A88-B221-C337-64439104A479}"/>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자유형: 도형 65">
                <a:extLst>
                  <a:ext uri="{FF2B5EF4-FFF2-40B4-BE49-F238E27FC236}">
                    <a16:creationId xmlns:a16="http://schemas.microsoft.com/office/drawing/2014/main" id="{D3C098B2-DA05-5AA2-5FDC-0EA879E3A7D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8" name="그룹 67">
              <a:extLst>
                <a:ext uri="{FF2B5EF4-FFF2-40B4-BE49-F238E27FC236}">
                  <a16:creationId xmlns:a16="http://schemas.microsoft.com/office/drawing/2014/main" id="{514C4BEC-D330-C89A-9448-68C5A9A9D6F2}"/>
                </a:ext>
              </a:extLst>
            </p:cNvPr>
            <p:cNvGrpSpPr/>
            <p:nvPr/>
          </p:nvGrpSpPr>
          <p:grpSpPr>
            <a:xfrm>
              <a:off x="4623276" y="3415890"/>
              <a:ext cx="54000" cy="144000"/>
              <a:chOff x="2402600" y="3979676"/>
              <a:chExt cx="64467" cy="147702"/>
            </a:xfrm>
          </p:grpSpPr>
          <p:sp>
            <p:nvSpPr>
              <p:cNvPr id="69" name="자유형: 도형 68">
                <a:extLst>
                  <a:ext uri="{FF2B5EF4-FFF2-40B4-BE49-F238E27FC236}">
                    <a16:creationId xmlns:a16="http://schemas.microsoft.com/office/drawing/2014/main" id="{D8ECBCA6-1DE4-5AD1-5D1A-FCD0F003821F}"/>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자유형: 도형 69">
                <a:extLst>
                  <a:ext uri="{FF2B5EF4-FFF2-40B4-BE49-F238E27FC236}">
                    <a16:creationId xmlns:a16="http://schemas.microsoft.com/office/drawing/2014/main" id="{E2C87E4D-EA09-A899-BBD9-64595BFC2E43}"/>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1" name="그룹 70">
              <a:extLst>
                <a:ext uri="{FF2B5EF4-FFF2-40B4-BE49-F238E27FC236}">
                  <a16:creationId xmlns:a16="http://schemas.microsoft.com/office/drawing/2014/main" id="{9D21A3AD-8B69-870E-04DE-AC2D2ACD44CD}"/>
                </a:ext>
              </a:extLst>
            </p:cNvPr>
            <p:cNvGrpSpPr/>
            <p:nvPr/>
          </p:nvGrpSpPr>
          <p:grpSpPr>
            <a:xfrm>
              <a:off x="4610755" y="4243453"/>
              <a:ext cx="54000" cy="144000"/>
              <a:chOff x="2402600" y="3979676"/>
              <a:chExt cx="64467" cy="147702"/>
            </a:xfrm>
          </p:grpSpPr>
          <p:sp>
            <p:nvSpPr>
              <p:cNvPr id="72" name="자유형: 도형 71">
                <a:extLst>
                  <a:ext uri="{FF2B5EF4-FFF2-40B4-BE49-F238E27FC236}">
                    <a16:creationId xmlns:a16="http://schemas.microsoft.com/office/drawing/2014/main" id="{CDC12D0C-71E5-F576-0408-79CD14F303A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3" name="자유형: 도형 72">
                <a:extLst>
                  <a:ext uri="{FF2B5EF4-FFF2-40B4-BE49-F238E27FC236}">
                    <a16:creationId xmlns:a16="http://schemas.microsoft.com/office/drawing/2014/main" id="{1CDE2CD4-3E6A-A214-0FBC-F825BD8F003B}"/>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74" name="직사각형 73">
              <a:extLst>
                <a:ext uri="{FF2B5EF4-FFF2-40B4-BE49-F238E27FC236}">
                  <a16:creationId xmlns:a16="http://schemas.microsoft.com/office/drawing/2014/main" id="{8F932D25-FC54-DA9A-6DAE-B3097B567082}"/>
                </a:ext>
              </a:extLst>
            </p:cNvPr>
            <p:cNvSpPr/>
            <p:nvPr/>
          </p:nvSpPr>
          <p:spPr>
            <a:xfrm>
              <a:off x="844196" y="33946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5" name="직사각형 74">
              <a:extLst>
                <a:ext uri="{FF2B5EF4-FFF2-40B4-BE49-F238E27FC236}">
                  <a16:creationId xmlns:a16="http://schemas.microsoft.com/office/drawing/2014/main" id="{D2A17D37-201E-5837-7923-318460091E3D}"/>
                </a:ext>
              </a:extLst>
            </p:cNvPr>
            <p:cNvSpPr/>
            <p:nvPr/>
          </p:nvSpPr>
          <p:spPr>
            <a:xfrm>
              <a:off x="843431" y="423309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6" name="직선 연결선 75">
              <a:extLst>
                <a:ext uri="{FF2B5EF4-FFF2-40B4-BE49-F238E27FC236}">
                  <a16:creationId xmlns:a16="http://schemas.microsoft.com/office/drawing/2014/main" id="{1762BC49-DD62-82C5-B760-D4CF18D2EA60}"/>
                </a:ext>
              </a:extLst>
            </p:cNvPr>
            <p:cNvCxnSpPr>
              <a:cxnSpLocks/>
            </p:cNvCxnSpPr>
            <p:nvPr/>
          </p:nvCxnSpPr>
          <p:spPr>
            <a:xfrm flipV="1">
              <a:off x="1829598" y="30930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7" name="직선 연결선 76">
              <a:extLst>
                <a:ext uri="{FF2B5EF4-FFF2-40B4-BE49-F238E27FC236}">
                  <a16:creationId xmlns:a16="http://schemas.microsoft.com/office/drawing/2014/main" id="{1D98F6F3-8F02-59F8-DB87-3211A7E7D008}"/>
                </a:ext>
              </a:extLst>
            </p:cNvPr>
            <p:cNvCxnSpPr>
              <a:cxnSpLocks/>
            </p:cNvCxnSpPr>
            <p:nvPr/>
          </p:nvCxnSpPr>
          <p:spPr>
            <a:xfrm>
              <a:off x="1828360" y="29925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492C7A14-6863-D52A-061E-82DC8E09040B}"/>
                </a:ext>
              </a:extLst>
            </p:cNvPr>
            <p:cNvCxnSpPr>
              <a:cxnSpLocks/>
            </p:cNvCxnSpPr>
            <p:nvPr/>
          </p:nvCxnSpPr>
          <p:spPr>
            <a:xfrm>
              <a:off x="3263500" y="30150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4A4933C-7AA0-ACDB-3F4F-E200416F7FA5}"/>
                </a:ext>
              </a:extLst>
            </p:cNvPr>
            <p:cNvSpPr/>
            <p:nvPr/>
          </p:nvSpPr>
          <p:spPr>
            <a:xfrm>
              <a:off x="2222527" y="30278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4" name="직선 연결선 153">
              <a:extLst>
                <a:ext uri="{FF2B5EF4-FFF2-40B4-BE49-F238E27FC236}">
                  <a16:creationId xmlns:a16="http://schemas.microsoft.com/office/drawing/2014/main" id="{42274F1D-D946-9F09-BB89-0814FA428579}"/>
                </a:ext>
              </a:extLst>
            </p:cNvPr>
            <p:cNvCxnSpPr>
              <a:cxnSpLocks/>
            </p:cNvCxnSpPr>
            <p:nvPr/>
          </p:nvCxnSpPr>
          <p:spPr>
            <a:xfrm flipV="1">
              <a:off x="1214259" y="288845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0C384C4A-1F09-0CFF-8B18-4A7C622DE8D3}"/>
                </a:ext>
              </a:extLst>
            </p:cNvPr>
            <p:cNvSpPr/>
            <p:nvPr/>
          </p:nvSpPr>
          <p:spPr>
            <a:xfrm>
              <a:off x="843432" y="27897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58" name="직사각형 157">
              <a:extLst>
                <a:ext uri="{FF2B5EF4-FFF2-40B4-BE49-F238E27FC236}">
                  <a16:creationId xmlns:a16="http://schemas.microsoft.com/office/drawing/2014/main" id="{5781F99B-786C-1A32-DBDE-4B13ADA5177B}"/>
                </a:ext>
              </a:extLst>
            </p:cNvPr>
            <p:cNvSpPr/>
            <p:nvPr/>
          </p:nvSpPr>
          <p:spPr>
            <a:xfrm>
              <a:off x="1395596" y="2743224"/>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80" name="그룹 179">
              <a:extLst>
                <a:ext uri="{FF2B5EF4-FFF2-40B4-BE49-F238E27FC236}">
                  <a16:creationId xmlns:a16="http://schemas.microsoft.com/office/drawing/2014/main" id="{81F9D7EC-8761-B298-0619-340EC07A6A6D}"/>
                </a:ext>
              </a:extLst>
            </p:cNvPr>
            <p:cNvGrpSpPr/>
            <p:nvPr/>
          </p:nvGrpSpPr>
          <p:grpSpPr>
            <a:xfrm>
              <a:off x="1430856" y="2741794"/>
              <a:ext cx="496830" cy="148744"/>
              <a:chOff x="1430856" y="2741794"/>
              <a:chExt cx="496830" cy="148744"/>
            </a:xfrm>
          </p:grpSpPr>
          <p:cxnSp>
            <p:nvCxnSpPr>
              <p:cNvPr id="153" name="직선 연결선 152">
                <a:extLst>
                  <a:ext uri="{FF2B5EF4-FFF2-40B4-BE49-F238E27FC236}">
                    <a16:creationId xmlns:a16="http://schemas.microsoft.com/office/drawing/2014/main" id="{AAB2EE13-948C-5E76-A933-DA2776855D5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직선 연결선 158">
                <a:extLst>
                  <a:ext uri="{FF2B5EF4-FFF2-40B4-BE49-F238E27FC236}">
                    <a16:creationId xmlns:a16="http://schemas.microsoft.com/office/drawing/2014/main" id="{49B974F2-5476-8B9C-FE21-9F358409931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직선 연결선 159">
                <a:extLst>
                  <a:ext uri="{FF2B5EF4-FFF2-40B4-BE49-F238E27FC236}">
                    <a16:creationId xmlns:a16="http://schemas.microsoft.com/office/drawing/2014/main" id="{A108907B-132B-39C7-26C4-8386054C3D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직선 연결선 160">
                <a:extLst>
                  <a:ext uri="{FF2B5EF4-FFF2-40B4-BE49-F238E27FC236}">
                    <a16:creationId xmlns:a16="http://schemas.microsoft.com/office/drawing/2014/main" id="{4A4604D4-81D8-7F46-DCFF-1946AC3A446E}"/>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직선 연결선 163">
                <a:extLst>
                  <a:ext uri="{FF2B5EF4-FFF2-40B4-BE49-F238E27FC236}">
                    <a16:creationId xmlns:a16="http://schemas.microsoft.com/office/drawing/2014/main" id="{6ADA874A-160B-85B3-103A-4FAF98C502D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직선 연결선 164">
                <a:extLst>
                  <a:ext uri="{FF2B5EF4-FFF2-40B4-BE49-F238E27FC236}">
                    <a16:creationId xmlns:a16="http://schemas.microsoft.com/office/drawing/2014/main" id="{F8CB0709-EB7B-04E3-C588-94456D201885}"/>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D443A016-8278-449A-F50E-F035448F18B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직선 연결선 166">
                <a:extLst>
                  <a:ext uri="{FF2B5EF4-FFF2-40B4-BE49-F238E27FC236}">
                    <a16:creationId xmlns:a16="http://schemas.microsoft.com/office/drawing/2014/main" id="{58A192BD-7565-DCE4-52FE-7D68FB20759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직선 연결선 175">
                <a:extLst>
                  <a:ext uri="{FF2B5EF4-FFF2-40B4-BE49-F238E27FC236}">
                    <a16:creationId xmlns:a16="http://schemas.microsoft.com/office/drawing/2014/main" id="{03215874-AEA9-0B4D-BA7C-F509181C806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직선 연결선 176">
                <a:extLst>
                  <a:ext uri="{FF2B5EF4-FFF2-40B4-BE49-F238E27FC236}">
                    <a16:creationId xmlns:a16="http://schemas.microsoft.com/office/drawing/2014/main" id="{07F9A948-C077-15EE-BBC3-6CFE2F4847B1}"/>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7F6B981-A3BA-36A5-04B3-7FC8109108B2}"/>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C010271C-8822-1BF4-6580-BFEFAD78F7C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7553948A-A749-2725-E06A-4750AED353D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E726173D-1773-D588-925C-C1A248D9D24A}"/>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7A37B353-89B0-185F-CA02-B5A4C9930E8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BD8F65EF-8931-5F60-A964-F2B97F762E3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그룹 180">
              <a:extLst>
                <a:ext uri="{FF2B5EF4-FFF2-40B4-BE49-F238E27FC236}">
                  <a16:creationId xmlns:a16="http://schemas.microsoft.com/office/drawing/2014/main" id="{1564881E-EEF4-2C15-1D3B-CB473D3248F1}"/>
                </a:ext>
              </a:extLst>
            </p:cNvPr>
            <p:cNvGrpSpPr/>
            <p:nvPr/>
          </p:nvGrpSpPr>
          <p:grpSpPr>
            <a:xfrm>
              <a:off x="1964451" y="2740646"/>
              <a:ext cx="496830" cy="148744"/>
              <a:chOff x="1430856" y="2741794"/>
              <a:chExt cx="496830" cy="148744"/>
            </a:xfrm>
          </p:grpSpPr>
          <p:cxnSp>
            <p:nvCxnSpPr>
              <p:cNvPr id="182" name="직선 연결선 181">
                <a:extLst>
                  <a:ext uri="{FF2B5EF4-FFF2-40B4-BE49-F238E27FC236}">
                    <a16:creationId xmlns:a16="http://schemas.microsoft.com/office/drawing/2014/main" id="{E54AC171-C2B9-4FBC-E8A5-31C934E7F85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직선 연결선 182">
                <a:extLst>
                  <a:ext uri="{FF2B5EF4-FFF2-40B4-BE49-F238E27FC236}">
                    <a16:creationId xmlns:a16="http://schemas.microsoft.com/office/drawing/2014/main" id="{F4F16978-4649-8AC5-FCA4-145150387472}"/>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직선 연결선 183">
                <a:extLst>
                  <a:ext uri="{FF2B5EF4-FFF2-40B4-BE49-F238E27FC236}">
                    <a16:creationId xmlns:a16="http://schemas.microsoft.com/office/drawing/2014/main" id="{3A4287EA-7B5A-8978-8CA1-4EA282E57BC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직선 연결선 184">
                <a:extLst>
                  <a:ext uri="{FF2B5EF4-FFF2-40B4-BE49-F238E27FC236}">
                    <a16:creationId xmlns:a16="http://schemas.microsoft.com/office/drawing/2014/main" id="{02305FBA-E028-11E1-C97F-4BBDA9A62EC4}"/>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직선 연결선 185">
                <a:extLst>
                  <a:ext uri="{FF2B5EF4-FFF2-40B4-BE49-F238E27FC236}">
                    <a16:creationId xmlns:a16="http://schemas.microsoft.com/office/drawing/2014/main" id="{B8832E36-6D77-791B-F3D0-BE6C806BE5A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직선 연결선 186">
                <a:extLst>
                  <a:ext uri="{FF2B5EF4-FFF2-40B4-BE49-F238E27FC236}">
                    <a16:creationId xmlns:a16="http://schemas.microsoft.com/office/drawing/2014/main" id="{439A414C-6E95-4900-0824-F309E0A762A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직선 연결선 187">
                <a:extLst>
                  <a:ext uri="{FF2B5EF4-FFF2-40B4-BE49-F238E27FC236}">
                    <a16:creationId xmlns:a16="http://schemas.microsoft.com/office/drawing/2014/main" id="{D94206FF-8DA8-3002-DD25-5B01DE552B7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직선 연결선 188">
                <a:extLst>
                  <a:ext uri="{FF2B5EF4-FFF2-40B4-BE49-F238E27FC236}">
                    <a16:creationId xmlns:a16="http://schemas.microsoft.com/office/drawing/2014/main" id="{BEC23FDC-2D96-6526-216C-D99B57092E0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직선 연결선 189">
                <a:extLst>
                  <a:ext uri="{FF2B5EF4-FFF2-40B4-BE49-F238E27FC236}">
                    <a16:creationId xmlns:a16="http://schemas.microsoft.com/office/drawing/2014/main" id="{A79A8A3C-4DCB-219C-33CC-4C24FC291CE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직선 연결선 190">
                <a:extLst>
                  <a:ext uri="{FF2B5EF4-FFF2-40B4-BE49-F238E27FC236}">
                    <a16:creationId xmlns:a16="http://schemas.microsoft.com/office/drawing/2014/main" id="{D19D7676-0026-66FF-8164-609A586F35D8}"/>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A083E3B3-9FB8-CEF6-60C9-03B925D2C4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2883EC42-EAFF-65EA-4070-74402A4753E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03FB6831-A765-DC53-DC1D-E60137582BAE}"/>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E9E77251-9AC2-A895-45CA-FF2E85902DC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688190F4-AFEA-236E-0DCB-355BACB0E8EB}"/>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8AAF3D12-C594-184D-FDE8-9AC8EE752577}"/>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 name="그룹 197">
              <a:extLst>
                <a:ext uri="{FF2B5EF4-FFF2-40B4-BE49-F238E27FC236}">
                  <a16:creationId xmlns:a16="http://schemas.microsoft.com/office/drawing/2014/main" id="{5026C631-FB65-0F0C-AF6D-0B5336349425}"/>
                </a:ext>
              </a:extLst>
            </p:cNvPr>
            <p:cNvGrpSpPr/>
            <p:nvPr/>
          </p:nvGrpSpPr>
          <p:grpSpPr>
            <a:xfrm>
              <a:off x="2494584" y="2743439"/>
              <a:ext cx="496830" cy="148744"/>
              <a:chOff x="1430856" y="2741794"/>
              <a:chExt cx="496830" cy="148744"/>
            </a:xfrm>
          </p:grpSpPr>
          <p:cxnSp>
            <p:nvCxnSpPr>
              <p:cNvPr id="199" name="직선 연결선 198">
                <a:extLst>
                  <a:ext uri="{FF2B5EF4-FFF2-40B4-BE49-F238E27FC236}">
                    <a16:creationId xmlns:a16="http://schemas.microsoft.com/office/drawing/2014/main" id="{1BE9FBB9-FAF0-A95C-98C3-B330C5D15097}"/>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247F1E19-735A-BB63-CE09-9CAF8E8DFA85}"/>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09194F90-AD40-F231-82FF-E5932141EA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4380D6D4-E233-E6BA-7246-D23E73179E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3144E955-DBF5-62DE-8D13-2FA3F236B7B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AB9A4E4F-4697-7862-9993-A15ADE9304FD}"/>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3D6A2053-EBF3-91F0-EB56-6F10C5D7F2FE}"/>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3B57900A-96AB-3E7D-112C-670744D50CB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818309C7-800E-D0A2-9810-0D632F11FC9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CB6AC2D6-3183-EF90-7674-D9226BD7BB9D}"/>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009B6E79-624D-796C-24CD-2B444CC4D4A1}"/>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1F3B65E1-F0E8-CB40-E3BF-77672D214B2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12409421-7A41-A937-8BD8-8D467A503E9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660E191A-5148-5056-F0AF-EAC47C5F464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BAEA15AE-91A6-3E16-78E9-1F8DEE9D40A7}"/>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직선 연결선 213">
                <a:extLst>
                  <a:ext uri="{FF2B5EF4-FFF2-40B4-BE49-F238E27FC236}">
                    <a16:creationId xmlns:a16="http://schemas.microsoft.com/office/drawing/2014/main" id="{7AE4F85F-A9C5-8864-E11F-3BEDE06FD900}"/>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그룹 214">
              <a:extLst>
                <a:ext uri="{FF2B5EF4-FFF2-40B4-BE49-F238E27FC236}">
                  <a16:creationId xmlns:a16="http://schemas.microsoft.com/office/drawing/2014/main" id="{6E82216E-94FC-A691-5682-645753635856}"/>
                </a:ext>
              </a:extLst>
            </p:cNvPr>
            <p:cNvGrpSpPr/>
            <p:nvPr/>
          </p:nvGrpSpPr>
          <p:grpSpPr>
            <a:xfrm>
              <a:off x="3028179" y="2742291"/>
              <a:ext cx="496830" cy="148744"/>
              <a:chOff x="1430856" y="2741794"/>
              <a:chExt cx="496830" cy="148744"/>
            </a:xfrm>
          </p:grpSpPr>
          <p:cxnSp>
            <p:nvCxnSpPr>
              <p:cNvPr id="216" name="직선 연결선 215">
                <a:extLst>
                  <a:ext uri="{FF2B5EF4-FFF2-40B4-BE49-F238E27FC236}">
                    <a16:creationId xmlns:a16="http://schemas.microsoft.com/office/drawing/2014/main" id="{C4C68F9D-9696-C3E9-36DB-D08979DB23B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직선 연결선 216">
                <a:extLst>
                  <a:ext uri="{FF2B5EF4-FFF2-40B4-BE49-F238E27FC236}">
                    <a16:creationId xmlns:a16="http://schemas.microsoft.com/office/drawing/2014/main" id="{96954FE0-BCEC-EF28-76AA-9E5B688E05C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직선 연결선 217">
                <a:extLst>
                  <a:ext uri="{FF2B5EF4-FFF2-40B4-BE49-F238E27FC236}">
                    <a16:creationId xmlns:a16="http://schemas.microsoft.com/office/drawing/2014/main" id="{4D9EE3BB-ECF6-33CA-86CC-9CBC9D6D472A}"/>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직선 연결선 218">
                <a:extLst>
                  <a:ext uri="{FF2B5EF4-FFF2-40B4-BE49-F238E27FC236}">
                    <a16:creationId xmlns:a16="http://schemas.microsoft.com/office/drawing/2014/main" id="{29F7786B-4C1C-A89B-3C20-612A550B0B3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직선 연결선 219">
                <a:extLst>
                  <a:ext uri="{FF2B5EF4-FFF2-40B4-BE49-F238E27FC236}">
                    <a16:creationId xmlns:a16="http://schemas.microsoft.com/office/drawing/2014/main" id="{13758A18-6699-C576-6765-EAC95E7E79A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직선 연결선 220">
                <a:extLst>
                  <a:ext uri="{FF2B5EF4-FFF2-40B4-BE49-F238E27FC236}">
                    <a16:creationId xmlns:a16="http://schemas.microsoft.com/office/drawing/2014/main" id="{D1F22E12-4D86-B269-803A-36CCBA8C6AA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직선 연결선 221">
                <a:extLst>
                  <a:ext uri="{FF2B5EF4-FFF2-40B4-BE49-F238E27FC236}">
                    <a16:creationId xmlns:a16="http://schemas.microsoft.com/office/drawing/2014/main" id="{C07202BB-B903-99E8-B857-4CDDCA5D6BFD}"/>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직선 연결선 222">
                <a:extLst>
                  <a:ext uri="{FF2B5EF4-FFF2-40B4-BE49-F238E27FC236}">
                    <a16:creationId xmlns:a16="http://schemas.microsoft.com/office/drawing/2014/main" id="{EA21E701-DEE0-4270-1869-82E7D4B69A7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직선 연결선 223">
                <a:extLst>
                  <a:ext uri="{FF2B5EF4-FFF2-40B4-BE49-F238E27FC236}">
                    <a16:creationId xmlns:a16="http://schemas.microsoft.com/office/drawing/2014/main" id="{DB940F62-BCE2-FCEC-0F18-382A5AE4785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직선 연결선 224">
                <a:extLst>
                  <a:ext uri="{FF2B5EF4-FFF2-40B4-BE49-F238E27FC236}">
                    <a16:creationId xmlns:a16="http://schemas.microsoft.com/office/drawing/2014/main" id="{879526A2-932B-ACED-D77A-CA965247918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C7F063-6D39-59B0-ACF7-7BA13647D02F}"/>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직선 연결선 226">
                <a:extLst>
                  <a:ext uri="{FF2B5EF4-FFF2-40B4-BE49-F238E27FC236}">
                    <a16:creationId xmlns:a16="http://schemas.microsoft.com/office/drawing/2014/main" id="{8BCF4A87-4F3F-0CE3-FB75-A6C58379CC9C}"/>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직선 연결선 227">
                <a:extLst>
                  <a:ext uri="{FF2B5EF4-FFF2-40B4-BE49-F238E27FC236}">
                    <a16:creationId xmlns:a16="http://schemas.microsoft.com/office/drawing/2014/main" id="{B90DE9BB-FEC8-C48C-04A8-9CC7E406CA2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직선 연결선 228">
                <a:extLst>
                  <a:ext uri="{FF2B5EF4-FFF2-40B4-BE49-F238E27FC236}">
                    <a16:creationId xmlns:a16="http://schemas.microsoft.com/office/drawing/2014/main" id="{92E43E19-8566-883B-D2DF-5E202C28EDB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9904DCC8-E0A8-6A74-09D0-DB6A97FC2964}"/>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직선 연결선 230">
                <a:extLst>
                  <a:ext uri="{FF2B5EF4-FFF2-40B4-BE49-F238E27FC236}">
                    <a16:creationId xmlns:a16="http://schemas.microsoft.com/office/drawing/2014/main" id="{99146DEE-977D-460A-8EC6-8584F8C437B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 name="그룹 231">
              <a:extLst>
                <a:ext uri="{FF2B5EF4-FFF2-40B4-BE49-F238E27FC236}">
                  <a16:creationId xmlns:a16="http://schemas.microsoft.com/office/drawing/2014/main" id="{025A13ED-9F56-F191-4780-8F43F892E6B4}"/>
                </a:ext>
              </a:extLst>
            </p:cNvPr>
            <p:cNvGrpSpPr/>
            <p:nvPr/>
          </p:nvGrpSpPr>
          <p:grpSpPr>
            <a:xfrm>
              <a:off x="3562260" y="2746538"/>
              <a:ext cx="496830" cy="148744"/>
              <a:chOff x="1430856" y="2741794"/>
              <a:chExt cx="496830" cy="148744"/>
            </a:xfrm>
          </p:grpSpPr>
          <p:cxnSp>
            <p:nvCxnSpPr>
              <p:cNvPr id="233" name="직선 연결선 232">
                <a:extLst>
                  <a:ext uri="{FF2B5EF4-FFF2-40B4-BE49-F238E27FC236}">
                    <a16:creationId xmlns:a16="http://schemas.microsoft.com/office/drawing/2014/main" id="{5152708D-7D15-76BD-81BF-4D402A53EEB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직선 연결선 233">
                <a:extLst>
                  <a:ext uri="{FF2B5EF4-FFF2-40B4-BE49-F238E27FC236}">
                    <a16:creationId xmlns:a16="http://schemas.microsoft.com/office/drawing/2014/main" id="{F699BA75-B2B2-2028-15A5-2C1AE2B06B3A}"/>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직선 연결선 234">
                <a:extLst>
                  <a:ext uri="{FF2B5EF4-FFF2-40B4-BE49-F238E27FC236}">
                    <a16:creationId xmlns:a16="http://schemas.microsoft.com/office/drawing/2014/main" id="{0A347411-DBF1-2A37-F144-41765FDF0BD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직선 연결선 235">
                <a:extLst>
                  <a:ext uri="{FF2B5EF4-FFF2-40B4-BE49-F238E27FC236}">
                    <a16:creationId xmlns:a16="http://schemas.microsoft.com/office/drawing/2014/main" id="{733C3117-DE16-304D-E77E-E11D8430ADF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직선 연결선 236">
                <a:extLst>
                  <a:ext uri="{FF2B5EF4-FFF2-40B4-BE49-F238E27FC236}">
                    <a16:creationId xmlns:a16="http://schemas.microsoft.com/office/drawing/2014/main" id="{353B79B8-22AE-0020-018B-B9899AF2E43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6CC20AF1-F338-B5DD-6B4F-F44AB23D5FB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직선 연결선 238">
                <a:extLst>
                  <a:ext uri="{FF2B5EF4-FFF2-40B4-BE49-F238E27FC236}">
                    <a16:creationId xmlns:a16="http://schemas.microsoft.com/office/drawing/2014/main" id="{7C240EE5-B7C8-9C5F-DBA4-C48EEA75EFF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직선 연결선 239">
                <a:extLst>
                  <a:ext uri="{FF2B5EF4-FFF2-40B4-BE49-F238E27FC236}">
                    <a16:creationId xmlns:a16="http://schemas.microsoft.com/office/drawing/2014/main" id="{87EF9ED9-E8F8-A14F-CC34-3DA547D0325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직선 연결선 240">
                <a:extLst>
                  <a:ext uri="{FF2B5EF4-FFF2-40B4-BE49-F238E27FC236}">
                    <a16:creationId xmlns:a16="http://schemas.microsoft.com/office/drawing/2014/main" id="{EA0ECD6F-E9E7-955E-2975-AD2AA9C1E44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AFC07FD9-6C08-A706-7B53-D848348AC6B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직선 연결선 242">
                <a:extLst>
                  <a:ext uri="{FF2B5EF4-FFF2-40B4-BE49-F238E27FC236}">
                    <a16:creationId xmlns:a16="http://schemas.microsoft.com/office/drawing/2014/main" id="{4598F982-436D-3AE5-9813-37BFB87AFFF9}"/>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직선 연결선 243">
                <a:extLst>
                  <a:ext uri="{FF2B5EF4-FFF2-40B4-BE49-F238E27FC236}">
                    <a16:creationId xmlns:a16="http://schemas.microsoft.com/office/drawing/2014/main" id="{11EB741D-3946-954C-B912-D6D21278F1F8}"/>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직선 연결선 244">
                <a:extLst>
                  <a:ext uri="{FF2B5EF4-FFF2-40B4-BE49-F238E27FC236}">
                    <a16:creationId xmlns:a16="http://schemas.microsoft.com/office/drawing/2014/main" id="{77C174E8-D70C-D5A8-5EC4-9D3C998BB0C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직선 연결선 245">
                <a:extLst>
                  <a:ext uri="{FF2B5EF4-FFF2-40B4-BE49-F238E27FC236}">
                    <a16:creationId xmlns:a16="http://schemas.microsoft.com/office/drawing/2014/main" id="{22BE4436-3BCA-9300-BDED-C2D577FF88E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직선 연결선 246">
                <a:extLst>
                  <a:ext uri="{FF2B5EF4-FFF2-40B4-BE49-F238E27FC236}">
                    <a16:creationId xmlns:a16="http://schemas.microsoft.com/office/drawing/2014/main" id="{025B0EE9-E8EE-AA53-F7A5-A126B421D01A}"/>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직선 연결선 247">
                <a:extLst>
                  <a:ext uri="{FF2B5EF4-FFF2-40B4-BE49-F238E27FC236}">
                    <a16:creationId xmlns:a16="http://schemas.microsoft.com/office/drawing/2014/main" id="{F29B7F0F-54A8-BA98-9873-E04A563FB92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그룹 248">
              <a:extLst>
                <a:ext uri="{FF2B5EF4-FFF2-40B4-BE49-F238E27FC236}">
                  <a16:creationId xmlns:a16="http://schemas.microsoft.com/office/drawing/2014/main" id="{C1478497-D324-1026-E327-C9A63201B4B2}"/>
                </a:ext>
              </a:extLst>
            </p:cNvPr>
            <p:cNvGrpSpPr/>
            <p:nvPr/>
          </p:nvGrpSpPr>
          <p:grpSpPr>
            <a:xfrm>
              <a:off x="4095855" y="2745390"/>
              <a:ext cx="496830" cy="148744"/>
              <a:chOff x="1430856" y="2741794"/>
              <a:chExt cx="496830" cy="148744"/>
            </a:xfrm>
          </p:grpSpPr>
          <p:cxnSp>
            <p:nvCxnSpPr>
              <p:cNvPr id="250" name="직선 연결선 249">
                <a:extLst>
                  <a:ext uri="{FF2B5EF4-FFF2-40B4-BE49-F238E27FC236}">
                    <a16:creationId xmlns:a16="http://schemas.microsoft.com/office/drawing/2014/main" id="{8B1DA54C-EC81-7CEC-ED35-1AEFFD6B69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직선 연결선 250">
                <a:extLst>
                  <a:ext uri="{FF2B5EF4-FFF2-40B4-BE49-F238E27FC236}">
                    <a16:creationId xmlns:a16="http://schemas.microsoft.com/office/drawing/2014/main" id="{2D363217-E5C8-FF2F-DD2F-2D28766C631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직선 연결선 251">
                <a:extLst>
                  <a:ext uri="{FF2B5EF4-FFF2-40B4-BE49-F238E27FC236}">
                    <a16:creationId xmlns:a16="http://schemas.microsoft.com/office/drawing/2014/main" id="{3971536D-4857-2B94-637B-A6CC23611B2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직선 연결선 252">
                <a:extLst>
                  <a:ext uri="{FF2B5EF4-FFF2-40B4-BE49-F238E27FC236}">
                    <a16:creationId xmlns:a16="http://schemas.microsoft.com/office/drawing/2014/main" id="{1AE3722D-3D49-EC64-1E7F-39015DC64CF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CD7D44DC-65EA-D7D6-C63B-2BAC9EAD48F2}"/>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직선 연결선 254">
                <a:extLst>
                  <a:ext uri="{FF2B5EF4-FFF2-40B4-BE49-F238E27FC236}">
                    <a16:creationId xmlns:a16="http://schemas.microsoft.com/office/drawing/2014/main" id="{9EB293A0-1649-0C76-9A9D-BC2B904562A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직선 연결선 255">
                <a:extLst>
                  <a:ext uri="{FF2B5EF4-FFF2-40B4-BE49-F238E27FC236}">
                    <a16:creationId xmlns:a16="http://schemas.microsoft.com/office/drawing/2014/main" id="{A0517CF5-384F-F016-61E6-3CFAA20D94B2}"/>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직선 연결선 256">
                <a:extLst>
                  <a:ext uri="{FF2B5EF4-FFF2-40B4-BE49-F238E27FC236}">
                    <a16:creationId xmlns:a16="http://schemas.microsoft.com/office/drawing/2014/main" id="{A3906284-BCF5-38EE-4C85-507D93D0C85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D4FC1E96-E79D-A3C0-90A5-F98A2783FA6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직선 연결선 258">
                <a:extLst>
                  <a:ext uri="{FF2B5EF4-FFF2-40B4-BE49-F238E27FC236}">
                    <a16:creationId xmlns:a16="http://schemas.microsoft.com/office/drawing/2014/main" id="{03578A91-77EE-4F83-E0CC-BB5C59EAC0C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489F1A33-A167-1F63-2BA7-D018C50C051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직선 연결선 260">
                <a:extLst>
                  <a:ext uri="{FF2B5EF4-FFF2-40B4-BE49-F238E27FC236}">
                    <a16:creationId xmlns:a16="http://schemas.microsoft.com/office/drawing/2014/main" id="{1F037F6D-E048-6B39-4817-95B3F98686E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직선 연결선 261">
                <a:extLst>
                  <a:ext uri="{FF2B5EF4-FFF2-40B4-BE49-F238E27FC236}">
                    <a16:creationId xmlns:a16="http://schemas.microsoft.com/office/drawing/2014/main" id="{E4A78AC0-9A50-2764-4722-8F3CFBAE2F8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직선 연결선 262">
                <a:extLst>
                  <a:ext uri="{FF2B5EF4-FFF2-40B4-BE49-F238E27FC236}">
                    <a16:creationId xmlns:a16="http://schemas.microsoft.com/office/drawing/2014/main" id="{3075667E-5333-260D-3CEF-6C4CD48F130C}"/>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직선 연결선 263">
                <a:extLst>
                  <a:ext uri="{FF2B5EF4-FFF2-40B4-BE49-F238E27FC236}">
                    <a16:creationId xmlns:a16="http://schemas.microsoft.com/office/drawing/2014/main" id="{43C74E45-49B5-2AE7-3DED-DB666BF0D3E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EB77102D-FBC8-62D1-D7A4-CE73752F4B55}"/>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6" name="그룹 265">
              <a:extLst>
                <a:ext uri="{FF2B5EF4-FFF2-40B4-BE49-F238E27FC236}">
                  <a16:creationId xmlns:a16="http://schemas.microsoft.com/office/drawing/2014/main" id="{19C80301-E458-A48F-4748-C0C7E5EC0086}"/>
                </a:ext>
              </a:extLst>
            </p:cNvPr>
            <p:cNvGrpSpPr/>
            <p:nvPr/>
          </p:nvGrpSpPr>
          <p:grpSpPr>
            <a:xfrm>
              <a:off x="4625988" y="2746680"/>
              <a:ext cx="490299" cy="149433"/>
              <a:chOff x="1430856" y="2740291"/>
              <a:chExt cx="490299" cy="149433"/>
            </a:xfrm>
          </p:grpSpPr>
          <p:cxnSp>
            <p:nvCxnSpPr>
              <p:cNvPr id="267" name="직선 연결선 266">
                <a:extLst>
                  <a:ext uri="{FF2B5EF4-FFF2-40B4-BE49-F238E27FC236}">
                    <a16:creationId xmlns:a16="http://schemas.microsoft.com/office/drawing/2014/main" id="{E3193BF5-94B5-5D56-F82B-FD382ED182B3}"/>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8EB4EEF9-0CD2-7D40-56BC-DB9ADB6D15D7}"/>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직선 연결선 268">
                <a:extLst>
                  <a:ext uri="{FF2B5EF4-FFF2-40B4-BE49-F238E27FC236}">
                    <a16:creationId xmlns:a16="http://schemas.microsoft.com/office/drawing/2014/main" id="{5707A5A1-0226-FB7C-0880-3F934559FAD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E65A6F9F-1987-A1D5-D632-E9789D9BA761}"/>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A354138-FC6E-CA3C-F0E0-39994031245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연결선 271">
                <a:extLst>
                  <a:ext uri="{FF2B5EF4-FFF2-40B4-BE49-F238E27FC236}">
                    <a16:creationId xmlns:a16="http://schemas.microsoft.com/office/drawing/2014/main" id="{6BACDE6C-AD9A-682A-2C93-6B4E363A55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직선 연결선 272">
                <a:extLst>
                  <a:ext uri="{FF2B5EF4-FFF2-40B4-BE49-F238E27FC236}">
                    <a16:creationId xmlns:a16="http://schemas.microsoft.com/office/drawing/2014/main" id="{EB6199C0-4CE2-0CC1-1B66-CD1657748EA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직선 연결선 273">
                <a:extLst>
                  <a:ext uri="{FF2B5EF4-FFF2-40B4-BE49-F238E27FC236}">
                    <a16:creationId xmlns:a16="http://schemas.microsoft.com/office/drawing/2014/main" id="{8A6E1258-DD75-2559-4192-20B2AAB0E2E2}"/>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직선 연결선 274">
                <a:extLst>
                  <a:ext uri="{FF2B5EF4-FFF2-40B4-BE49-F238E27FC236}">
                    <a16:creationId xmlns:a16="http://schemas.microsoft.com/office/drawing/2014/main" id="{5D8C88A1-E5E6-E7F8-A5E2-54C2EB70D167}"/>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ED6D108E-B897-E254-D89B-90012C95C0D3}"/>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연결선 276">
                <a:extLst>
                  <a:ext uri="{FF2B5EF4-FFF2-40B4-BE49-F238E27FC236}">
                    <a16:creationId xmlns:a16="http://schemas.microsoft.com/office/drawing/2014/main" id="{CDA6E6DF-E466-0C81-4703-A8543E11198F}"/>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직선 연결선 277">
                <a:extLst>
                  <a:ext uri="{FF2B5EF4-FFF2-40B4-BE49-F238E27FC236}">
                    <a16:creationId xmlns:a16="http://schemas.microsoft.com/office/drawing/2014/main" id="{CE142BB0-8D1F-8151-9155-8103EBDBEAAF}"/>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0262D444-2B7B-22B9-2064-61C1ABEEB6B3}"/>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A6CC7F48-BB92-4B7B-4ACB-049EA0910371}"/>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CAA4C9F8-E5AA-D124-EDD9-926AB29758E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연결선 281">
                <a:extLst>
                  <a:ext uri="{FF2B5EF4-FFF2-40B4-BE49-F238E27FC236}">
                    <a16:creationId xmlns:a16="http://schemas.microsoft.com/office/drawing/2014/main" id="{D09F16B5-A1BE-E15C-B66D-7919B7D8B27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4" name="직선 연결선 423">
              <a:extLst>
                <a:ext uri="{FF2B5EF4-FFF2-40B4-BE49-F238E27FC236}">
                  <a16:creationId xmlns:a16="http://schemas.microsoft.com/office/drawing/2014/main" id="{E75DAF21-7A9B-F322-5638-168B4E3EE3D1}"/>
                </a:ext>
              </a:extLst>
            </p:cNvPr>
            <p:cNvCxnSpPr>
              <a:cxnSpLocks/>
            </p:cNvCxnSpPr>
            <p:nvPr/>
          </p:nvCxnSpPr>
          <p:spPr>
            <a:xfrm flipV="1">
              <a:off x="1212050" y="3956933"/>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25" name="직사각형 424">
              <a:extLst>
                <a:ext uri="{FF2B5EF4-FFF2-40B4-BE49-F238E27FC236}">
                  <a16:creationId xmlns:a16="http://schemas.microsoft.com/office/drawing/2014/main" id="{8C42ECDD-B485-F4AB-66BF-B21EBAF9BCE0}"/>
                </a:ext>
              </a:extLst>
            </p:cNvPr>
            <p:cNvSpPr/>
            <p:nvPr/>
          </p:nvSpPr>
          <p:spPr>
            <a:xfrm>
              <a:off x="843432" y="38587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46" name="그룹 545">
              <a:extLst>
                <a:ext uri="{FF2B5EF4-FFF2-40B4-BE49-F238E27FC236}">
                  <a16:creationId xmlns:a16="http://schemas.microsoft.com/office/drawing/2014/main" id="{AEAB2E41-EE45-6DED-18B8-0D21ACAD07C8}"/>
                </a:ext>
              </a:extLst>
            </p:cNvPr>
            <p:cNvGrpSpPr/>
            <p:nvPr/>
          </p:nvGrpSpPr>
          <p:grpSpPr>
            <a:xfrm>
              <a:off x="3269598" y="3810808"/>
              <a:ext cx="1877715" cy="152482"/>
              <a:chOff x="3269598" y="3775469"/>
              <a:chExt cx="1877715" cy="152482"/>
            </a:xfrm>
          </p:grpSpPr>
          <p:sp>
            <p:nvSpPr>
              <p:cNvPr id="426" name="직사각형 425">
                <a:extLst>
                  <a:ext uri="{FF2B5EF4-FFF2-40B4-BE49-F238E27FC236}">
                    <a16:creationId xmlns:a16="http://schemas.microsoft.com/office/drawing/2014/main" id="{CA0863E5-6830-9C84-85C1-5196F4261C6E}"/>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7" name="직선 연결선 486">
                <a:extLst>
                  <a:ext uri="{FF2B5EF4-FFF2-40B4-BE49-F238E27FC236}">
                    <a16:creationId xmlns:a16="http://schemas.microsoft.com/office/drawing/2014/main" id="{1FAE1A7E-AEFE-AC8E-EC5E-E6B1D8B1314C}"/>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BF0197CA-FED9-886A-A13D-C6252AEDDCB8}"/>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직선 연결선 488">
                <a:extLst>
                  <a:ext uri="{FF2B5EF4-FFF2-40B4-BE49-F238E27FC236}">
                    <a16:creationId xmlns:a16="http://schemas.microsoft.com/office/drawing/2014/main" id="{EEDF0E3C-851C-E264-9203-3194862E4435}"/>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직선 연결선 489">
                <a:extLst>
                  <a:ext uri="{FF2B5EF4-FFF2-40B4-BE49-F238E27FC236}">
                    <a16:creationId xmlns:a16="http://schemas.microsoft.com/office/drawing/2014/main" id="{91A7CCE7-CF35-2BA9-1E4E-7090CE7D0EE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직선 연결선 490">
                <a:extLst>
                  <a:ext uri="{FF2B5EF4-FFF2-40B4-BE49-F238E27FC236}">
                    <a16:creationId xmlns:a16="http://schemas.microsoft.com/office/drawing/2014/main" id="{3C27D077-FE31-1A5B-5AED-C2E4D1229C8F}"/>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377185A3-8DB9-0199-8166-B963286F00C0}"/>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직선 연결선 492">
                <a:extLst>
                  <a:ext uri="{FF2B5EF4-FFF2-40B4-BE49-F238E27FC236}">
                    <a16:creationId xmlns:a16="http://schemas.microsoft.com/office/drawing/2014/main" id="{6FB01C34-BAB5-EF11-D248-B34D9FB552B5}"/>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직선 연결선 493">
                <a:extLst>
                  <a:ext uri="{FF2B5EF4-FFF2-40B4-BE49-F238E27FC236}">
                    <a16:creationId xmlns:a16="http://schemas.microsoft.com/office/drawing/2014/main" id="{33C98922-9D72-87F6-98FB-A72F154A5D75}"/>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5" name="그룹 494">
                <a:extLst>
                  <a:ext uri="{FF2B5EF4-FFF2-40B4-BE49-F238E27FC236}">
                    <a16:creationId xmlns:a16="http://schemas.microsoft.com/office/drawing/2014/main" id="{916999BC-53D7-135D-C8D8-505A23A73B02}"/>
                  </a:ext>
                </a:extLst>
              </p:cNvPr>
              <p:cNvGrpSpPr/>
              <p:nvPr/>
            </p:nvGrpSpPr>
            <p:grpSpPr>
              <a:xfrm>
                <a:off x="3562260" y="3776507"/>
                <a:ext cx="496830" cy="148150"/>
                <a:chOff x="1430856" y="2738068"/>
                <a:chExt cx="496830" cy="148150"/>
              </a:xfrm>
            </p:grpSpPr>
            <p:cxnSp>
              <p:nvCxnSpPr>
                <p:cNvPr id="496" name="직선 연결선 495">
                  <a:extLst>
                    <a:ext uri="{FF2B5EF4-FFF2-40B4-BE49-F238E27FC236}">
                      <a16:creationId xmlns:a16="http://schemas.microsoft.com/office/drawing/2014/main" id="{09FA13F5-D795-55B8-9A21-A558DD7F1078}"/>
                    </a:ext>
                  </a:extLst>
                </p:cNvPr>
                <p:cNvCxnSpPr>
                  <a:cxnSpLocks/>
                </p:cNvCxnSpPr>
                <p:nvPr/>
              </p:nvCxnSpPr>
              <p:spPr>
                <a:xfrm>
                  <a:off x="1430856" y="2739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직선 연결선 496">
                  <a:extLst>
                    <a:ext uri="{FF2B5EF4-FFF2-40B4-BE49-F238E27FC236}">
                      <a16:creationId xmlns:a16="http://schemas.microsoft.com/office/drawing/2014/main" id="{6F5AC430-4576-20E7-0E8A-6EEA9CC1591E}"/>
                    </a:ext>
                  </a:extLst>
                </p:cNvPr>
                <p:cNvCxnSpPr>
                  <a:cxnSpLocks/>
                </p:cNvCxnSpPr>
                <p:nvPr/>
              </p:nvCxnSpPr>
              <p:spPr>
                <a:xfrm>
                  <a:off x="1463267" y="274028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직선 연결선 497">
                  <a:extLst>
                    <a:ext uri="{FF2B5EF4-FFF2-40B4-BE49-F238E27FC236}">
                      <a16:creationId xmlns:a16="http://schemas.microsoft.com/office/drawing/2014/main" id="{87B1D897-68EF-1F93-A5ED-90FB68100FBF}"/>
                    </a:ext>
                  </a:extLst>
                </p:cNvPr>
                <p:cNvCxnSpPr>
                  <a:cxnSpLocks/>
                </p:cNvCxnSpPr>
                <p:nvPr/>
              </p:nvCxnSpPr>
              <p:spPr>
                <a:xfrm>
                  <a:off x="1496584" y="27394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직선 연결선 498">
                  <a:extLst>
                    <a:ext uri="{FF2B5EF4-FFF2-40B4-BE49-F238E27FC236}">
                      <a16:creationId xmlns:a16="http://schemas.microsoft.com/office/drawing/2014/main" id="{CF1759AD-DDD1-0B9B-6EC3-8F717222F5FF}"/>
                    </a:ext>
                  </a:extLst>
                </p:cNvPr>
                <p:cNvCxnSpPr>
                  <a:cxnSpLocks/>
                </p:cNvCxnSpPr>
                <p:nvPr/>
              </p:nvCxnSpPr>
              <p:spPr>
                <a:xfrm>
                  <a:off x="1528995" y="27402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EBD3DB5E-4141-B777-2B1C-C1AD42A2BECF}"/>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직선 연결선 500">
                  <a:extLst>
                    <a:ext uri="{FF2B5EF4-FFF2-40B4-BE49-F238E27FC236}">
                      <a16:creationId xmlns:a16="http://schemas.microsoft.com/office/drawing/2014/main" id="{D64EEE0B-7BD5-DB2A-A229-EB10ACCD7D5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직선 연결선 501">
                  <a:extLst>
                    <a:ext uri="{FF2B5EF4-FFF2-40B4-BE49-F238E27FC236}">
                      <a16:creationId xmlns:a16="http://schemas.microsoft.com/office/drawing/2014/main" id="{3F33B2A0-8D6E-3963-4A80-73362B4D3B27}"/>
                    </a:ext>
                  </a:extLst>
                </p:cNvPr>
                <p:cNvCxnSpPr>
                  <a:cxnSpLocks/>
                </p:cNvCxnSpPr>
                <p:nvPr/>
              </p:nvCxnSpPr>
              <p:spPr>
                <a:xfrm>
                  <a:off x="1628692" y="27386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직선 연결선 502">
                  <a:extLst>
                    <a:ext uri="{FF2B5EF4-FFF2-40B4-BE49-F238E27FC236}">
                      <a16:creationId xmlns:a16="http://schemas.microsoft.com/office/drawing/2014/main" id="{E69E59D7-5C3D-21C9-C51C-7D4538D71CA6}"/>
                    </a:ext>
                  </a:extLst>
                </p:cNvPr>
                <p:cNvCxnSpPr>
                  <a:cxnSpLocks/>
                </p:cNvCxnSpPr>
                <p:nvPr/>
              </p:nvCxnSpPr>
              <p:spPr>
                <a:xfrm>
                  <a:off x="1660743" y="27396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2C0BB368-66AB-89DB-1DE2-A8DD9D878FD2}"/>
                    </a:ext>
                  </a:extLst>
                </p:cNvPr>
                <p:cNvCxnSpPr>
                  <a:cxnSpLocks/>
                </p:cNvCxnSpPr>
                <p:nvPr/>
              </p:nvCxnSpPr>
              <p:spPr>
                <a:xfrm>
                  <a:off x="1692905" y="27418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직선 연결선 504">
                  <a:extLst>
                    <a:ext uri="{FF2B5EF4-FFF2-40B4-BE49-F238E27FC236}">
                      <a16:creationId xmlns:a16="http://schemas.microsoft.com/office/drawing/2014/main" id="{EFD73C71-01C1-C2D4-D594-A03A8FD8F523}"/>
                    </a:ext>
                  </a:extLst>
                </p:cNvPr>
                <p:cNvCxnSpPr>
                  <a:cxnSpLocks/>
                </p:cNvCxnSpPr>
                <p:nvPr/>
              </p:nvCxnSpPr>
              <p:spPr>
                <a:xfrm>
                  <a:off x="1727673" y="27380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직선 연결선 505">
                  <a:extLst>
                    <a:ext uri="{FF2B5EF4-FFF2-40B4-BE49-F238E27FC236}">
                      <a16:creationId xmlns:a16="http://schemas.microsoft.com/office/drawing/2014/main" id="{EC0EB50E-E0F2-6F95-71E3-62081B19BB1A}"/>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직선 연결선 506">
                  <a:extLst>
                    <a:ext uri="{FF2B5EF4-FFF2-40B4-BE49-F238E27FC236}">
                      <a16:creationId xmlns:a16="http://schemas.microsoft.com/office/drawing/2014/main" id="{DCF7D905-48D0-28DE-D16C-78874C64599D}"/>
                    </a:ext>
                  </a:extLst>
                </p:cNvPr>
                <p:cNvCxnSpPr>
                  <a:cxnSpLocks/>
                </p:cNvCxnSpPr>
                <p:nvPr/>
              </p:nvCxnSpPr>
              <p:spPr>
                <a:xfrm>
                  <a:off x="1791224" y="274053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직선 연결선 507">
                  <a:extLst>
                    <a:ext uri="{FF2B5EF4-FFF2-40B4-BE49-F238E27FC236}">
                      <a16:creationId xmlns:a16="http://schemas.microsoft.com/office/drawing/2014/main" id="{D02727C5-1281-8FE0-1AB9-1E1A4D1647C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직선 연결선 508">
                  <a:extLst>
                    <a:ext uri="{FF2B5EF4-FFF2-40B4-BE49-F238E27FC236}">
                      <a16:creationId xmlns:a16="http://schemas.microsoft.com/office/drawing/2014/main" id="{F056E2FD-5E7E-E1E9-716C-0D64E60C5D7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직선 연결선 509">
                  <a:extLst>
                    <a:ext uri="{FF2B5EF4-FFF2-40B4-BE49-F238E27FC236}">
                      <a16:creationId xmlns:a16="http://schemas.microsoft.com/office/drawing/2014/main" id="{DB05CCC4-AA9D-C68C-EB91-95AEEDACA0E4}"/>
                    </a:ext>
                  </a:extLst>
                </p:cNvPr>
                <p:cNvCxnSpPr>
                  <a:cxnSpLocks/>
                </p:cNvCxnSpPr>
                <p:nvPr/>
              </p:nvCxnSpPr>
              <p:spPr>
                <a:xfrm>
                  <a:off x="1890921" y="27391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직선 연결선 510">
                  <a:extLst>
                    <a:ext uri="{FF2B5EF4-FFF2-40B4-BE49-F238E27FC236}">
                      <a16:creationId xmlns:a16="http://schemas.microsoft.com/office/drawing/2014/main" id="{DAC37068-C727-79E4-3114-E9237C9A0CE2}"/>
                    </a:ext>
                  </a:extLst>
                </p:cNvPr>
                <p:cNvCxnSpPr>
                  <a:cxnSpLocks/>
                </p:cNvCxnSpPr>
                <p:nvPr/>
              </p:nvCxnSpPr>
              <p:spPr>
                <a:xfrm>
                  <a:off x="1927686" y="274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2" name="그룹 511">
                <a:extLst>
                  <a:ext uri="{FF2B5EF4-FFF2-40B4-BE49-F238E27FC236}">
                    <a16:creationId xmlns:a16="http://schemas.microsoft.com/office/drawing/2014/main" id="{6A4E6F71-1518-F68D-CDC8-2439C2FB389B}"/>
                  </a:ext>
                </a:extLst>
              </p:cNvPr>
              <p:cNvGrpSpPr/>
              <p:nvPr/>
            </p:nvGrpSpPr>
            <p:grpSpPr>
              <a:xfrm>
                <a:off x="4095855" y="3775469"/>
                <a:ext cx="496830" cy="150003"/>
                <a:chOff x="1430856" y="2738178"/>
                <a:chExt cx="496830" cy="150003"/>
              </a:xfrm>
            </p:grpSpPr>
            <p:cxnSp>
              <p:nvCxnSpPr>
                <p:cNvPr id="513" name="직선 연결선 512">
                  <a:extLst>
                    <a:ext uri="{FF2B5EF4-FFF2-40B4-BE49-F238E27FC236}">
                      <a16:creationId xmlns:a16="http://schemas.microsoft.com/office/drawing/2014/main" id="{C510FFFD-56EE-1E07-8314-DD3CEBF9F57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직선 연결선 513">
                  <a:extLst>
                    <a:ext uri="{FF2B5EF4-FFF2-40B4-BE49-F238E27FC236}">
                      <a16:creationId xmlns:a16="http://schemas.microsoft.com/office/drawing/2014/main" id="{10398FB6-120E-A4C6-D23E-E59DDEF2725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직선 연결선 514">
                  <a:extLst>
                    <a:ext uri="{FF2B5EF4-FFF2-40B4-BE49-F238E27FC236}">
                      <a16:creationId xmlns:a16="http://schemas.microsoft.com/office/drawing/2014/main" id="{F5175E12-7285-B074-40A3-C87DEAD9C18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직선 연결선 515">
                  <a:extLst>
                    <a:ext uri="{FF2B5EF4-FFF2-40B4-BE49-F238E27FC236}">
                      <a16:creationId xmlns:a16="http://schemas.microsoft.com/office/drawing/2014/main" id="{57253529-AB62-109E-CE2C-1567CF6E34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직선 연결선 516">
                  <a:extLst>
                    <a:ext uri="{FF2B5EF4-FFF2-40B4-BE49-F238E27FC236}">
                      <a16:creationId xmlns:a16="http://schemas.microsoft.com/office/drawing/2014/main" id="{E0984B69-B805-646F-672F-993C2A2D4CFB}"/>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F6818E7-A588-4379-688A-629A9731CBF6}"/>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직선 연결선 518">
                  <a:extLst>
                    <a:ext uri="{FF2B5EF4-FFF2-40B4-BE49-F238E27FC236}">
                      <a16:creationId xmlns:a16="http://schemas.microsoft.com/office/drawing/2014/main" id="{6A4E52A0-4233-707F-D04E-5502076FC6DD}"/>
                    </a:ext>
                  </a:extLst>
                </p:cNvPr>
                <p:cNvCxnSpPr>
                  <a:cxnSpLocks/>
                </p:cNvCxnSpPr>
                <p:nvPr/>
              </p:nvCxnSpPr>
              <p:spPr>
                <a:xfrm>
                  <a:off x="1628692" y="27433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A3CFA741-6DE5-96D6-0E83-00C9D5E5F95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직선 연결선 520">
                  <a:extLst>
                    <a:ext uri="{FF2B5EF4-FFF2-40B4-BE49-F238E27FC236}">
                      <a16:creationId xmlns:a16="http://schemas.microsoft.com/office/drawing/2014/main" id="{90358153-5F2E-0FB7-435D-3AF8159F80DD}"/>
                    </a:ext>
                  </a:extLst>
                </p:cNvPr>
                <p:cNvCxnSpPr>
                  <a:cxnSpLocks/>
                </p:cNvCxnSpPr>
                <p:nvPr/>
              </p:nvCxnSpPr>
              <p:spPr>
                <a:xfrm>
                  <a:off x="1695262" y="2744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직선 연결선 521">
                  <a:extLst>
                    <a:ext uri="{FF2B5EF4-FFF2-40B4-BE49-F238E27FC236}">
                      <a16:creationId xmlns:a16="http://schemas.microsoft.com/office/drawing/2014/main" id="{7D762DF7-E69D-4F4C-72A8-494758D6F2B7}"/>
                    </a:ext>
                  </a:extLst>
                </p:cNvPr>
                <p:cNvCxnSpPr>
                  <a:cxnSpLocks/>
                </p:cNvCxnSpPr>
                <p:nvPr/>
              </p:nvCxnSpPr>
              <p:spPr>
                <a:xfrm>
                  <a:off x="1727673" y="27404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직선 연결선 522">
                  <a:extLst>
                    <a:ext uri="{FF2B5EF4-FFF2-40B4-BE49-F238E27FC236}">
                      <a16:creationId xmlns:a16="http://schemas.microsoft.com/office/drawing/2014/main" id="{999D3C10-B66B-6E37-07DC-2F0018750860}"/>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직선 연결선 523">
                  <a:extLst>
                    <a:ext uri="{FF2B5EF4-FFF2-40B4-BE49-F238E27FC236}">
                      <a16:creationId xmlns:a16="http://schemas.microsoft.com/office/drawing/2014/main" id="{CC93CE91-4466-B316-05C8-9D1C0862135B}"/>
                    </a:ext>
                  </a:extLst>
                </p:cNvPr>
                <p:cNvCxnSpPr>
                  <a:cxnSpLocks/>
                </p:cNvCxnSpPr>
                <p:nvPr/>
              </p:nvCxnSpPr>
              <p:spPr>
                <a:xfrm>
                  <a:off x="1791224" y="273817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직선 연결선 524">
                  <a:extLst>
                    <a:ext uri="{FF2B5EF4-FFF2-40B4-BE49-F238E27FC236}">
                      <a16:creationId xmlns:a16="http://schemas.microsoft.com/office/drawing/2014/main" id="{B3CA2B43-F250-AEAC-73BA-069C2348C04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95F06634-429F-842B-A88E-8AABD7223C6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직선 연결선 526">
                  <a:extLst>
                    <a:ext uri="{FF2B5EF4-FFF2-40B4-BE49-F238E27FC236}">
                      <a16:creationId xmlns:a16="http://schemas.microsoft.com/office/drawing/2014/main" id="{48A2F337-7538-C4C7-6B18-B827B7E5E23E}"/>
                    </a:ext>
                  </a:extLst>
                </p:cNvPr>
                <p:cNvCxnSpPr>
                  <a:cxnSpLocks/>
                </p:cNvCxnSpPr>
                <p:nvPr/>
              </p:nvCxnSpPr>
              <p:spPr>
                <a:xfrm>
                  <a:off x="1890921" y="27415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직선 연결선 527">
                  <a:extLst>
                    <a:ext uri="{FF2B5EF4-FFF2-40B4-BE49-F238E27FC236}">
                      <a16:creationId xmlns:a16="http://schemas.microsoft.com/office/drawing/2014/main" id="{4E59E86A-1148-34FF-41DB-A1B515D115CC}"/>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9" name="그룹 528">
                <a:extLst>
                  <a:ext uri="{FF2B5EF4-FFF2-40B4-BE49-F238E27FC236}">
                    <a16:creationId xmlns:a16="http://schemas.microsoft.com/office/drawing/2014/main" id="{2FF645B5-1B14-3F4F-3E06-D82285174009}"/>
                  </a:ext>
                </a:extLst>
              </p:cNvPr>
              <p:cNvGrpSpPr/>
              <p:nvPr/>
            </p:nvGrpSpPr>
            <p:grpSpPr>
              <a:xfrm>
                <a:off x="4625988" y="3777164"/>
                <a:ext cx="490299" cy="150787"/>
                <a:chOff x="1430856" y="2737080"/>
                <a:chExt cx="490299" cy="150787"/>
              </a:xfrm>
            </p:grpSpPr>
            <p:cxnSp>
              <p:nvCxnSpPr>
                <p:cNvPr id="530" name="직선 연결선 529">
                  <a:extLst>
                    <a:ext uri="{FF2B5EF4-FFF2-40B4-BE49-F238E27FC236}">
                      <a16:creationId xmlns:a16="http://schemas.microsoft.com/office/drawing/2014/main" id="{E15A8CA7-F2D8-A4DD-9E30-22DCB822CBAA}"/>
                    </a:ext>
                  </a:extLst>
                </p:cNvPr>
                <p:cNvCxnSpPr>
                  <a:cxnSpLocks/>
                </p:cNvCxnSpPr>
                <p:nvPr/>
              </p:nvCxnSpPr>
              <p:spPr>
                <a:xfrm>
                  <a:off x="1430856" y="273715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5D98D04D-23A0-3FF6-2855-25ACCA750034}"/>
                    </a:ext>
                  </a:extLst>
                </p:cNvPr>
                <p:cNvCxnSpPr>
                  <a:cxnSpLocks/>
                </p:cNvCxnSpPr>
                <p:nvPr/>
              </p:nvCxnSpPr>
              <p:spPr>
                <a:xfrm>
                  <a:off x="1463267" y="273792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ED98C9A5-7576-26A1-2CD7-EC43B2E4D002}"/>
                    </a:ext>
                  </a:extLst>
                </p:cNvPr>
                <p:cNvCxnSpPr>
                  <a:cxnSpLocks/>
                </p:cNvCxnSpPr>
                <p:nvPr/>
              </p:nvCxnSpPr>
              <p:spPr>
                <a:xfrm>
                  <a:off x="1496584" y="273708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직선 연결선 532">
                  <a:extLst>
                    <a:ext uri="{FF2B5EF4-FFF2-40B4-BE49-F238E27FC236}">
                      <a16:creationId xmlns:a16="http://schemas.microsoft.com/office/drawing/2014/main" id="{EDEEE10A-614C-1AB5-7D46-0836A3D2F755}"/>
                    </a:ext>
                  </a:extLst>
                </p:cNvPr>
                <p:cNvCxnSpPr>
                  <a:cxnSpLocks/>
                </p:cNvCxnSpPr>
                <p:nvPr/>
              </p:nvCxnSpPr>
              <p:spPr>
                <a:xfrm>
                  <a:off x="1528995" y="273785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직선 연결선 533">
                  <a:extLst>
                    <a:ext uri="{FF2B5EF4-FFF2-40B4-BE49-F238E27FC236}">
                      <a16:creationId xmlns:a16="http://schemas.microsoft.com/office/drawing/2014/main" id="{5A04A9AD-2BF0-F546-C6FF-22B08E22AD38}"/>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직선 연결선 534">
                  <a:extLst>
                    <a:ext uri="{FF2B5EF4-FFF2-40B4-BE49-F238E27FC236}">
                      <a16:creationId xmlns:a16="http://schemas.microsoft.com/office/drawing/2014/main" id="{E3D10B76-F136-4818-68EF-2B5789972A03}"/>
                    </a:ext>
                  </a:extLst>
                </p:cNvPr>
                <p:cNvCxnSpPr>
                  <a:cxnSpLocks/>
                </p:cNvCxnSpPr>
                <p:nvPr/>
              </p:nvCxnSpPr>
              <p:spPr>
                <a:xfrm>
                  <a:off x="1560539" y="27375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직선 연결선 535">
                  <a:extLst>
                    <a:ext uri="{FF2B5EF4-FFF2-40B4-BE49-F238E27FC236}">
                      <a16:creationId xmlns:a16="http://schemas.microsoft.com/office/drawing/2014/main" id="{B1ED818D-C872-FE22-EF5D-40FDF532842D}"/>
                    </a:ext>
                  </a:extLst>
                </p:cNvPr>
                <p:cNvCxnSpPr>
                  <a:cxnSpLocks/>
                </p:cNvCxnSpPr>
                <p:nvPr/>
              </p:nvCxnSpPr>
              <p:spPr>
                <a:xfrm>
                  <a:off x="1628692" y="27410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직선 연결선 536">
                  <a:extLst>
                    <a:ext uri="{FF2B5EF4-FFF2-40B4-BE49-F238E27FC236}">
                      <a16:creationId xmlns:a16="http://schemas.microsoft.com/office/drawing/2014/main" id="{96BBB458-442B-FA75-D6C1-B8178D80FE7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ECF9DA26-9A36-6F33-848B-5FFC5CDBBC62}"/>
                    </a:ext>
                  </a:extLst>
                </p:cNvPr>
                <p:cNvCxnSpPr>
                  <a:cxnSpLocks/>
                </p:cNvCxnSpPr>
                <p:nvPr/>
              </p:nvCxnSpPr>
              <p:spPr>
                <a:xfrm>
                  <a:off x="1695262" y="27420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직선 연결선 538">
                  <a:extLst>
                    <a:ext uri="{FF2B5EF4-FFF2-40B4-BE49-F238E27FC236}">
                      <a16:creationId xmlns:a16="http://schemas.microsoft.com/office/drawing/2014/main" id="{F67B9966-D5B6-FC5F-E4BE-61B72DA0D91F}"/>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직선 연결선 539">
                  <a:extLst>
                    <a:ext uri="{FF2B5EF4-FFF2-40B4-BE49-F238E27FC236}">
                      <a16:creationId xmlns:a16="http://schemas.microsoft.com/office/drawing/2014/main" id="{8A2A725C-38F8-4C72-B96C-CF2ED221991D}"/>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직선 연결선 540">
                  <a:extLst>
                    <a:ext uri="{FF2B5EF4-FFF2-40B4-BE49-F238E27FC236}">
                      <a16:creationId xmlns:a16="http://schemas.microsoft.com/office/drawing/2014/main" id="{9AB6E5D1-F3A4-902F-3530-EDCB6806B9CE}"/>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06D91694-FC8F-2ABD-94B2-6472BB6A6D36}"/>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직선 연결선 542">
                  <a:extLst>
                    <a:ext uri="{FF2B5EF4-FFF2-40B4-BE49-F238E27FC236}">
                      <a16:creationId xmlns:a16="http://schemas.microsoft.com/office/drawing/2014/main" id="{18F0E567-4006-091C-3585-F7944C0B33A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직선 연결선 543">
                  <a:extLst>
                    <a:ext uri="{FF2B5EF4-FFF2-40B4-BE49-F238E27FC236}">
                      <a16:creationId xmlns:a16="http://schemas.microsoft.com/office/drawing/2014/main" id="{3BFFA98D-F251-A60C-B01A-DAA5DB01CEA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직선 연결선 544">
                  <a:extLst>
                    <a:ext uri="{FF2B5EF4-FFF2-40B4-BE49-F238E27FC236}">
                      <a16:creationId xmlns:a16="http://schemas.microsoft.com/office/drawing/2014/main" id="{4A1593D1-93A4-911D-2924-6B6508DD09EF}"/>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 name="그룹 3">
            <a:extLst>
              <a:ext uri="{FF2B5EF4-FFF2-40B4-BE49-F238E27FC236}">
                <a16:creationId xmlns:a16="http://schemas.microsoft.com/office/drawing/2014/main" id="{C23D65B1-506F-AC6F-B6ED-80E27FE99CE7}"/>
              </a:ext>
            </a:extLst>
          </p:cNvPr>
          <p:cNvGrpSpPr/>
          <p:nvPr/>
        </p:nvGrpSpPr>
        <p:grpSpPr>
          <a:xfrm>
            <a:off x="1081754" y="5310805"/>
            <a:ext cx="4573441" cy="2419517"/>
            <a:chOff x="1081754" y="5310805"/>
            <a:chExt cx="4573441" cy="2419517"/>
          </a:xfrm>
        </p:grpSpPr>
        <p:cxnSp>
          <p:nvCxnSpPr>
            <p:cNvPr id="80" name="직선 연결선 79">
              <a:extLst>
                <a:ext uri="{FF2B5EF4-FFF2-40B4-BE49-F238E27FC236}">
                  <a16:creationId xmlns:a16="http://schemas.microsoft.com/office/drawing/2014/main" id="{8C10A405-A701-C0FD-DBA0-56F5B3413BDA}"/>
                </a:ext>
              </a:extLst>
            </p:cNvPr>
            <p:cNvCxnSpPr/>
            <p:nvPr/>
          </p:nvCxnSpPr>
          <p:spPr>
            <a:xfrm>
              <a:off x="1472756" y="531080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50556"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50556" y="545827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67042" y="531450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66018"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2934" y="58944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87" name="직선 연결선 86">
              <a:extLst>
                <a:ext uri="{FF2B5EF4-FFF2-40B4-BE49-F238E27FC236}">
                  <a16:creationId xmlns:a16="http://schemas.microsoft.com/office/drawing/2014/main" id="{C87C0059-1F6C-50AB-D213-B45896A97FF7}"/>
                </a:ext>
              </a:extLst>
            </p:cNvPr>
            <p:cNvCxnSpPr>
              <a:cxnSpLocks/>
            </p:cNvCxnSpPr>
            <p:nvPr/>
          </p:nvCxnSpPr>
          <p:spPr>
            <a:xfrm flipV="1">
              <a:off x="1477343" y="603842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50FC53A7-BDD3-1212-D76E-42777138AAAC}"/>
                </a:ext>
              </a:extLst>
            </p:cNvPr>
            <p:cNvSpPr/>
            <p:nvPr/>
          </p:nvSpPr>
          <p:spPr>
            <a:xfrm>
              <a:off x="3524158" y="5895469"/>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1" name="직선 연결선 100">
              <a:extLst>
                <a:ext uri="{FF2B5EF4-FFF2-40B4-BE49-F238E27FC236}">
                  <a16:creationId xmlns:a16="http://schemas.microsoft.com/office/drawing/2014/main" id="{4E429884-CB60-F989-E88F-245F2D39753C}"/>
                </a:ext>
              </a:extLst>
            </p:cNvPr>
            <p:cNvCxnSpPr>
              <a:cxnSpLocks/>
              <a:endCxn id="102" idx="1"/>
            </p:cNvCxnSpPr>
            <p:nvPr/>
          </p:nvCxnSpPr>
          <p:spPr>
            <a:xfrm>
              <a:off x="1474905" y="7600106"/>
              <a:ext cx="2473078" cy="2207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직사각형 101">
              <a:extLst>
                <a:ext uri="{FF2B5EF4-FFF2-40B4-BE49-F238E27FC236}">
                  <a16:creationId xmlns:a16="http://schemas.microsoft.com/office/drawing/2014/main" id="{00718AD5-6A34-37AA-3B55-8141B9BCC235}"/>
                </a:ext>
              </a:extLst>
            </p:cNvPr>
            <p:cNvSpPr/>
            <p:nvPr/>
          </p:nvSpPr>
          <p:spPr>
            <a:xfrm>
              <a:off x="3947983"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3" name="직사각형 102">
              <a:extLst>
                <a:ext uri="{FF2B5EF4-FFF2-40B4-BE49-F238E27FC236}">
                  <a16:creationId xmlns:a16="http://schemas.microsoft.com/office/drawing/2014/main" id="{3EF00E3E-5D80-2BDC-960A-702305614383}"/>
                </a:ext>
              </a:extLst>
            </p:cNvPr>
            <p:cNvSpPr/>
            <p:nvPr/>
          </p:nvSpPr>
          <p:spPr>
            <a:xfrm>
              <a:off x="4380835"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4" name="직사각형 103">
              <a:extLst>
                <a:ext uri="{FF2B5EF4-FFF2-40B4-BE49-F238E27FC236}">
                  <a16:creationId xmlns:a16="http://schemas.microsoft.com/office/drawing/2014/main" id="{4E675387-6F0D-6FF3-4586-C96E613BE6B8}"/>
                </a:ext>
              </a:extLst>
            </p:cNvPr>
            <p:cNvSpPr/>
            <p:nvPr/>
          </p:nvSpPr>
          <p:spPr>
            <a:xfrm>
              <a:off x="4079727" y="7442644"/>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5" name="직사각형 104">
              <a:extLst>
                <a:ext uri="{FF2B5EF4-FFF2-40B4-BE49-F238E27FC236}">
                  <a16:creationId xmlns:a16="http://schemas.microsoft.com/office/drawing/2014/main" id="{839C1055-A798-A6D7-56DB-6011AD0EF488}"/>
                </a:ext>
              </a:extLst>
            </p:cNvPr>
            <p:cNvSpPr/>
            <p:nvPr/>
          </p:nvSpPr>
          <p:spPr>
            <a:xfrm>
              <a:off x="4494120"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6" name="직사각형 105">
              <a:extLst>
                <a:ext uri="{FF2B5EF4-FFF2-40B4-BE49-F238E27FC236}">
                  <a16:creationId xmlns:a16="http://schemas.microsoft.com/office/drawing/2014/main" id="{E26E0559-E475-F9FA-222B-AC4A602F43D8}"/>
                </a:ext>
              </a:extLst>
            </p:cNvPr>
            <p:cNvSpPr/>
            <p:nvPr/>
          </p:nvSpPr>
          <p:spPr>
            <a:xfrm>
              <a:off x="4946405" y="7551769"/>
              <a:ext cx="450093"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00C0FB68-0287-2A1B-B79C-022EE3BDCE8E}"/>
                </a:ext>
              </a:extLst>
            </p:cNvPr>
            <p:cNvSpPr/>
            <p:nvPr/>
          </p:nvSpPr>
          <p:spPr>
            <a:xfrm>
              <a:off x="5068244"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8392" y="536001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19" name="직사각형 118">
              <a:extLst>
                <a:ext uri="{FF2B5EF4-FFF2-40B4-BE49-F238E27FC236}">
                  <a16:creationId xmlns:a16="http://schemas.microsoft.com/office/drawing/2014/main" id="{1CF7DF6F-387F-7DF8-086B-F1C11779B72C}"/>
                </a:ext>
              </a:extLst>
            </p:cNvPr>
            <p:cNvSpPr/>
            <p:nvPr/>
          </p:nvSpPr>
          <p:spPr>
            <a:xfrm>
              <a:off x="1100770" y="59354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0" name="직사각형 119">
              <a:extLst>
                <a:ext uri="{FF2B5EF4-FFF2-40B4-BE49-F238E27FC236}">
                  <a16:creationId xmlns:a16="http://schemas.microsoft.com/office/drawing/2014/main" id="{C36D6E80-EF11-7B71-39D4-BA8A196B4D85}"/>
                </a:ext>
              </a:extLst>
            </p:cNvPr>
            <p:cNvSpPr/>
            <p:nvPr/>
          </p:nvSpPr>
          <p:spPr>
            <a:xfrm>
              <a:off x="1081754" y="7456007"/>
              <a:ext cx="358750" cy="226647"/>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p>
            <a:p>
              <a:pPr algn="r"/>
              <a:r>
                <a:rPr lang="en-US" altLang="ko-KR" sz="600" dirty="0">
                  <a:solidFill>
                    <a:schemeClr val="tx1"/>
                  </a:solidFill>
                  <a:latin typeface="Arial" panose="020B0604020202020204" pitchFamily="34" charset="0"/>
                  <a:cs typeface="Arial" panose="020B0604020202020204" pitchFamily="34" charset="0"/>
                </a:rPr>
                <a:t>(dev#2)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127" name="직선 연결선 126">
              <a:extLst>
                <a:ext uri="{FF2B5EF4-FFF2-40B4-BE49-F238E27FC236}">
                  <a16:creationId xmlns:a16="http://schemas.microsoft.com/office/drawing/2014/main" id="{70FCFC21-D5F4-3392-6BEE-F1CCB6A1C14B}"/>
                </a:ext>
              </a:extLst>
            </p:cNvPr>
            <p:cNvCxnSpPr>
              <a:cxnSpLocks/>
            </p:cNvCxnSpPr>
            <p:nvPr/>
          </p:nvCxnSpPr>
          <p:spPr>
            <a:xfrm>
              <a:off x="1479195" y="6567110"/>
              <a:ext cx="61320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6C2954B5-62DB-CB19-AD11-4D28F6B9F4FA}"/>
                </a:ext>
              </a:extLst>
            </p:cNvPr>
            <p:cNvSpPr/>
            <p:nvPr/>
          </p:nvSpPr>
          <p:spPr>
            <a:xfrm>
              <a:off x="2098631"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9" name="직사각형 128">
              <a:extLst>
                <a:ext uri="{FF2B5EF4-FFF2-40B4-BE49-F238E27FC236}">
                  <a16:creationId xmlns:a16="http://schemas.microsoft.com/office/drawing/2014/main" id="{B2B26579-7323-58CE-E423-A736516708C8}"/>
                </a:ext>
              </a:extLst>
            </p:cNvPr>
            <p:cNvSpPr/>
            <p:nvPr/>
          </p:nvSpPr>
          <p:spPr>
            <a:xfrm>
              <a:off x="2529286"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0" name="직사각형 129">
              <a:extLst>
                <a:ext uri="{FF2B5EF4-FFF2-40B4-BE49-F238E27FC236}">
                  <a16:creationId xmlns:a16="http://schemas.microsoft.com/office/drawing/2014/main" id="{E1796645-F640-EBE6-9AEC-86B3626C2908}"/>
                </a:ext>
              </a:extLst>
            </p:cNvPr>
            <p:cNvSpPr/>
            <p:nvPr/>
          </p:nvSpPr>
          <p:spPr>
            <a:xfrm>
              <a:off x="2243205" y="63945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1" name="직사각형 130">
              <a:extLst>
                <a:ext uri="{FF2B5EF4-FFF2-40B4-BE49-F238E27FC236}">
                  <a16:creationId xmlns:a16="http://schemas.microsoft.com/office/drawing/2014/main" id="{D123A0C4-450E-4EB4-6316-A053423A8E43}"/>
                </a:ext>
              </a:extLst>
            </p:cNvPr>
            <p:cNvSpPr/>
            <p:nvPr/>
          </p:nvSpPr>
          <p:spPr>
            <a:xfrm>
              <a:off x="263547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2" name="직사각형 131">
              <a:extLst>
                <a:ext uri="{FF2B5EF4-FFF2-40B4-BE49-F238E27FC236}">
                  <a16:creationId xmlns:a16="http://schemas.microsoft.com/office/drawing/2014/main" id="{53B8AD47-8694-956F-1D64-52914547A05F}"/>
                </a:ext>
              </a:extLst>
            </p:cNvPr>
            <p:cNvSpPr/>
            <p:nvPr/>
          </p:nvSpPr>
          <p:spPr>
            <a:xfrm>
              <a:off x="3098090"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3" name="직사각형 132">
              <a:extLst>
                <a:ext uri="{FF2B5EF4-FFF2-40B4-BE49-F238E27FC236}">
                  <a16:creationId xmlns:a16="http://schemas.microsoft.com/office/drawing/2014/main" id="{17B0FEAD-4865-2300-CC09-DEC423B135BE}"/>
                </a:ext>
              </a:extLst>
            </p:cNvPr>
            <p:cNvSpPr/>
            <p:nvPr/>
          </p:nvSpPr>
          <p:spPr>
            <a:xfrm>
              <a:off x="319006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5769" y="65377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91171" y="62361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a:off x="2089933" y="61356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3525073" y="61581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484100" y="61709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47" name="직선 연결선 546">
              <a:extLst>
                <a:ext uri="{FF2B5EF4-FFF2-40B4-BE49-F238E27FC236}">
                  <a16:creationId xmlns:a16="http://schemas.microsoft.com/office/drawing/2014/main" id="{C0A5DE84-FA6A-CEA4-EA89-6425ACC86C52}"/>
                </a:ext>
              </a:extLst>
            </p:cNvPr>
            <p:cNvCxnSpPr>
              <a:cxnSpLocks/>
            </p:cNvCxnSpPr>
            <p:nvPr/>
          </p:nvCxnSpPr>
          <p:spPr>
            <a:xfrm flipV="1">
              <a:off x="1479195" y="5747039"/>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8" name="직사각형 547">
              <a:extLst>
                <a:ext uri="{FF2B5EF4-FFF2-40B4-BE49-F238E27FC236}">
                  <a16:creationId xmlns:a16="http://schemas.microsoft.com/office/drawing/2014/main" id="{AC8A0FD8-A29D-5591-5EBA-F2D9F86579B8}"/>
                </a:ext>
              </a:extLst>
            </p:cNvPr>
            <p:cNvSpPr/>
            <p:nvPr/>
          </p:nvSpPr>
          <p:spPr>
            <a:xfrm>
              <a:off x="1097323" y="56443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49" name="직사각형 548">
              <a:extLst>
                <a:ext uri="{FF2B5EF4-FFF2-40B4-BE49-F238E27FC236}">
                  <a16:creationId xmlns:a16="http://schemas.microsoft.com/office/drawing/2014/main" id="{BE1A323C-CD60-623A-9B47-72478B8D3577}"/>
                </a:ext>
              </a:extLst>
            </p:cNvPr>
            <p:cNvSpPr/>
            <p:nvPr/>
          </p:nvSpPr>
          <p:spPr>
            <a:xfrm>
              <a:off x="1649487" y="5603011"/>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0" name="그룹 549">
              <a:extLst>
                <a:ext uri="{FF2B5EF4-FFF2-40B4-BE49-F238E27FC236}">
                  <a16:creationId xmlns:a16="http://schemas.microsoft.com/office/drawing/2014/main" id="{ABCE79B8-E61A-474E-306E-0186B4469169}"/>
                </a:ext>
              </a:extLst>
            </p:cNvPr>
            <p:cNvGrpSpPr/>
            <p:nvPr/>
          </p:nvGrpSpPr>
          <p:grpSpPr>
            <a:xfrm>
              <a:off x="1684747" y="5596444"/>
              <a:ext cx="496830" cy="148744"/>
              <a:chOff x="1430856" y="2741794"/>
              <a:chExt cx="496830" cy="148744"/>
            </a:xfrm>
          </p:grpSpPr>
          <p:cxnSp>
            <p:nvCxnSpPr>
              <p:cNvPr id="551" name="직선 연결선 550">
                <a:extLst>
                  <a:ext uri="{FF2B5EF4-FFF2-40B4-BE49-F238E27FC236}">
                    <a16:creationId xmlns:a16="http://schemas.microsoft.com/office/drawing/2014/main" id="{732CCDC7-4AB4-4745-4186-E13DDF5D508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직선 연결선 551">
                <a:extLst>
                  <a:ext uri="{FF2B5EF4-FFF2-40B4-BE49-F238E27FC236}">
                    <a16:creationId xmlns:a16="http://schemas.microsoft.com/office/drawing/2014/main" id="{03D36101-974E-516D-6179-E861BF4F21B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5308FF51-1466-B843-9400-2105CE052A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직선 연결선 553">
                <a:extLst>
                  <a:ext uri="{FF2B5EF4-FFF2-40B4-BE49-F238E27FC236}">
                    <a16:creationId xmlns:a16="http://schemas.microsoft.com/office/drawing/2014/main" id="{9F23EEE1-6B9A-87EE-4D38-C5C2A300D25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직선 연결선 554">
                <a:extLst>
                  <a:ext uri="{FF2B5EF4-FFF2-40B4-BE49-F238E27FC236}">
                    <a16:creationId xmlns:a16="http://schemas.microsoft.com/office/drawing/2014/main" id="{A27A01BC-BFF4-6DF1-D27C-F062518A023D}"/>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직선 연결선 555">
                <a:extLst>
                  <a:ext uri="{FF2B5EF4-FFF2-40B4-BE49-F238E27FC236}">
                    <a16:creationId xmlns:a16="http://schemas.microsoft.com/office/drawing/2014/main" id="{FB95DCB6-A7B8-EE0C-DD7C-9A242FD8EBF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직선 연결선 556">
                <a:extLst>
                  <a:ext uri="{FF2B5EF4-FFF2-40B4-BE49-F238E27FC236}">
                    <a16:creationId xmlns:a16="http://schemas.microsoft.com/office/drawing/2014/main" id="{97988AF8-471C-A756-BCE3-E006243F1AB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직선 연결선 557">
                <a:extLst>
                  <a:ext uri="{FF2B5EF4-FFF2-40B4-BE49-F238E27FC236}">
                    <a16:creationId xmlns:a16="http://schemas.microsoft.com/office/drawing/2014/main" id="{0DDE86E0-D064-A607-1DE4-96FD67F11D9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D8328BC5-267B-9C91-D7F1-1F078C971EA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직선 연결선 559">
                <a:extLst>
                  <a:ext uri="{FF2B5EF4-FFF2-40B4-BE49-F238E27FC236}">
                    <a16:creationId xmlns:a16="http://schemas.microsoft.com/office/drawing/2014/main" id="{1E367924-9D91-D10F-90C9-37AFBA32CB0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직선 연결선 560">
                <a:extLst>
                  <a:ext uri="{FF2B5EF4-FFF2-40B4-BE49-F238E27FC236}">
                    <a16:creationId xmlns:a16="http://schemas.microsoft.com/office/drawing/2014/main" id="{8DDED8B1-CD6B-1132-9FCB-55DFC5AB5046}"/>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직선 연결선 561">
                <a:extLst>
                  <a:ext uri="{FF2B5EF4-FFF2-40B4-BE49-F238E27FC236}">
                    <a16:creationId xmlns:a16="http://schemas.microsoft.com/office/drawing/2014/main" id="{85E899EB-7E5C-4644-D70C-504777EB67A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직선 연결선 562">
                <a:extLst>
                  <a:ext uri="{FF2B5EF4-FFF2-40B4-BE49-F238E27FC236}">
                    <a16:creationId xmlns:a16="http://schemas.microsoft.com/office/drawing/2014/main" id="{8F2CC04A-236D-A94E-1F73-812920B91A1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직선 연결선 563">
                <a:extLst>
                  <a:ext uri="{FF2B5EF4-FFF2-40B4-BE49-F238E27FC236}">
                    <a16:creationId xmlns:a16="http://schemas.microsoft.com/office/drawing/2014/main" id="{CDD3F55E-6E09-AD12-DB15-5F7D589C8D9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DD52B502-C021-8C48-083F-A8DE6DF25F2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직선 연결선 565">
                <a:extLst>
                  <a:ext uri="{FF2B5EF4-FFF2-40B4-BE49-F238E27FC236}">
                    <a16:creationId xmlns:a16="http://schemas.microsoft.com/office/drawing/2014/main" id="{6FBCD9A7-1863-2593-BC0F-34D6DBCD0DF3}"/>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그룹 566">
              <a:extLst>
                <a:ext uri="{FF2B5EF4-FFF2-40B4-BE49-F238E27FC236}">
                  <a16:creationId xmlns:a16="http://schemas.microsoft.com/office/drawing/2014/main" id="{AD25EFB8-5069-244D-2682-DA332A681C25}"/>
                </a:ext>
              </a:extLst>
            </p:cNvPr>
            <p:cNvGrpSpPr/>
            <p:nvPr/>
          </p:nvGrpSpPr>
          <p:grpSpPr>
            <a:xfrm>
              <a:off x="2218342" y="5595296"/>
              <a:ext cx="496830" cy="148744"/>
              <a:chOff x="1430856" y="2741794"/>
              <a:chExt cx="496830" cy="148744"/>
            </a:xfrm>
          </p:grpSpPr>
          <p:cxnSp>
            <p:nvCxnSpPr>
              <p:cNvPr id="568" name="직선 연결선 567">
                <a:extLst>
                  <a:ext uri="{FF2B5EF4-FFF2-40B4-BE49-F238E27FC236}">
                    <a16:creationId xmlns:a16="http://schemas.microsoft.com/office/drawing/2014/main" id="{942EED47-E430-A0F8-CF47-CCBB8F007156}"/>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51D338E1-C96A-F630-AE5C-DDFDA0930F0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직선 연결선 569">
                <a:extLst>
                  <a:ext uri="{FF2B5EF4-FFF2-40B4-BE49-F238E27FC236}">
                    <a16:creationId xmlns:a16="http://schemas.microsoft.com/office/drawing/2014/main" id="{1AE18FC4-BCF3-11E7-4F69-C316208E47A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직선 연결선 570">
                <a:extLst>
                  <a:ext uri="{FF2B5EF4-FFF2-40B4-BE49-F238E27FC236}">
                    <a16:creationId xmlns:a16="http://schemas.microsoft.com/office/drawing/2014/main" id="{8ED015C9-DD7E-9AFA-A161-3D83241CF27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직선 연결선 571">
                <a:extLst>
                  <a:ext uri="{FF2B5EF4-FFF2-40B4-BE49-F238E27FC236}">
                    <a16:creationId xmlns:a16="http://schemas.microsoft.com/office/drawing/2014/main" id="{FA9C1BCF-DB22-A159-CB81-773B226DC1A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직선 연결선 572">
                <a:extLst>
                  <a:ext uri="{FF2B5EF4-FFF2-40B4-BE49-F238E27FC236}">
                    <a16:creationId xmlns:a16="http://schemas.microsoft.com/office/drawing/2014/main" id="{89E3C499-18AF-A317-8D29-2B75FDF5D77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0CAF38D0-967A-2573-188E-35A09C2D5C6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직선 연결선 574">
                <a:extLst>
                  <a:ext uri="{FF2B5EF4-FFF2-40B4-BE49-F238E27FC236}">
                    <a16:creationId xmlns:a16="http://schemas.microsoft.com/office/drawing/2014/main" id="{945879EF-9ECA-7CE9-EDA1-8D4A1A78C9E3}"/>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직선 연결선 575">
                <a:extLst>
                  <a:ext uri="{FF2B5EF4-FFF2-40B4-BE49-F238E27FC236}">
                    <a16:creationId xmlns:a16="http://schemas.microsoft.com/office/drawing/2014/main" id="{4840CF04-E6A6-E8C3-5C02-1B52C966BCD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직선 연결선 576">
                <a:extLst>
                  <a:ext uri="{FF2B5EF4-FFF2-40B4-BE49-F238E27FC236}">
                    <a16:creationId xmlns:a16="http://schemas.microsoft.com/office/drawing/2014/main" id="{FFED73C2-095D-25BF-EFC4-BD441CADDED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직선 연결선 577">
                <a:extLst>
                  <a:ext uri="{FF2B5EF4-FFF2-40B4-BE49-F238E27FC236}">
                    <a16:creationId xmlns:a16="http://schemas.microsoft.com/office/drawing/2014/main" id="{9F15F3A2-A774-70ED-E25F-7A4D3761588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직선 연결선 578">
                <a:extLst>
                  <a:ext uri="{FF2B5EF4-FFF2-40B4-BE49-F238E27FC236}">
                    <a16:creationId xmlns:a16="http://schemas.microsoft.com/office/drawing/2014/main" id="{BB384D51-1072-8354-B1A1-B657F9C9015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AEA43224-50BC-A57A-D863-2E412DA8082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직선 연결선 580">
                <a:extLst>
                  <a:ext uri="{FF2B5EF4-FFF2-40B4-BE49-F238E27FC236}">
                    <a16:creationId xmlns:a16="http://schemas.microsoft.com/office/drawing/2014/main" id="{6C31FA02-7A21-F673-25B6-3EA6D24DF4E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직선 연결선 581">
                <a:extLst>
                  <a:ext uri="{FF2B5EF4-FFF2-40B4-BE49-F238E27FC236}">
                    <a16:creationId xmlns:a16="http://schemas.microsoft.com/office/drawing/2014/main" id="{2C1EAEA5-CED0-61CE-1079-F3D12EB3F3F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직선 연결선 582">
                <a:extLst>
                  <a:ext uri="{FF2B5EF4-FFF2-40B4-BE49-F238E27FC236}">
                    <a16:creationId xmlns:a16="http://schemas.microsoft.com/office/drawing/2014/main" id="{273B34AA-0ACE-C2DB-5AA5-DDBCF48BC72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4" name="그룹 583">
              <a:extLst>
                <a:ext uri="{FF2B5EF4-FFF2-40B4-BE49-F238E27FC236}">
                  <a16:creationId xmlns:a16="http://schemas.microsoft.com/office/drawing/2014/main" id="{FD8E8A81-5DCE-AAC9-5869-3964CCD956E1}"/>
                </a:ext>
              </a:extLst>
            </p:cNvPr>
            <p:cNvGrpSpPr/>
            <p:nvPr/>
          </p:nvGrpSpPr>
          <p:grpSpPr>
            <a:xfrm>
              <a:off x="2748475" y="5598089"/>
              <a:ext cx="496830" cy="148744"/>
              <a:chOff x="1430856" y="2741794"/>
              <a:chExt cx="496830" cy="148744"/>
            </a:xfrm>
          </p:grpSpPr>
          <p:cxnSp>
            <p:nvCxnSpPr>
              <p:cNvPr id="585" name="직선 연결선 584">
                <a:extLst>
                  <a:ext uri="{FF2B5EF4-FFF2-40B4-BE49-F238E27FC236}">
                    <a16:creationId xmlns:a16="http://schemas.microsoft.com/office/drawing/2014/main" id="{88FB796A-98CF-F6D8-C32D-DB92F299BF8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475F8E6A-E999-5736-A00A-F5B8EDAEF71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직선 연결선 586">
                <a:extLst>
                  <a:ext uri="{FF2B5EF4-FFF2-40B4-BE49-F238E27FC236}">
                    <a16:creationId xmlns:a16="http://schemas.microsoft.com/office/drawing/2014/main" id="{614E129F-3AF7-0A1F-79D4-5EC593EFF24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직선 연결선 587">
                <a:extLst>
                  <a:ext uri="{FF2B5EF4-FFF2-40B4-BE49-F238E27FC236}">
                    <a16:creationId xmlns:a16="http://schemas.microsoft.com/office/drawing/2014/main" id="{91734F6A-0139-E53D-16B2-D980176C74EB}"/>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직선 연결선 588">
                <a:extLst>
                  <a:ext uri="{FF2B5EF4-FFF2-40B4-BE49-F238E27FC236}">
                    <a16:creationId xmlns:a16="http://schemas.microsoft.com/office/drawing/2014/main" id="{FFD8CA68-6393-F41C-DA95-0C1B9B10CFE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직선 연결선 589">
                <a:extLst>
                  <a:ext uri="{FF2B5EF4-FFF2-40B4-BE49-F238E27FC236}">
                    <a16:creationId xmlns:a16="http://schemas.microsoft.com/office/drawing/2014/main" id="{2814ADE5-E5D1-9019-C779-F588B8498A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직선 연결선 590">
                <a:extLst>
                  <a:ext uri="{FF2B5EF4-FFF2-40B4-BE49-F238E27FC236}">
                    <a16:creationId xmlns:a16="http://schemas.microsoft.com/office/drawing/2014/main" id="{2A52B9D8-E3BB-C8DE-5458-30C214B9E434}"/>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2E7605C6-8EA5-A08F-EF3D-E47724B0212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직선 연결선 592">
                <a:extLst>
                  <a:ext uri="{FF2B5EF4-FFF2-40B4-BE49-F238E27FC236}">
                    <a16:creationId xmlns:a16="http://schemas.microsoft.com/office/drawing/2014/main" id="{A6019E49-8283-3996-FDB7-8956C6AC7BB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직선 연결선 593">
                <a:extLst>
                  <a:ext uri="{FF2B5EF4-FFF2-40B4-BE49-F238E27FC236}">
                    <a16:creationId xmlns:a16="http://schemas.microsoft.com/office/drawing/2014/main" id="{4EBAF38B-8005-8AE8-161A-01411D3D44C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직선 연결선 594">
                <a:extLst>
                  <a:ext uri="{FF2B5EF4-FFF2-40B4-BE49-F238E27FC236}">
                    <a16:creationId xmlns:a16="http://schemas.microsoft.com/office/drawing/2014/main" id="{83BDA3E3-9D75-F3CD-7281-BF6B46314927}"/>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EABADD65-9F65-AB53-F148-1B868E742F3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직선 연결선 596">
                <a:extLst>
                  <a:ext uri="{FF2B5EF4-FFF2-40B4-BE49-F238E27FC236}">
                    <a16:creationId xmlns:a16="http://schemas.microsoft.com/office/drawing/2014/main" id="{58B7390B-D2AB-3B4A-FB20-F8C96901B88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직선 연결선 597">
                <a:extLst>
                  <a:ext uri="{FF2B5EF4-FFF2-40B4-BE49-F238E27FC236}">
                    <a16:creationId xmlns:a16="http://schemas.microsoft.com/office/drawing/2014/main" id="{856A5EB3-2A67-2EEB-2574-447F78D3CAB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직선 연결선 598">
                <a:extLst>
                  <a:ext uri="{FF2B5EF4-FFF2-40B4-BE49-F238E27FC236}">
                    <a16:creationId xmlns:a16="http://schemas.microsoft.com/office/drawing/2014/main" id="{44297B3E-6A0E-C912-1BA0-8B19A2B4BF6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B7ABF4BE-6526-4747-8D26-2523551C3F8B}"/>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1" name="그룹 600">
              <a:extLst>
                <a:ext uri="{FF2B5EF4-FFF2-40B4-BE49-F238E27FC236}">
                  <a16:creationId xmlns:a16="http://schemas.microsoft.com/office/drawing/2014/main" id="{69201C14-9AB2-2F0B-8CDA-CAAC5FB9F758}"/>
                </a:ext>
              </a:extLst>
            </p:cNvPr>
            <p:cNvGrpSpPr/>
            <p:nvPr/>
          </p:nvGrpSpPr>
          <p:grpSpPr>
            <a:xfrm>
              <a:off x="3282070" y="5596941"/>
              <a:ext cx="496830" cy="148744"/>
              <a:chOff x="1430856" y="2741794"/>
              <a:chExt cx="496830" cy="148744"/>
            </a:xfrm>
          </p:grpSpPr>
          <p:cxnSp>
            <p:nvCxnSpPr>
              <p:cNvPr id="602" name="직선 연결선 601">
                <a:extLst>
                  <a:ext uri="{FF2B5EF4-FFF2-40B4-BE49-F238E27FC236}">
                    <a16:creationId xmlns:a16="http://schemas.microsoft.com/office/drawing/2014/main" id="{1DC01AAF-25BC-BFBC-2F4F-07183D4AA265}"/>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직선 연결선 602">
                <a:extLst>
                  <a:ext uri="{FF2B5EF4-FFF2-40B4-BE49-F238E27FC236}">
                    <a16:creationId xmlns:a16="http://schemas.microsoft.com/office/drawing/2014/main" id="{15F79CD3-BA3D-8853-D432-83A703B5FCED}"/>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직선 연결선 603">
                <a:extLst>
                  <a:ext uri="{FF2B5EF4-FFF2-40B4-BE49-F238E27FC236}">
                    <a16:creationId xmlns:a16="http://schemas.microsoft.com/office/drawing/2014/main" id="{835F73F7-355C-B171-D60F-6FC491465318}"/>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직선 연결선 604">
                <a:extLst>
                  <a:ext uri="{FF2B5EF4-FFF2-40B4-BE49-F238E27FC236}">
                    <a16:creationId xmlns:a16="http://schemas.microsoft.com/office/drawing/2014/main" id="{DFDDC83E-633E-8D94-9086-DD5AF4287EA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직선 연결선 605">
                <a:extLst>
                  <a:ext uri="{FF2B5EF4-FFF2-40B4-BE49-F238E27FC236}">
                    <a16:creationId xmlns:a16="http://schemas.microsoft.com/office/drawing/2014/main" id="{7C8EC649-CAAA-3720-9D24-91671F7256E6}"/>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직선 연결선 606">
                <a:extLst>
                  <a:ext uri="{FF2B5EF4-FFF2-40B4-BE49-F238E27FC236}">
                    <a16:creationId xmlns:a16="http://schemas.microsoft.com/office/drawing/2014/main" id="{87DD194F-1EA3-00D0-FA80-36C55ADE374B}"/>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738FE76-6B87-4DC2-1641-38812E74B26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직선 연결선 608">
                <a:extLst>
                  <a:ext uri="{FF2B5EF4-FFF2-40B4-BE49-F238E27FC236}">
                    <a16:creationId xmlns:a16="http://schemas.microsoft.com/office/drawing/2014/main" id="{8430EABE-0003-6D57-AC4F-DD06D165B6D6}"/>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직선 연결선 609">
                <a:extLst>
                  <a:ext uri="{FF2B5EF4-FFF2-40B4-BE49-F238E27FC236}">
                    <a16:creationId xmlns:a16="http://schemas.microsoft.com/office/drawing/2014/main" id="{C1F9D459-6C25-18B3-943D-D4274623C153}"/>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A6B630B0-2AF9-51CD-3F4E-CA7329889DAB}"/>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4F6D1181-3317-0DA5-BF3C-B024F001D815}"/>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직선 연결선 612">
                <a:extLst>
                  <a:ext uri="{FF2B5EF4-FFF2-40B4-BE49-F238E27FC236}">
                    <a16:creationId xmlns:a16="http://schemas.microsoft.com/office/drawing/2014/main" id="{AC39E24F-BCE4-AEA3-3E5B-A45603A06A4A}"/>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5257D897-B154-794F-525A-3256D5180A87}"/>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직선 연결선 614">
                <a:extLst>
                  <a:ext uri="{FF2B5EF4-FFF2-40B4-BE49-F238E27FC236}">
                    <a16:creationId xmlns:a16="http://schemas.microsoft.com/office/drawing/2014/main" id="{2AB75880-A37C-56AB-23B2-C6F92572D56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600DA55B-FAC5-5818-BD5B-CD14AD24C0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직선 연결선 616">
                <a:extLst>
                  <a:ext uri="{FF2B5EF4-FFF2-40B4-BE49-F238E27FC236}">
                    <a16:creationId xmlns:a16="http://schemas.microsoft.com/office/drawing/2014/main" id="{798892F7-3B5E-9788-0EA3-BEE2EF6242C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그룹 617">
              <a:extLst>
                <a:ext uri="{FF2B5EF4-FFF2-40B4-BE49-F238E27FC236}">
                  <a16:creationId xmlns:a16="http://schemas.microsoft.com/office/drawing/2014/main" id="{619DB5FA-6512-CE66-84DB-C7EDBBE80E0A}"/>
                </a:ext>
              </a:extLst>
            </p:cNvPr>
            <p:cNvGrpSpPr/>
            <p:nvPr/>
          </p:nvGrpSpPr>
          <p:grpSpPr>
            <a:xfrm>
              <a:off x="3816151" y="5601188"/>
              <a:ext cx="496830" cy="148744"/>
              <a:chOff x="1430856" y="2741794"/>
              <a:chExt cx="496830" cy="148744"/>
            </a:xfrm>
          </p:grpSpPr>
          <p:cxnSp>
            <p:nvCxnSpPr>
              <p:cNvPr id="619" name="직선 연결선 618">
                <a:extLst>
                  <a:ext uri="{FF2B5EF4-FFF2-40B4-BE49-F238E27FC236}">
                    <a16:creationId xmlns:a16="http://schemas.microsoft.com/office/drawing/2014/main" id="{B266AA08-6487-00AF-4476-C7F97193E2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F327CF5-5E40-D514-24C0-A1565DEC299C}"/>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730A06FA-3D63-95AC-B98E-CD233AA5924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직선 연결선 621">
                <a:extLst>
                  <a:ext uri="{FF2B5EF4-FFF2-40B4-BE49-F238E27FC236}">
                    <a16:creationId xmlns:a16="http://schemas.microsoft.com/office/drawing/2014/main" id="{A12134A3-3FB8-CC31-8D6A-E6CD69B3073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37A8982-16DB-9A0D-18E9-1B9E1F10104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7A2536A3-4287-09FE-FC7E-184557BDF1B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직선 연결선 624">
                <a:extLst>
                  <a:ext uri="{FF2B5EF4-FFF2-40B4-BE49-F238E27FC236}">
                    <a16:creationId xmlns:a16="http://schemas.microsoft.com/office/drawing/2014/main" id="{713162F3-D5AA-04D2-C2B0-03A548EBB13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직선 연결선 625">
                <a:extLst>
                  <a:ext uri="{FF2B5EF4-FFF2-40B4-BE49-F238E27FC236}">
                    <a16:creationId xmlns:a16="http://schemas.microsoft.com/office/drawing/2014/main" id="{FAFA9CF7-1E82-B5D6-8595-A6B14D146DD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직선 연결선 626">
                <a:extLst>
                  <a:ext uri="{FF2B5EF4-FFF2-40B4-BE49-F238E27FC236}">
                    <a16:creationId xmlns:a16="http://schemas.microsoft.com/office/drawing/2014/main" id="{5ED2E21C-DCB0-A1A5-59B9-472402AEE8D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직선 연결선 627">
                <a:extLst>
                  <a:ext uri="{FF2B5EF4-FFF2-40B4-BE49-F238E27FC236}">
                    <a16:creationId xmlns:a16="http://schemas.microsoft.com/office/drawing/2014/main" id="{56113EBA-CF74-5038-E70E-3E0777C8A1D9}"/>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직선 연결선 628">
                <a:extLst>
                  <a:ext uri="{FF2B5EF4-FFF2-40B4-BE49-F238E27FC236}">
                    <a16:creationId xmlns:a16="http://schemas.microsoft.com/office/drawing/2014/main" id="{2A576045-EEE3-DDDF-A7A9-9D8E6E4BA1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직선 연결선 629">
                <a:extLst>
                  <a:ext uri="{FF2B5EF4-FFF2-40B4-BE49-F238E27FC236}">
                    <a16:creationId xmlns:a16="http://schemas.microsoft.com/office/drawing/2014/main" id="{D1FD245D-B2AC-A0A2-DF80-F806983232C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직선 연결선 630">
                <a:extLst>
                  <a:ext uri="{FF2B5EF4-FFF2-40B4-BE49-F238E27FC236}">
                    <a16:creationId xmlns:a16="http://schemas.microsoft.com/office/drawing/2014/main" id="{C1909EF1-AF0D-18E2-B075-0CDAF565DF40}"/>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직선 연결선 631">
                <a:extLst>
                  <a:ext uri="{FF2B5EF4-FFF2-40B4-BE49-F238E27FC236}">
                    <a16:creationId xmlns:a16="http://schemas.microsoft.com/office/drawing/2014/main" id="{6FCFCA54-38BF-230B-E654-8252B80B711B}"/>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5672537D-C049-FA79-5261-F5EE1F7BA12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직선 연결선 633">
                <a:extLst>
                  <a:ext uri="{FF2B5EF4-FFF2-40B4-BE49-F238E27FC236}">
                    <a16:creationId xmlns:a16="http://schemas.microsoft.com/office/drawing/2014/main" id="{260B9853-3897-188D-84B4-55368024814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그룹 634">
              <a:extLst>
                <a:ext uri="{FF2B5EF4-FFF2-40B4-BE49-F238E27FC236}">
                  <a16:creationId xmlns:a16="http://schemas.microsoft.com/office/drawing/2014/main" id="{6AA677EE-6E03-C7FF-BA18-BA8CA999797E}"/>
                </a:ext>
              </a:extLst>
            </p:cNvPr>
            <p:cNvGrpSpPr/>
            <p:nvPr/>
          </p:nvGrpSpPr>
          <p:grpSpPr>
            <a:xfrm>
              <a:off x="4349746" y="5600040"/>
              <a:ext cx="496830" cy="148744"/>
              <a:chOff x="1430856" y="2741794"/>
              <a:chExt cx="496830" cy="148744"/>
            </a:xfrm>
          </p:grpSpPr>
          <p:cxnSp>
            <p:nvCxnSpPr>
              <p:cNvPr id="636" name="직선 연결선 635">
                <a:extLst>
                  <a:ext uri="{FF2B5EF4-FFF2-40B4-BE49-F238E27FC236}">
                    <a16:creationId xmlns:a16="http://schemas.microsoft.com/office/drawing/2014/main" id="{C7C6F063-7761-ACD2-91B1-A112688E472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직선 연결선 636">
                <a:extLst>
                  <a:ext uri="{FF2B5EF4-FFF2-40B4-BE49-F238E27FC236}">
                    <a16:creationId xmlns:a16="http://schemas.microsoft.com/office/drawing/2014/main" id="{B6F9FB1D-2F53-B2FE-825E-F5ED8943DC0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직선 연결선 637">
                <a:extLst>
                  <a:ext uri="{FF2B5EF4-FFF2-40B4-BE49-F238E27FC236}">
                    <a16:creationId xmlns:a16="http://schemas.microsoft.com/office/drawing/2014/main" id="{F319895A-0EE8-80B6-A685-C63B3D4A82AC}"/>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직선 연결선 638">
                <a:extLst>
                  <a:ext uri="{FF2B5EF4-FFF2-40B4-BE49-F238E27FC236}">
                    <a16:creationId xmlns:a16="http://schemas.microsoft.com/office/drawing/2014/main" id="{DD579CB0-22AE-2C38-B02B-95EDD562956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A189D250-4D56-80D2-5DB8-B43D94777D9A}"/>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직선 연결선 640">
                <a:extLst>
                  <a:ext uri="{FF2B5EF4-FFF2-40B4-BE49-F238E27FC236}">
                    <a16:creationId xmlns:a16="http://schemas.microsoft.com/office/drawing/2014/main" id="{F8902D30-54AF-0315-5AF9-D7572EE3EB0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직선 연결선 641">
                <a:extLst>
                  <a:ext uri="{FF2B5EF4-FFF2-40B4-BE49-F238E27FC236}">
                    <a16:creationId xmlns:a16="http://schemas.microsoft.com/office/drawing/2014/main" id="{83D7F039-3043-D53A-1079-06F55601977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직선 연결선 642">
                <a:extLst>
                  <a:ext uri="{FF2B5EF4-FFF2-40B4-BE49-F238E27FC236}">
                    <a16:creationId xmlns:a16="http://schemas.microsoft.com/office/drawing/2014/main" id="{C98B0B41-BE27-69AE-BF35-29045F1F4F8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31392634-1E9F-41B7-BBFF-0924FB7AC6C0}"/>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CDCAD522-FDA6-80E3-78EA-BD7B4A7B8BB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직선 연결선 645">
                <a:extLst>
                  <a:ext uri="{FF2B5EF4-FFF2-40B4-BE49-F238E27FC236}">
                    <a16:creationId xmlns:a16="http://schemas.microsoft.com/office/drawing/2014/main" id="{808264E9-5A1B-2794-6680-1B3A9207565C}"/>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직선 연결선 646">
                <a:extLst>
                  <a:ext uri="{FF2B5EF4-FFF2-40B4-BE49-F238E27FC236}">
                    <a16:creationId xmlns:a16="http://schemas.microsoft.com/office/drawing/2014/main" id="{121AF42D-9259-70F7-5AEE-8CC28BB3C12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직선 연결선 647">
                <a:extLst>
                  <a:ext uri="{FF2B5EF4-FFF2-40B4-BE49-F238E27FC236}">
                    <a16:creationId xmlns:a16="http://schemas.microsoft.com/office/drawing/2014/main" id="{3071738C-F8BD-88EC-F90C-3D215AFA3F0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직선 연결선 648">
                <a:extLst>
                  <a:ext uri="{FF2B5EF4-FFF2-40B4-BE49-F238E27FC236}">
                    <a16:creationId xmlns:a16="http://schemas.microsoft.com/office/drawing/2014/main" id="{45AEBAD0-9F82-5E7D-7936-C2ABB1755D1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직선 연결선 649">
                <a:extLst>
                  <a:ext uri="{FF2B5EF4-FFF2-40B4-BE49-F238E27FC236}">
                    <a16:creationId xmlns:a16="http://schemas.microsoft.com/office/drawing/2014/main" id="{F0D9ABC2-D9CE-1207-D71B-F8ED7B3F180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직선 연결선 650">
                <a:extLst>
                  <a:ext uri="{FF2B5EF4-FFF2-40B4-BE49-F238E27FC236}">
                    <a16:creationId xmlns:a16="http://schemas.microsoft.com/office/drawing/2014/main" id="{5BB8FC8B-8811-68F1-81F9-9FC0B4234A28}"/>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2" name="그룹 651">
              <a:extLst>
                <a:ext uri="{FF2B5EF4-FFF2-40B4-BE49-F238E27FC236}">
                  <a16:creationId xmlns:a16="http://schemas.microsoft.com/office/drawing/2014/main" id="{64D2B07B-3715-2871-18BE-FFCF85A80451}"/>
                </a:ext>
              </a:extLst>
            </p:cNvPr>
            <p:cNvGrpSpPr/>
            <p:nvPr/>
          </p:nvGrpSpPr>
          <p:grpSpPr>
            <a:xfrm>
              <a:off x="4879879" y="5601330"/>
              <a:ext cx="490299" cy="149433"/>
              <a:chOff x="1430856" y="2740291"/>
              <a:chExt cx="490299" cy="149433"/>
            </a:xfrm>
          </p:grpSpPr>
          <p:cxnSp>
            <p:nvCxnSpPr>
              <p:cNvPr id="653" name="직선 연결선 652">
                <a:extLst>
                  <a:ext uri="{FF2B5EF4-FFF2-40B4-BE49-F238E27FC236}">
                    <a16:creationId xmlns:a16="http://schemas.microsoft.com/office/drawing/2014/main" id="{95D32125-CC15-76F0-C4ED-1393C4C3159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직선 연결선 653">
                <a:extLst>
                  <a:ext uri="{FF2B5EF4-FFF2-40B4-BE49-F238E27FC236}">
                    <a16:creationId xmlns:a16="http://schemas.microsoft.com/office/drawing/2014/main" id="{CB193820-1B96-9F0F-D3F3-A3215E65DB3B}"/>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직선 연결선 654">
                <a:extLst>
                  <a:ext uri="{FF2B5EF4-FFF2-40B4-BE49-F238E27FC236}">
                    <a16:creationId xmlns:a16="http://schemas.microsoft.com/office/drawing/2014/main" id="{EA6078F6-80B7-4413-7E80-B5A69C0B4C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직선 연결선 655">
                <a:extLst>
                  <a:ext uri="{FF2B5EF4-FFF2-40B4-BE49-F238E27FC236}">
                    <a16:creationId xmlns:a16="http://schemas.microsoft.com/office/drawing/2014/main" id="{3A2BA63D-636B-16E7-AE93-A9FC7954AD5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직선 연결선 656">
                <a:extLst>
                  <a:ext uri="{FF2B5EF4-FFF2-40B4-BE49-F238E27FC236}">
                    <a16:creationId xmlns:a16="http://schemas.microsoft.com/office/drawing/2014/main" id="{8D497CA3-C408-E83D-CDDE-E03E4AF7A5C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직선 연결선 657">
                <a:extLst>
                  <a:ext uri="{FF2B5EF4-FFF2-40B4-BE49-F238E27FC236}">
                    <a16:creationId xmlns:a16="http://schemas.microsoft.com/office/drawing/2014/main" id="{349F76CE-6D2F-378B-B5DB-1E34E2CFEEB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직선 연결선 658">
                <a:extLst>
                  <a:ext uri="{FF2B5EF4-FFF2-40B4-BE49-F238E27FC236}">
                    <a16:creationId xmlns:a16="http://schemas.microsoft.com/office/drawing/2014/main" id="{B27E1094-36E8-BBC2-AFF9-061A3499E30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직선 연결선 659">
                <a:extLst>
                  <a:ext uri="{FF2B5EF4-FFF2-40B4-BE49-F238E27FC236}">
                    <a16:creationId xmlns:a16="http://schemas.microsoft.com/office/drawing/2014/main" id="{644E7C4D-ABAF-0918-AF41-C25AA7B149EF}"/>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직선 연결선 660">
                <a:extLst>
                  <a:ext uri="{FF2B5EF4-FFF2-40B4-BE49-F238E27FC236}">
                    <a16:creationId xmlns:a16="http://schemas.microsoft.com/office/drawing/2014/main" id="{EC9292EB-72C3-FB7E-408B-17F54582855F}"/>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2" name="직선 연결선 661">
                <a:extLst>
                  <a:ext uri="{FF2B5EF4-FFF2-40B4-BE49-F238E27FC236}">
                    <a16:creationId xmlns:a16="http://schemas.microsoft.com/office/drawing/2014/main" id="{FA194E73-23F3-D108-BD75-79C4FDED7DF8}"/>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직선 연결선 662">
                <a:extLst>
                  <a:ext uri="{FF2B5EF4-FFF2-40B4-BE49-F238E27FC236}">
                    <a16:creationId xmlns:a16="http://schemas.microsoft.com/office/drawing/2014/main" id="{93510E12-3CF5-C01A-DA3B-8F142EE3821B}"/>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4" name="직선 연결선 663">
                <a:extLst>
                  <a:ext uri="{FF2B5EF4-FFF2-40B4-BE49-F238E27FC236}">
                    <a16:creationId xmlns:a16="http://schemas.microsoft.com/office/drawing/2014/main" id="{D7A2F83A-6A71-C0F1-E1B2-CC5F827080BD}"/>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5" name="직선 연결선 664">
                <a:extLst>
                  <a:ext uri="{FF2B5EF4-FFF2-40B4-BE49-F238E27FC236}">
                    <a16:creationId xmlns:a16="http://schemas.microsoft.com/office/drawing/2014/main" id="{F999584F-CA3B-2805-3F2C-C2992E06B414}"/>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직선 연결선 665">
                <a:extLst>
                  <a:ext uri="{FF2B5EF4-FFF2-40B4-BE49-F238E27FC236}">
                    <a16:creationId xmlns:a16="http://schemas.microsoft.com/office/drawing/2014/main" id="{DE891244-96C5-3F41-C634-E4E529EE7A1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7" name="직선 연결선 666">
                <a:extLst>
                  <a:ext uri="{FF2B5EF4-FFF2-40B4-BE49-F238E27FC236}">
                    <a16:creationId xmlns:a16="http://schemas.microsoft.com/office/drawing/2014/main" id="{C89487C9-FB2D-A8AC-1503-D454EA6724C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8" name="직선 연결선 667">
                <a:extLst>
                  <a:ext uri="{FF2B5EF4-FFF2-40B4-BE49-F238E27FC236}">
                    <a16:creationId xmlns:a16="http://schemas.microsoft.com/office/drawing/2014/main" id="{614347AA-BF06-EBE8-76E1-D698E64BFD22}"/>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6E74E716-5E20-FDAE-0D9D-8B159769EFE2}"/>
                </a:ext>
              </a:extLst>
            </p:cNvPr>
            <p:cNvCxnSpPr>
              <a:cxnSpLocks/>
            </p:cNvCxnSpPr>
            <p:nvPr/>
          </p:nvCxnSpPr>
          <p:spPr>
            <a:xfrm flipV="1">
              <a:off x="1477678" y="701853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72" name="직사각형 671">
              <a:extLst>
                <a:ext uri="{FF2B5EF4-FFF2-40B4-BE49-F238E27FC236}">
                  <a16:creationId xmlns:a16="http://schemas.microsoft.com/office/drawing/2014/main" id="{94E6C9DD-82AE-0160-A4F5-180635AEF62C}"/>
                </a:ext>
              </a:extLst>
            </p:cNvPr>
            <p:cNvSpPr/>
            <p:nvPr/>
          </p:nvSpPr>
          <p:spPr>
            <a:xfrm>
              <a:off x="1109015" y="692154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3" name="그룹 672">
              <a:extLst>
                <a:ext uri="{FF2B5EF4-FFF2-40B4-BE49-F238E27FC236}">
                  <a16:creationId xmlns:a16="http://schemas.microsoft.com/office/drawing/2014/main" id="{C5EFD178-AFD7-4FBA-6041-8622226E7129}"/>
                </a:ext>
              </a:extLst>
            </p:cNvPr>
            <p:cNvGrpSpPr/>
            <p:nvPr/>
          </p:nvGrpSpPr>
          <p:grpSpPr>
            <a:xfrm>
              <a:off x="3521927" y="6874804"/>
              <a:ext cx="1877715" cy="153148"/>
              <a:chOff x="3269598" y="3776660"/>
              <a:chExt cx="1877715" cy="153148"/>
            </a:xfrm>
          </p:grpSpPr>
          <p:sp>
            <p:nvSpPr>
              <p:cNvPr id="674" name="직사각형 673">
                <a:extLst>
                  <a:ext uri="{FF2B5EF4-FFF2-40B4-BE49-F238E27FC236}">
                    <a16:creationId xmlns:a16="http://schemas.microsoft.com/office/drawing/2014/main" id="{E317D598-C480-5973-036A-582FD5AC6CAF}"/>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75" name="직선 연결선 674">
                <a:extLst>
                  <a:ext uri="{FF2B5EF4-FFF2-40B4-BE49-F238E27FC236}">
                    <a16:creationId xmlns:a16="http://schemas.microsoft.com/office/drawing/2014/main" id="{9B4D7605-B247-BD67-7BD6-9A64238181F8}"/>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6" name="직선 연결선 675">
                <a:extLst>
                  <a:ext uri="{FF2B5EF4-FFF2-40B4-BE49-F238E27FC236}">
                    <a16:creationId xmlns:a16="http://schemas.microsoft.com/office/drawing/2014/main" id="{DCFB0B74-ED79-C7FE-877A-D5EE9DE76695}"/>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7" name="직선 연결선 676">
                <a:extLst>
                  <a:ext uri="{FF2B5EF4-FFF2-40B4-BE49-F238E27FC236}">
                    <a16:creationId xmlns:a16="http://schemas.microsoft.com/office/drawing/2014/main" id="{6A7D8637-E58C-4004-25A9-6905B145E542}"/>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직선 연결선 677">
                <a:extLst>
                  <a:ext uri="{FF2B5EF4-FFF2-40B4-BE49-F238E27FC236}">
                    <a16:creationId xmlns:a16="http://schemas.microsoft.com/office/drawing/2014/main" id="{312B1E0A-FD30-951B-5809-B9770338369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595FAD51-5321-3DB4-ACD6-D1C2DE72B5CB}"/>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0" name="직선 연결선 679">
                <a:extLst>
                  <a:ext uri="{FF2B5EF4-FFF2-40B4-BE49-F238E27FC236}">
                    <a16:creationId xmlns:a16="http://schemas.microsoft.com/office/drawing/2014/main" id="{86DB26B0-1261-A00E-1EEE-5A1FBBC6B804}"/>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직선 연결선 680">
                <a:extLst>
                  <a:ext uri="{FF2B5EF4-FFF2-40B4-BE49-F238E27FC236}">
                    <a16:creationId xmlns:a16="http://schemas.microsoft.com/office/drawing/2014/main" id="{CDE12A84-6090-F4F4-41B0-F0B0EE29CF66}"/>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직선 연결선 681">
                <a:extLst>
                  <a:ext uri="{FF2B5EF4-FFF2-40B4-BE49-F238E27FC236}">
                    <a16:creationId xmlns:a16="http://schemas.microsoft.com/office/drawing/2014/main" id="{73DD4FFE-ACA0-0CAB-D189-F111D06C5040}"/>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3" name="그룹 682">
                <a:extLst>
                  <a:ext uri="{FF2B5EF4-FFF2-40B4-BE49-F238E27FC236}">
                    <a16:creationId xmlns:a16="http://schemas.microsoft.com/office/drawing/2014/main" id="{F4B11792-FAE9-132C-1319-BC944FD28657}"/>
                  </a:ext>
                </a:extLst>
              </p:cNvPr>
              <p:cNvGrpSpPr/>
              <p:nvPr/>
            </p:nvGrpSpPr>
            <p:grpSpPr>
              <a:xfrm>
                <a:off x="3562260" y="3780233"/>
                <a:ext cx="496830" cy="148744"/>
                <a:chOff x="1430856" y="2741794"/>
                <a:chExt cx="496830" cy="148744"/>
              </a:xfrm>
            </p:grpSpPr>
            <p:cxnSp>
              <p:nvCxnSpPr>
                <p:cNvPr id="718" name="직선 연결선 717">
                  <a:extLst>
                    <a:ext uri="{FF2B5EF4-FFF2-40B4-BE49-F238E27FC236}">
                      <a16:creationId xmlns:a16="http://schemas.microsoft.com/office/drawing/2014/main" id="{B8C04C01-48D3-34B4-507B-62C3D8E409D4}"/>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9" name="직선 연결선 718">
                  <a:extLst>
                    <a:ext uri="{FF2B5EF4-FFF2-40B4-BE49-F238E27FC236}">
                      <a16:creationId xmlns:a16="http://schemas.microsoft.com/office/drawing/2014/main" id="{53085DA1-DEFA-AB46-C749-267E102BFD24}"/>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0" name="직선 연결선 719">
                  <a:extLst>
                    <a:ext uri="{FF2B5EF4-FFF2-40B4-BE49-F238E27FC236}">
                      <a16:creationId xmlns:a16="http://schemas.microsoft.com/office/drawing/2014/main" id="{E3211A32-0F98-6456-6F2A-FF5C98A7FE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1" name="직선 연결선 720">
                  <a:extLst>
                    <a:ext uri="{FF2B5EF4-FFF2-40B4-BE49-F238E27FC236}">
                      <a16:creationId xmlns:a16="http://schemas.microsoft.com/office/drawing/2014/main" id="{C2F88E8E-0939-95F9-72A6-C059E92A8780}"/>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2" name="직선 연결선 721">
                  <a:extLst>
                    <a:ext uri="{FF2B5EF4-FFF2-40B4-BE49-F238E27FC236}">
                      <a16:creationId xmlns:a16="http://schemas.microsoft.com/office/drawing/2014/main" id="{EBCB9624-1050-3548-B76D-68C5D8E91B6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직선 연결선 722">
                  <a:extLst>
                    <a:ext uri="{FF2B5EF4-FFF2-40B4-BE49-F238E27FC236}">
                      <a16:creationId xmlns:a16="http://schemas.microsoft.com/office/drawing/2014/main" id="{9A828441-FCFA-C4B5-DB0D-E265A07EDC19}"/>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직선 연결선 723">
                  <a:extLst>
                    <a:ext uri="{FF2B5EF4-FFF2-40B4-BE49-F238E27FC236}">
                      <a16:creationId xmlns:a16="http://schemas.microsoft.com/office/drawing/2014/main" id="{875C436C-2273-1769-E938-94A64FB22611}"/>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5" name="직선 연결선 724">
                  <a:extLst>
                    <a:ext uri="{FF2B5EF4-FFF2-40B4-BE49-F238E27FC236}">
                      <a16:creationId xmlns:a16="http://schemas.microsoft.com/office/drawing/2014/main" id="{08F89D69-60C2-013D-183C-2A817DB8899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6" name="직선 연결선 725">
                  <a:extLst>
                    <a:ext uri="{FF2B5EF4-FFF2-40B4-BE49-F238E27FC236}">
                      <a16:creationId xmlns:a16="http://schemas.microsoft.com/office/drawing/2014/main" id="{E85F42BF-60A9-99B0-9D5C-43E94C16BBED}"/>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직선 연결선 726">
                  <a:extLst>
                    <a:ext uri="{FF2B5EF4-FFF2-40B4-BE49-F238E27FC236}">
                      <a16:creationId xmlns:a16="http://schemas.microsoft.com/office/drawing/2014/main" id="{ABEA6886-E4F4-A577-8283-537D92D1525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직선 연결선 727">
                  <a:extLst>
                    <a:ext uri="{FF2B5EF4-FFF2-40B4-BE49-F238E27FC236}">
                      <a16:creationId xmlns:a16="http://schemas.microsoft.com/office/drawing/2014/main" id="{67F08B7C-06B3-710D-2AC2-CDE02E4F0FB0}"/>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직선 연결선 728">
                  <a:extLst>
                    <a:ext uri="{FF2B5EF4-FFF2-40B4-BE49-F238E27FC236}">
                      <a16:creationId xmlns:a16="http://schemas.microsoft.com/office/drawing/2014/main" id="{FEF37569-0040-A62E-0D7A-65B04358E3F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직선 연결선 729">
                  <a:extLst>
                    <a:ext uri="{FF2B5EF4-FFF2-40B4-BE49-F238E27FC236}">
                      <a16:creationId xmlns:a16="http://schemas.microsoft.com/office/drawing/2014/main" id="{D6BE9374-D395-7855-19F4-B8AC8645B67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1" name="직선 연결선 730">
                  <a:extLst>
                    <a:ext uri="{FF2B5EF4-FFF2-40B4-BE49-F238E27FC236}">
                      <a16:creationId xmlns:a16="http://schemas.microsoft.com/office/drawing/2014/main" id="{9C4B6020-481A-0421-5BE6-DD88B6FA0B5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2" name="직선 연결선 731">
                  <a:extLst>
                    <a:ext uri="{FF2B5EF4-FFF2-40B4-BE49-F238E27FC236}">
                      <a16:creationId xmlns:a16="http://schemas.microsoft.com/office/drawing/2014/main" id="{C22D60F7-0725-7717-75F9-AD85E7AD537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직선 연결선 732">
                  <a:extLst>
                    <a:ext uri="{FF2B5EF4-FFF2-40B4-BE49-F238E27FC236}">
                      <a16:creationId xmlns:a16="http://schemas.microsoft.com/office/drawing/2014/main" id="{F09B4F0D-52B4-C4A6-9081-A0F996366F4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4" name="그룹 683">
                <a:extLst>
                  <a:ext uri="{FF2B5EF4-FFF2-40B4-BE49-F238E27FC236}">
                    <a16:creationId xmlns:a16="http://schemas.microsoft.com/office/drawing/2014/main" id="{67B6391C-8E86-7C91-467A-9A357FBE6D9E}"/>
                  </a:ext>
                </a:extLst>
              </p:cNvPr>
              <p:cNvGrpSpPr/>
              <p:nvPr/>
            </p:nvGrpSpPr>
            <p:grpSpPr>
              <a:xfrm>
                <a:off x="4095855" y="3779085"/>
                <a:ext cx="496830" cy="148744"/>
                <a:chOff x="1430856" y="2741794"/>
                <a:chExt cx="496830" cy="148744"/>
              </a:xfrm>
            </p:grpSpPr>
            <p:cxnSp>
              <p:nvCxnSpPr>
                <p:cNvPr id="702" name="직선 연결선 701">
                  <a:extLst>
                    <a:ext uri="{FF2B5EF4-FFF2-40B4-BE49-F238E27FC236}">
                      <a16:creationId xmlns:a16="http://schemas.microsoft.com/office/drawing/2014/main" id="{FD3D7C34-A507-25BE-09D0-B09353942642}"/>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직선 연결선 702">
                  <a:extLst>
                    <a:ext uri="{FF2B5EF4-FFF2-40B4-BE49-F238E27FC236}">
                      <a16:creationId xmlns:a16="http://schemas.microsoft.com/office/drawing/2014/main" id="{20741C44-138B-5579-8536-8B068A0A42F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직선 연결선 703">
                  <a:extLst>
                    <a:ext uri="{FF2B5EF4-FFF2-40B4-BE49-F238E27FC236}">
                      <a16:creationId xmlns:a16="http://schemas.microsoft.com/office/drawing/2014/main" id="{660DCEF5-4F15-3153-2CF7-2C7165E481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직선 연결선 704">
                  <a:extLst>
                    <a:ext uri="{FF2B5EF4-FFF2-40B4-BE49-F238E27FC236}">
                      <a16:creationId xmlns:a16="http://schemas.microsoft.com/office/drawing/2014/main" id="{77E7416C-8E1B-6E7B-ED33-E964882BE7E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직선 연결선 705">
                  <a:extLst>
                    <a:ext uri="{FF2B5EF4-FFF2-40B4-BE49-F238E27FC236}">
                      <a16:creationId xmlns:a16="http://schemas.microsoft.com/office/drawing/2014/main" id="{125E05BB-3E94-25A8-AB38-27E3119F77F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직선 연결선 706">
                  <a:extLst>
                    <a:ext uri="{FF2B5EF4-FFF2-40B4-BE49-F238E27FC236}">
                      <a16:creationId xmlns:a16="http://schemas.microsoft.com/office/drawing/2014/main" id="{B7B8007D-1ADC-82FD-0EDE-284631DB2CB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직선 연결선 707">
                  <a:extLst>
                    <a:ext uri="{FF2B5EF4-FFF2-40B4-BE49-F238E27FC236}">
                      <a16:creationId xmlns:a16="http://schemas.microsoft.com/office/drawing/2014/main" id="{C190EA8F-4D3F-7BD4-A1B1-527D1420F016}"/>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62710A66-C669-CF61-66D6-387ED939F97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0" name="직선 연결선 709">
                  <a:extLst>
                    <a:ext uri="{FF2B5EF4-FFF2-40B4-BE49-F238E27FC236}">
                      <a16:creationId xmlns:a16="http://schemas.microsoft.com/office/drawing/2014/main" id="{47C5302F-DEF0-83E7-9EEC-16B033D4E36F}"/>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직선 연결선 710">
                  <a:extLst>
                    <a:ext uri="{FF2B5EF4-FFF2-40B4-BE49-F238E27FC236}">
                      <a16:creationId xmlns:a16="http://schemas.microsoft.com/office/drawing/2014/main" id="{A9B5BBF2-6315-58E4-0A44-6797ED53697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2" name="직선 연결선 711">
                  <a:extLst>
                    <a:ext uri="{FF2B5EF4-FFF2-40B4-BE49-F238E27FC236}">
                      <a16:creationId xmlns:a16="http://schemas.microsoft.com/office/drawing/2014/main" id="{B24F2A1B-689A-E5D6-5983-947CEB144AD4}"/>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3" name="직선 연결선 712">
                  <a:extLst>
                    <a:ext uri="{FF2B5EF4-FFF2-40B4-BE49-F238E27FC236}">
                      <a16:creationId xmlns:a16="http://schemas.microsoft.com/office/drawing/2014/main" id="{D2CBC5AA-2868-4F91-1494-CAA4BD6A7E4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직선 연결선 713">
                  <a:extLst>
                    <a:ext uri="{FF2B5EF4-FFF2-40B4-BE49-F238E27FC236}">
                      <a16:creationId xmlns:a16="http://schemas.microsoft.com/office/drawing/2014/main" id="{BF6D63D5-E15F-549C-74EE-DC4951C7EB7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5" name="직선 연결선 714">
                  <a:extLst>
                    <a:ext uri="{FF2B5EF4-FFF2-40B4-BE49-F238E27FC236}">
                      <a16:creationId xmlns:a16="http://schemas.microsoft.com/office/drawing/2014/main" id="{B23C9AF0-73DD-431E-5F69-E4CFA6DC787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6" name="직선 연결선 715">
                  <a:extLst>
                    <a:ext uri="{FF2B5EF4-FFF2-40B4-BE49-F238E27FC236}">
                      <a16:creationId xmlns:a16="http://schemas.microsoft.com/office/drawing/2014/main" id="{81376079-3570-ADD2-4BDD-466FAEB1C8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직선 연결선 716">
                  <a:extLst>
                    <a:ext uri="{FF2B5EF4-FFF2-40B4-BE49-F238E27FC236}">
                      <a16:creationId xmlns:a16="http://schemas.microsoft.com/office/drawing/2014/main" id="{3553772A-4B19-206B-3F1B-C8275A5A6626}"/>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그룹 684">
                <a:extLst>
                  <a:ext uri="{FF2B5EF4-FFF2-40B4-BE49-F238E27FC236}">
                    <a16:creationId xmlns:a16="http://schemas.microsoft.com/office/drawing/2014/main" id="{6481B412-21D5-9D57-88AE-677D35D2AC63}"/>
                  </a:ext>
                </a:extLst>
              </p:cNvPr>
              <p:cNvGrpSpPr/>
              <p:nvPr/>
            </p:nvGrpSpPr>
            <p:grpSpPr>
              <a:xfrm>
                <a:off x="4625988" y="3780375"/>
                <a:ext cx="490299" cy="149433"/>
                <a:chOff x="1430856" y="2740291"/>
                <a:chExt cx="490299" cy="149433"/>
              </a:xfrm>
            </p:grpSpPr>
            <p:cxnSp>
              <p:nvCxnSpPr>
                <p:cNvPr id="686" name="직선 연결선 685">
                  <a:extLst>
                    <a:ext uri="{FF2B5EF4-FFF2-40B4-BE49-F238E27FC236}">
                      <a16:creationId xmlns:a16="http://schemas.microsoft.com/office/drawing/2014/main" id="{D1B987B1-6000-5283-5062-EEC70550B8E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직선 연결선 686">
                  <a:extLst>
                    <a:ext uri="{FF2B5EF4-FFF2-40B4-BE49-F238E27FC236}">
                      <a16:creationId xmlns:a16="http://schemas.microsoft.com/office/drawing/2014/main" id="{A5D1624F-DB44-35B8-C82E-37BB798C1B03}"/>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8" name="직선 연결선 687">
                  <a:extLst>
                    <a:ext uri="{FF2B5EF4-FFF2-40B4-BE49-F238E27FC236}">
                      <a16:creationId xmlns:a16="http://schemas.microsoft.com/office/drawing/2014/main" id="{DE0F848C-0F84-0EE8-23F3-5E493AA883D7}"/>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80CF6097-6ECA-79CB-1A8D-98311CAD76B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직선 연결선 689">
                  <a:extLst>
                    <a:ext uri="{FF2B5EF4-FFF2-40B4-BE49-F238E27FC236}">
                      <a16:creationId xmlns:a16="http://schemas.microsoft.com/office/drawing/2014/main" id="{993B04E7-EECC-8773-4103-7705D36063F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1" name="직선 연결선 690">
                  <a:extLst>
                    <a:ext uri="{FF2B5EF4-FFF2-40B4-BE49-F238E27FC236}">
                      <a16:creationId xmlns:a16="http://schemas.microsoft.com/office/drawing/2014/main" id="{1698407A-2E61-B564-1191-9EF54D6023A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2" name="직선 연결선 691">
                  <a:extLst>
                    <a:ext uri="{FF2B5EF4-FFF2-40B4-BE49-F238E27FC236}">
                      <a16:creationId xmlns:a16="http://schemas.microsoft.com/office/drawing/2014/main" id="{2ED312D1-D767-6F7D-1080-288D3535115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직선 연결선 692">
                  <a:extLst>
                    <a:ext uri="{FF2B5EF4-FFF2-40B4-BE49-F238E27FC236}">
                      <a16:creationId xmlns:a16="http://schemas.microsoft.com/office/drawing/2014/main" id="{DF6F0BED-3E56-698C-A7C2-F897A0B8BC4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직선 연결선 693">
                  <a:extLst>
                    <a:ext uri="{FF2B5EF4-FFF2-40B4-BE49-F238E27FC236}">
                      <a16:creationId xmlns:a16="http://schemas.microsoft.com/office/drawing/2014/main" id="{1A116DAA-0E94-F942-A9F5-F50316B14096}"/>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5" name="직선 연결선 694">
                  <a:extLst>
                    <a:ext uri="{FF2B5EF4-FFF2-40B4-BE49-F238E27FC236}">
                      <a16:creationId xmlns:a16="http://schemas.microsoft.com/office/drawing/2014/main" id="{78FF2073-85DA-831F-6931-82F0FC00A15E}"/>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직선 연결선 695">
                  <a:extLst>
                    <a:ext uri="{FF2B5EF4-FFF2-40B4-BE49-F238E27FC236}">
                      <a16:creationId xmlns:a16="http://schemas.microsoft.com/office/drawing/2014/main" id="{8EC32DE0-4C9F-FDD6-C816-033B33BBBB77}"/>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7" name="직선 연결선 696">
                  <a:extLst>
                    <a:ext uri="{FF2B5EF4-FFF2-40B4-BE49-F238E27FC236}">
                      <a16:creationId xmlns:a16="http://schemas.microsoft.com/office/drawing/2014/main" id="{E48A0728-7419-54F6-09BA-00204AC760B3}"/>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8" name="직선 연결선 697">
                  <a:extLst>
                    <a:ext uri="{FF2B5EF4-FFF2-40B4-BE49-F238E27FC236}">
                      <a16:creationId xmlns:a16="http://schemas.microsoft.com/office/drawing/2014/main" id="{D5940197-F8C6-1B53-711B-7E5A38CF70E0}"/>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직선 연결선 698">
                  <a:extLst>
                    <a:ext uri="{FF2B5EF4-FFF2-40B4-BE49-F238E27FC236}">
                      <a16:creationId xmlns:a16="http://schemas.microsoft.com/office/drawing/2014/main" id="{BAF3A6BA-8BFC-C58A-C8EC-9D9D91167BD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0" name="직선 연결선 699">
                  <a:extLst>
                    <a:ext uri="{FF2B5EF4-FFF2-40B4-BE49-F238E27FC236}">
                      <a16:creationId xmlns:a16="http://schemas.microsoft.com/office/drawing/2014/main" id="{6ADCE5EC-925C-062D-ABAE-B59CE9023EE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직선 연결선 700">
                  <a:extLst>
                    <a:ext uri="{FF2B5EF4-FFF2-40B4-BE49-F238E27FC236}">
                      <a16:creationId xmlns:a16="http://schemas.microsoft.com/office/drawing/2014/main" id="{1B467A5E-6F86-03BA-4FA1-F59BAF0D142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72887" y="732224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6" name="직사각형 735">
              <a:extLst>
                <a:ext uri="{FF2B5EF4-FFF2-40B4-BE49-F238E27FC236}">
                  <a16:creationId xmlns:a16="http://schemas.microsoft.com/office/drawing/2014/main" id="{7F7ED08E-8166-C9AF-DABB-CA7B9C782F74}"/>
                </a:ext>
              </a:extLst>
            </p:cNvPr>
            <p:cNvSpPr/>
            <p:nvPr/>
          </p:nvSpPr>
          <p:spPr>
            <a:xfrm>
              <a:off x="3521911" y="717919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37" name="직사각형 736">
              <a:extLst>
                <a:ext uri="{FF2B5EF4-FFF2-40B4-BE49-F238E27FC236}">
                  <a16:creationId xmlns:a16="http://schemas.microsoft.com/office/drawing/2014/main" id="{D54C99AA-75D4-CC1B-F1D9-67BB64F08760}"/>
                </a:ext>
              </a:extLst>
            </p:cNvPr>
            <p:cNvSpPr/>
            <p:nvPr/>
          </p:nvSpPr>
          <p:spPr>
            <a:xfrm>
              <a:off x="1098523" y="72192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42" name="직선 연결선 741">
              <a:extLst>
                <a:ext uri="{FF2B5EF4-FFF2-40B4-BE49-F238E27FC236}">
                  <a16:creationId xmlns:a16="http://schemas.microsoft.com/office/drawing/2014/main" id="{02ECCF36-3197-2AFE-25EB-2DA2ADDDC214}"/>
                </a:ext>
              </a:extLst>
            </p:cNvPr>
            <p:cNvCxnSpPr>
              <a:cxnSpLocks/>
            </p:cNvCxnSpPr>
            <p:nvPr/>
          </p:nvCxnSpPr>
          <p:spPr>
            <a:xfrm flipV="1">
              <a:off x="3528393" y="6567110"/>
              <a:ext cx="212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직선 연결선 743">
              <a:extLst>
                <a:ext uri="{FF2B5EF4-FFF2-40B4-BE49-F238E27FC236}">
                  <a16:creationId xmlns:a16="http://schemas.microsoft.com/office/drawing/2014/main" id="{0036D2E5-4365-4F71-3A94-2BB7483B197F}"/>
                </a:ext>
              </a:extLst>
            </p:cNvPr>
            <p:cNvCxnSpPr>
              <a:cxnSpLocks/>
            </p:cNvCxnSpPr>
            <p:nvPr/>
          </p:nvCxnSpPr>
          <p:spPr>
            <a:xfrm>
              <a:off x="5397079" y="7619973"/>
              <a:ext cx="25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2" name="그룹 751">
              <a:extLst>
                <a:ext uri="{FF2B5EF4-FFF2-40B4-BE49-F238E27FC236}">
                  <a16:creationId xmlns:a16="http://schemas.microsoft.com/office/drawing/2014/main" id="{6AC0BBC1-341F-130A-5C8F-098B8EC2F269}"/>
                </a:ext>
              </a:extLst>
            </p:cNvPr>
            <p:cNvGrpSpPr/>
            <p:nvPr/>
          </p:nvGrpSpPr>
          <p:grpSpPr>
            <a:xfrm>
              <a:off x="2961484" y="6459776"/>
              <a:ext cx="136800" cy="216000"/>
              <a:chOff x="2669647"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9647"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7" y="6385964"/>
                <a:ext cx="66526" cy="144000"/>
                <a:chOff x="2402600" y="3979676"/>
                <a:chExt cx="79421"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41137"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53" name="그룹 752">
              <a:extLst>
                <a:ext uri="{FF2B5EF4-FFF2-40B4-BE49-F238E27FC236}">
                  <a16:creationId xmlns:a16="http://schemas.microsoft.com/office/drawing/2014/main" id="{6B77C937-FDC6-2D3E-E3E1-E685B58C7DCF}"/>
                </a:ext>
              </a:extLst>
            </p:cNvPr>
            <p:cNvGrpSpPr/>
            <p:nvPr/>
          </p:nvGrpSpPr>
          <p:grpSpPr>
            <a:xfrm>
              <a:off x="4811297" y="7514322"/>
              <a:ext cx="136800" cy="216000"/>
              <a:chOff x="2665741" y="6344787"/>
              <a:chExt cx="136800" cy="216000"/>
            </a:xfrm>
          </p:grpSpPr>
          <p:sp>
            <p:nvSpPr>
              <p:cNvPr id="754" name="직사각형 753">
                <a:extLst>
                  <a:ext uri="{FF2B5EF4-FFF2-40B4-BE49-F238E27FC236}">
                    <a16:creationId xmlns:a16="http://schemas.microsoft.com/office/drawing/2014/main" id="{1855E7B0-000A-62BC-BB89-46718BE64A76}"/>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5" name="직사각형 754">
                <a:extLst>
                  <a:ext uri="{FF2B5EF4-FFF2-40B4-BE49-F238E27FC236}">
                    <a16:creationId xmlns:a16="http://schemas.microsoft.com/office/drawing/2014/main" id="{6BDC5403-5F7C-0061-698C-6C6A30395937}"/>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6" name="그룹 755">
                <a:extLst>
                  <a:ext uri="{FF2B5EF4-FFF2-40B4-BE49-F238E27FC236}">
                    <a16:creationId xmlns:a16="http://schemas.microsoft.com/office/drawing/2014/main" id="{CE9A9EAD-8FEA-E673-FFC5-7E523139B0B9}"/>
                  </a:ext>
                </a:extLst>
              </p:cNvPr>
              <p:cNvGrpSpPr/>
              <p:nvPr/>
            </p:nvGrpSpPr>
            <p:grpSpPr>
              <a:xfrm>
                <a:off x="2698358" y="6385964"/>
                <a:ext cx="54000" cy="144000"/>
                <a:chOff x="2402600" y="3979676"/>
                <a:chExt cx="64467" cy="147702"/>
              </a:xfrm>
            </p:grpSpPr>
            <p:sp>
              <p:nvSpPr>
                <p:cNvPr id="757" name="자유형: 도형 756">
                  <a:extLst>
                    <a:ext uri="{FF2B5EF4-FFF2-40B4-BE49-F238E27FC236}">
                      <a16:creationId xmlns:a16="http://schemas.microsoft.com/office/drawing/2014/main" id="{8B4A2871-EF6D-EEAD-F059-881650C5DD96}"/>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8" name="자유형: 도형 757">
                  <a:extLst>
                    <a:ext uri="{FF2B5EF4-FFF2-40B4-BE49-F238E27FC236}">
                      <a16:creationId xmlns:a16="http://schemas.microsoft.com/office/drawing/2014/main" id="{20D67905-47DE-5F75-2644-DC95EA05887E}"/>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sp>
        <p:nvSpPr>
          <p:cNvPr id="7" name="object 84">
            <a:extLst>
              <a:ext uri="{FF2B5EF4-FFF2-40B4-BE49-F238E27FC236}">
                <a16:creationId xmlns:a16="http://schemas.microsoft.com/office/drawing/2014/main" id="{5DD4627E-296A-0907-14A7-096F7B4195FC}"/>
              </a:ext>
            </a:extLst>
          </p:cNvPr>
          <p:cNvSpPr txBox="1"/>
          <p:nvPr/>
        </p:nvSpPr>
        <p:spPr>
          <a:xfrm>
            <a:off x="2031181" y="4456181"/>
            <a:ext cx="279563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8. The SPI Burst write in daisied 2 devices</a:t>
            </a:r>
          </a:p>
        </p:txBody>
      </p:sp>
      <p:sp>
        <p:nvSpPr>
          <p:cNvPr id="13" name="object 84">
            <a:extLst>
              <a:ext uri="{FF2B5EF4-FFF2-40B4-BE49-F238E27FC236}">
                <a16:creationId xmlns:a16="http://schemas.microsoft.com/office/drawing/2014/main" id="{5B899968-0B54-8308-B4F0-8DF0C3CEC355}"/>
              </a:ext>
            </a:extLst>
          </p:cNvPr>
          <p:cNvSpPr txBox="1"/>
          <p:nvPr/>
        </p:nvSpPr>
        <p:spPr>
          <a:xfrm>
            <a:off x="2044967" y="8007696"/>
            <a:ext cx="276806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9. The SPI Burst read in daisied 2 devices</a:t>
            </a:r>
          </a:p>
        </p:txBody>
      </p:sp>
    </p:spTree>
    <p:extLst>
      <p:ext uri="{BB962C8B-B14F-4D97-AF65-F5344CB8AC3E}">
        <p14:creationId xmlns:p14="http://schemas.microsoft.com/office/powerpoint/2010/main" val="424219184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77494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592240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77864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75799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8241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7986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51473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03460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44461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06058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54328" y="752628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7" name="직사각형 736">
            <a:extLst>
              <a:ext uri="{FF2B5EF4-FFF2-40B4-BE49-F238E27FC236}">
                <a16:creationId xmlns:a16="http://schemas.microsoft.com/office/drawing/2014/main" id="{D54C99AA-75D4-CC1B-F1D9-67BB64F08760}"/>
              </a:ext>
            </a:extLst>
          </p:cNvPr>
          <p:cNvSpPr/>
          <p:nvPr/>
        </p:nvSpPr>
        <p:spPr>
          <a:xfrm>
            <a:off x="1093218" y="742282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71646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75782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71611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76036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71569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75970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53" name="직사각형 52">
            <a:extLst>
              <a:ext uri="{FF2B5EF4-FFF2-40B4-BE49-F238E27FC236}">
                <a16:creationId xmlns:a16="http://schemas.microsoft.com/office/drawing/2014/main" id="{0AD5F082-3686-9BCA-DAC6-8891B5D2DDD5}"/>
              </a:ext>
            </a:extLst>
          </p:cNvPr>
          <p:cNvSpPr/>
          <p:nvPr/>
        </p:nvSpPr>
        <p:spPr>
          <a:xfrm>
            <a:off x="4256055" y="6759254"/>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5" name="직사각형 54">
            <a:extLst>
              <a:ext uri="{FF2B5EF4-FFF2-40B4-BE49-F238E27FC236}">
                <a16:creationId xmlns:a16="http://schemas.microsoft.com/office/drawing/2014/main" id="{AFDE18CB-7354-4D06-2AD3-5118083EA91E}"/>
              </a:ext>
            </a:extLst>
          </p:cNvPr>
          <p:cNvSpPr/>
          <p:nvPr/>
        </p:nvSpPr>
        <p:spPr>
          <a:xfrm>
            <a:off x="4687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71581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54" name="직사각형 453">
            <a:extLst>
              <a:ext uri="{FF2B5EF4-FFF2-40B4-BE49-F238E27FC236}">
                <a16:creationId xmlns:a16="http://schemas.microsoft.com/office/drawing/2014/main" id="{AD706E41-5F2C-0F6F-E926-8B1CC41190F6}"/>
              </a:ext>
            </a:extLst>
          </p:cNvPr>
          <p:cNvSpPr/>
          <p:nvPr/>
        </p:nvSpPr>
        <p:spPr>
          <a:xfrm>
            <a:off x="4939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693925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57" name="직사각형 456">
            <a:extLst>
              <a:ext uri="{FF2B5EF4-FFF2-40B4-BE49-F238E27FC236}">
                <a16:creationId xmlns:a16="http://schemas.microsoft.com/office/drawing/2014/main" id="{66F23B1F-8CE3-C182-0C6B-ABB9D189EF32}"/>
              </a:ext>
            </a:extLst>
          </p:cNvPr>
          <p:cNvSpPr/>
          <p:nvPr/>
        </p:nvSpPr>
        <p:spPr>
          <a:xfrm>
            <a:off x="4247662" y="734647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58" name="직사각형 457">
            <a:extLst>
              <a:ext uri="{FF2B5EF4-FFF2-40B4-BE49-F238E27FC236}">
                <a16:creationId xmlns:a16="http://schemas.microsoft.com/office/drawing/2014/main" id="{D7C5F81F-E4CA-83BD-C7B1-44CBAC5DBC1E}"/>
              </a:ext>
            </a:extLst>
          </p:cNvPr>
          <p:cNvSpPr/>
          <p:nvPr/>
        </p:nvSpPr>
        <p:spPr>
          <a:xfrm>
            <a:off x="4679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59" name="그룹 458">
            <a:extLst>
              <a:ext uri="{FF2B5EF4-FFF2-40B4-BE49-F238E27FC236}">
                <a16:creationId xmlns:a16="http://schemas.microsoft.com/office/drawing/2014/main" id="{7CA0213B-DB66-C20E-94FA-140624C50FD2}"/>
              </a:ext>
            </a:extLst>
          </p:cNvPr>
          <p:cNvGrpSpPr/>
          <p:nvPr/>
        </p:nvGrpSpPr>
        <p:grpSpPr>
          <a:xfrm>
            <a:off x="5183050" y="7302903"/>
            <a:ext cx="136800" cy="262800"/>
            <a:chOff x="2665741" y="6344787"/>
            <a:chExt cx="136800" cy="216000"/>
          </a:xfrm>
        </p:grpSpPr>
        <p:sp>
          <p:nvSpPr>
            <p:cNvPr id="460" name="직사각형 459">
              <a:extLst>
                <a:ext uri="{FF2B5EF4-FFF2-40B4-BE49-F238E27FC236}">
                  <a16:creationId xmlns:a16="http://schemas.microsoft.com/office/drawing/2014/main" id="{E4EA0CDB-C287-ECBE-5765-AF81E19E566A}"/>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61" name="직사각형 460">
              <a:extLst>
                <a:ext uri="{FF2B5EF4-FFF2-40B4-BE49-F238E27FC236}">
                  <a16:creationId xmlns:a16="http://schemas.microsoft.com/office/drawing/2014/main" id="{645062B6-4F65-9B0D-465E-8ADEDB4EDE80}"/>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62" name="그룹 461">
              <a:extLst>
                <a:ext uri="{FF2B5EF4-FFF2-40B4-BE49-F238E27FC236}">
                  <a16:creationId xmlns:a16="http://schemas.microsoft.com/office/drawing/2014/main" id="{7FF3E38A-596D-8258-50F6-C76C07EAD8D9}"/>
                </a:ext>
              </a:extLst>
            </p:cNvPr>
            <p:cNvGrpSpPr/>
            <p:nvPr/>
          </p:nvGrpSpPr>
          <p:grpSpPr>
            <a:xfrm>
              <a:off x="2698358" y="6385964"/>
              <a:ext cx="54000" cy="144000"/>
              <a:chOff x="2402600" y="3979676"/>
              <a:chExt cx="64467" cy="147702"/>
            </a:xfrm>
          </p:grpSpPr>
          <p:sp>
            <p:nvSpPr>
              <p:cNvPr id="463" name="자유형: 도형 462">
                <a:extLst>
                  <a:ext uri="{FF2B5EF4-FFF2-40B4-BE49-F238E27FC236}">
                    <a16:creationId xmlns:a16="http://schemas.microsoft.com/office/drawing/2014/main" id="{A9E51DEE-55DF-8ED2-2105-40C3F717C0BA}"/>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4" name="자유형: 도형 463">
                <a:extLst>
                  <a:ext uri="{FF2B5EF4-FFF2-40B4-BE49-F238E27FC236}">
                    <a16:creationId xmlns:a16="http://schemas.microsoft.com/office/drawing/2014/main" id="{2D747132-2C13-A3B6-467B-17FB62905307}"/>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65" name="직사각형 464">
            <a:extLst>
              <a:ext uri="{FF2B5EF4-FFF2-40B4-BE49-F238E27FC236}">
                <a16:creationId xmlns:a16="http://schemas.microsoft.com/office/drawing/2014/main" id="{B053925D-5815-B128-3E67-ECA62D65F1FD}"/>
              </a:ext>
            </a:extLst>
          </p:cNvPr>
          <p:cNvSpPr/>
          <p:nvPr/>
        </p:nvSpPr>
        <p:spPr>
          <a:xfrm>
            <a:off x="4931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19583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30542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09508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03459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49830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28795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07326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699803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07353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07217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699803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27895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699973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24946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56957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graphicFrame>
        <p:nvGraphicFramePr>
          <p:cNvPr id="472" name="표 471">
            <a:extLst>
              <a:ext uri="{FF2B5EF4-FFF2-40B4-BE49-F238E27FC236}">
                <a16:creationId xmlns:a16="http://schemas.microsoft.com/office/drawing/2014/main" id="{B01114C5-FD0A-0ECD-3EAF-6D73655063B3}"/>
              </a:ext>
            </a:extLst>
          </p:cNvPr>
          <p:cNvGraphicFramePr>
            <a:graphicFrameLocks noGrp="1"/>
          </p:cNvGraphicFramePr>
          <p:nvPr>
            <p:extLst>
              <p:ext uri="{D42A27DB-BD31-4B8C-83A1-F6EECF244321}">
                <p14:modId xmlns:p14="http://schemas.microsoft.com/office/powerpoint/2010/main" val="2245727349"/>
              </p:ext>
            </p:extLst>
          </p:nvPr>
        </p:nvGraphicFramePr>
        <p:xfrm>
          <a:off x="920750" y="2552700"/>
          <a:ext cx="5280025" cy="108682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width </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format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Valid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14-bit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11-bit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1991619" y="7837660"/>
            <a:ext cx="287450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 in daisied 2 devices</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828496"/>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spTree>
    <p:extLst>
      <p:ext uri="{BB962C8B-B14F-4D97-AF65-F5344CB8AC3E}">
        <p14:creationId xmlns:p14="http://schemas.microsoft.com/office/powerpoint/2010/main" val="34475351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4154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 total of 24 channels for serial daisy connections with a total of 31 XD devices.  </a:t>
            </a:r>
            <a:r>
              <a:rPr lang="en-US" altLang="ko-KR" sz="900" dirty="0">
                <a:latin typeface="Arial" panose="020B0604020202020204" pitchFamily="34" charset="0"/>
                <a:cs typeface="Arial" panose="020B0604020202020204" pitchFamily="34" charset="0"/>
              </a:rPr>
              <a:t>Each channel can transmit the data to the XD and receive the data from the XD through one line daisied to the XD devices. </a:t>
            </a:r>
            <a:r>
              <a:rPr lang="en-US" altLang="ko-KR" sz="900" b="0" i="0" dirty="0">
                <a:solidFill>
                  <a:srgbClr val="000000"/>
                </a:solidFill>
                <a:effectLst/>
                <a:latin typeface="Arial" panose="020B0604020202020204" pitchFamily="34" charset="0"/>
                <a:cs typeface="Arial" panose="020B0604020202020204" pitchFamily="34" charset="0"/>
              </a:rPr>
              <a:t>The XC24R has a total of 6 instructions for transferring the data to the XD and 3 instructions for receiving the data from the XD.</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979616611"/>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7.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16011" cy="200055"/>
            </a:xfrm>
            <a:prstGeom prst="rect">
              <a:avLst/>
            </a:prstGeom>
            <a:noFill/>
          </p:spPr>
          <p:txBody>
            <a:bodyPr wrap="none" rtlCol="0">
              <a:spAutoFit/>
            </a:bodyPr>
            <a:lstStyle/>
            <a:p>
              <a:r>
                <a:rPr lang="en-US" altLang="ko-KR" sz="700" dirty="0"/>
                <a:t>Initialization to the XD-12</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 only if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same register data.  If the register data to be written to the XDs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Global writing command begins issuing simultaneously in all activated channels, and the command streams repeat continuously for the number of daisied XDs.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 in case that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different register data each other. If the register data to be written to the XD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Local-write command begins the execution simultaneously in all activated channels, and the command streams repeat continuously for the number of daisied XD.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 in daisied order and the second data register is mapped to the second located XD, and so on.  Although the data registers in a port are a total 16, the XC24R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308186983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1000813974"/>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81079684"/>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Tree>
    <p:extLst>
      <p:ext uri="{BB962C8B-B14F-4D97-AF65-F5344CB8AC3E}">
        <p14:creationId xmlns:p14="http://schemas.microsoft.com/office/powerpoint/2010/main" val="12383531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 devices may be as late as the number of XD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 devices daisied in a channel of the XC24R.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Local-read command begins the execution simultaneously in all activated channels, and the command streams repeat continuously for the number of daisied XDs.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 in daisied order and the second data register is mapped to the second located XD from the back, and so on.  Although the data registers in a port are a total 16, the XC24R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8. and the Figure 15.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XC24R through the SPI and the XC24R should complete to transfer the LD data to the XD devices before assertion of the next frame sync.  And then, the LD data will be started dimming-out by the XD devices at the next frame sync.  The LD_WR_POINTER of the LD WR POINTER register will be increased one by one in line unit whenever the LD data are written to the XC24R LD data buffers through the SPI and see the Figure 10. for the amount of one line LD.  The LD_RD_POINTER will be increased one by one whenever the XC24R transmits the amount of one LD data to the XD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XC24R starts sending the LD data to the XD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XC24R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2570725697"/>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XC24R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 devices will be daisied in the channel x, and if 10 XD devices are daisied in a channel x, then the DAISY_ SIZE_CHx should be set to 0xA.  The DAISIED_DEV_CH_SIZE determines how many channels of the XD will be used, so if the value is 0x4, the XD devices daisied in a channel x will capture only 4 LD data and then bypass the flowing LD data streams to the next XD devices and the remainder of the multiples of 4 be delivered lastly to a las XD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 devices to control the VLED like below Figure 24.  The internal FB status has a value which is latched for one frame, so if the XD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get from the calculation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  In case of low high ambient temperature, the DAC out will be re-act rapidly according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2147380199"/>
              </p:ext>
            </p:extLst>
          </p:nvPr>
        </p:nvGraphicFramePr>
        <p:xfrm>
          <a:off x="399455" y="4947460"/>
          <a:ext cx="6048608" cy="1691112"/>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 daisied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1136633761"/>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sm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sm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 to set this bit after POR to ensure XC24R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2629800631"/>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312805">
                  <a:extLst>
                    <a:ext uri="{9D8B030D-6E8A-4147-A177-3AD203B41FA5}">
                      <a16:colId xmlns:a16="http://schemas.microsoft.com/office/drawing/2014/main" val="4213315911"/>
                    </a:ext>
                  </a:extLst>
                </a:gridCol>
                <a:gridCol w="312805">
                  <a:extLst>
                    <a:ext uri="{9D8B030D-6E8A-4147-A177-3AD203B41FA5}">
                      <a16:colId xmlns:a16="http://schemas.microsoft.com/office/drawing/2014/main" val="2769999950"/>
                    </a:ext>
                  </a:extLst>
                </a:gridCol>
                <a:gridCol w="312805">
                  <a:extLst>
                    <a:ext uri="{9D8B030D-6E8A-4147-A177-3AD203B41FA5}">
                      <a16:colId xmlns:a16="http://schemas.microsoft.com/office/drawing/2014/main" val="135637185"/>
                    </a:ext>
                  </a:extLst>
                </a:gridCol>
                <a:gridCol w="312805">
                  <a:extLst>
                    <a:ext uri="{9D8B030D-6E8A-4147-A177-3AD203B41FA5}">
                      <a16:colId xmlns:a16="http://schemas.microsoft.com/office/drawing/2014/main" val="3038050475"/>
                    </a:ext>
                  </a:extLst>
                </a:gridCol>
                <a:gridCol w="312805">
                  <a:extLst>
                    <a:ext uri="{9D8B030D-6E8A-4147-A177-3AD203B41FA5}">
                      <a16:colId xmlns:a16="http://schemas.microsoft.com/office/drawing/2014/main" val="1979433044"/>
                    </a:ext>
                  </a:extLst>
                </a:gridCol>
                <a:gridCol w="483218">
                  <a:extLst>
                    <a:ext uri="{9D8B030D-6E8A-4147-A177-3AD203B41FA5}">
                      <a16:colId xmlns:a16="http://schemas.microsoft.com/office/drawing/2014/main" val="4270661649"/>
                    </a:ext>
                  </a:extLst>
                </a:gridCol>
                <a:gridCol w="483218">
                  <a:extLst>
                    <a:ext uri="{9D8B030D-6E8A-4147-A177-3AD203B41FA5}">
                      <a16:colId xmlns:a16="http://schemas.microsoft.com/office/drawing/2014/main" val="3027041370"/>
                    </a:ext>
                  </a:extLst>
                </a:gridCol>
                <a:gridCol w="305296">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VS_RST1</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RST3</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903119412"/>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ADDRESS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532296417"/>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 daisied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 1 from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 9 from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 17 from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795040555"/>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2443040784"/>
              </p:ext>
            </p:extLst>
          </p:nvPr>
        </p:nvGraphicFramePr>
        <p:xfrm>
          <a:off x="397328" y="508306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2995238830"/>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 1 from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 9 from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 17 from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46543866"/>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 daisied devices and this bit is auto-cleared after completing this execution. All XD daisied devices connected in each channel will have their own ID number after completing the id-generating command.  This command is needed to read-out the XD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744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1504876950"/>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4228567716"/>
              </p:ext>
            </p:extLst>
          </p:nvPr>
        </p:nvGraphicFramePr>
        <p:xfrm>
          <a:off x="399452" y="383500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2" y="60483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753225616"/>
              </p:ext>
            </p:extLst>
          </p:nvPr>
        </p:nvGraphicFramePr>
        <p:xfrm>
          <a:off x="399452" y="6316323"/>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3892787860"/>
              </p:ext>
            </p:extLst>
          </p:nvPr>
        </p:nvGraphicFramePr>
        <p:xfrm>
          <a:off x="399452" y="4251470"/>
          <a:ext cx="6034539" cy="121212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1351">
                  <a:extLst>
                    <a:ext uri="{9D8B030D-6E8A-4147-A177-3AD203B41FA5}">
                      <a16:colId xmlns:a16="http://schemas.microsoft.com/office/drawing/2014/main" val="2079070694"/>
                    </a:ext>
                  </a:extLst>
                </a:gridCol>
                <a:gridCol w="369799">
                  <a:extLst>
                    <a:ext uri="{9D8B030D-6E8A-4147-A177-3AD203B41FA5}">
                      <a16:colId xmlns:a16="http://schemas.microsoft.com/office/drawing/2014/main" val="32595803"/>
                    </a:ext>
                  </a:extLst>
                </a:gridCol>
                <a:gridCol w="4310179">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 daisied devices to monitor the fault event like as the thermal occurrence, the short status, the open status and the fb status of the XD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3265806369"/>
              </p:ext>
            </p:extLst>
          </p:nvPr>
        </p:nvGraphicFramePr>
        <p:xfrm>
          <a:off x="399452" y="6731137"/>
          <a:ext cx="6034536" cy="134928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 daisied devices in order to transfer the LD data in burst from the XC24R to the XD drivers and this bit is auto-cleared after the completion. This command can be also auto-executed immediately after the amount of LD data to be transferred to the XC24R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7786" y="294073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77671397"/>
              </p:ext>
            </p:extLst>
          </p:nvPr>
        </p:nvGraphicFramePr>
        <p:xfrm>
          <a:off x="397786" y="1115503"/>
          <a:ext cx="6047995" cy="37260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20661480"/>
              </p:ext>
            </p:extLst>
          </p:nvPr>
        </p:nvGraphicFramePr>
        <p:xfrm>
          <a:off x="397786" y="3207271"/>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257478">
                  <a:extLst>
                    <a:ext uri="{9D8B030D-6E8A-4147-A177-3AD203B41FA5}">
                      <a16:colId xmlns:a16="http://schemas.microsoft.com/office/drawing/2014/main" val="4293411712"/>
                    </a:ext>
                  </a:extLst>
                </a:gridCol>
                <a:gridCol w="257478">
                  <a:extLst>
                    <a:ext uri="{9D8B030D-6E8A-4147-A177-3AD203B41FA5}">
                      <a16:colId xmlns:a16="http://schemas.microsoft.com/office/drawing/2014/main" val="657570846"/>
                    </a:ext>
                  </a:extLst>
                </a:gridCol>
                <a:gridCol w="257478">
                  <a:extLst>
                    <a:ext uri="{9D8B030D-6E8A-4147-A177-3AD203B41FA5}">
                      <a16:colId xmlns:a16="http://schemas.microsoft.com/office/drawing/2014/main" val="3259894497"/>
                    </a:ext>
                  </a:extLst>
                </a:gridCol>
                <a:gridCol w="257478">
                  <a:extLst>
                    <a:ext uri="{9D8B030D-6E8A-4147-A177-3AD203B41FA5}">
                      <a16:colId xmlns:a16="http://schemas.microsoft.com/office/drawing/2014/main" val="4170535043"/>
                    </a:ext>
                  </a:extLst>
                </a:gridCol>
                <a:gridCol w="257478">
                  <a:extLst>
                    <a:ext uri="{9D8B030D-6E8A-4147-A177-3AD203B41FA5}">
                      <a16:colId xmlns:a16="http://schemas.microsoft.com/office/drawing/2014/main" val="2079070694"/>
                    </a:ext>
                  </a:extLst>
                </a:gridCol>
                <a:gridCol w="257478">
                  <a:extLst>
                    <a:ext uri="{9D8B030D-6E8A-4147-A177-3AD203B41FA5}">
                      <a16:colId xmlns:a16="http://schemas.microsoft.com/office/drawing/2014/main" val="4213315911"/>
                    </a:ext>
                  </a:extLst>
                </a:gridCol>
                <a:gridCol w="257478">
                  <a:extLst>
                    <a:ext uri="{9D8B030D-6E8A-4147-A177-3AD203B41FA5}">
                      <a16:colId xmlns:a16="http://schemas.microsoft.com/office/drawing/2014/main" val="2769999950"/>
                    </a:ext>
                  </a:extLst>
                </a:gridCol>
                <a:gridCol w="678672">
                  <a:extLst>
                    <a:ext uri="{9D8B030D-6E8A-4147-A177-3AD203B41FA5}">
                      <a16:colId xmlns:a16="http://schemas.microsoft.com/office/drawing/2014/main" val="135637185"/>
                    </a:ext>
                  </a:extLst>
                </a:gridCol>
                <a:gridCol w="210390">
                  <a:extLst>
                    <a:ext uri="{9D8B030D-6E8A-4147-A177-3AD203B41FA5}">
                      <a16:colId xmlns:a16="http://schemas.microsoft.com/office/drawing/2014/main" val="3038050475"/>
                    </a:ext>
                  </a:extLst>
                </a:gridCol>
                <a:gridCol w="210390">
                  <a:extLst>
                    <a:ext uri="{9D8B030D-6E8A-4147-A177-3AD203B41FA5}">
                      <a16:colId xmlns:a16="http://schemas.microsoft.com/office/drawing/2014/main" val="1979433044"/>
                    </a:ext>
                  </a:extLst>
                </a:gridCol>
                <a:gridCol w="210390">
                  <a:extLst>
                    <a:ext uri="{9D8B030D-6E8A-4147-A177-3AD203B41FA5}">
                      <a16:colId xmlns:a16="http://schemas.microsoft.com/office/drawing/2014/main" val="4270661649"/>
                    </a:ext>
                  </a:extLst>
                </a:gridCol>
                <a:gridCol w="855849">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TIMEOUT_EN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FAULT_AUTO_EN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SYNC_AUTO_EN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56550025"/>
              </p:ext>
            </p:extLst>
          </p:nvPr>
        </p:nvGraphicFramePr>
        <p:xfrm>
          <a:off x="397786" y="3619025"/>
          <a:ext cx="6055642" cy="2488995"/>
        </p:xfrm>
        <a:graphic>
          <a:graphicData uri="http://schemas.openxmlformats.org/drawingml/2006/table">
            <a:tbl>
              <a:tblPr firstRow="1" bandRow="1">
                <a:tableStyleId>{5C22544A-7EE6-4342-B048-85BDC9FD1C3A}</a:tableStyleId>
              </a:tblPr>
              <a:tblGrid>
                <a:gridCol w="300490">
                  <a:extLst>
                    <a:ext uri="{9D8B030D-6E8A-4147-A177-3AD203B41FA5}">
                      <a16:colId xmlns:a16="http://schemas.microsoft.com/office/drawing/2014/main" val="4170535043"/>
                    </a:ext>
                  </a:extLst>
                </a:gridCol>
                <a:gridCol w="1190821">
                  <a:extLst>
                    <a:ext uri="{9D8B030D-6E8A-4147-A177-3AD203B41FA5}">
                      <a16:colId xmlns:a16="http://schemas.microsoft.com/office/drawing/2014/main" val="2079070694"/>
                    </a:ext>
                  </a:extLst>
                </a:gridCol>
                <a:gridCol w="244830">
                  <a:extLst>
                    <a:ext uri="{9D8B030D-6E8A-4147-A177-3AD203B41FA5}">
                      <a16:colId xmlns:a16="http://schemas.microsoft.com/office/drawing/2014/main" val="32595803"/>
                    </a:ext>
                  </a:extLst>
                </a:gridCol>
                <a:gridCol w="4319501">
                  <a:extLst>
                    <a:ext uri="{9D8B030D-6E8A-4147-A177-3AD203B41FA5}">
                      <a16:colId xmlns:a16="http://schemas.microsoft.com/office/drawing/2014/main" val="895228376"/>
                    </a:ext>
                  </a:extLst>
                </a:gridCol>
              </a:tblGrid>
              <a:tr h="29425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TIMEOUT_EN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timeout function is activated during the execution of read-back commands. The timer starts from the end of completing whole command frame data out corresponding to all daisied device to first bit arrived time. The timer is expired at (MCLK * 32,767).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630990"/>
                  </a:ext>
                </a:extLst>
              </a:tr>
              <a:tr h="5190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824149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7786" y="633261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1883221797"/>
              </p:ext>
            </p:extLst>
          </p:nvPr>
        </p:nvGraphicFramePr>
        <p:xfrm>
          <a:off x="397786" y="6607620"/>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LD_WR_POINTER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700106767"/>
              </p:ext>
            </p:extLst>
          </p:nvPr>
        </p:nvGraphicFramePr>
        <p:xfrm>
          <a:off x="397786" y="7018527"/>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LD_WR_POINTER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1324437546"/>
              </p:ext>
            </p:extLst>
          </p:nvPr>
        </p:nvGraphicFramePr>
        <p:xfrm>
          <a:off x="397786" y="1524713"/>
          <a:ext cx="6055650" cy="1212120"/>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631069052"/>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LD_RD_POINTER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3092253366"/>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Read only</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2938692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1465781605"/>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LD_TRANS_START_POINTER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INT_LD_SIGN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LD_DIFF_THRESHOLD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232885108"/>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LD_RD_POINTER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 drivers. The number increases one by one whenever the local dimming data corresponding to the one block LD data of the XD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435389890"/>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LD_TRANS_START_POINTER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INT_LD_SIGN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LD_DIFF_THRESHOLD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385500085"/>
              </p:ext>
            </p:extLst>
          </p:nvPr>
        </p:nvGraphicFramePr>
        <p:xfrm>
          <a:off x="399457" y="4318759"/>
          <a:ext cx="6048621" cy="1632528"/>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239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LOCAL_RD_REC_POINTER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029906969"/>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126096220"/>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LOCAL_WR_TRANS_POINTER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3091068838"/>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Read only</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LOCAL_WR_OUT_POINTER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LOCAL_WR_TRANS_POINTER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766675010"/>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Read only</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4227383211"/>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Read only</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786545498"/>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64820835"/>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FAULT_AUTO_RD_EVENT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58285780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2487526052"/>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 [15:0]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181846881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LOCAL_RD_POINTER_RST</a:t>
                      </a:r>
                      <a:endParaRPr lang="ko-KR" altLang="en-US" sz="6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LOCAL_WR_POINTER_RST</a:t>
                      </a: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1806307344"/>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FAULT_AUTO_RD_EVENT [7:0]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023A7FDD-4688-EA05-9BFB-211A5978866E}"/>
              </a:ext>
            </a:extLst>
          </p:cNvPr>
          <p:cNvSpPr txBox="1"/>
          <p:nvPr/>
        </p:nvSpPr>
        <p:spPr>
          <a:xfrm>
            <a:off x="399453" y="69793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222874488"/>
              </p:ext>
            </p:extLst>
          </p:nvPr>
        </p:nvGraphicFramePr>
        <p:xfrm>
          <a:off x="399453" y="7654439"/>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SERIAL_CLK_LOW</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SERIAL_CLK_HIGH</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4156846017"/>
              </p:ext>
            </p:extLst>
          </p:nvPr>
        </p:nvGraphicFramePr>
        <p:xfrm>
          <a:off x="399453" y="7240307"/>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0x0A14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SCK_HIGH [6:0]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35097542"/>
              </p:ext>
            </p:extLst>
          </p:nvPr>
        </p:nvGraphicFramePr>
        <p:xfrm>
          <a:off x="398119" y="2392251"/>
          <a:ext cx="6058340" cy="6670893"/>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10</a:t>
                      </a:r>
                      <a:endParaRPr lang="ko-KR" altLang="en-US" sz="900" b="0" strike="sngStrike"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sng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9</a:t>
                      </a:r>
                      <a:endParaRPr lang="ko-KR" altLang="en-US" sz="900" b="0" strike="sngStrike"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INT_PARITY_ERR_EN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sng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sng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to </a:t>
                      </a:r>
                      <a:r>
                        <a:rPr kumimoji="0" lang="en-US" altLang="ko-KR" sz="900" b="0" i="0" u="none" strike="sng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468077941"/>
              </p:ext>
            </p:extLst>
          </p:nvPr>
        </p:nvGraphicFramePr>
        <p:xfrm>
          <a:off x="398119" y="1114030"/>
          <a:ext cx="6055317" cy="37260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306199">
                  <a:extLst>
                    <a:ext uri="{9D8B030D-6E8A-4147-A177-3AD203B41FA5}">
                      <a16:colId xmlns:a16="http://schemas.microsoft.com/office/drawing/2014/main" val="135637185"/>
                    </a:ext>
                  </a:extLst>
                </a:gridCol>
                <a:gridCol w="1144126">
                  <a:extLst>
                    <a:ext uri="{9D8B030D-6E8A-4147-A177-3AD203B41FA5}">
                      <a16:colId xmlns:a16="http://schemas.microsoft.com/office/drawing/2014/main" val="3460486673"/>
                    </a:ext>
                  </a:extLst>
                </a:gridCol>
                <a:gridCol w="1023848">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1889668599"/>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231674915"/>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extLst>
    <p:ext uri="{6950BFC3-D8DA-4A85-94F7-54DA5524770B}">
      <p188:commentRel xmlns:p188="http://schemas.microsoft.com/office/powerpoint/2018/8/main" r:id="rId2"/>
    </p:ext>
  </p:extLs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090017109"/>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2794581994"/>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940733736"/>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534546000"/>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505694051"/>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4214406682"/>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449445769"/>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1114721572"/>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2278355241"/>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388239967"/>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469853022"/>
              </p:ext>
            </p:extLst>
          </p:nvPr>
        </p:nvGraphicFramePr>
        <p:xfrm>
          <a:off x="399449" y="2382621"/>
          <a:ext cx="6047998" cy="6544146"/>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INT_OVUV_ERR_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INT_ACC_CNT_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INT_PARITY_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not been equal to XC internal parity status while the SPI transactions are occurred. This bit is auto-cleared after the readout of INTERRUPT STATUS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XC internal parity is ‘1’ when the number of ‘1’ is odd for SPI write data.</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INT_LD_TRANS_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XC24R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0407161"/>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7741417"/>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7516161"/>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335150401"/>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INT_OVUV_ERR_SRC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INT_ACC_CNT_ERR_SRC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INT_PARITY_ERR_SRC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INT_TIMEOUT_ERR_SRC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339456133"/>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2597324392"/>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extLst>
    <p:ext uri="{6950BFC3-D8DA-4A85-94F7-54DA5524770B}">
      <p188:commentRel xmlns:p188="http://schemas.microsoft.com/office/powerpoint/2018/8/main" r:id="rId2"/>
    </p:ext>
  </p:extLs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2474972112"/>
              </p:ext>
            </p:extLst>
          </p:nvPr>
        </p:nvGraphicFramePr>
        <p:xfrm>
          <a:off x="399446" y="2384479"/>
          <a:ext cx="6047998" cy="3117285"/>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364372">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130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shows the FB status from all XDs daisied to the active channels 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3479567"/>
                  </a:ext>
                </a:extLst>
              </a:tr>
              <a:tr h="8706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01288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9572277"/>
                  </a:ext>
                </a:extLst>
              </a:tr>
            </a:tbl>
          </a:graphicData>
        </a:graphic>
      </p:graphicFrame>
      <p:sp>
        <p:nvSpPr>
          <p:cNvPr id="15" name="TextBox 14">
            <a:extLst>
              <a:ext uri="{FF2B5EF4-FFF2-40B4-BE49-F238E27FC236}">
                <a16:creationId xmlns:a16="http://schemas.microsoft.com/office/drawing/2014/main" id="{3BE329A5-CB28-4314-9B0E-6428462EECC0}"/>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2" name="표 1">
            <a:extLst>
              <a:ext uri="{FF2B5EF4-FFF2-40B4-BE49-F238E27FC236}">
                <a16:creationId xmlns:a16="http://schemas.microsoft.com/office/drawing/2014/main" id="{6918C0D3-F202-1CB5-9977-85AEFAF97760}"/>
              </a:ext>
            </a:extLst>
          </p:cNvPr>
          <p:cNvGraphicFramePr>
            <a:graphicFrameLocks noGrp="1"/>
          </p:cNvGraphicFramePr>
          <p:nvPr>
            <p:extLst>
              <p:ext uri="{D42A27DB-BD31-4B8C-83A1-F6EECF244321}">
                <p14:modId xmlns:p14="http://schemas.microsoft.com/office/powerpoint/2010/main" val="3965021920"/>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INT_OVUV_ERR_SRC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INT_ACC_CNT_ERR_SRC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INT_PARITY_ERR_SRC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INT_TIMEOUT_ERR_SRC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B932247D-505E-AC0B-9744-5DFE8C514885}"/>
              </a:ext>
            </a:extLst>
          </p:cNvPr>
          <p:cNvGraphicFramePr>
            <a:graphicFrameLocks noGrp="1"/>
          </p:cNvGraphicFramePr>
          <p:nvPr>
            <p:extLst>
              <p:ext uri="{D42A27DB-BD31-4B8C-83A1-F6EECF244321}">
                <p14:modId xmlns:p14="http://schemas.microsoft.com/office/powerpoint/2010/main" val="315469718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B8E98630-A6EE-A44C-216D-A70412453B96}"/>
              </a:ext>
            </a:extLst>
          </p:cNvPr>
          <p:cNvGraphicFramePr>
            <a:graphicFrameLocks noGrp="1"/>
          </p:cNvGraphicFramePr>
          <p:nvPr>
            <p:extLst>
              <p:ext uri="{D42A27DB-BD31-4B8C-83A1-F6EECF244321}">
                <p14:modId xmlns:p14="http://schemas.microsoft.com/office/powerpoint/2010/main" val="1090038775"/>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3147996178"/>
              </p:ext>
            </p:extLst>
          </p:nvPr>
        </p:nvGraphicFramePr>
        <p:xfrm>
          <a:off x="390795" y="1954951"/>
          <a:ext cx="6056351" cy="287172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86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(previous ACC_COUNTER + 1).  If this counter is expired, then the counter will be roll-overed to ‘0’ as the next start value. If the value is not same as XC internal frame counter, then the INT_ACC_CNT_ERR_SRC bit will be set under the INT_ACC_CNT_ERR_EN set. XC internal frame counter reset as ‘0’ when power off-on and increase by 1 for any SPI commands</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ACC_CNT_ERR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access counter value error has been happened or not. 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PARITY_ERR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ACC_CNT_ERR_DET_EN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SPI_EXT_EN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This bit enables the detection whether the access count value and parity from a Host on SPI transaction is correct. Extended 16bits of SPI write frame is as below.</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7" name="표 6">
            <a:extLst>
              <a:ext uri="{FF2B5EF4-FFF2-40B4-BE49-F238E27FC236}">
                <a16:creationId xmlns:a16="http://schemas.microsoft.com/office/drawing/2014/main" id="{9B1769A8-D104-B01F-D72E-50FA9A647ED2}"/>
              </a:ext>
            </a:extLst>
          </p:cNvPr>
          <p:cNvGraphicFramePr>
            <a:graphicFrameLocks noGrp="1"/>
          </p:cNvGraphicFramePr>
          <p:nvPr>
            <p:extLst>
              <p:ext uri="{D42A27DB-BD31-4B8C-83A1-F6EECF244321}">
                <p14:modId xmlns:p14="http://schemas.microsoft.com/office/powerpoint/2010/main" val="3240346525"/>
              </p:ext>
            </p:extLst>
          </p:nvPr>
        </p:nvGraphicFramePr>
        <p:xfrm>
          <a:off x="394971" y="5986007"/>
          <a:ext cx="6048000" cy="295740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SPREAD_RANGE_A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LD_B_RD_CLK_SEL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SERIALIZE_CLK_STS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5120829"/>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SPREAD_RANGE_D</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SPREAD_SPEED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SPREAD_DIR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      ‘01’ -%,      ‘10’ ±%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8125712"/>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SERIALIZE_CLK_SEL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Write-Only.   ‘0’  Internal OSC           ‘1’  External MCLK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OSC_SPREAD_EN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SERIALIZER_SKEW_EN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MCLK_MODE</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(Default)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External MCLK (auto-changed if  the ext. MCLK is entered)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394972" y="4913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487879908"/>
              </p:ext>
            </p:extLst>
          </p:nvPr>
        </p:nvGraphicFramePr>
        <p:xfrm>
          <a:off x="397088" y="1115243"/>
          <a:ext cx="6056351"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531467">
                  <a:extLst>
                    <a:ext uri="{9D8B030D-6E8A-4147-A177-3AD203B41FA5}">
                      <a16:colId xmlns:a16="http://schemas.microsoft.com/office/drawing/2014/main" val="4293411712"/>
                    </a:ext>
                  </a:extLst>
                </a:gridCol>
                <a:gridCol w="531467">
                  <a:extLst>
                    <a:ext uri="{9D8B030D-6E8A-4147-A177-3AD203B41FA5}">
                      <a16:colId xmlns:a16="http://schemas.microsoft.com/office/drawing/2014/main" val="657570846"/>
                    </a:ext>
                  </a:extLst>
                </a:gridCol>
                <a:gridCol w="531467">
                  <a:extLst>
                    <a:ext uri="{9D8B030D-6E8A-4147-A177-3AD203B41FA5}">
                      <a16:colId xmlns:a16="http://schemas.microsoft.com/office/drawing/2014/main" val="3259894497"/>
                    </a:ext>
                  </a:extLst>
                </a:gridCol>
                <a:gridCol w="531467">
                  <a:extLst>
                    <a:ext uri="{9D8B030D-6E8A-4147-A177-3AD203B41FA5}">
                      <a16:colId xmlns:a16="http://schemas.microsoft.com/office/drawing/2014/main" val="4170535043"/>
                    </a:ext>
                  </a:extLst>
                </a:gridCol>
                <a:gridCol w="531467">
                  <a:extLst>
                    <a:ext uri="{9D8B030D-6E8A-4147-A177-3AD203B41FA5}">
                      <a16:colId xmlns:a16="http://schemas.microsoft.com/office/drawing/2014/main" val="2079070694"/>
                    </a:ext>
                  </a:extLst>
                </a:gridCol>
                <a:gridCol w="531467">
                  <a:extLst>
                    <a:ext uri="{9D8B030D-6E8A-4147-A177-3AD203B41FA5}">
                      <a16:colId xmlns:a16="http://schemas.microsoft.com/office/drawing/2014/main" val="4213315911"/>
                    </a:ext>
                  </a:extLst>
                </a:gridCol>
                <a:gridCol w="531467">
                  <a:extLst>
                    <a:ext uri="{9D8B030D-6E8A-4147-A177-3AD203B41FA5}">
                      <a16:colId xmlns:a16="http://schemas.microsoft.com/office/drawing/2014/main" val="2769999950"/>
                    </a:ext>
                  </a:extLst>
                </a:gridCol>
                <a:gridCol w="531467">
                  <a:extLst>
                    <a:ext uri="{9D8B030D-6E8A-4147-A177-3AD203B41FA5}">
                      <a16:colId xmlns:a16="http://schemas.microsoft.com/office/drawing/2014/main" val="135637185"/>
                    </a:ext>
                  </a:extLst>
                </a:gridCol>
                <a:gridCol w="531467">
                  <a:extLst>
                    <a:ext uri="{9D8B030D-6E8A-4147-A177-3AD203B41FA5}">
                      <a16:colId xmlns:a16="http://schemas.microsoft.com/office/drawing/2014/main" val="3038050475"/>
                    </a:ext>
                  </a:extLst>
                </a:gridCol>
                <a:gridCol w="531467">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ACC_COUNTER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1103585758"/>
              </p:ext>
            </p:extLst>
          </p:nvPr>
        </p:nvGraphicFramePr>
        <p:xfrm>
          <a:off x="394972" y="5190310"/>
          <a:ext cx="6056353" cy="372600"/>
        </p:xfrm>
        <a:graphic>
          <a:graphicData uri="http://schemas.openxmlformats.org/drawingml/2006/table">
            <a:tbl>
              <a:tblPr firstRow="1" bandRow="1">
                <a:tableStyleId>{5C22544A-7EE6-4342-B048-85BDC9FD1C3A}</a:tableStyleId>
              </a:tblPr>
              <a:tblGrid>
                <a:gridCol w="307761">
                  <a:extLst>
                    <a:ext uri="{9D8B030D-6E8A-4147-A177-3AD203B41FA5}">
                      <a16:colId xmlns:a16="http://schemas.microsoft.com/office/drawing/2014/main" val="3358603807"/>
                    </a:ext>
                  </a:extLst>
                </a:gridCol>
                <a:gridCol w="427567">
                  <a:extLst>
                    <a:ext uri="{9D8B030D-6E8A-4147-A177-3AD203B41FA5}">
                      <a16:colId xmlns:a16="http://schemas.microsoft.com/office/drawing/2014/main" val="2844922634"/>
                    </a:ext>
                  </a:extLst>
                </a:gridCol>
                <a:gridCol w="498677">
                  <a:extLst>
                    <a:ext uri="{9D8B030D-6E8A-4147-A177-3AD203B41FA5}">
                      <a16:colId xmlns:a16="http://schemas.microsoft.com/office/drawing/2014/main" val="4293411712"/>
                    </a:ext>
                  </a:extLst>
                </a:gridCol>
                <a:gridCol w="538088">
                  <a:extLst>
                    <a:ext uri="{9D8B030D-6E8A-4147-A177-3AD203B41FA5}">
                      <a16:colId xmlns:a16="http://schemas.microsoft.com/office/drawing/2014/main" val="657570846"/>
                    </a:ext>
                  </a:extLst>
                </a:gridCol>
                <a:gridCol w="538088">
                  <a:extLst>
                    <a:ext uri="{9D8B030D-6E8A-4147-A177-3AD203B41FA5}">
                      <a16:colId xmlns:a16="http://schemas.microsoft.com/office/drawing/2014/main" val="3259894497"/>
                    </a:ext>
                  </a:extLst>
                </a:gridCol>
                <a:gridCol w="538088">
                  <a:extLst>
                    <a:ext uri="{9D8B030D-6E8A-4147-A177-3AD203B41FA5}">
                      <a16:colId xmlns:a16="http://schemas.microsoft.com/office/drawing/2014/main" val="4170535043"/>
                    </a:ext>
                  </a:extLst>
                </a:gridCol>
                <a:gridCol w="930735">
                  <a:extLst>
                    <a:ext uri="{9D8B030D-6E8A-4147-A177-3AD203B41FA5}">
                      <a16:colId xmlns:a16="http://schemas.microsoft.com/office/drawing/2014/main" val="2079070694"/>
                    </a:ext>
                  </a:extLst>
                </a:gridCol>
                <a:gridCol w="1167246">
                  <a:extLst>
                    <a:ext uri="{9D8B030D-6E8A-4147-A177-3AD203B41FA5}">
                      <a16:colId xmlns:a16="http://schemas.microsoft.com/office/drawing/2014/main" val="4213315911"/>
                    </a:ext>
                  </a:extLst>
                </a:gridCol>
                <a:gridCol w="538088">
                  <a:extLst>
                    <a:ext uri="{9D8B030D-6E8A-4147-A177-3AD203B41FA5}">
                      <a16:colId xmlns:a16="http://schemas.microsoft.com/office/drawing/2014/main" val="416731006"/>
                    </a:ext>
                  </a:extLst>
                </a:gridCol>
                <a:gridCol w="572015">
                  <a:extLst>
                    <a:ext uri="{9D8B030D-6E8A-4147-A177-3AD203B41FA5}">
                      <a16:colId xmlns:a16="http://schemas.microsoft.com/office/drawing/2014/main" val="3794202418"/>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0x4228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SPREAD_RANGE_A[2:0]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LD_B_RD_CLK_SEL</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SERIALIZE_CLK_STATUS</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SPREAD_RANGE_D[1:0]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1330197696"/>
              </p:ext>
            </p:extLst>
          </p:nvPr>
        </p:nvGraphicFramePr>
        <p:xfrm>
          <a:off x="394972" y="5611369"/>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0x4228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SPREAD_SPEED[1:0]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SPREAD_DIR[1:0]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MCLK_MODE</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3497401975"/>
              </p:ext>
            </p:extLst>
          </p:nvPr>
        </p:nvGraphicFramePr>
        <p:xfrm>
          <a:off x="394970" y="1536302"/>
          <a:ext cx="6056351" cy="372600"/>
        </p:xfrm>
        <a:graphic>
          <a:graphicData uri="http://schemas.openxmlformats.org/drawingml/2006/table">
            <a:tbl>
              <a:tblPr firstRow="1" bandRow="1">
                <a:tableStyleId>{5C22544A-7EE6-4342-B048-85BDC9FD1C3A}</a:tableStyleId>
              </a:tblPr>
              <a:tblGrid>
                <a:gridCol w="317218">
                  <a:extLst>
                    <a:ext uri="{9D8B030D-6E8A-4147-A177-3AD203B41FA5}">
                      <a16:colId xmlns:a16="http://schemas.microsoft.com/office/drawing/2014/main" val="3358603807"/>
                    </a:ext>
                  </a:extLst>
                </a:gridCol>
                <a:gridCol w="425422">
                  <a:extLst>
                    <a:ext uri="{9D8B030D-6E8A-4147-A177-3AD203B41FA5}">
                      <a16:colId xmlns:a16="http://schemas.microsoft.com/office/drawing/2014/main" val="2844922634"/>
                    </a:ext>
                  </a:extLst>
                </a:gridCol>
                <a:gridCol w="968588">
                  <a:extLst>
                    <a:ext uri="{9D8B030D-6E8A-4147-A177-3AD203B41FA5}">
                      <a16:colId xmlns:a16="http://schemas.microsoft.com/office/drawing/2014/main" val="1937369831"/>
                    </a:ext>
                  </a:extLst>
                </a:gridCol>
                <a:gridCol w="843241">
                  <a:extLst>
                    <a:ext uri="{9D8B030D-6E8A-4147-A177-3AD203B41FA5}">
                      <a16:colId xmlns:a16="http://schemas.microsoft.com/office/drawing/2014/main" val="747813118"/>
                    </a:ext>
                  </a:extLst>
                </a:gridCol>
                <a:gridCol w="406186">
                  <a:extLst>
                    <a:ext uri="{9D8B030D-6E8A-4147-A177-3AD203B41FA5}">
                      <a16:colId xmlns:a16="http://schemas.microsoft.com/office/drawing/2014/main" val="416731006"/>
                    </a:ext>
                  </a:extLst>
                </a:gridCol>
                <a:gridCol w="391020">
                  <a:extLst>
                    <a:ext uri="{9D8B030D-6E8A-4147-A177-3AD203B41FA5}">
                      <a16:colId xmlns:a16="http://schemas.microsoft.com/office/drawing/2014/main" val="4062622099"/>
                    </a:ext>
                  </a:extLst>
                </a:gridCol>
                <a:gridCol w="1347709">
                  <a:extLst>
                    <a:ext uri="{9D8B030D-6E8A-4147-A177-3AD203B41FA5}">
                      <a16:colId xmlns:a16="http://schemas.microsoft.com/office/drawing/2014/main" val="3794202418"/>
                    </a:ext>
                  </a:extLst>
                </a:gridCol>
                <a:gridCol w="135696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4513798C-AA90-17EF-E494-ED32F5E23A57}"/>
              </a:ext>
            </a:extLst>
          </p:cNvPr>
          <p:cNvGraphicFramePr>
            <a:graphicFrameLocks noGrp="1"/>
          </p:cNvGraphicFramePr>
          <p:nvPr>
            <p:extLst>
              <p:ext uri="{D42A27DB-BD31-4B8C-83A1-F6EECF244321}">
                <p14:modId xmlns:p14="http://schemas.microsoft.com/office/powerpoint/2010/main" val="1597413053"/>
              </p:ext>
            </p:extLst>
          </p:nvPr>
        </p:nvGraphicFramePr>
        <p:xfrm>
          <a:off x="2321169" y="4814097"/>
          <a:ext cx="4121802" cy="138903"/>
        </p:xfrm>
        <a:graphic>
          <a:graphicData uri="http://schemas.openxmlformats.org/drawingml/2006/table">
            <a:tbl>
              <a:tblPr firstRow="1" bandRow="1">
                <a:tableStyleId>{5C22544A-7EE6-4342-B048-85BDC9FD1C3A}</a:tableStyleId>
              </a:tblPr>
              <a:tblGrid>
                <a:gridCol w="1073802">
                  <a:extLst>
                    <a:ext uri="{9D8B030D-6E8A-4147-A177-3AD203B41FA5}">
                      <a16:colId xmlns:a16="http://schemas.microsoft.com/office/drawing/2014/main" val="1091265023"/>
                    </a:ext>
                  </a:extLst>
                </a:gridCol>
                <a:gridCol w="1524000">
                  <a:extLst>
                    <a:ext uri="{9D8B030D-6E8A-4147-A177-3AD203B41FA5}">
                      <a16:colId xmlns:a16="http://schemas.microsoft.com/office/drawing/2014/main" val="2403729045"/>
                    </a:ext>
                  </a:extLst>
                </a:gridCol>
                <a:gridCol w="1524000">
                  <a:extLst>
                    <a:ext uri="{9D8B030D-6E8A-4147-A177-3AD203B41FA5}">
                      <a16:colId xmlns:a16="http://schemas.microsoft.com/office/drawing/2014/main" val="2800884657"/>
                    </a:ext>
                  </a:extLst>
                </a:gridCol>
              </a:tblGrid>
              <a:tr h="138903">
                <a:tc>
                  <a:txBody>
                    <a:bodyPr/>
                    <a:lstStyle/>
                    <a:p>
                      <a:pPr algn="ctr" latinLnBrk="1"/>
                      <a:r>
                        <a:rPr lang="en-US" altLang="ko-KR" sz="800" b="0" dirty="0">
                          <a:solidFill>
                            <a:schemeClr val="tx1"/>
                          </a:solidFill>
                          <a:latin typeface="Arial" panose="020B0604020202020204" pitchFamily="34" charset="0"/>
                          <a:ea typeface="Calibri" panose="020F0502020204030204" pitchFamily="34" charset="0"/>
                          <a:cs typeface="Arial" panose="020B0604020202020204" pitchFamily="34" charset="0"/>
                        </a:rPr>
                        <a:t>SPI Data Stream</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8-bit = ACC_COUNTER value</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the 3</a:t>
                      </a:r>
                      <a:r>
                        <a:rPr lang="en-US" altLang="ko-KR" sz="800" b="0" baseline="30000" dirty="0">
                          <a:solidFill>
                            <a:schemeClr val="tx1"/>
                          </a:solidFill>
                          <a:latin typeface="Arial" panose="020B0604020202020204" pitchFamily="34" charset="0"/>
                          <a:cs typeface="Arial" panose="020B0604020202020204" pitchFamily="34" charset="0"/>
                        </a:rPr>
                        <a:t>rd</a:t>
                      </a:r>
                      <a:r>
                        <a:rPr lang="en-US" altLang="ko-KR" sz="800" b="0" dirty="0">
                          <a:solidFill>
                            <a:schemeClr val="tx1"/>
                          </a:solidFill>
                          <a:latin typeface="Arial" panose="020B0604020202020204" pitchFamily="34" charset="0"/>
                          <a:cs typeface="Arial" panose="020B0604020202020204" pitchFamily="34" charset="0"/>
                        </a:rPr>
                        <a:t> bit of last byte = Parity bit</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395198096"/>
                  </a:ext>
                </a:extLst>
              </a:tr>
            </a:tbl>
          </a:graphicData>
        </a:graphic>
      </p:graphicFrame>
    </p:spTree>
    <p:extLst>
      <p:ext uri="{BB962C8B-B14F-4D97-AF65-F5344CB8AC3E}">
        <p14:creationId xmlns:p14="http://schemas.microsoft.com/office/powerpoint/2010/main" val="1190558087"/>
      </p:ext>
    </p:extLst>
  </p:cSld>
  <p:clrMapOvr>
    <a:masterClrMapping/>
  </p:clrMapOvr>
  <p:extLst>
    <p:ext uri="{6950BFC3-D8DA-4A85-94F7-54DA5524770B}">
      <p188:commentRel xmlns:p188="http://schemas.microsoft.com/office/powerpoint/2018/8/main" r:id="rId2"/>
    </p:ext>
  </p:extLs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4" name="표 3">
            <a:extLst>
              <a:ext uri="{FF2B5EF4-FFF2-40B4-BE49-F238E27FC236}">
                <a16:creationId xmlns:a16="http://schemas.microsoft.com/office/drawing/2014/main" id="{1C625917-B467-40D8-71FB-A110FC749344}"/>
              </a:ext>
            </a:extLst>
          </p:cNvPr>
          <p:cNvGraphicFramePr>
            <a:graphicFrameLocks noGrp="1"/>
          </p:cNvGraphicFramePr>
          <p:nvPr>
            <p:extLst>
              <p:ext uri="{D42A27DB-BD31-4B8C-83A1-F6EECF244321}">
                <p14:modId xmlns:p14="http://schemas.microsoft.com/office/powerpoint/2010/main" val="2048558632"/>
              </p:ext>
            </p:extLst>
          </p:nvPr>
        </p:nvGraphicFramePr>
        <p:xfrm>
          <a:off x="399449" y="1535545"/>
          <a:ext cx="6048622" cy="879687"/>
        </p:xfrm>
        <a:graphic>
          <a:graphicData uri="http://schemas.openxmlformats.org/drawingml/2006/table">
            <a:tbl>
              <a:tblPr firstRow="1" bandRow="1">
                <a:tableStyleId>{5C22544A-7EE6-4342-B048-85BDC9FD1C3A}</a:tableStyleId>
              </a:tblPr>
              <a:tblGrid>
                <a:gridCol w="443660">
                  <a:extLst>
                    <a:ext uri="{9D8B030D-6E8A-4147-A177-3AD203B41FA5}">
                      <a16:colId xmlns:a16="http://schemas.microsoft.com/office/drawing/2014/main" val="4170535043"/>
                    </a:ext>
                  </a:extLst>
                </a:gridCol>
                <a:gridCol w="1323037">
                  <a:extLst>
                    <a:ext uri="{9D8B030D-6E8A-4147-A177-3AD203B41FA5}">
                      <a16:colId xmlns:a16="http://schemas.microsoft.com/office/drawing/2014/main" val="2079070694"/>
                    </a:ext>
                  </a:extLst>
                </a:gridCol>
                <a:gridCol w="428192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OSC_FORCE_STATIC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Forcing the current OSC output clock to static state without variation when the OSC_SPREAD_EN bit is disabled.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Reserved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75346055"/>
                  </a:ext>
                </a:extLst>
              </a:tr>
            </a:tbl>
          </a:graphicData>
        </a:graphic>
      </p:graphicFrame>
      <p:graphicFrame>
        <p:nvGraphicFramePr>
          <p:cNvPr id="11" name="표 10">
            <a:extLst>
              <a:ext uri="{FF2B5EF4-FFF2-40B4-BE49-F238E27FC236}">
                <a16:creationId xmlns:a16="http://schemas.microsoft.com/office/drawing/2014/main" id="{07DE3B63-8884-8CCE-5163-E03950804AA5}"/>
              </a:ext>
            </a:extLst>
          </p:cNvPr>
          <p:cNvGraphicFramePr>
            <a:graphicFrameLocks noGrp="1"/>
          </p:cNvGraphicFramePr>
          <p:nvPr>
            <p:extLst>
              <p:ext uri="{D42A27DB-BD31-4B8C-83A1-F6EECF244321}">
                <p14:modId xmlns:p14="http://schemas.microsoft.com/office/powerpoint/2010/main" val="830021613"/>
              </p:ext>
            </p:extLst>
          </p:nvPr>
        </p:nvGraphicFramePr>
        <p:xfrm>
          <a:off x="399449" y="5723462"/>
          <a:ext cx="6048614" cy="2165694"/>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35817">
                  <a:extLst>
                    <a:ext uri="{9D8B030D-6E8A-4147-A177-3AD203B41FA5}">
                      <a16:colId xmlns:a16="http://schemas.microsoft.com/office/drawing/2014/main" val="2079070694"/>
                    </a:ext>
                  </a:extLst>
                </a:gridCol>
                <a:gridCol w="4469138">
                  <a:extLst>
                    <a:ext uri="{9D8B030D-6E8A-4147-A177-3AD203B41FA5}">
                      <a16:colId xmlns:a16="http://schemas.microsoft.com/office/drawing/2014/main" val="32595803"/>
                    </a:ext>
                  </a:extLst>
                </a:gridCol>
              </a:tblGrid>
              <a:tr h="33316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detection level, respectively.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08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5.42V         3b’001 : &gt;  5.49V        3b’010 : &gt;  5.63V        3b’011 : &gt; 5.71V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5.78V          3b’101 : &gt; 5.94V         3b’110 : &gt; 6.03V         3b’111 : &gt; 6.12V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5011214"/>
                  </a:ext>
                </a:extLst>
              </a:tr>
              <a:tr h="39609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3.78V         3b’001 : &lt;  3.88V        3b’010 : &lt;  3.99V        3b’011 : &lt; 4.11V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4.19V          3b’101 : &lt; 4.31V         3b’110 : &lt; 4.40V         3b’111 : &lt; 4.49V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223008"/>
                  </a:ext>
                </a:extLst>
              </a:tr>
              <a:tr h="44017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1.62V         3b’001 : &gt;  1.65V        3b’010 : &gt;  1.68V        3b’011 : &gt; 1.71V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1.74V          3b’101 : &gt; 1.77V         3b’110 : &gt; 1.80V         3b’111 : &gt; 1.83V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4344755"/>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1.19V         3b’001 : &lt;  1.22V        3b’010 : &lt;  1.25V        3b’011 : &lt; 1.28V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1.32V          3b’101 : &lt;  1.34V        3b’110 : &lt; 1.36V         3b’111 : &lt; 1.37V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6734578"/>
                  </a:ext>
                </a:extLst>
              </a:tr>
            </a:tbl>
          </a:graphicData>
        </a:graphic>
      </p:graphicFrame>
      <p:sp>
        <p:nvSpPr>
          <p:cNvPr id="13" name="TextBox 12">
            <a:extLst>
              <a:ext uri="{FF2B5EF4-FFF2-40B4-BE49-F238E27FC236}">
                <a16:creationId xmlns:a16="http://schemas.microsoft.com/office/drawing/2014/main" id="{308D8453-0D73-6F2E-0930-BC4C06FCBA6F}"/>
              </a:ext>
            </a:extLst>
          </p:cNvPr>
          <p:cNvSpPr txBox="1"/>
          <p:nvPr/>
        </p:nvSpPr>
        <p:spPr>
          <a:xfrm>
            <a:off x="399449" y="50281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FAULT LEVEL</a:t>
            </a:r>
          </a:p>
        </p:txBody>
      </p:sp>
      <p:graphicFrame>
        <p:nvGraphicFramePr>
          <p:cNvPr id="9" name="표 8">
            <a:extLst>
              <a:ext uri="{FF2B5EF4-FFF2-40B4-BE49-F238E27FC236}">
                <a16:creationId xmlns:a16="http://schemas.microsoft.com/office/drawing/2014/main" id="{21071282-7770-37AB-C398-49C0DC046481}"/>
              </a:ext>
            </a:extLst>
          </p:cNvPr>
          <p:cNvGraphicFramePr>
            <a:graphicFrameLocks noGrp="1"/>
          </p:cNvGraphicFramePr>
          <p:nvPr>
            <p:extLst>
              <p:ext uri="{D42A27DB-BD31-4B8C-83A1-F6EECF244321}">
                <p14:modId xmlns:p14="http://schemas.microsoft.com/office/powerpoint/2010/main" val="225612477"/>
              </p:ext>
            </p:extLst>
          </p:nvPr>
        </p:nvGraphicFramePr>
        <p:xfrm>
          <a:off x="399449" y="1117011"/>
          <a:ext cx="6048003"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OSC_FORCE_STATIC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Reserved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23E67712-CDB9-1FFE-9B3B-612E01BBDCE4}"/>
              </a:ext>
            </a:extLst>
          </p:cNvPr>
          <p:cNvGraphicFramePr>
            <a:graphicFrameLocks noGrp="1"/>
          </p:cNvGraphicFramePr>
          <p:nvPr>
            <p:extLst>
              <p:ext uri="{D42A27DB-BD31-4B8C-83A1-F6EECF244321}">
                <p14:modId xmlns:p14="http://schemas.microsoft.com/office/powerpoint/2010/main" val="1683198606"/>
              </p:ext>
            </p:extLst>
          </p:nvPr>
        </p:nvGraphicFramePr>
        <p:xfrm>
          <a:off x="399449" y="530874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0x4444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088491943"/>
              </p:ext>
            </p:extLst>
          </p:nvPr>
        </p:nvGraphicFramePr>
        <p:xfrm>
          <a:off x="399449" y="3469268"/>
          <a:ext cx="6048614" cy="115380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bl>
          </a:graphicData>
        </a:graphic>
      </p:graphicFrame>
      <p:sp>
        <p:nvSpPr>
          <p:cNvPr id="22" name="TextBox 21">
            <a:extLst>
              <a:ext uri="{FF2B5EF4-FFF2-40B4-BE49-F238E27FC236}">
                <a16:creationId xmlns:a16="http://schemas.microsoft.com/office/drawing/2014/main" id="{0D6D1811-C5C6-E194-01F6-F3AC94EDA6F5}"/>
              </a:ext>
            </a:extLst>
          </p:cNvPr>
          <p:cNvSpPr txBox="1"/>
          <p:nvPr/>
        </p:nvSpPr>
        <p:spPr>
          <a:xfrm>
            <a:off x="399449" y="27840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STATUS</a:t>
            </a:r>
          </a:p>
        </p:txBody>
      </p:sp>
      <p:graphicFrame>
        <p:nvGraphicFramePr>
          <p:cNvPr id="23" name="표 22">
            <a:extLst>
              <a:ext uri="{FF2B5EF4-FFF2-40B4-BE49-F238E27FC236}">
                <a16:creationId xmlns:a16="http://schemas.microsoft.com/office/drawing/2014/main" id="{956D436B-A68E-9176-F1C7-BCD51976A226}"/>
              </a:ext>
            </a:extLst>
          </p:cNvPr>
          <p:cNvGraphicFramePr>
            <a:graphicFrameLocks noGrp="1"/>
          </p:cNvGraphicFramePr>
          <p:nvPr>
            <p:extLst>
              <p:ext uri="{D42A27DB-BD31-4B8C-83A1-F6EECF244321}">
                <p14:modId xmlns:p14="http://schemas.microsoft.com/office/powerpoint/2010/main" val="3589539651"/>
              </p:ext>
            </p:extLst>
          </p:nvPr>
        </p:nvGraphicFramePr>
        <p:xfrm>
          <a:off x="399449" y="3059340"/>
          <a:ext cx="6047999" cy="372600"/>
        </p:xfrm>
        <a:graphic>
          <a:graphicData uri="http://schemas.openxmlformats.org/drawingml/2006/table">
            <a:tbl>
              <a:tblPr firstRow="1" bandRow="1">
                <a:tableStyleId>{5C22544A-7EE6-4342-B048-85BDC9FD1C3A}</a:tableStyleId>
              </a:tblPr>
              <a:tblGrid>
                <a:gridCol w="322476">
                  <a:extLst>
                    <a:ext uri="{9D8B030D-6E8A-4147-A177-3AD203B41FA5}">
                      <a16:colId xmlns:a16="http://schemas.microsoft.com/office/drawing/2014/main" val="3358603807"/>
                    </a:ext>
                  </a:extLst>
                </a:gridCol>
                <a:gridCol w="432474">
                  <a:extLst>
                    <a:ext uri="{9D8B030D-6E8A-4147-A177-3AD203B41FA5}">
                      <a16:colId xmlns:a16="http://schemas.microsoft.com/office/drawing/2014/main" val="2844922634"/>
                    </a:ext>
                  </a:extLst>
                </a:gridCol>
                <a:gridCol w="264077">
                  <a:extLst>
                    <a:ext uri="{9D8B030D-6E8A-4147-A177-3AD203B41FA5}">
                      <a16:colId xmlns:a16="http://schemas.microsoft.com/office/drawing/2014/main" val="4293411712"/>
                    </a:ext>
                  </a:extLst>
                </a:gridCol>
                <a:gridCol w="264077">
                  <a:extLst>
                    <a:ext uri="{9D8B030D-6E8A-4147-A177-3AD203B41FA5}">
                      <a16:colId xmlns:a16="http://schemas.microsoft.com/office/drawing/2014/main" val="657570846"/>
                    </a:ext>
                  </a:extLst>
                </a:gridCol>
                <a:gridCol w="264077">
                  <a:extLst>
                    <a:ext uri="{9D8B030D-6E8A-4147-A177-3AD203B41FA5}">
                      <a16:colId xmlns:a16="http://schemas.microsoft.com/office/drawing/2014/main" val="3259894497"/>
                    </a:ext>
                  </a:extLst>
                </a:gridCol>
                <a:gridCol w="579189">
                  <a:extLst>
                    <a:ext uri="{9D8B030D-6E8A-4147-A177-3AD203B41FA5}">
                      <a16:colId xmlns:a16="http://schemas.microsoft.com/office/drawing/2014/main" val="4170535043"/>
                    </a:ext>
                  </a:extLst>
                </a:gridCol>
                <a:gridCol w="270283">
                  <a:extLst>
                    <a:ext uri="{9D8B030D-6E8A-4147-A177-3AD203B41FA5}">
                      <a16:colId xmlns:a16="http://schemas.microsoft.com/office/drawing/2014/main" val="2079070694"/>
                    </a:ext>
                  </a:extLst>
                </a:gridCol>
                <a:gridCol w="270283">
                  <a:extLst>
                    <a:ext uri="{9D8B030D-6E8A-4147-A177-3AD203B41FA5}">
                      <a16:colId xmlns:a16="http://schemas.microsoft.com/office/drawing/2014/main" val="4213315911"/>
                    </a:ext>
                  </a:extLst>
                </a:gridCol>
                <a:gridCol w="270283">
                  <a:extLst>
                    <a:ext uri="{9D8B030D-6E8A-4147-A177-3AD203B41FA5}">
                      <a16:colId xmlns:a16="http://schemas.microsoft.com/office/drawing/2014/main" val="2769999950"/>
                    </a:ext>
                  </a:extLst>
                </a:gridCol>
                <a:gridCol w="550851">
                  <a:extLst>
                    <a:ext uri="{9D8B030D-6E8A-4147-A177-3AD203B41FA5}">
                      <a16:colId xmlns:a16="http://schemas.microsoft.com/office/drawing/2014/main" val="135637185"/>
                    </a:ext>
                  </a:extLst>
                </a:gridCol>
                <a:gridCol w="259645">
                  <a:extLst>
                    <a:ext uri="{9D8B030D-6E8A-4147-A177-3AD203B41FA5}">
                      <a16:colId xmlns:a16="http://schemas.microsoft.com/office/drawing/2014/main" val="3038050475"/>
                    </a:ext>
                  </a:extLst>
                </a:gridCol>
                <a:gridCol w="259645">
                  <a:extLst>
                    <a:ext uri="{9D8B030D-6E8A-4147-A177-3AD203B41FA5}">
                      <a16:colId xmlns:a16="http://schemas.microsoft.com/office/drawing/2014/main" val="1979433044"/>
                    </a:ext>
                  </a:extLst>
                </a:gridCol>
                <a:gridCol w="259645">
                  <a:extLst>
                    <a:ext uri="{9D8B030D-6E8A-4147-A177-3AD203B41FA5}">
                      <a16:colId xmlns:a16="http://schemas.microsoft.com/office/drawing/2014/main" val="1937369831"/>
                    </a:ext>
                  </a:extLst>
                </a:gridCol>
                <a:gridCol w="550851">
                  <a:extLst>
                    <a:ext uri="{9D8B030D-6E8A-4147-A177-3AD203B41FA5}">
                      <a16:colId xmlns:a16="http://schemas.microsoft.com/office/drawing/2014/main" val="747813118"/>
                    </a:ext>
                  </a:extLst>
                </a:gridCol>
                <a:gridCol w="228086">
                  <a:extLst>
                    <a:ext uri="{9D8B030D-6E8A-4147-A177-3AD203B41FA5}">
                      <a16:colId xmlns:a16="http://schemas.microsoft.com/office/drawing/2014/main" val="416731006"/>
                    </a:ext>
                  </a:extLst>
                </a:gridCol>
                <a:gridCol w="228086">
                  <a:extLst>
                    <a:ext uri="{9D8B030D-6E8A-4147-A177-3AD203B41FA5}">
                      <a16:colId xmlns:a16="http://schemas.microsoft.com/office/drawing/2014/main" val="4062622099"/>
                    </a:ext>
                  </a:extLst>
                </a:gridCol>
                <a:gridCol w="228086">
                  <a:extLst>
                    <a:ext uri="{9D8B030D-6E8A-4147-A177-3AD203B41FA5}">
                      <a16:colId xmlns:a16="http://schemas.microsoft.com/office/drawing/2014/main" val="3794202418"/>
                    </a:ext>
                  </a:extLst>
                </a:gridCol>
                <a:gridCol w="54588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402405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3067840124"/>
              </p:ext>
            </p:extLst>
          </p:nvPr>
        </p:nvGraphicFramePr>
        <p:xfrm>
          <a:off x="399449" y="1527076"/>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and the first bit of (n+1)</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incoming from the daisied XDs to the XC. The setting value should be larger than the 1-bit serial data length time at which the daisied XD devices are sending to the XC. So, the proper value depends on the serial baudrate of the XDs and can be set between (1-bit time + 3 MCLKs) and (1-bit time + 5 MCLKs). If the proper value will be set, then the serial data value will be broken.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careful that this register value should be changed to the proper value firstly in case that the Serializer Output Baudrate of XD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at least 1.5 times larger than the SERIAL LATENCY value of XD.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9" name="TextBox 18">
            <a:extLst>
              <a:ext uri="{FF2B5EF4-FFF2-40B4-BE49-F238E27FC236}">
                <a16:creationId xmlns:a16="http://schemas.microsoft.com/office/drawing/2014/main" id="{E1CD242E-9A65-599F-0C39-E389B7F248D3}"/>
              </a:ext>
            </a:extLst>
          </p:cNvPr>
          <p:cNvSpPr txBox="1"/>
          <p:nvPr/>
        </p:nvSpPr>
        <p:spPr>
          <a:xfrm>
            <a:off x="399449" y="84693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20" name="표 19">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1899098834"/>
              </p:ext>
            </p:extLst>
          </p:nvPr>
        </p:nvGraphicFramePr>
        <p:xfrm>
          <a:off x="399449" y="11135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641387147"/>
              </p:ext>
            </p:extLst>
          </p:nvPr>
        </p:nvGraphicFramePr>
        <p:xfrm>
          <a:off x="404813" y="6678802"/>
          <a:ext cx="6045587" cy="93780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255149686"/>
              </p:ext>
            </p:extLst>
          </p:nvPr>
        </p:nvGraphicFramePr>
        <p:xfrm>
          <a:off x="404813" y="1114591"/>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67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014821538"/>
              </p:ext>
            </p:extLst>
          </p:nvPr>
        </p:nvGraphicFramePr>
        <p:xfrm>
          <a:off x="404813" y="1850112"/>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‘h21</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897"/>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17417914"/>
              </p:ext>
            </p:extLst>
          </p:nvPr>
        </p:nvGraphicFramePr>
        <p:xfrm>
          <a:off x="404813" y="25856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‘h22</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3115"/>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50267879"/>
              </p:ext>
            </p:extLst>
          </p:nvPr>
        </p:nvGraphicFramePr>
        <p:xfrm>
          <a:off x="404813" y="3321154"/>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‘h23</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DAISIED_DEV_CH_SIZE11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8333"/>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2008162094"/>
              </p:ext>
            </p:extLst>
          </p:nvPr>
        </p:nvGraphicFramePr>
        <p:xfrm>
          <a:off x="404813" y="405667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‘h24</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3551"/>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4105822958"/>
              </p:ext>
            </p:extLst>
          </p:nvPr>
        </p:nvGraphicFramePr>
        <p:xfrm>
          <a:off x="404813" y="47921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‘h25</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876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799699876"/>
              </p:ext>
            </p:extLst>
          </p:nvPr>
        </p:nvGraphicFramePr>
        <p:xfrm>
          <a:off x="404813" y="5527717"/>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‘h26</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3988"/>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39347901"/>
              </p:ext>
            </p:extLst>
          </p:nvPr>
        </p:nvGraphicFramePr>
        <p:xfrm>
          <a:off x="404813" y="626323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‘h27</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3655606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0829817"/>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974287984"/>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930690014"/>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3157543051"/>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620165002"/>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597700198"/>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909794579"/>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328623136"/>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688986786"/>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06438020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446485229"/>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1918897521"/>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511629214"/>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114001748"/>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819497567"/>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4263201412"/>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536524130"/>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3967057591"/>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950471906"/>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2400074"/>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068639114"/>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4158496963"/>
              </p:ext>
            </p:extLst>
          </p:nvPr>
        </p:nvGraphicFramePr>
        <p:xfrm>
          <a:off x="399252" y="3347733"/>
          <a:ext cx="6037275" cy="80064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2348103821"/>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932726198"/>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841367688"/>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 SIZE/ LD WIDTH</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2427636859"/>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163361388"/>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3374678637"/>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3875995612"/>
              </p:ext>
            </p:extLst>
          </p:nvPr>
        </p:nvGraphicFramePr>
        <p:xfrm>
          <a:off x="1973747" y="3124557"/>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136873"/>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97966"/>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98196"/>
            <a:ext cx="2088713" cy="215444"/>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415868"/>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411894"/>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67292"/>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337342271"/>
              </p:ext>
            </p:extLst>
          </p:nvPr>
        </p:nvGraphicFramePr>
        <p:xfrm>
          <a:off x="402556" y="1945320"/>
          <a:ext cx="6047999" cy="3831918"/>
        </p:xfrm>
        <a:graphic>
          <a:graphicData uri="http://schemas.openxmlformats.org/drawingml/2006/table">
            <a:tbl>
              <a:tblPr firstRow="1" bandRow="1">
                <a:tableStyleId>{5C22544A-7EE6-4342-B048-85BDC9FD1C3A}</a:tableStyleId>
              </a:tblPr>
              <a:tblGrid>
                <a:gridCol w="435003">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319513">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8628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DAC_FB_MODE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6588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2525571"/>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50063224"/>
              </p:ext>
            </p:extLst>
          </p:nvPr>
        </p:nvGraphicFramePr>
        <p:xfrm>
          <a:off x="402555" y="1114894"/>
          <a:ext cx="6047999" cy="3726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496965">
                  <a:extLst>
                    <a:ext uri="{9D8B030D-6E8A-4147-A177-3AD203B41FA5}">
                      <a16:colId xmlns:a16="http://schemas.microsoft.com/office/drawing/2014/main" val="4293411712"/>
                    </a:ext>
                  </a:extLst>
                </a:gridCol>
                <a:gridCol w="496965">
                  <a:extLst>
                    <a:ext uri="{9D8B030D-6E8A-4147-A177-3AD203B41FA5}">
                      <a16:colId xmlns:a16="http://schemas.microsoft.com/office/drawing/2014/main" val="657570846"/>
                    </a:ext>
                  </a:extLst>
                </a:gridCol>
                <a:gridCol w="496965">
                  <a:extLst>
                    <a:ext uri="{9D8B030D-6E8A-4147-A177-3AD203B41FA5}">
                      <a16:colId xmlns:a16="http://schemas.microsoft.com/office/drawing/2014/main" val="3259894497"/>
                    </a:ext>
                  </a:extLst>
                </a:gridCol>
                <a:gridCol w="1008546">
                  <a:extLst>
                    <a:ext uri="{9D8B030D-6E8A-4147-A177-3AD203B41FA5}">
                      <a16:colId xmlns:a16="http://schemas.microsoft.com/office/drawing/2014/main" val="4213315911"/>
                    </a:ext>
                  </a:extLst>
                </a:gridCol>
                <a:gridCol w="493227">
                  <a:extLst>
                    <a:ext uri="{9D8B030D-6E8A-4147-A177-3AD203B41FA5}">
                      <a16:colId xmlns:a16="http://schemas.microsoft.com/office/drawing/2014/main" val="3038050475"/>
                    </a:ext>
                  </a:extLst>
                </a:gridCol>
                <a:gridCol w="493227">
                  <a:extLst>
                    <a:ext uri="{9D8B030D-6E8A-4147-A177-3AD203B41FA5}">
                      <a16:colId xmlns:a16="http://schemas.microsoft.com/office/drawing/2014/main" val="1979433044"/>
                    </a:ext>
                  </a:extLst>
                </a:gridCol>
                <a:gridCol w="911564">
                  <a:extLst>
                    <a:ext uri="{9D8B030D-6E8A-4147-A177-3AD203B41FA5}">
                      <a16:colId xmlns:a16="http://schemas.microsoft.com/office/drawing/2014/main" val="1937369831"/>
                    </a:ext>
                  </a:extLst>
                </a:gridCol>
                <a:gridCol w="907423">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D12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0x1101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D6CD0C31-CFE3-C40B-B2A3-8DCCA3CBA416}"/>
              </a:ext>
            </a:extLst>
          </p:cNvPr>
          <p:cNvSpPr txBox="1"/>
          <p:nvPr/>
        </p:nvSpPr>
        <p:spPr>
          <a:xfrm>
            <a:off x="402556" y="62184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a:t>
            </a:r>
          </a:p>
        </p:txBody>
      </p:sp>
      <p:graphicFrame>
        <p:nvGraphicFramePr>
          <p:cNvPr id="5" name="표 4">
            <a:extLst>
              <a:ext uri="{FF2B5EF4-FFF2-40B4-BE49-F238E27FC236}">
                <a16:creationId xmlns:a16="http://schemas.microsoft.com/office/drawing/2014/main" id="{E87C950C-6B19-D58B-225E-A75C4F1A246C}"/>
              </a:ext>
            </a:extLst>
          </p:cNvPr>
          <p:cNvGraphicFramePr>
            <a:graphicFrameLocks noGrp="1"/>
          </p:cNvGraphicFramePr>
          <p:nvPr>
            <p:extLst>
              <p:ext uri="{D42A27DB-BD31-4B8C-83A1-F6EECF244321}">
                <p14:modId xmlns:p14="http://schemas.microsoft.com/office/powerpoint/2010/main" val="2532826826"/>
              </p:ext>
            </p:extLst>
          </p:nvPr>
        </p:nvGraphicFramePr>
        <p:xfrm>
          <a:off x="402556" y="6902771"/>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AF3F835-204B-9133-894E-289F7F01D7A5}"/>
              </a:ext>
            </a:extLst>
          </p:cNvPr>
          <p:cNvGraphicFramePr>
            <a:graphicFrameLocks noGrp="1"/>
          </p:cNvGraphicFramePr>
          <p:nvPr>
            <p:extLst>
              <p:ext uri="{D42A27DB-BD31-4B8C-83A1-F6EECF244321}">
                <p14:modId xmlns:p14="http://schemas.microsoft.com/office/powerpoint/2010/main" val="3453772594"/>
              </p:ext>
            </p:extLst>
          </p:nvPr>
        </p:nvGraphicFramePr>
        <p:xfrm>
          <a:off x="402556" y="64937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CURR_TGT_DAC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3873341837"/>
              </p:ext>
            </p:extLst>
          </p:nvPr>
        </p:nvGraphicFramePr>
        <p:xfrm>
          <a:off x="402556" y="1525832"/>
          <a:ext cx="6047998"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477307">
                  <a:extLst>
                    <a:ext uri="{9D8B030D-6E8A-4147-A177-3AD203B41FA5}">
                      <a16:colId xmlns:a16="http://schemas.microsoft.com/office/drawing/2014/main" val="4293411712"/>
                    </a:ext>
                  </a:extLst>
                </a:gridCol>
                <a:gridCol w="477307">
                  <a:extLst>
                    <a:ext uri="{9D8B030D-6E8A-4147-A177-3AD203B41FA5}">
                      <a16:colId xmlns:a16="http://schemas.microsoft.com/office/drawing/2014/main" val="657570846"/>
                    </a:ext>
                  </a:extLst>
                </a:gridCol>
                <a:gridCol w="1095450">
                  <a:extLst>
                    <a:ext uri="{9D8B030D-6E8A-4147-A177-3AD203B41FA5}">
                      <a16:colId xmlns:a16="http://schemas.microsoft.com/office/drawing/2014/main" val="3259894497"/>
                    </a:ext>
                  </a:extLst>
                </a:gridCol>
                <a:gridCol w="984186">
                  <a:extLst>
                    <a:ext uri="{9D8B030D-6E8A-4147-A177-3AD203B41FA5}">
                      <a16:colId xmlns:a16="http://schemas.microsoft.com/office/drawing/2014/main" val="2769999950"/>
                    </a:ext>
                  </a:extLst>
                </a:gridCol>
                <a:gridCol w="477307">
                  <a:extLst>
                    <a:ext uri="{9D8B030D-6E8A-4147-A177-3AD203B41FA5}">
                      <a16:colId xmlns:a16="http://schemas.microsoft.com/office/drawing/2014/main" val="1937369831"/>
                    </a:ext>
                  </a:extLst>
                </a:gridCol>
                <a:gridCol w="477307">
                  <a:extLst>
                    <a:ext uri="{9D8B030D-6E8A-4147-A177-3AD203B41FA5}">
                      <a16:colId xmlns:a16="http://schemas.microsoft.com/office/drawing/2014/main" val="747813118"/>
                    </a:ext>
                  </a:extLst>
                </a:gridCol>
                <a:gridCol w="477307">
                  <a:extLst>
                    <a:ext uri="{9D8B030D-6E8A-4147-A177-3AD203B41FA5}">
                      <a16:colId xmlns:a16="http://schemas.microsoft.com/office/drawing/2014/main" val="416731006"/>
                    </a:ext>
                  </a:extLst>
                </a:gridCol>
                <a:gridCol w="832644">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0x1101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DAC_FB_MODE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DAC_AUTO</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extLst>
    <p:ext uri="{6950BFC3-D8DA-4A85-94F7-54DA5524770B}">
      <p188:commentRel xmlns:p188="http://schemas.microsoft.com/office/powerpoint/2018/8/main" r:id="rId3"/>
    </p:ext>
  </p:extLs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9B6385F2-5E27-C1D4-004C-E631E46A5FA1}"/>
              </a:ext>
            </a:extLst>
          </p:cNvPr>
          <p:cNvGraphicFramePr>
            <a:graphicFrameLocks noGrp="1"/>
          </p:cNvGraphicFramePr>
          <p:nvPr>
            <p:extLst>
              <p:ext uri="{D42A27DB-BD31-4B8C-83A1-F6EECF244321}">
                <p14:modId xmlns:p14="http://schemas.microsoft.com/office/powerpoint/2010/main" val="1483643921"/>
              </p:ext>
            </p:extLst>
          </p:nvPr>
        </p:nvGraphicFramePr>
        <p:xfrm>
          <a:off x="399229" y="1525427"/>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9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PREV_TGT_DAC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0" name="표 9">
            <a:extLst>
              <a:ext uri="{FF2B5EF4-FFF2-40B4-BE49-F238E27FC236}">
                <a16:creationId xmlns:a16="http://schemas.microsoft.com/office/drawing/2014/main" id="{E945181E-8A1E-8329-9099-755D9F969BD5}"/>
              </a:ext>
            </a:extLst>
          </p:cNvPr>
          <p:cNvGraphicFramePr>
            <a:graphicFrameLocks noGrp="1"/>
          </p:cNvGraphicFramePr>
          <p:nvPr>
            <p:extLst>
              <p:ext uri="{D42A27DB-BD31-4B8C-83A1-F6EECF244321}">
                <p14:modId xmlns:p14="http://schemas.microsoft.com/office/powerpoint/2010/main" val="3722490326"/>
              </p:ext>
            </p:extLst>
          </p:nvPr>
        </p:nvGraphicFramePr>
        <p:xfrm>
          <a:off x="399229" y="1115670"/>
          <a:ext cx="6046800" cy="372600"/>
        </p:xfrm>
        <a:graphic>
          <a:graphicData uri="http://schemas.openxmlformats.org/drawingml/2006/table">
            <a:tbl>
              <a:tblPr firstRow="1" bandRow="1">
                <a:tableStyleId>{5C22544A-7EE6-4342-B048-85BDC9FD1C3A}</a:tableStyleId>
              </a:tblPr>
              <a:tblGrid>
                <a:gridCol w="317259">
                  <a:extLst>
                    <a:ext uri="{9D8B030D-6E8A-4147-A177-3AD203B41FA5}">
                      <a16:colId xmlns:a16="http://schemas.microsoft.com/office/drawing/2014/main" val="3358603807"/>
                    </a:ext>
                  </a:extLst>
                </a:gridCol>
                <a:gridCol w="425477">
                  <a:extLst>
                    <a:ext uri="{9D8B030D-6E8A-4147-A177-3AD203B41FA5}">
                      <a16:colId xmlns:a16="http://schemas.microsoft.com/office/drawing/2014/main" val="2844922634"/>
                    </a:ext>
                  </a:extLst>
                </a:gridCol>
                <a:gridCol w="331504">
                  <a:extLst>
                    <a:ext uri="{9D8B030D-6E8A-4147-A177-3AD203B41FA5}">
                      <a16:colId xmlns:a16="http://schemas.microsoft.com/office/drawing/2014/main" val="4293411712"/>
                    </a:ext>
                  </a:extLst>
                </a:gridCol>
                <a:gridCol w="331504">
                  <a:extLst>
                    <a:ext uri="{9D8B030D-6E8A-4147-A177-3AD203B41FA5}">
                      <a16:colId xmlns:a16="http://schemas.microsoft.com/office/drawing/2014/main" val="657570846"/>
                    </a:ext>
                  </a:extLst>
                </a:gridCol>
                <a:gridCol w="331504">
                  <a:extLst>
                    <a:ext uri="{9D8B030D-6E8A-4147-A177-3AD203B41FA5}">
                      <a16:colId xmlns:a16="http://schemas.microsoft.com/office/drawing/2014/main" val="3259894497"/>
                    </a:ext>
                  </a:extLst>
                </a:gridCol>
                <a:gridCol w="331504">
                  <a:extLst>
                    <a:ext uri="{9D8B030D-6E8A-4147-A177-3AD203B41FA5}">
                      <a16:colId xmlns:a16="http://schemas.microsoft.com/office/drawing/2014/main" val="4170535043"/>
                    </a:ext>
                  </a:extLst>
                </a:gridCol>
                <a:gridCol w="331504">
                  <a:extLst>
                    <a:ext uri="{9D8B030D-6E8A-4147-A177-3AD203B41FA5}">
                      <a16:colId xmlns:a16="http://schemas.microsoft.com/office/drawing/2014/main" val="2079070694"/>
                    </a:ext>
                  </a:extLst>
                </a:gridCol>
                <a:gridCol w="331504">
                  <a:extLst>
                    <a:ext uri="{9D8B030D-6E8A-4147-A177-3AD203B41FA5}">
                      <a16:colId xmlns:a16="http://schemas.microsoft.com/office/drawing/2014/main" val="4213315911"/>
                    </a:ext>
                  </a:extLst>
                </a:gridCol>
                <a:gridCol w="331504">
                  <a:extLst>
                    <a:ext uri="{9D8B030D-6E8A-4147-A177-3AD203B41FA5}">
                      <a16:colId xmlns:a16="http://schemas.microsoft.com/office/drawing/2014/main" val="2769999950"/>
                    </a:ext>
                  </a:extLst>
                </a:gridCol>
                <a:gridCol w="331504">
                  <a:extLst>
                    <a:ext uri="{9D8B030D-6E8A-4147-A177-3AD203B41FA5}">
                      <a16:colId xmlns:a16="http://schemas.microsoft.com/office/drawing/2014/main" val="135637185"/>
                    </a:ext>
                  </a:extLst>
                </a:gridCol>
                <a:gridCol w="331504">
                  <a:extLst>
                    <a:ext uri="{9D8B030D-6E8A-4147-A177-3AD203B41FA5}">
                      <a16:colId xmlns:a16="http://schemas.microsoft.com/office/drawing/2014/main" val="3038050475"/>
                    </a:ext>
                  </a:extLst>
                </a:gridCol>
                <a:gridCol w="331504">
                  <a:extLst>
                    <a:ext uri="{9D8B030D-6E8A-4147-A177-3AD203B41FA5}">
                      <a16:colId xmlns:a16="http://schemas.microsoft.com/office/drawing/2014/main" val="1979433044"/>
                    </a:ext>
                  </a:extLst>
                </a:gridCol>
                <a:gridCol w="331504">
                  <a:extLst>
                    <a:ext uri="{9D8B030D-6E8A-4147-A177-3AD203B41FA5}">
                      <a16:colId xmlns:a16="http://schemas.microsoft.com/office/drawing/2014/main" val="1937369831"/>
                    </a:ext>
                  </a:extLst>
                </a:gridCol>
                <a:gridCol w="331504">
                  <a:extLst>
                    <a:ext uri="{9D8B030D-6E8A-4147-A177-3AD203B41FA5}">
                      <a16:colId xmlns:a16="http://schemas.microsoft.com/office/drawing/2014/main" val="747813118"/>
                    </a:ext>
                  </a:extLst>
                </a:gridCol>
                <a:gridCol w="331504">
                  <a:extLst>
                    <a:ext uri="{9D8B030D-6E8A-4147-A177-3AD203B41FA5}">
                      <a16:colId xmlns:a16="http://schemas.microsoft.com/office/drawing/2014/main" val="416731006"/>
                    </a:ext>
                  </a:extLst>
                </a:gridCol>
                <a:gridCol w="331504">
                  <a:extLst>
                    <a:ext uri="{9D8B030D-6E8A-4147-A177-3AD203B41FA5}">
                      <a16:colId xmlns:a16="http://schemas.microsoft.com/office/drawing/2014/main" val="4062622099"/>
                    </a:ext>
                  </a:extLst>
                </a:gridCol>
                <a:gridCol w="331504">
                  <a:extLst>
                    <a:ext uri="{9D8B030D-6E8A-4147-A177-3AD203B41FA5}">
                      <a16:colId xmlns:a16="http://schemas.microsoft.com/office/drawing/2014/main" val="3794202418"/>
                    </a:ext>
                  </a:extLst>
                </a:gridCol>
                <a:gridCol w="33150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PREV_TGT_DAC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A15DDE88-0FF1-2BCC-17A5-CB5EF0E2FAB2}"/>
              </a:ext>
            </a:extLst>
          </p:cNvPr>
          <p:cNvSpPr txBox="1"/>
          <p:nvPr/>
        </p:nvSpPr>
        <p:spPr>
          <a:xfrm>
            <a:off x="399229" y="25957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OUT</a:t>
            </a:r>
          </a:p>
        </p:txBody>
      </p:sp>
      <p:graphicFrame>
        <p:nvGraphicFramePr>
          <p:cNvPr id="12" name="표 11">
            <a:extLst>
              <a:ext uri="{FF2B5EF4-FFF2-40B4-BE49-F238E27FC236}">
                <a16:creationId xmlns:a16="http://schemas.microsoft.com/office/drawing/2014/main" id="{C459097B-EEC3-19B4-0105-0DD9D64212F8}"/>
              </a:ext>
            </a:extLst>
          </p:cNvPr>
          <p:cNvGraphicFramePr>
            <a:graphicFrameLocks noGrp="1"/>
          </p:cNvGraphicFramePr>
          <p:nvPr>
            <p:extLst>
              <p:ext uri="{D42A27DB-BD31-4B8C-83A1-F6EECF244321}">
                <p14:modId xmlns:p14="http://schemas.microsoft.com/office/powerpoint/2010/main" val="3719948232"/>
              </p:ext>
            </p:extLst>
          </p:nvPr>
        </p:nvGraphicFramePr>
        <p:xfrm>
          <a:off x="399229" y="3280250"/>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65C4F866-7B19-3D9A-8CEE-5F35D73B711F}"/>
              </a:ext>
            </a:extLst>
          </p:cNvPr>
          <p:cNvGraphicFramePr>
            <a:graphicFrameLocks noGrp="1"/>
          </p:cNvGraphicFramePr>
          <p:nvPr>
            <p:extLst>
              <p:ext uri="{D42A27DB-BD31-4B8C-83A1-F6EECF244321}">
                <p14:modId xmlns:p14="http://schemas.microsoft.com/office/powerpoint/2010/main" val="4231238728"/>
              </p:ext>
            </p:extLst>
          </p:nvPr>
        </p:nvGraphicFramePr>
        <p:xfrm>
          <a:off x="399229" y="2871077"/>
          <a:ext cx="6048001"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DAC_OUT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C551BDF-D196-0E71-D3E6-822FDF1E1427}"/>
              </a:ext>
            </a:extLst>
          </p:cNvPr>
          <p:cNvSpPr txBox="1"/>
          <p:nvPr/>
        </p:nvSpPr>
        <p:spPr>
          <a:xfrm>
            <a:off x="399229" y="42821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2882283434"/>
              </p:ext>
            </p:extLst>
          </p:nvPr>
        </p:nvGraphicFramePr>
        <p:xfrm>
          <a:off x="399229" y="4961265"/>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DAC_INC3</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1557106426"/>
              </p:ext>
            </p:extLst>
          </p:nvPr>
        </p:nvGraphicFramePr>
        <p:xfrm>
          <a:off x="399229" y="454380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0x40C2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DAC_INC3 [5:0]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DAC_INC2 [4:0]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3216881B-4D32-F981-491B-466791ABFECD}"/>
              </a:ext>
            </a:extLst>
          </p:cNvPr>
          <p:cNvSpPr txBox="1"/>
          <p:nvPr/>
        </p:nvSpPr>
        <p:spPr>
          <a:xfrm>
            <a:off x="399229"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a:t>
            </a:r>
          </a:p>
        </p:txBody>
      </p:sp>
    </p:spTree>
    <p:extLst>
      <p:ext uri="{BB962C8B-B14F-4D97-AF65-F5344CB8AC3E}">
        <p14:creationId xmlns:p14="http://schemas.microsoft.com/office/powerpoint/2010/main" val="4126368946"/>
      </p:ext>
    </p:extLst>
  </p:cSld>
  <p:clrMapOvr>
    <a:masterClrMapping/>
  </p:clrMapOvr>
  <p:extLst>
    <p:ext uri="{6950BFC3-D8DA-4A85-94F7-54DA5524770B}">
      <p188:commentRel xmlns:p188="http://schemas.microsoft.com/office/powerpoint/2018/8/main" r:id="rId2"/>
    </p:ext>
  </p:extLs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2211021313"/>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DAC_INT4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3625722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0x0820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DAC_INC_HOLD_LIMIT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DAC_INT4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2574851989"/>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DAC_DEC1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4265391480"/>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2844021589"/>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620074803"/>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868FC7F-798D-F71C-95FE-DE37D69BB2FF}"/>
              </a:ext>
            </a:extLst>
          </p:cNvPr>
          <p:cNvGraphicFramePr>
            <a:graphicFrameLocks noGrp="1"/>
          </p:cNvGraphicFramePr>
          <p:nvPr>
            <p:extLst>
              <p:ext uri="{D42A27DB-BD31-4B8C-83A1-F6EECF244321}">
                <p14:modId xmlns:p14="http://schemas.microsoft.com/office/powerpoint/2010/main" val="1195962700"/>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1860872154"/>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0x1908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SOA_N11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SOA_P2 &amp; P1</a:t>
            </a:r>
          </a:p>
        </p:txBody>
      </p:sp>
      <p:graphicFrame>
        <p:nvGraphicFramePr>
          <p:cNvPr id="12" name="표 11">
            <a:extLst>
              <a:ext uri="{FF2B5EF4-FFF2-40B4-BE49-F238E27FC236}">
                <a16:creationId xmlns:a16="http://schemas.microsoft.com/office/drawing/2014/main" id="{1A0CE766-25E8-DC06-997C-080380FC4809}"/>
              </a:ext>
            </a:extLst>
          </p:cNvPr>
          <p:cNvGraphicFramePr>
            <a:graphicFrameLocks noGrp="1"/>
          </p:cNvGraphicFramePr>
          <p:nvPr>
            <p:extLst>
              <p:ext uri="{D42A27DB-BD31-4B8C-83A1-F6EECF244321}">
                <p14:modId xmlns:p14="http://schemas.microsoft.com/office/powerpoint/2010/main" val="1835054276"/>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277688612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0xC07D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SOA_P2 [3:0]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SOA_P1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B410C266-4078-3434-59EB-4FCFAA2D43AC}"/>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SOA_P3 &amp; P2</a:t>
            </a:r>
          </a:p>
        </p:txBody>
      </p:sp>
      <p:graphicFrame>
        <p:nvGraphicFramePr>
          <p:cNvPr id="15" name="표 14">
            <a:extLst>
              <a:ext uri="{FF2B5EF4-FFF2-40B4-BE49-F238E27FC236}">
                <a16:creationId xmlns:a16="http://schemas.microsoft.com/office/drawing/2014/main" id="{7EC04194-80EC-843B-C9B9-90381CB95965}"/>
              </a:ext>
            </a:extLst>
          </p:cNvPr>
          <p:cNvGraphicFramePr>
            <a:graphicFrameLocks noGrp="1"/>
          </p:cNvGraphicFramePr>
          <p:nvPr>
            <p:extLst>
              <p:ext uri="{D42A27DB-BD31-4B8C-83A1-F6EECF244321}">
                <p14:modId xmlns:p14="http://schemas.microsoft.com/office/powerpoint/2010/main" val="2062128339"/>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D357C407-B485-43F5-5746-263416EBDCCC}"/>
              </a:ext>
            </a:extLst>
          </p:cNvPr>
          <p:cNvGraphicFramePr>
            <a:graphicFrameLocks noGrp="1"/>
          </p:cNvGraphicFramePr>
          <p:nvPr>
            <p:extLst>
              <p:ext uri="{D42A27DB-BD31-4B8C-83A1-F6EECF244321}">
                <p14:modId xmlns:p14="http://schemas.microsoft.com/office/powerpoint/2010/main" val="107805583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0x7D12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SOA_P3 [9:0]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SOA_P2 [9:4]</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SOA_N11 &amp; N1</a:t>
            </a:r>
          </a:p>
        </p:txBody>
      </p:sp>
    </p:spTree>
    <p:extLst>
      <p:ext uri="{BB962C8B-B14F-4D97-AF65-F5344CB8AC3E}">
        <p14:creationId xmlns:p14="http://schemas.microsoft.com/office/powerpoint/2010/main" val="306655016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2594389009"/>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3384755531"/>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DAC_FB_VAILD_TIMER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1328539210"/>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DAC_MIN_LIMIT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1925498511"/>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DAC_MIN_LIMIT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9E0251E9-D78E-BD7F-798E-F5B64DF12E0B}"/>
              </a:ext>
            </a:extLst>
          </p:cNvPr>
          <p:cNvSpPr txBox="1"/>
          <p:nvPr/>
        </p:nvSpPr>
        <p:spPr>
          <a:xfrm>
            <a:off x="399646" y="62381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STATE</a:t>
            </a:r>
          </a:p>
        </p:txBody>
      </p:sp>
      <p:graphicFrame>
        <p:nvGraphicFramePr>
          <p:cNvPr id="9" name="표 8">
            <a:extLst>
              <a:ext uri="{FF2B5EF4-FFF2-40B4-BE49-F238E27FC236}">
                <a16:creationId xmlns:a16="http://schemas.microsoft.com/office/drawing/2014/main" id="{26E0A7DF-C676-7696-CD90-560AC3D72582}"/>
              </a:ext>
            </a:extLst>
          </p:cNvPr>
          <p:cNvGraphicFramePr>
            <a:graphicFrameLocks noGrp="1"/>
          </p:cNvGraphicFramePr>
          <p:nvPr>
            <p:extLst>
              <p:ext uri="{D42A27DB-BD31-4B8C-83A1-F6EECF244321}">
                <p14:modId xmlns:p14="http://schemas.microsoft.com/office/powerpoint/2010/main" val="4187056522"/>
              </p:ext>
            </p:extLst>
          </p:nvPr>
        </p:nvGraphicFramePr>
        <p:xfrm>
          <a:off x="399646" y="6908037"/>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DAC_STATE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DAC_ST_EN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10" name="표 9">
            <a:extLst>
              <a:ext uri="{FF2B5EF4-FFF2-40B4-BE49-F238E27FC236}">
                <a16:creationId xmlns:a16="http://schemas.microsoft.com/office/drawing/2014/main" id="{061B24BF-BE03-820F-EDBE-FDC9C828DF4C}"/>
              </a:ext>
            </a:extLst>
          </p:cNvPr>
          <p:cNvGraphicFramePr>
            <a:graphicFrameLocks noGrp="1"/>
          </p:cNvGraphicFramePr>
          <p:nvPr>
            <p:extLst>
              <p:ext uri="{D42A27DB-BD31-4B8C-83A1-F6EECF244321}">
                <p14:modId xmlns:p14="http://schemas.microsoft.com/office/powerpoint/2010/main" val="1794244077"/>
              </p:ext>
            </p:extLst>
          </p:nvPr>
        </p:nvGraphicFramePr>
        <p:xfrm>
          <a:off x="399646" y="649980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DAC_STATE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DAC_ST_EN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1988486599"/>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434655880"/>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DAC_MAX_LIMIT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896734-8C9C-829F-134C-4AC9772351D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025A20E-DBD0-F9F5-62DD-58667391D39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17B7B72-D00E-9B0C-8B3C-740F4C92B9F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CFC06A2-6065-B7A1-8FF8-BFD9D3DD4D5A}"/>
              </a:ext>
            </a:extLst>
          </p:cNvPr>
          <p:cNvSpPr txBox="1"/>
          <p:nvPr/>
        </p:nvSpPr>
        <p:spPr>
          <a:xfrm>
            <a:off x="39978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CNT</a:t>
            </a:r>
          </a:p>
        </p:txBody>
      </p:sp>
      <p:graphicFrame>
        <p:nvGraphicFramePr>
          <p:cNvPr id="16" name="표 15">
            <a:extLst>
              <a:ext uri="{FF2B5EF4-FFF2-40B4-BE49-F238E27FC236}">
                <a16:creationId xmlns:a16="http://schemas.microsoft.com/office/drawing/2014/main" id="{48AC77C7-0B8D-05A4-5A49-F39F94458BE9}"/>
              </a:ext>
            </a:extLst>
          </p:cNvPr>
          <p:cNvGraphicFramePr>
            <a:graphicFrameLocks noGrp="1"/>
          </p:cNvGraphicFramePr>
          <p:nvPr>
            <p:extLst>
              <p:ext uri="{D42A27DB-BD31-4B8C-83A1-F6EECF244321}">
                <p14:modId xmlns:p14="http://schemas.microsoft.com/office/powerpoint/2010/main" val="3676936587"/>
              </p:ext>
            </p:extLst>
          </p:nvPr>
        </p:nvGraphicFramePr>
        <p:xfrm>
          <a:off x="399782" y="1528214"/>
          <a:ext cx="6053653" cy="663480"/>
        </p:xfrm>
        <a:graphic>
          <a:graphicData uri="http://schemas.openxmlformats.org/drawingml/2006/table">
            <a:tbl>
              <a:tblPr firstRow="1" bandRow="1">
                <a:tableStyleId>{5C22544A-7EE6-4342-B048-85BDC9FD1C3A}</a:tableStyleId>
              </a:tblPr>
              <a:tblGrid>
                <a:gridCol w="436190">
                  <a:extLst>
                    <a:ext uri="{9D8B030D-6E8A-4147-A177-3AD203B41FA5}">
                      <a16:colId xmlns:a16="http://schemas.microsoft.com/office/drawing/2014/main" val="4170535043"/>
                    </a:ext>
                  </a:extLst>
                </a:gridCol>
                <a:gridCol w="1711612">
                  <a:extLst>
                    <a:ext uri="{9D8B030D-6E8A-4147-A177-3AD203B41FA5}">
                      <a16:colId xmlns:a16="http://schemas.microsoft.com/office/drawing/2014/main" val="2079070694"/>
                    </a:ext>
                  </a:extLst>
                </a:gridCol>
                <a:gridCol w="390585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57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4" name="TextBox 3">
            <a:extLst>
              <a:ext uri="{FF2B5EF4-FFF2-40B4-BE49-F238E27FC236}">
                <a16:creationId xmlns:a16="http://schemas.microsoft.com/office/drawing/2014/main" id="{FABDA3BF-8F63-9205-DCEE-658E02B28E7D}"/>
              </a:ext>
            </a:extLst>
          </p:cNvPr>
          <p:cNvSpPr txBox="1"/>
          <p:nvPr/>
        </p:nvSpPr>
        <p:spPr>
          <a:xfrm>
            <a:off x="399782" y="26787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 HOLD/WAIT CNT</a:t>
            </a:r>
          </a:p>
        </p:txBody>
      </p:sp>
      <p:graphicFrame>
        <p:nvGraphicFramePr>
          <p:cNvPr id="5" name="표 4">
            <a:extLst>
              <a:ext uri="{FF2B5EF4-FFF2-40B4-BE49-F238E27FC236}">
                <a16:creationId xmlns:a16="http://schemas.microsoft.com/office/drawing/2014/main" id="{8471F6B0-A5DD-C91E-866B-5F33CAC1557C}"/>
              </a:ext>
            </a:extLst>
          </p:cNvPr>
          <p:cNvGraphicFramePr>
            <a:graphicFrameLocks noGrp="1"/>
          </p:cNvGraphicFramePr>
          <p:nvPr>
            <p:extLst>
              <p:ext uri="{D42A27DB-BD31-4B8C-83A1-F6EECF244321}">
                <p14:modId xmlns:p14="http://schemas.microsoft.com/office/powerpoint/2010/main" val="2095624697"/>
              </p:ext>
            </p:extLst>
          </p:nvPr>
        </p:nvGraphicFramePr>
        <p:xfrm>
          <a:off x="399782" y="3349282"/>
          <a:ext cx="6053653" cy="868406"/>
        </p:xfrm>
        <a:graphic>
          <a:graphicData uri="http://schemas.openxmlformats.org/drawingml/2006/table">
            <a:tbl>
              <a:tblPr firstRow="1" bandRow="1">
                <a:tableStyleId>{5C22544A-7EE6-4342-B048-85BDC9FD1C3A}</a:tableStyleId>
              </a:tblPr>
              <a:tblGrid>
                <a:gridCol w="431457">
                  <a:extLst>
                    <a:ext uri="{9D8B030D-6E8A-4147-A177-3AD203B41FA5}">
                      <a16:colId xmlns:a16="http://schemas.microsoft.com/office/drawing/2014/main" val="4170535043"/>
                    </a:ext>
                  </a:extLst>
                </a:gridCol>
                <a:gridCol w="1743996">
                  <a:extLst>
                    <a:ext uri="{9D8B030D-6E8A-4147-A177-3AD203B41FA5}">
                      <a16:colId xmlns:a16="http://schemas.microsoft.com/office/drawing/2014/main" val="2079070694"/>
                    </a:ext>
                  </a:extLst>
                </a:gridCol>
                <a:gridCol w="3878200">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91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DAC_INC_HOLD_LIMIT_CNT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23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DAC_INC1_WAIT_</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CNT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11" name="표 10">
            <a:extLst>
              <a:ext uri="{FF2B5EF4-FFF2-40B4-BE49-F238E27FC236}">
                <a16:creationId xmlns:a16="http://schemas.microsoft.com/office/drawing/2014/main" id="{6DD68EAC-5BDD-0ADF-4727-6867F70F89FE}"/>
              </a:ext>
            </a:extLst>
          </p:cNvPr>
          <p:cNvGraphicFramePr>
            <a:graphicFrameLocks noGrp="1"/>
          </p:cNvGraphicFramePr>
          <p:nvPr>
            <p:extLst>
              <p:ext uri="{D42A27DB-BD31-4B8C-83A1-F6EECF244321}">
                <p14:modId xmlns:p14="http://schemas.microsoft.com/office/powerpoint/2010/main" val="3234312438"/>
              </p:ext>
            </p:extLst>
          </p:nvPr>
        </p:nvGraphicFramePr>
        <p:xfrm>
          <a:off x="399782" y="1114386"/>
          <a:ext cx="6053657" cy="372600"/>
        </p:xfrm>
        <a:graphic>
          <a:graphicData uri="http://schemas.openxmlformats.org/drawingml/2006/table">
            <a:tbl>
              <a:tblPr firstRow="1" bandRow="1">
                <a:tableStyleId>{5C22544A-7EE6-4342-B048-85BDC9FD1C3A}</a:tableStyleId>
              </a:tblPr>
              <a:tblGrid>
                <a:gridCol w="317618">
                  <a:extLst>
                    <a:ext uri="{9D8B030D-6E8A-4147-A177-3AD203B41FA5}">
                      <a16:colId xmlns:a16="http://schemas.microsoft.com/office/drawing/2014/main" val="3358603807"/>
                    </a:ext>
                  </a:extLst>
                </a:gridCol>
                <a:gridCol w="425959">
                  <a:extLst>
                    <a:ext uri="{9D8B030D-6E8A-4147-A177-3AD203B41FA5}">
                      <a16:colId xmlns:a16="http://schemas.microsoft.com/office/drawing/2014/main" val="2844922634"/>
                    </a:ext>
                  </a:extLst>
                </a:gridCol>
                <a:gridCol w="331880">
                  <a:extLst>
                    <a:ext uri="{9D8B030D-6E8A-4147-A177-3AD203B41FA5}">
                      <a16:colId xmlns:a16="http://schemas.microsoft.com/office/drawing/2014/main" val="4293411712"/>
                    </a:ext>
                  </a:extLst>
                </a:gridCol>
                <a:gridCol w="331880">
                  <a:extLst>
                    <a:ext uri="{9D8B030D-6E8A-4147-A177-3AD203B41FA5}">
                      <a16:colId xmlns:a16="http://schemas.microsoft.com/office/drawing/2014/main" val="657570846"/>
                    </a:ext>
                  </a:extLst>
                </a:gridCol>
                <a:gridCol w="331880">
                  <a:extLst>
                    <a:ext uri="{9D8B030D-6E8A-4147-A177-3AD203B41FA5}">
                      <a16:colId xmlns:a16="http://schemas.microsoft.com/office/drawing/2014/main" val="3259894497"/>
                    </a:ext>
                  </a:extLst>
                </a:gridCol>
                <a:gridCol w="331880">
                  <a:extLst>
                    <a:ext uri="{9D8B030D-6E8A-4147-A177-3AD203B41FA5}">
                      <a16:colId xmlns:a16="http://schemas.microsoft.com/office/drawing/2014/main" val="4170535043"/>
                    </a:ext>
                  </a:extLst>
                </a:gridCol>
                <a:gridCol w="331880">
                  <a:extLst>
                    <a:ext uri="{9D8B030D-6E8A-4147-A177-3AD203B41FA5}">
                      <a16:colId xmlns:a16="http://schemas.microsoft.com/office/drawing/2014/main" val="2079070694"/>
                    </a:ext>
                  </a:extLst>
                </a:gridCol>
                <a:gridCol w="331880">
                  <a:extLst>
                    <a:ext uri="{9D8B030D-6E8A-4147-A177-3AD203B41FA5}">
                      <a16:colId xmlns:a16="http://schemas.microsoft.com/office/drawing/2014/main" val="4213315911"/>
                    </a:ext>
                  </a:extLst>
                </a:gridCol>
                <a:gridCol w="331880">
                  <a:extLst>
                    <a:ext uri="{9D8B030D-6E8A-4147-A177-3AD203B41FA5}">
                      <a16:colId xmlns:a16="http://schemas.microsoft.com/office/drawing/2014/main" val="2769999950"/>
                    </a:ext>
                  </a:extLst>
                </a:gridCol>
                <a:gridCol w="331880">
                  <a:extLst>
                    <a:ext uri="{9D8B030D-6E8A-4147-A177-3AD203B41FA5}">
                      <a16:colId xmlns:a16="http://schemas.microsoft.com/office/drawing/2014/main" val="135637185"/>
                    </a:ext>
                  </a:extLst>
                </a:gridCol>
                <a:gridCol w="331880">
                  <a:extLst>
                    <a:ext uri="{9D8B030D-6E8A-4147-A177-3AD203B41FA5}">
                      <a16:colId xmlns:a16="http://schemas.microsoft.com/office/drawing/2014/main" val="3038050475"/>
                    </a:ext>
                  </a:extLst>
                </a:gridCol>
                <a:gridCol w="331880">
                  <a:extLst>
                    <a:ext uri="{9D8B030D-6E8A-4147-A177-3AD203B41FA5}">
                      <a16:colId xmlns:a16="http://schemas.microsoft.com/office/drawing/2014/main" val="1979433044"/>
                    </a:ext>
                  </a:extLst>
                </a:gridCol>
                <a:gridCol w="331880">
                  <a:extLst>
                    <a:ext uri="{9D8B030D-6E8A-4147-A177-3AD203B41FA5}">
                      <a16:colId xmlns:a16="http://schemas.microsoft.com/office/drawing/2014/main" val="1937369831"/>
                    </a:ext>
                  </a:extLst>
                </a:gridCol>
                <a:gridCol w="331880">
                  <a:extLst>
                    <a:ext uri="{9D8B030D-6E8A-4147-A177-3AD203B41FA5}">
                      <a16:colId xmlns:a16="http://schemas.microsoft.com/office/drawing/2014/main" val="747813118"/>
                    </a:ext>
                  </a:extLst>
                </a:gridCol>
                <a:gridCol w="331880">
                  <a:extLst>
                    <a:ext uri="{9D8B030D-6E8A-4147-A177-3AD203B41FA5}">
                      <a16:colId xmlns:a16="http://schemas.microsoft.com/office/drawing/2014/main" val="416731006"/>
                    </a:ext>
                  </a:extLst>
                </a:gridCol>
                <a:gridCol w="331880">
                  <a:extLst>
                    <a:ext uri="{9D8B030D-6E8A-4147-A177-3AD203B41FA5}">
                      <a16:colId xmlns:a16="http://schemas.microsoft.com/office/drawing/2014/main" val="4062622099"/>
                    </a:ext>
                  </a:extLst>
                </a:gridCol>
                <a:gridCol w="331880">
                  <a:extLst>
                    <a:ext uri="{9D8B030D-6E8A-4147-A177-3AD203B41FA5}">
                      <a16:colId xmlns:a16="http://schemas.microsoft.com/office/drawing/2014/main" val="3794202418"/>
                    </a:ext>
                  </a:extLst>
                </a:gridCol>
                <a:gridCol w="33188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DAC_FB_VAILD_CNT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FE224C0-C4A2-0609-1DB4-169E7CB6DD4A}"/>
              </a:ext>
            </a:extLst>
          </p:cNvPr>
          <p:cNvGraphicFramePr>
            <a:graphicFrameLocks noGrp="1"/>
          </p:cNvGraphicFramePr>
          <p:nvPr>
            <p:extLst>
              <p:ext uri="{D42A27DB-BD31-4B8C-83A1-F6EECF244321}">
                <p14:modId xmlns:p14="http://schemas.microsoft.com/office/powerpoint/2010/main" val="2997246133"/>
              </p:ext>
            </p:extLst>
          </p:nvPr>
        </p:nvGraphicFramePr>
        <p:xfrm>
          <a:off x="399782" y="294028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DAC_INC_HOLD_LIMT_CNT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DAC_INC1_WAIT_CNT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C5B336C6-947C-4821-1F54-840E0A2FD6E8}"/>
              </a:ext>
            </a:extLst>
          </p:cNvPr>
          <p:cNvSpPr txBox="1"/>
          <p:nvPr/>
        </p:nvSpPr>
        <p:spPr>
          <a:xfrm>
            <a:off x="332276" y="472088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R2</a:t>
            </a:r>
          </a:p>
        </p:txBody>
      </p:sp>
      <p:graphicFrame>
        <p:nvGraphicFramePr>
          <p:cNvPr id="7" name="표 6">
            <a:extLst>
              <a:ext uri="{FF2B5EF4-FFF2-40B4-BE49-F238E27FC236}">
                <a16:creationId xmlns:a16="http://schemas.microsoft.com/office/drawing/2014/main" id="{1475B916-99B2-FF97-71BE-111A4F516571}"/>
              </a:ext>
            </a:extLst>
          </p:cNvPr>
          <p:cNvGraphicFramePr>
            <a:graphicFrameLocks noGrp="1"/>
          </p:cNvGraphicFramePr>
          <p:nvPr>
            <p:extLst>
              <p:ext uri="{D42A27DB-BD31-4B8C-83A1-F6EECF244321}">
                <p14:modId xmlns:p14="http://schemas.microsoft.com/office/powerpoint/2010/main" val="1999013899"/>
              </p:ext>
            </p:extLst>
          </p:nvPr>
        </p:nvGraphicFramePr>
        <p:xfrm>
          <a:off x="332275" y="5395169"/>
          <a:ext cx="6112690" cy="816131"/>
        </p:xfrm>
        <a:graphic>
          <a:graphicData uri="http://schemas.openxmlformats.org/drawingml/2006/table">
            <a:tbl>
              <a:tblPr firstRow="1" bandRow="1">
                <a:tableStyleId>{5C22544A-7EE6-4342-B048-85BDC9FD1C3A}</a:tableStyleId>
              </a:tblPr>
              <a:tblGrid>
                <a:gridCol w="440444">
                  <a:extLst>
                    <a:ext uri="{9D8B030D-6E8A-4147-A177-3AD203B41FA5}">
                      <a16:colId xmlns:a16="http://schemas.microsoft.com/office/drawing/2014/main" val="4170535043"/>
                    </a:ext>
                  </a:extLst>
                </a:gridCol>
                <a:gridCol w="1116534">
                  <a:extLst>
                    <a:ext uri="{9D8B030D-6E8A-4147-A177-3AD203B41FA5}">
                      <a16:colId xmlns:a16="http://schemas.microsoft.com/office/drawing/2014/main" val="2079070694"/>
                    </a:ext>
                  </a:extLst>
                </a:gridCol>
                <a:gridCol w="4555712">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98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SIGNED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R2.  The negative value represents as ‘1’. 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69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(CURR_TGT_DAC – the current DAC)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8" name="표 7">
            <a:extLst>
              <a:ext uri="{FF2B5EF4-FFF2-40B4-BE49-F238E27FC236}">
                <a16:creationId xmlns:a16="http://schemas.microsoft.com/office/drawing/2014/main" id="{98822E1A-12B6-BA73-D456-107FFDAED52E}"/>
              </a:ext>
            </a:extLst>
          </p:cNvPr>
          <p:cNvGraphicFramePr>
            <a:graphicFrameLocks noGrp="1"/>
          </p:cNvGraphicFramePr>
          <p:nvPr>
            <p:extLst>
              <p:ext uri="{D42A27DB-BD31-4B8C-83A1-F6EECF244321}">
                <p14:modId xmlns:p14="http://schemas.microsoft.com/office/powerpoint/2010/main" val="189905020"/>
              </p:ext>
            </p:extLst>
          </p:nvPr>
        </p:nvGraphicFramePr>
        <p:xfrm>
          <a:off x="332276" y="4982425"/>
          <a:ext cx="6112697" cy="372600"/>
        </p:xfrm>
        <a:graphic>
          <a:graphicData uri="http://schemas.openxmlformats.org/drawingml/2006/table">
            <a:tbl>
              <a:tblPr firstRow="1" bandRow="1">
                <a:tableStyleId>{5C22544A-7EE6-4342-B048-85BDC9FD1C3A}</a:tableStyleId>
              </a:tblPr>
              <a:tblGrid>
                <a:gridCol w="316708">
                  <a:extLst>
                    <a:ext uri="{9D8B030D-6E8A-4147-A177-3AD203B41FA5}">
                      <a16:colId xmlns:a16="http://schemas.microsoft.com/office/drawing/2014/main" val="3358603807"/>
                    </a:ext>
                  </a:extLst>
                </a:gridCol>
                <a:gridCol w="424738">
                  <a:extLst>
                    <a:ext uri="{9D8B030D-6E8A-4147-A177-3AD203B41FA5}">
                      <a16:colId xmlns:a16="http://schemas.microsoft.com/office/drawing/2014/main" val="2844922634"/>
                    </a:ext>
                  </a:extLst>
                </a:gridCol>
                <a:gridCol w="350468">
                  <a:extLst>
                    <a:ext uri="{9D8B030D-6E8A-4147-A177-3AD203B41FA5}">
                      <a16:colId xmlns:a16="http://schemas.microsoft.com/office/drawing/2014/main" val="4293411712"/>
                    </a:ext>
                  </a:extLst>
                </a:gridCol>
                <a:gridCol w="350468">
                  <a:extLst>
                    <a:ext uri="{9D8B030D-6E8A-4147-A177-3AD203B41FA5}">
                      <a16:colId xmlns:a16="http://schemas.microsoft.com/office/drawing/2014/main" val="657570846"/>
                    </a:ext>
                  </a:extLst>
                </a:gridCol>
                <a:gridCol w="350468">
                  <a:extLst>
                    <a:ext uri="{9D8B030D-6E8A-4147-A177-3AD203B41FA5}">
                      <a16:colId xmlns:a16="http://schemas.microsoft.com/office/drawing/2014/main" val="3259894497"/>
                    </a:ext>
                  </a:extLst>
                </a:gridCol>
                <a:gridCol w="462039">
                  <a:extLst>
                    <a:ext uri="{9D8B030D-6E8A-4147-A177-3AD203B41FA5}">
                      <a16:colId xmlns:a16="http://schemas.microsoft.com/office/drawing/2014/main" val="4170535043"/>
                    </a:ext>
                  </a:extLst>
                </a:gridCol>
                <a:gridCol w="321484">
                  <a:extLst>
                    <a:ext uri="{9D8B030D-6E8A-4147-A177-3AD203B41FA5}">
                      <a16:colId xmlns:a16="http://schemas.microsoft.com/office/drawing/2014/main" val="2079070694"/>
                    </a:ext>
                  </a:extLst>
                </a:gridCol>
                <a:gridCol w="321484">
                  <a:extLst>
                    <a:ext uri="{9D8B030D-6E8A-4147-A177-3AD203B41FA5}">
                      <a16:colId xmlns:a16="http://schemas.microsoft.com/office/drawing/2014/main" val="4213315911"/>
                    </a:ext>
                  </a:extLst>
                </a:gridCol>
                <a:gridCol w="321484">
                  <a:extLst>
                    <a:ext uri="{9D8B030D-6E8A-4147-A177-3AD203B41FA5}">
                      <a16:colId xmlns:a16="http://schemas.microsoft.com/office/drawing/2014/main" val="2769999950"/>
                    </a:ext>
                  </a:extLst>
                </a:gridCol>
                <a:gridCol w="321484">
                  <a:extLst>
                    <a:ext uri="{9D8B030D-6E8A-4147-A177-3AD203B41FA5}">
                      <a16:colId xmlns:a16="http://schemas.microsoft.com/office/drawing/2014/main" val="135637185"/>
                    </a:ext>
                  </a:extLst>
                </a:gridCol>
                <a:gridCol w="321484">
                  <a:extLst>
                    <a:ext uri="{9D8B030D-6E8A-4147-A177-3AD203B41FA5}">
                      <a16:colId xmlns:a16="http://schemas.microsoft.com/office/drawing/2014/main" val="3038050475"/>
                    </a:ext>
                  </a:extLst>
                </a:gridCol>
                <a:gridCol w="321484">
                  <a:extLst>
                    <a:ext uri="{9D8B030D-6E8A-4147-A177-3AD203B41FA5}">
                      <a16:colId xmlns:a16="http://schemas.microsoft.com/office/drawing/2014/main" val="1979433044"/>
                    </a:ext>
                  </a:extLst>
                </a:gridCol>
                <a:gridCol w="321484">
                  <a:extLst>
                    <a:ext uri="{9D8B030D-6E8A-4147-A177-3AD203B41FA5}">
                      <a16:colId xmlns:a16="http://schemas.microsoft.com/office/drawing/2014/main" val="1937369831"/>
                    </a:ext>
                  </a:extLst>
                </a:gridCol>
                <a:gridCol w="321484">
                  <a:extLst>
                    <a:ext uri="{9D8B030D-6E8A-4147-A177-3AD203B41FA5}">
                      <a16:colId xmlns:a16="http://schemas.microsoft.com/office/drawing/2014/main" val="747813118"/>
                    </a:ext>
                  </a:extLst>
                </a:gridCol>
                <a:gridCol w="321484">
                  <a:extLst>
                    <a:ext uri="{9D8B030D-6E8A-4147-A177-3AD203B41FA5}">
                      <a16:colId xmlns:a16="http://schemas.microsoft.com/office/drawing/2014/main" val="416731006"/>
                    </a:ext>
                  </a:extLst>
                </a:gridCol>
                <a:gridCol w="321484">
                  <a:extLst>
                    <a:ext uri="{9D8B030D-6E8A-4147-A177-3AD203B41FA5}">
                      <a16:colId xmlns:a16="http://schemas.microsoft.com/office/drawing/2014/main" val="4062622099"/>
                    </a:ext>
                  </a:extLst>
                </a:gridCol>
                <a:gridCol w="321484">
                  <a:extLst>
                    <a:ext uri="{9D8B030D-6E8A-4147-A177-3AD203B41FA5}">
                      <a16:colId xmlns:a16="http://schemas.microsoft.com/office/drawing/2014/main" val="3794202418"/>
                    </a:ext>
                  </a:extLst>
                </a:gridCol>
                <a:gridCol w="3214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SIGNED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R2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4910098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296759119"/>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2458422187"/>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1676197546"/>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267823004"/>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2776269336"/>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1610672174"/>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3508686886"/>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2292455716"/>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GLOBAL_WR_DATA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728815326"/>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56881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5" name="TextBox 4">
            <a:extLst>
              <a:ext uri="{FF2B5EF4-FFF2-40B4-BE49-F238E27FC236}">
                <a16:creationId xmlns:a16="http://schemas.microsoft.com/office/drawing/2014/main" id="{CDC87149-C674-61BB-8021-58D50EC63F53}"/>
              </a:ext>
            </a:extLst>
          </p:cNvPr>
          <p:cNvSpPr txBox="1"/>
          <p:nvPr/>
        </p:nvSpPr>
        <p:spPr>
          <a:xfrm>
            <a:off x="404086" y="7169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1099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extLst>
              <p:ext uri="{D42A27DB-BD31-4B8C-83A1-F6EECF244321}">
                <p14:modId xmlns:p14="http://schemas.microsoft.com/office/powerpoint/2010/main" val="3386450359"/>
              </p:ext>
            </p:extLst>
          </p:nvPr>
        </p:nvGraphicFramePr>
        <p:xfrm>
          <a:off x="404086" y="1747574"/>
          <a:ext cx="6048000" cy="2093151"/>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DACO_DIRECT=1, then the written value of the CURR_TGT_DAC will be immediately out to an analog DAC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5444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MCLK1_O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SCLKO.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323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MCKL32_O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MCLK32_O=1, then the clock which divides the internal OSC into 32 will be driven on pin SCLKO. This is used to trim the internal OSC, 25MHz, so it is careful that SPREAD_EN should be disabled on trimming so that the internal OSC clock can be trimmed to exact 25MHz without any jitters.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extLst>
              <p:ext uri="{D42A27DB-BD31-4B8C-83A1-F6EECF244321}">
                <p14:modId xmlns:p14="http://schemas.microsoft.com/office/powerpoint/2010/main" val="248000942"/>
              </p:ext>
            </p:extLst>
          </p:nvPr>
        </p:nvGraphicFramePr>
        <p:xfrm>
          <a:off x="404086" y="6332504"/>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OTP_WSEL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1065615427"/>
              </p:ext>
            </p:extLst>
          </p:nvPr>
        </p:nvGraphicFramePr>
        <p:xfrm>
          <a:off x="404086" y="7808243"/>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extLst>
              <p:ext uri="{D42A27DB-BD31-4B8C-83A1-F6EECF244321}">
                <p14:modId xmlns:p14="http://schemas.microsoft.com/office/powerpoint/2010/main" val="3822050671"/>
              </p:ext>
            </p:extLst>
          </p:nvPr>
        </p:nvGraphicFramePr>
        <p:xfrm>
          <a:off x="404086" y="1370474"/>
          <a:ext cx="6048001" cy="37260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493554">
                  <a:extLst>
                    <a:ext uri="{9D8B030D-6E8A-4147-A177-3AD203B41FA5}">
                      <a16:colId xmlns:a16="http://schemas.microsoft.com/office/drawing/2014/main" val="4293411712"/>
                    </a:ext>
                  </a:extLst>
                </a:gridCol>
                <a:gridCol w="260182">
                  <a:extLst>
                    <a:ext uri="{9D8B030D-6E8A-4147-A177-3AD203B41FA5}">
                      <a16:colId xmlns:a16="http://schemas.microsoft.com/office/drawing/2014/main" val="657570846"/>
                    </a:ext>
                  </a:extLst>
                </a:gridCol>
                <a:gridCol w="260182">
                  <a:extLst>
                    <a:ext uri="{9D8B030D-6E8A-4147-A177-3AD203B41FA5}">
                      <a16:colId xmlns:a16="http://schemas.microsoft.com/office/drawing/2014/main" val="3259894497"/>
                    </a:ext>
                  </a:extLst>
                </a:gridCol>
                <a:gridCol w="260182">
                  <a:extLst>
                    <a:ext uri="{9D8B030D-6E8A-4147-A177-3AD203B41FA5}">
                      <a16:colId xmlns:a16="http://schemas.microsoft.com/office/drawing/2014/main" val="4170535043"/>
                    </a:ext>
                  </a:extLst>
                </a:gridCol>
                <a:gridCol w="260182">
                  <a:extLst>
                    <a:ext uri="{9D8B030D-6E8A-4147-A177-3AD203B41FA5}">
                      <a16:colId xmlns:a16="http://schemas.microsoft.com/office/drawing/2014/main" val="2079070694"/>
                    </a:ext>
                  </a:extLst>
                </a:gridCol>
                <a:gridCol w="260182">
                  <a:extLst>
                    <a:ext uri="{9D8B030D-6E8A-4147-A177-3AD203B41FA5}">
                      <a16:colId xmlns:a16="http://schemas.microsoft.com/office/drawing/2014/main" val="4213315911"/>
                    </a:ext>
                  </a:extLst>
                </a:gridCol>
                <a:gridCol w="260182">
                  <a:extLst>
                    <a:ext uri="{9D8B030D-6E8A-4147-A177-3AD203B41FA5}">
                      <a16:colId xmlns:a16="http://schemas.microsoft.com/office/drawing/2014/main" val="2769999950"/>
                    </a:ext>
                  </a:extLst>
                </a:gridCol>
                <a:gridCol w="729746">
                  <a:extLst>
                    <a:ext uri="{9D8B030D-6E8A-4147-A177-3AD203B41FA5}">
                      <a16:colId xmlns:a16="http://schemas.microsoft.com/office/drawing/2014/main" val="135637185"/>
                    </a:ext>
                  </a:extLst>
                </a:gridCol>
                <a:gridCol w="260182">
                  <a:extLst>
                    <a:ext uri="{9D8B030D-6E8A-4147-A177-3AD203B41FA5}">
                      <a16:colId xmlns:a16="http://schemas.microsoft.com/office/drawing/2014/main" val="3038050475"/>
                    </a:ext>
                  </a:extLst>
                </a:gridCol>
                <a:gridCol w="260182">
                  <a:extLst>
                    <a:ext uri="{9D8B030D-6E8A-4147-A177-3AD203B41FA5}">
                      <a16:colId xmlns:a16="http://schemas.microsoft.com/office/drawing/2014/main" val="1979433044"/>
                    </a:ext>
                  </a:extLst>
                </a:gridCol>
                <a:gridCol w="260182">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24040">
                  <a:extLst>
                    <a:ext uri="{9D8B030D-6E8A-4147-A177-3AD203B41FA5}">
                      <a16:colId xmlns:a16="http://schemas.microsoft.com/office/drawing/2014/main" val="416731006"/>
                    </a:ext>
                  </a:extLst>
                </a:gridCol>
                <a:gridCol w="224040">
                  <a:extLst>
                    <a:ext uri="{9D8B030D-6E8A-4147-A177-3AD203B41FA5}">
                      <a16:colId xmlns:a16="http://schemas.microsoft.com/office/drawing/2014/main" val="4062622099"/>
                    </a:ext>
                  </a:extLst>
                </a:gridCol>
                <a:gridCol w="224040">
                  <a:extLst>
                    <a:ext uri="{9D8B030D-6E8A-4147-A177-3AD203B41FA5}">
                      <a16:colId xmlns:a16="http://schemas.microsoft.com/office/drawing/2014/main" val="3794202418"/>
                    </a:ext>
                  </a:extLst>
                </a:gridCol>
                <a:gridCol w="56013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TEST_EN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MCLK32_O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extLst>
              <p:ext uri="{D42A27DB-BD31-4B8C-83A1-F6EECF244321}">
                <p14:modId xmlns:p14="http://schemas.microsoft.com/office/powerpoint/2010/main" val="1848292714"/>
              </p:ext>
            </p:extLst>
          </p:nvPr>
        </p:nvGraphicFramePr>
        <p:xfrm>
          <a:off x="404086" y="595531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2284107871"/>
              </p:ext>
            </p:extLst>
          </p:nvPr>
        </p:nvGraphicFramePr>
        <p:xfrm>
          <a:off x="404086" y="7437431"/>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41784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extLst>
              <p:ext uri="{D42A27DB-BD31-4B8C-83A1-F6EECF244321}">
                <p14:modId xmlns:p14="http://schemas.microsoft.com/office/powerpoint/2010/main" val="277105084"/>
              </p:ext>
            </p:extLst>
          </p:nvPr>
        </p:nvGraphicFramePr>
        <p:xfrm>
          <a:off x="404087" y="482609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extLst>
              <p:ext uri="{D42A27DB-BD31-4B8C-83A1-F6EECF244321}">
                <p14:modId xmlns:p14="http://schemas.microsoft.com/office/powerpoint/2010/main" val="4133314750"/>
              </p:ext>
            </p:extLst>
          </p:nvPr>
        </p:nvGraphicFramePr>
        <p:xfrm>
          <a:off x="404086" y="444899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0x03FF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OTP_PG_ACC_CYCLE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Tree>
    <p:extLst>
      <p:ext uri="{BB962C8B-B14F-4D97-AF65-F5344CB8AC3E}">
        <p14:creationId xmlns:p14="http://schemas.microsoft.com/office/powerpoint/2010/main" val="2902379113"/>
      </p:ext>
    </p:extLst>
  </p:cSld>
  <p:clrMapOvr>
    <a:masterClrMapping/>
  </p:clrMapOvr>
  <p:extLst>
    <p:ext uri="{6950BFC3-D8DA-4A85-94F7-54DA5524770B}">
      <p188:commentRel xmlns:p188="http://schemas.microsoft.com/office/powerpoint/2018/8/main" r:id="rId2"/>
    </p:ext>
  </p:extLs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E88602-E403-4826-F5A6-DA7807B342A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F6ED551-8563-ADE7-BCC8-D57340997FA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A89B3F2-C04B-129D-04D2-5DEFEFFEF5B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9" name="TextBox 28">
            <a:extLst>
              <a:ext uri="{FF2B5EF4-FFF2-40B4-BE49-F238E27FC236}">
                <a16:creationId xmlns:a16="http://schemas.microsoft.com/office/drawing/2014/main" id="{B71A63A9-B49A-B3E4-F17A-CA2578A712A5}"/>
              </a:ext>
            </a:extLst>
          </p:cNvPr>
          <p:cNvSpPr txBox="1"/>
          <p:nvPr/>
        </p:nvSpPr>
        <p:spPr>
          <a:xfrm>
            <a:off x="398959" y="325552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9" name="표 8">
            <a:extLst>
              <a:ext uri="{FF2B5EF4-FFF2-40B4-BE49-F238E27FC236}">
                <a16:creationId xmlns:a16="http://schemas.microsoft.com/office/drawing/2014/main" id="{65D7C5A2-787F-11C6-1DBF-6E8055A69287}"/>
              </a:ext>
            </a:extLst>
          </p:cNvPr>
          <p:cNvGraphicFramePr>
            <a:graphicFrameLocks noGrp="1"/>
          </p:cNvGraphicFramePr>
          <p:nvPr>
            <p:extLst>
              <p:ext uri="{D42A27DB-BD31-4B8C-83A1-F6EECF244321}">
                <p14:modId xmlns:p14="http://schemas.microsoft.com/office/powerpoint/2010/main" val="937608904"/>
              </p:ext>
            </p:extLst>
          </p:nvPr>
        </p:nvGraphicFramePr>
        <p:xfrm>
          <a:off x="398959" y="3896724"/>
          <a:ext cx="6048000" cy="8994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070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OSC_FCTL</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OSC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7520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VCTL_LDO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internal LDO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6" name="표 15">
            <a:extLst>
              <a:ext uri="{FF2B5EF4-FFF2-40B4-BE49-F238E27FC236}">
                <a16:creationId xmlns:a16="http://schemas.microsoft.com/office/drawing/2014/main" id="{B02D1E4E-039D-10EF-730D-FB7DC6300798}"/>
              </a:ext>
            </a:extLst>
          </p:cNvPr>
          <p:cNvGraphicFramePr>
            <a:graphicFrameLocks noGrp="1"/>
          </p:cNvGraphicFramePr>
          <p:nvPr>
            <p:extLst>
              <p:ext uri="{D42A27DB-BD31-4B8C-83A1-F6EECF244321}">
                <p14:modId xmlns:p14="http://schemas.microsoft.com/office/powerpoint/2010/main" val="57108511"/>
              </p:ext>
            </p:extLst>
          </p:nvPr>
        </p:nvGraphicFramePr>
        <p:xfrm>
          <a:off x="398959" y="3525222"/>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OSC_FCTL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VCTL_LDO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DCA5033B-D930-7E41-25EC-00956D5BC7F7}"/>
              </a:ext>
            </a:extLst>
          </p:cNvPr>
          <p:cNvSpPr txBox="1"/>
          <p:nvPr/>
        </p:nvSpPr>
        <p:spPr>
          <a:xfrm>
            <a:off x="404086" y="112829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13" name="표 12">
            <a:extLst>
              <a:ext uri="{FF2B5EF4-FFF2-40B4-BE49-F238E27FC236}">
                <a16:creationId xmlns:a16="http://schemas.microsoft.com/office/drawing/2014/main" id="{E6FB1623-4ABC-52AB-91DE-C064E61966CB}"/>
              </a:ext>
            </a:extLst>
          </p:cNvPr>
          <p:cNvGraphicFramePr>
            <a:graphicFrameLocks noGrp="1"/>
          </p:cNvGraphicFramePr>
          <p:nvPr>
            <p:extLst>
              <p:ext uri="{D42A27DB-BD31-4B8C-83A1-F6EECF244321}">
                <p14:modId xmlns:p14="http://schemas.microsoft.com/office/powerpoint/2010/main" val="3511336255"/>
              </p:ext>
            </p:extLst>
          </p:nvPr>
        </p:nvGraphicFramePr>
        <p:xfrm>
          <a:off x="404086" y="1784199"/>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8" name="표 7">
            <a:extLst>
              <a:ext uri="{FF2B5EF4-FFF2-40B4-BE49-F238E27FC236}">
                <a16:creationId xmlns:a16="http://schemas.microsoft.com/office/drawing/2014/main" id="{FA427A02-ED0A-0335-6FC0-B6D28054F810}"/>
              </a:ext>
            </a:extLst>
          </p:cNvPr>
          <p:cNvGraphicFramePr>
            <a:graphicFrameLocks noGrp="1"/>
          </p:cNvGraphicFramePr>
          <p:nvPr>
            <p:extLst>
              <p:ext uri="{D42A27DB-BD31-4B8C-83A1-F6EECF244321}">
                <p14:modId xmlns:p14="http://schemas.microsoft.com/office/powerpoint/2010/main" val="1227455148"/>
              </p:ext>
            </p:extLst>
          </p:nvPr>
        </p:nvGraphicFramePr>
        <p:xfrm>
          <a:off x="404086" y="140681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0x05A5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PROTECT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A3406ABE-C084-E313-56F3-B8FFA244D7A5}"/>
              </a:ext>
            </a:extLst>
          </p:cNvPr>
          <p:cNvSpPr txBox="1"/>
          <p:nvPr/>
        </p:nvSpPr>
        <p:spPr>
          <a:xfrm>
            <a:off x="398959" y="520855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4" name="표 13">
            <a:extLst>
              <a:ext uri="{FF2B5EF4-FFF2-40B4-BE49-F238E27FC236}">
                <a16:creationId xmlns:a16="http://schemas.microsoft.com/office/drawing/2014/main" id="{A6B9927D-39CD-F747-FD6F-2D04AAB43A29}"/>
              </a:ext>
            </a:extLst>
          </p:cNvPr>
          <p:cNvGraphicFramePr>
            <a:graphicFrameLocks noGrp="1"/>
          </p:cNvGraphicFramePr>
          <p:nvPr>
            <p:extLst>
              <p:ext uri="{D42A27DB-BD31-4B8C-83A1-F6EECF244321}">
                <p14:modId xmlns:p14="http://schemas.microsoft.com/office/powerpoint/2010/main" val="125216176"/>
              </p:ext>
            </p:extLst>
          </p:nvPr>
        </p:nvGraphicFramePr>
        <p:xfrm>
          <a:off x="398959" y="5852771"/>
          <a:ext cx="6048000" cy="1062209"/>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75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DAC_GAIN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 gain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4748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DAC_OFS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DAC_OFS [7] is signed bit of the DAC_OFS [6:0] which are the magnitude value of the DAC OFFSET.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7" name="표 16">
            <a:extLst>
              <a:ext uri="{FF2B5EF4-FFF2-40B4-BE49-F238E27FC236}">
                <a16:creationId xmlns:a16="http://schemas.microsoft.com/office/drawing/2014/main" id="{1D4F8AB7-C44F-9A1B-FEA7-6E9A04E39054}"/>
              </a:ext>
            </a:extLst>
          </p:cNvPr>
          <p:cNvGraphicFramePr>
            <a:graphicFrameLocks noGrp="1"/>
          </p:cNvGraphicFramePr>
          <p:nvPr>
            <p:extLst>
              <p:ext uri="{D42A27DB-BD31-4B8C-83A1-F6EECF244321}">
                <p14:modId xmlns:p14="http://schemas.microsoft.com/office/powerpoint/2010/main" val="508072834"/>
              </p:ext>
            </p:extLst>
          </p:nvPr>
        </p:nvGraphicFramePr>
        <p:xfrm>
          <a:off x="398959" y="5478818"/>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DAC_GAIN[5:0]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DAC_OFS[7:0]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13600284-E08E-A415-D239-339E2A0E6782}"/>
              </a:ext>
            </a:extLst>
          </p:cNvPr>
          <p:cNvGraphicFramePr>
            <a:graphicFrameLocks noGrp="1"/>
          </p:cNvGraphicFramePr>
          <p:nvPr>
            <p:extLst>
              <p:ext uri="{D42A27DB-BD31-4B8C-83A1-F6EECF244321}">
                <p14:modId xmlns:p14="http://schemas.microsoft.com/office/powerpoint/2010/main" val="557747309"/>
              </p:ext>
            </p:extLst>
          </p:nvPr>
        </p:nvGraphicFramePr>
        <p:xfrm>
          <a:off x="398959" y="7846641"/>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OTP_CHECKSUM</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1D0C70C5-9781-F124-8CE1-BA98463D896F}"/>
              </a:ext>
            </a:extLst>
          </p:cNvPr>
          <p:cNvGraphicFramePr>
            <a:graphicFrameLocks noGrp="1"/>
          </p:cNvGraphicFramePr>
          <p:nvPr>
            <p:extLst>
              <p:ext uri="{D42A27DB-BD31-4B8C-83A1-F6EECF244321}">
                <p14:modId xmlns:p14="http://schemas.microsoft.com/office/powerpoint/2010/main" val="1118446801"/>
              </p:ext>
            </p:extLst>
          </p:nvPr>
        </p:nvGraphicFramePr>
        <p:xfrm>
          <a:off x="398959" y="7470238"/>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OTP_CHECKSUM[5:0]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A3343280-6C2D-1294-1410-F522910F925E}"/>
              </a:ext>
            </a:extLst>
          </p:cNvPr>
          <p:cNvSpPr txBox="1"/>
          <p:nvPr/>
        </p:nvSpPr>
        <p:spPr>
          <a:xfrm>
            <a:off x="398959" y="719941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sp>
        <p:nvSpPr>
          <p:cNvPr id="5" name="TextBox 4">
            <a:extLst>
              <a:ext uri="{FF2B5EF4-FFF2-40B4-BE49-F238E27FC236}">
                <a16:creationId xmlns:a16="http://schemas.microsoft.com/office/drawing/2014/main" id="{ACB0A90E-0123-CB0F-3E08-D16A4C094027}"/>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Tree>
    <p:extLst>
      <p:ext uri="{BB962C8B-B14F-4D97-AF65-F5344CB8AC3E}">
        <p14:creationId xmlns:p14="http://schemas.microsoft.com/office/powerpoint/2010/main" val="23574409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391724"/>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7724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719094820"/>
              </p:ext>
            </p:extLst>
          </p:nvPr>
        </p:nvGraphicFramePr>
        <p:xfrm>
          <a:off x="887435" y="49701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
        <p:nvSpPr>
          <p:cNvPr id="7" name="object 7">
            <a:extLst>
              <a:ext uri="{FF2B5EF4-FFF2-40B4-BE49-F238E27FC236}">
                <a16:creationId xmlns:a16="http://schemas.microsoft.com/office/drawing/2014/main" id="{15997D99-F290-9A2C-AD87-FAA8C263CD2F}"/>
              </a:ext>
            </a:extLst>
          </p:cNvPr>
          <p:cNvSpPr txBox="1"/>
          <p:nvPr/>
        </p:nvSpPr>
        <p:spPr>
          <a:xfrm>
            <a:off x="404812" y="6868360"/>
            <a:ext cx="6048622" cy="1533753"/>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88900" marR="4611" indent="-77788">
              <a:spcBef>
                <a:spcPts val="159"/>
              </a:spcBef>
            </a:pPr>
            <a:r>
              <a:rPr lang="en-US" sz="800" dirty="0">
                <a:latin typeface="Arial"/>
                <a:cs typeface="Arial"/>
              </a:rPr>
              <a:t>3. This document should serve as recommendation only. Other parameters may also affect soldering, so these profiles</a:t>
            </a:r>
          </a:p>
          <a:p>
            <a:pPr marL="88900" marR="4611" indent="-77788">
              <a:spcBef>
                <a:spcPts val="159"/>
              </a:spcBef>
            </a:pPr>
            <a:r>
              <a:rPr lang="en-US" sz="800" dirty="0">
                <a:latin typeface="Arial"/>
                <a:cs typeface="Arial"/>
              </a:rPr>
              <a:t>   do not guarantee absolute success.</a:t>
            </a:r>
          </a:p>
          <a:p>
            <a:pPr marL="88900" marR="4611" indent="-77788">
              <a:spcBef>
                <a:spcPts val="159"/>
              </a:spcBef>
            </a:pPr>
            <a:r>
              <a:rPr lang="en-US" sz="800" dirty="0">
                <a:latin typeface="Arial"/>
                <a:cs typeface="Arial"/>
              </a:rPr>
              <a:t>4. Soldering profiles should be determined by reference to the solder and solder paste manufacturer's specifications, unless they conflict with the recommendations in this document.</a:t>
            </a:r>
          </a:p>
          <a:p>
            <a:pPr marL="88900" marR="4611" indent="-77788">
              <a:spcBef>
                <a:spcPts val="159"/>
              </a:spcBef>
            </a:pPr>
            <a:r>
              <a:rPr lang="en-US" sz="800" dirty="0">
                <a:latin typeface="Arial"/>
                <a:cs typeface="Arial"/>
              </a:rPr>
              <a:t>5. The soldering profile and footprint information specified in this datasheet are general recommendations and are provided for reference only. The design, control, and quality assurance of the actual soldering process are the sole responsibility of the customer. The supplier assumes no responsibility for the soldering process or its results.</a:t>
            </a:r>
            <a:endParaRPr sz="800" dirty="0">
              <a:latin typeface="Arial"/>
              <a:cs typeface="Arial"/>
            </a:endParaRPr>
          </a:p>
        </p:txBody>
      </p:sp>
    </p:spTree>
    <p:extLst>
      <p:ext uri="{BB962C8B-B14F-4D97-AF65-F5344CB8AC3E}">
        <p14:creationId xmlns:p14="http://schemas.microsoft.com/office/powerpoint/2010/main" val="75661767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400882-5D7C-050B-EE8B-CD24E2A3A85F}"/>
            </a:ext>
          </a:extLst>
        </p:cNvPr>
        <p:cNvGrpSpPr/>
        <p:nvPr/>
      </p:nvGrpSpPr>
      <p:grpSpPr>
        <a:xfrm>
          <a:off x="0" y="0"/>
          <a:ext cx="0" cy="0"/>
          <a:chOff x="0" y="0"/>
          <a:chExt cx="0" cy="0"/>
        </a:xfrm>
      </p:grpSpPr>
      <p:sp>
        <p:nvSpPr>
          <p:cNvPr id="4360" name="object 24">
            <a:extLst>
              <a:ext uri="{FF2B5EF4-FFF2-40B4-BE49-F238E27FC236}">
                <a16:creationId xmlns:a16="http://schemas.microsoft.com/office/drawing/2014/main" id="{93FA605A-688B-27B0-E25E-ECA6DBAE40D7}"/>
              </a:ext>
            </a:extLst>
          </p:cNvPr>
          <p:cNvSpPr txBox="1"/>
          <p:nvPr/>
        </p:nvSpPr>
        <p:spPr>
          <a:xfrm>
            <a:off x="2761471" y="4470037"/>
            <a:ext cx="3376961" cy="271869"/>
          </a:xfrm>
          <a:prstGeom prst="rect">
            <a:avLst/>
          </a:prstGeom>
        </p:spPr>
        <p:txBody>
          <a:bodyPr vert="horz" wrap="square" lIns="0" tIns="12700" rIns="0" bIns="0" rtlCol="0">
            <a:spAutoFit/>
          </a:bodyPr>
          <a:lstStyle/>
          <a:p>
            <a:pPr lvl="4">
              <a:spcBef>
                <a:spcPts val="100"/>
              </a:spcBef>
            </a:pPr>
            <a:r>
              <a:rPr lang="en-US" altLang="ko-KR" sz="800" dirty="0">
                <a:latin typeface="Arial" panose="020B0604020202020204" pitchFamily="34" charset="0"/>
                <a:cs typeface="Arial" panose="020B0604020202020204" pitchFamily="34" charset="0"/>
              </a:rPr>
              <a:t>※ </a:t>
            </a:r>
            <a:r>
              <a:rPr lang="en-US" sz="800" dirty="0">
                <a:latin typeface="Arial" panose="020B0604020202020204" pitchFamily="34" charset="0"/>
                <a:cs typeface="Arial" panose="020B0604020202020204" pitchFamily="34" charset="0"/>
              </a:rPr>
              <a:t>Example code :2025. 07. 07</a:t>
            </a:r>
          </a:p>
          <a:p>
            <a:pPr lvl="4">
              <a:spcBef>
                <a:spcPts val="100"/>
              </a:spcBef>
            </a:pPr>
            <a:r>
              <a:rPr lang="en-US" sz="800" dirty="0">
                <a:latin typeface="Arial" panose="020B0604020202020204" pitchFamily="34" charset="0"/>
                <a:ea typeface="맑은 고딕" panose="020B0503020000020004" pitchFamily="50" charset="-127"/>
                <a:cs typeface="Arial" panose="020B0604020202020204" pitchFamily="34" charset="0"/>
              </a:rPr>
              <a:t>                             wafer Lot </a:t>
            </a:r>
            <a:r>
              <a:rPr lang="ko-KR" altLang="en-US" sz="800" dirty="0">
                <a:latin typeface="Arial" panose="020B0604020202020204" pitchFamily="34" charset="0"/>
                <a:ea typeface="맑은 고딕" panose="020B0503020000020004" pitchFamily="50" charset="-127"/>
                <a:cs typeface="Arial" panose="020B0604020202020204" pitchFamily="34" charset="0"/>
              </a:rPr>
              <a:t> </a:t>
            </a:r>
            <a:r>
              <a:rPr lang="en-US" altLang="ko-KR" sz="800" dirty="0">
                <a:latin typeface="Arial" panose="020B0604020202020204" pitchFamily="34" charset="0"/>
                <a:ea typeface="맑은 고딕" panose="020B0503020000020004" pitchFamily="50" charset="-127"/>
                <a:cs typeface="Arial" panose="020B0604020202020204" pitchFamily="34" charset="0"/>
              </a:rPr>
              <a:t>#1-5</a:t>
            </a:r>
            <a:endParaRPr lang="en-US" sz="800" dirty="0">
              <a:latin typeface="Arial" panose="020B0604020202020204" pitchFamily="34" charset="0"/>
              <a:ea typeface="맑은 고딕" panose="020B0503020000020004" pitchFamily="50" charset="-127"/>
              <a:cs typeface="Arial" panose="020B0604020202020204" pitchFamily="34" charset="0"/>
            </a:endParaRPr>
          </a:p>
        </p:txBody>
      </p:sp>
      <p:sp>
        <p:nvSpPr>
          <p:cNvPr id="4468" name="object 18">
            <a:extLst>
              <a:ext uri="{FF2B5EF4-FFF2-40B4-BE49-F238E27FC236}">
                <a16:creationId xmlns:a16="http://schemas.microsoft.com/office/drawing/2014/main" id="{14FD4404-A9F4-1DBF-C60B-9F747C6E9AD5}"/>
              </a:ext>
            </a:extLst>
          </p:cNvPr>
          <p:cNvSpPr txBox="1"/>
          <p:nvPr/>
        </p:nvSpPr>
        <p:spPr>
          <a:xfrm>
            <a:off x="1334847" y="3608544"/>
            <a:ext cx="836725" cy="197490"/>
          </a:xfrm>
          <a:prstGeom prst="rect">
            <a:avLst/>
          </a:prstGeom>
        </p:spPr>
        <p:txBody>
          <a:bodyPr vert="horz" wrap="square" lIns="0" tIns="12700" rIns="0" bIns="0" rtlCol="0">
            <a:spAutoFit/>
          </a:bodyPr>
          <a:lstStyle/>
          <a:p>
            <a:pPr marL="12700" algn="ctr">
              <a:lnSpc>
                <a:spcPct val="100000"/>
              </a:lnSpc>
              <a:spcBef>
                <a:spcPts val="100"/>
              </a:spcBef>
            </a:pPr>
            <a:r>
              <a:rPr sz="1200" dirty="0">
                <a:uFill>
                  <a:solidFill>
                    <a:srgbClr val="000000"/>
                  </a:solidFill>
                </a:uFill>
                <a:latin typeface="Calibri"/>
                <a:cs typeface="Calibri"/>
              </a:rPr>
              <a:t>TOP</a:t>
            </a:r>
            <a:r>
              <a:rPr sz="1200" spc="-70" dirty="0">
                <a:uFill>
                  <a:solidFill>
                    <a:srgbClr val="000000"/>
                  </a:solidFill>
                </a:uFill>
                <a:latin typeface="Calibri"/>
                <a:cs typeface="Calibri"/>
              </a:rPr>
              <a:t> </a:t>
            </a:r>
            <a:r>
              <a:rPr sz="1200" spc="-20" dirty="0">
                <a:uFill>
                  <a:solidFill>
                    <a:srgbClr val="000000"/>
                  </a:solidFill>
                </a:uFill>
                <a:latin typeface="Calibri"/>
                <a:cs typeface="Calibri"/>
              </a:rPr>
              <a:t>VIEW</a:t>
            </a:r>
            <a:endParaRPr sz="1200" dirty="0">
              <a:latin typeface="Calibri"/>
              <a:cs typeface="Calibri"/>
            </a:endParaRPr>
          </a:p>
        </p:txBody>
      </p:sp>
      <p:pic>
        <p:nvPicPr>
          <p:cNvPr id="4470" name="object 22">
            <a:extLst>
              <a:ext uri="{FF2B5EF4-FFF2-40B4-BE49-F238E27FC236}">
                <a16:creationId xmlns:a16="http://schemas.microsoft.com/office/drawing/2014/main" id="{2DCB5383-8204-4159-D5B0-6DAD5169B6EB}"/>
              </a:ext>
            </a:extLst>
          </p:cNvPr>
          <p:cNvPicPr/>
          <p:nvPr/>
        </p:nvPicPr>
        <p:blipFill>
          <a:blip r:embed="rId2" cstate="print"/>
          <a:stretch>
            <a:fillRect/>
          </a:stretch>
        </p:blipFill>
        <p:spPr>
          <a:xfrm>
            <a:off x="1118149" y="3179282"/>
            <a:ext cx="112794" cy="114265"/>
          </a:xfrm>
          <a:prstGeom prst="rect">
            <a:avLst/>
          </a:prstGeom>
        </p:spPr>
      </p:pic>
      <p:sp>
        <p:nvSpPr>
          <p:cNvPr id="4472" name="직사각형 4471">
            <a:extLst>
              <a:ext uri="{FF2B5EF4-FFF2-40B4-BE49-F238E27FC236}">
                <a16:creationId xmlns:a16="http://schemas.microsoft.com/office/drawing/2014/main" id="{CF553C2F-9A26-B95B-BD34-DDDC56F33647}"/>
              </a:ext>
            </a:extLst>
          </p:cNvPr>
          <p:cNvSpPr/>
          <p:nvPr/>
        </p:nvSpPr>
        <p:spPr>
          <a:xfrm>
            <a:off x="916768" y="1672331"/>
            <a:ext cx="1825573" cy="182045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latin typeface="Arial" panose="020B0604020202020204" pitchFamily="34" charset="0"/>
              <a:cs typeface="Arial" panose="020B0604020202020204" pitchFamily="34" charset="0"/>
            </a:endParaRPr>
          </a:p>
        </p:txBody>
      </p:sp>
      <p:sp>
        <p:nvSpPr>
          <p:cNvPr id="4534" name="TextBox 4533">
            <a:extLst>
              <a:ext uri="{FF2B5EF4-FFF2-40B4-BE49-F238E27FC236}">
                <a16:creationId xmlns:a16="http://schemas.microsoft.com/office/drawing/2014/main" id="{F2949958-7AC4-D4A7-DD6F-BC9CD8629DB3}"/>
              </a:ext>
            </a:extLst>
          </p:cNvPr>
          <p:cNvSpPr txBox="1"/>
          <p:nvPr/>
        </p:nvSpPr>
        <p:spPr>
          <a:xfrm>
            <a:off x="984706" y="1287181"/>
            <a:ext cx="1825573" cy="276999"/>
          </a:xfrm>
          <a:prstGeom prst="rect">
            <a:avLst/>
          </a:prstGeom>
          <a:noFill/>
        </p:spPr>
        <p:txBody>
          <a:bodyPr wrap="square" rtlCol="0">
            <a:spAutoFit/>
          </a:bodyPr>
          <a:lstStyle/>
          <a:p>
            <a:r>
              <a:rPr lang="en-US" altLang="ko-KR" sz="1200" b="1" dirty="0">
                <a:latin typeface="Arial" panose="020B0604020202020204" pitchFamily="34" charset="0"/>
                <a:cs typeface="Arial" panose="020B0604020202020204" pitchFamily="34" charset="0"/>
              </a:rPr>
              <a:t>&lt; JSICAT marking &gt;</a:t>
            </a:r>
            <a:endParaRPr lang="ko-KR" altLang="en-US" sz="1200" b="1" dirty="0">
              <a:latin typeface="Arial" panose="020B0604020202020204" pitchFamily="34" charset="0"/>
              <a:cs typeface="Arial" panose="020B0604020202020204" pitchFamily="34" charset="0"/>
            </a:endParaRPr>
          </a:p>
        </p:txBody>
      </p:sp>
      <p:sp>
        <p:nvSpPr>
          <p:cNvPr id="17" name="object 24">
            <a:extLst>
              <a:ext uri="{FF2B5EF4-FFF2-40B4-BE49-F238E27FC236}">
                <a16:creationId xmlns:a16="http://schemas.microsoft.com/office/drawing/2014/main" id="{B43283CE-0648-9FFF-11B5-C110D1E5B514}"/>
              </a:ext>
            </a:extLst>
          </p:cNvPr>
          <p:cNvSpPr txBox="1"/>
          <p:nvPr/>
        </p:nvSpPr>
        <p:spPr>
          <a:xfrm>
            <a:off x="663470" y="4237639"/>
            <a:ext cx="2468046" cy="39498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Fix. Code </a:t>
            </a:r>
            <a:r>
              <a:rPr sz="1200" b="1" dirty="0">
                <a:latin typeface="Arial" panose="020B0604020202020204" pitchFamily="34" charset="0"/>
                <a:cs typeface="Arial" panose="020B0604020202020204" pitchFamily="34" charset="0"/>
              </a:rPr>
              <a:t>IC</a:t>
            </a:r>
            <a:r>
              <a:rPr sz="1200" b="1" spc="-20" dirty="0">
                <a:latin typeface="Arial" panose="020B0604020202020204" pitchFamily="34" charset="0"/>
                <a:cs typeface="Arial" panose="020B0604020202020204" pitchFamily="34" charset="0"/>
              </a:rPr>
              <a:t> </a:t>
            </a:r>
            <a:r>
              <a:rPr sz="1200" b="1" dirty="0">
                <a:latin typeface="Arial" panose="020B0604020202020204" pitchFamily="34" charset="0"/>
                <a:cs typeface="Arial" panose="020B0604020202020204" pitchFamily="34" charset="0"/>
              </a:rPr>
              <a:t>Part</a:t>
            </a:r>
            <a:r>
              <a:rPr sz="1200" b="1" spc="-25" dirty="0">
                <a:latin typeface="Arial" panose="020B0604020202020204" pitchFamily="34" charset="0"/>
                <a:cs typeface="Arial" panose="020B0604020202020204" pitchFamily="34" charset="0"/>
              </a:rPr>
              <a:t> </a:t>
            </a:r>
            <a:r>
              <a:rPr sz="1200" b="1" spc="-20" dirty="0">
                <a:latin typeface="Arial" panose="020B0604020202020204" pitchFamily="34" charset="0"/>
                <a:cs typeface="Arial" panose="020B0604020202020204" pitchFamily="34" charset="0"/>
              </a:rPr>
              <a:t>Name</a:t>
            </a:r>
            <a:r>
              <a:rPr lang="en-US" sz="1200" b="1" spc="-20" dirty="0">
                <a:latin typeface="Arial" panose="020B0604020202020204" pitchFamily="34" charset="0"/>
                <a:cs typeface="Arial" panose="020B0604020202020204" pitchFamily="34" charset="0"/>
              </a:rPr>
              <a:t>: </a:t>
            </a:r>
            <a:r>
              <a:rPr lang="en-US" altLang="ko-KR" sz="1200" b="1" dirty="0">
                <a:latin typeface="Arial" panose="020B0604020202020204" pitchFamily="34" charset="0"/>
                <a:cs typeface="Arial" panose="020B0604020202020204" pitchFamily="34" charset="0"/>
              </a:rPr>
              <a:t>XC24R</a:t>
            </a:r>
          </a:p>
          <a:p>
            <a:pPr marL="228600" indent="-228600">
              <a:lnSpc>
                <a:spcPct val="100000"/>
              </a:lnSpc>
              <a:spcBef>
                <a:spcPts val="100"/>
              </a:spcBef>
              <a:buAutoNum type="arabicParenBoth"/>
            </a:pPr>
            <a:endParaRPr lang="en-US" sz="1200" b="1" dirty="0">
              <a:latin typeface="Arial" panose="020B0604020202020204" pitchFamily="34" charset="0"/>
              <a:cs typeface="Arial" panose="020B0604020202020204" pitchFamily="34" charset="0"/>
            </a:endParaRPr>
          </a:p>
        </p:txBody>
      </p:sp>
      <p:graphicFrame>
        <p:nvGraphicFramePr>
          <p:cNvPr id="26" name="표 25">
            <a:extLst>
              <a:ext uri="{FF2B5EF4-FFF2-40B4-BE49-F238E27FC236}">
                <a16:creationId xmlns:a16="http://schemas.microsoft.com/office/drawing/2014/main" id="{30141451-349B-999C-55C0-CD8DE57F1EDF}"/>
              </a:ext>
            </a:extLst>
          </p:cNvPr>
          <p:cNvGraphicFramePr>
            <a:graphicFrameLocks noGrp="1"/>
          </p:cNvGraphicFramePr>
          <p:nvPr>
            <p:extLst>
              <p:ext uri="{D42A27DB-BD31-4B8C-83A1-F6EECF244321}">
                <p14:modId xmlns:p14="http://schemas.microsoft.com/office/powerpoint/2010/main" val="4226423771"/>
              </p:ext>
            </p:extLst>
          </p:nvPr>
        </p:nvGraphicFramePr>
        <p:xfrm>
          <a:off x="594286" y="4923572"/>
          <a:ext cx="2298549" cy="1892537"/>
        </p:xfrm>
        <a:graphic>
          <a:graphicData uri="http://schemas.openxmlformats.org/drawingml/2006/table">
            <a:tbl>
              <a:tblPr firstRow="1" bandRow="1">
                <a:tableStyleId>{5940675A-B579-460E-94D1-54222C63F5DA}</a:tableStyleId>
              </a:tblPr>
              <a:tblGrid>
                <a:gridCol w="358381">
                  <a:extLst>
                    <a:ext uri="{9D8B030D-6E8A-4147-A177-3AD203B41FA5}">
                      <a16:colId xmlns:a16="http://schemas.microsoft.com/office/drawing/2014/main" val="1176707637"/>
                    </a:ext>
                  </a:extLst>
                </a:gridCol>
                <a:gridCol w="598639">
                  <a:extLst>
                    <a:ext uri="{9D8B030D-6E8A-4147-A177-3AD203B41FA5}">
                      <a16:colId xmlns:a16="http://schemas.microsoft.com/office/drawing/2014/main" val="594133370"/>
                    </a:ext>
                  </a:extLst>
                </a:gridCol>
                <a:gridCol w="1341529">
                  <a:extLst>
                    <a:ext uri="{9D8B030D-6E8A-4147-A177-3AD203B41FA5}">
                      <a16:colId xmlns:a16="http://schemas.microsoft.com/office/drawing/2014/main" val="3975039956"/>
                    </a:ext>
                  </a:extLst>
                </a:gridCol>
              </a:tblGrid>
              <a:tr h="296014">
                <a:tc>
                  <a:txBody>
                    <a:bodyPr/>
                    <a:lstStyle/>
                    <a:p>
                      <a:pPr algn="ctr" latinLnBrk="1"/>
                      <a:r>
                        <a:rPr lang="en-US" altLang="ko-KR" sz="1000" b="1" dirty="0">
                          <a:solidFill>
                            <a:schemeClr val="tx1"/>
                          </a:solidFill>
                          <a:latin typeface="+mn-lt"/>
                          <a:ea typeface="+mn-ea"/>
                          <a:cs typeface="+mn-cs"/>
                        </a:rPr>
                        <a:t>Row No.</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Marking</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Definition</a:t>
                      </a:r>
                      <a:endParaRPr lang="ko-KR" altLang="en-US" sz="1000" b="1" dirty="0">
                        <a:solidFill>
                          <a:schemeClr val="tx1"/>
                        </a:solidFill>
                        <a:latin typeface="+mn-lt"/>
                        <a:ea typeface="+mn-ea"/>
                        <a:cs typeface="+mn-cs"/>
                      </a:endParaRPr>
                    </a:p>
                  </a:txBody>
                  <a:tcPr marL="0" marR="0" marT="0" marB="0" anchor="ctr"/>
                </a:tc>
                <a:extLst>
                  <a:ext uri="{0D108BD9-81ED-4DB2-BD59-A6C34878D82A}">
                    <a16:rowId xmlns:a16="http://schemas.microsoft.com/office/drawing/2014/main" val="3038924026"/>
                  </a:ext>
                </a:extLst>
              </a:tr>
              <a:tr h="296014">
                <a:tc>
                  <a:txBody>
                    <a:bodyPr/>
                    <a:lstStyle/>
                    <a:p>
                      <a:pPr algn="ctr" latinLnBrk="1"/>
                      <a:r>
                        <a:rPr lang="en-US" altLang="ko-KR" sz="1000" dirty="0">
                          <a:solidFill>
                            <a:schemeClr val="tx1"/>
                          </a:solidFill>
                          <a:latin typeface="+mn-lt"/>
                          <a:ea typeface="+mn-ea"/>
                          <a:cs typeface="+mn-cs"/>
                        </a:rPr>
                        <a:t>1</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a:solidFill>
                            <a:schemeClr val="tx1"/>
                          </a:solidFill>
                          <a:latin typeface="+mn-lt"/>
                          <a:ea typeface="+mn-ea"/>
                          <a:cs typeface="+mn-cs"/>
                        </a:rPr>
                        <a:t>XXXXX</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Fixed Code: </a:t>
                      </a:r>
                      <a:r>
                        <a:rPr lang="en-US" altLang="ko-KR" sz="1000" b="1" dirty="0">
                          <a:solidFill>
                            <a:schemeClr val="tx1"/>
                          </a:solidFill>
                          <a:latin typeface="+mn-lt"/>
                          <a:ea typeface="+mn-ea"/>
                          <a:cs typeface="+mn-cs"/>
                        </a:rPr>
                        <a:t>XC24R</a:t>
                      </a:r>
                      <a:endParaRPr lang="ko-KR" altLang="en-US" sz="1000" b="1" dirty="0">
                        <a:solidFill>
                          <a:schemeClr val="tx1"/>
                        </a:solidFill>
                        <a:latin typeface="+mn-lt"/>
                        <a:ea typeface="+mn-ea"/>
                        <a:cs typeface="+mn-cs"/>
                      </a:endParaRPr>
                    </a:p>
                  </a:txBody>
                  <a:tcPr marL="36000" marR="0" marT="0" marB="0" anchor="ctr"/>
                </a:tc>
                <a:extLst>
                  <a:ext uri="{0D108BD9-81ED-4DB2-BD59-A6C34878D82A}">
                    <a16:rowId xmlns:a16="http://schemas.microsoft.com/office/drawing/2014/main" val="1639683810"/>
                  </a:ext>
                </a:extLst>
              </a:tr>
              <a:tr h="305323">
                <a:tc>
                  <a:txBody>
                    <a:bodyPr/>
                    <a:lstStyle/>
                    <a:p>
                      <a:pPr algn="ctr" latinLnBrk="1"/>
                      <a:r>
                        <a:rPr lang="en-US" altLang="ko-KR" sz="1000" dirty="0">
                          <a:solidFill>
                            <a:schemeClr val="tx1"/>
                          </a:solidFill>
                          <a:latin typeface="+mn-lt"/>
                          <a:ea typeface="+mn-ea"/>
                          <a:cs typeface="+mn-cs"/>
                        </a:rPr>
                        <a:t>2</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err="1">
                          <a:solidFill>
                            <a:schemeClr val="tx1"/>
                          </a:solidFill>
                          <a:latin typeface="+mn-lt"/>
                          <a:ea typeface="+mn-ea"/>
                          <a:cs typeface="+mn-cs"/>
                        </a:rPr>
                        <a:t>abc</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Internal code</a:t>
                      </a:r>
                    </a:p>
                  </a:txBody>
                  <a:tcPr marL="36000" marR="0" marT="0" marB="0" anchor="ctr"/>
                </a:tc>
                <a:extLst>
                  <a:ext uri="{0D108BD9-81ED-4DB2-BD59-A6C34878D82A}">
                    <a16:rowId xmlns:a16="http://schemas.microsoft.com/office/drawing/2014/main" val="3996527278"/>
                  </a:ext>
                </a:extLst>
              </a:tr>
              <a:tr h="945847">
                <a:tc>
                  <a:txBody>
                    <a:bodyPr/>
                    <a:lstStyle/>
                    <a:p>
                      <a:pPr algn="ctr" latinLnBrk="1"/>
                      <a:r>
                        <a:rPr lang="en-US" altLang="ko-KR" sz="1000" dirty="0">
                          <a:solidFill>
                            <a:schemeClr val="tx1"/>
                          </a:solidFill>
                          <a:latin typeface="+mn-lt"/>
                          <a:ea typeface="+mn-ea"/>
                          <a:cs typeface="+mn-cs"/>
                        </a:rPr>
                        <a:t>3</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a:solidFill>
                            <a:schemeClr val="tx1"/>
                          </a:solidFill>
                          <a:latin typeface="+mn-lt"/>
                          <a:ea typeface="+mn-ea"/>
                          <a:cs typeface="+mn-cs"/>
                        </a:rPr>
                        <a:t>YWCD@</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Y: Year Code</a:t>
                      </a:r>
                    </a:p>
                    <a:p>
                      <a:pPr algn="l" latinLnBrk="1"/>
                      <a:r>
                        <a:rPr lang="en-US" altLang="ko-KR" sz="1000" dirty="0">
                          <a:solidFill>
                            <a:schemeClr val="tx1"/>
                          </a:solidFill>
                          <a:latin typeface="+mn-lt"/>
                          <a:ea typeface="+mn-ea"/>
                          <a:cs typeface="+mn-cs"/>
                        </a:rPr>
                        <a:t>W: Week Code</a:t>
                      </a:r>
                    </a:p>
                    <a:p>
                      <a:pPr algn="l" latinLnBrk="1"/>
                      <a:r>
                        <a:rPr lang="en-US" altLang="ko-KR" sz="1000" dirty="0">
                          <a:solidFill>
                            <a:schemeClr val="tx1"/>
                          </a:solidFill>
                          <a:latin typeface="+mn-lt"/>
                          <a:ea typeface="+mn-ea"/>
                          <a:cs typeface="+mn-cs"/>
                        </a:rPr>
                        <a:t>C: Wafer Code</a:t>
                      </a:r>
                    </a:p>
                    <a:p>
                      <a:pPr marL="90488" indent="-90488" algn="l" latinLnBrk="1"/>
                      <a:r>
                        <a:rPr lang="en-US" altLang="ko-KR" sz="1000" dirty="0">
                          <a:solidFill>
                            <a:schemeClr val="tx1"/>
                          </a:solidFill>
                          <a:latin typeface="+mn-lt"/>
                          <a:ea typeface="+mn-ea"/>
                          <a:cs typeface="+mn-cs"/>
                        </a:rPr>
                        <a:t>D: Traceability  Wafer lot Code</a:t>
                      </a:r>
                    </a:p>
                    <a:p>
                      <a:pPr algn="l" latinLnBrk="1"/>
                      <a:r>
                        <a:rPr lang="en-US" altLang="ko-KR" sz="1000" dirty="0">
                          <a:solidFill>
                            <a:schemeClr val="tx1"/>
                          </a:solidFill>
                          <a:latin typeface="+mn-lt"/>
                          <a:ea typeface="+mn-ea"/>
                          <a:cs typeface="+mn-cs"/>
                        </a:rPr>
                        <a:t>@:  Assembly plant Code</a:t>
                      </a:r>
                      <a:endParaRPr lang="ko-KR" altLang="en-US" sz="1000" dirty="0">
                        <a:solidFill>
                          <a:schemeClr val="tx1"/>
                        </a:solidFill>
                        <a:latin typeface="+mn-lt"/>
                        <a:ea typeface="+mn-ea"/>
                        <a:cs typeface="+mn-cs"/>
                      </a:endParaRPr>
                    </a:p>
                  </a:txBody>
                  <a:tcPr marL="36000" marR="0" marT="36000" marB="36000" anchor="ctr"/>
                </a:tc>
                <a:extLst>
                  <a:ext uri="{0D108BD9-81ED-4DB2-BD59-A6C34878D82A}">
                    <a16:rowId xmlns:a16="http://schemas.microsoft.com/office/drawing/2014/main" val="2124277177"/>
                  </a:ext>
                </a:extLst>
              </a:tr>
            </a:tbl>
          </a:graphicData>
        </a:graphic>
      </p:graphicFrame>
      <p:sp>
        <p:nvSpPr>
          <p:cNvPr id="27" name="object 24">
            <a:extLst>
              <a:ext uri="{FF2B5EF4-FFF2-40B4-BE49-F238E27FC236}">
                <a16:creationId xmlns:a16="http://schemas.microsoft.com/office/drawing/2014/main" id="{DEDB12C5-E3AD-BCC0-702C-20B076005BEB}"/>
              </a:ext>
            </a:extLst>
          </p:cNvPr>
          <p:cNvSpPr txBox="1"/>
          <p:nvPr/>
        </p:nvSpPr>
        <p:spPr>
          <a:xfrm>
            <a:off x="657725" y="4682244"/>
            <a:ext cx="2218444" cy="19749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Package Drawings </a:t>
            </a:r>
            <a:r>
              <a:rPr sz="1200" b="1" dirty="0">
                <a:latin typeface="Arial" panose="020B0604020202020204" pitchFamily="34" charset="0"/>
                <a:cs typeface="Arial" panose="020B0604020202020204" pitchFamily="34" charset="0"/>
              </a:rPr>
              <a:t>Marking</a:t>
            </a:r>
            <a:r>
              <a:rPr lang="en-US" sz="1200" b="1" spc="-30" dirty="0">
                <a:latin typeface="Arial" panose="020B0604020202020204" pitchFamily="34" charset="0"/>
                <a:cs typeface="Arial" panose="020B0604020202020204" pitchFamily="34" charset="0"/>
              </a:rPr>
              <a:t>s</a:t>
            </a:r>
            <a:endParaRPr sz="1200" b="1" dirty="0">
              <a:latin typeface="Arial" panose="020B0604020202020204" pitchFamily="34" charset="0"/>
              <a:cs typeface="Arial" panose="020B0604020202020204" pitchFamily="34" charset="0"/>
            </a:endParaRPr>
          </a:p>
        </p:txBody>
      </p:sp>
      <p:sp>
        <p:nvSpPr>
          <p:cNvPr id="28" name="object 24">
            <a:extLst>
              <a:ext uri="{FF2B5EF4-FFF2-40B4-BE49-F238E27FC236}">
                <a16:creationId xmlns:a16="http://schemas.microsoft.com/office/drawing/2014/main" id="{DE85B62A-DD28-C22B-3916-41833A482CED}"/>
              </a:ext>
            </a:extLst>
          </p:cNvPr>
          <p:cNvSpPr txBox="1"/>
          <p:nvPr/>
        </p:nvSpPr>
        <p:spPr>
          <a:xfrm>
            <a:off x="3250051" y="4229937"/>
            <a:ext cx="3145553" cy="19749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Assembly production Code : </a:t>
            </a:r>
            <a:r>
              <a:rPr lang="en-US" sz="1200" b="1" spc="-20" dirty="0">
                <a:latin typeface="Arial" panose="020B0604020202020204" pitchFamily="34" charset="0"/>
                <a:cs typeface="Arial" panose="020B0604020202020204" pitchFamily="34" charset="0"/>
              </a:rPr>
              <a:t> </a:t>
            </a:r>
            <a:r>
              <a:rPr lang="en-US" altLang="ko-KR" sz="1050" b="1" dirty="0">
                <a:latin typeface="Arial" panose="020B0604020202020204" pitchFamily="34" charset="0"/>
                <a:cs typeface="Arial" panose="020B0604020202020204" pitchFamily="34" charset="0"/>
              </a:rPr>
              <a:t>CBA2J,</a:t>
            </a:r>
            <a:endParaRPr sz="1200" b="1" dirty="0">
              <a:latin typeface="Arial" panose="020B0604020202020204" pitchFamily="34" charset="0"/>
              <a:cs typeface="Arial" panose="020B0604020202020204" pitchFamily="34" charset="0"/>
            </a:endParaRPr>
          </a:p>
        </p:txBody>
      </p:sp>
      <p:sp>
        <p:nvSpPr>
          <p:cNvPr id="29" name="object 24">
            <a:extLst>
              <a:ext uri="{FF2B5EF4-FFF2-40B4-BE49-F238E27FC236}">
                <a16:creationId xmlns:a16="http://schemas.microsoft.com/office/drawing/2014/main" id="{92AFADB1-469C-B782-9139-5100C8FECBF9}"/>
              </a:ext>
            </a:extLst>
          </p:cNvPr>
          <p:cNvSpPr txBox="1"/>
          <p:nvPr/>
        </p:nvSpPr>
        <p:spPr>
          <a:xfrm>
            <a:off x="-1212333" y="7142051"/>
            <a:ext cx="3613237" cy="271869"/>
          </a:xfrm>
          <a:prstGeom prst="rect">
            <a:avLst/>
          </a:prstGeom>
        </p:spPr>
        <p:txBody>
          <a:bodyPr vert="horz" wrap="square" lIns="0" tIns="12700" rIns="0" bIns="0" rtlCol="0">
            <a:spAutoFit/>
          </a:bodyPr>
          <a:lstStyle/>
          <a:p>
            <a:pPr lvl="4">
              <a:spcBef>
                <a:spcPts val="100"/>
              </a:spcBef>
            </a:pPr>
            <a:r>
              <a:rPr lang="en-US" sz="800" dirty="0">
                <a:latin typeface="Arial" panose="020B0604020202020204" pitchFamily="34" charset="0"/>
                <a:cs typeface="Arial" panose="020B0604020202020204" pitchFamily="34" charset="0"/>
              </a:rPr>
              <a:t>** Font Type : Arial</a:t>
            </a:r>
          </a:p>
          <a:p>
            <a:pPr lvl="4">
              <a:spcBef>
                <a:spcPts val="100"/>
              </a:spcBef>
            </a:pPr>
            <a:r>
              <a:rPr lang="en-US" sz="800" dirty="0">
                <a:latin typeface="Arial" panose="020B0604020202020204" pitchFamily="34" charset="0"/>
                <a:cs typeface="Arial" panose="020B0604020202020204" pitchFamily="34" charset="0"/>
              </a:rPr>
              <a:t>    Marking text tolerance : </a:t>
            </a:r>
            <a:r>
              <a:rPr lang="en-US" sz="800" dirty="0">
                <a:latin typeface="Arial" panose="020B0604020202020204" pitchFamily="34" charset="0"/>
                <a:ea typeface="맑은 고딕" panose="020B0503020000020004" pitchFamily="50" charset="-127"/>
                <a:cs typeface="Arial" panose="020B0604020202020204" pitchFamily="34" charset="0"/>
              </a:rPr>
              <a:t>±0.05mm</a:t>
            </a:r>
          </a:p>
        </p:txBody>
      </p:sp>
      <p:sp>
        <p:nvSpPr>
          <p:cNvPr id="30" name="object 10">
            <a:extLst>
              <a:ext uri="{FF2B5EF4-FFF2-40B4-BE49-F238E27FC236}">
                <a16:creationId xmlns:a16="http://schemas.microsoft.com/office/drawing/2014/main" id="{3389366C-1084-70BA-7AE2-6F795A5D9889}"/>
              </a:ext>
            </a:extLst>
          </p:cNvPr>
          <p:cNvSpPr txBox="1"/>
          <p:nvPr/>
        </p:nvSpPr>
        <p:spPr>
          <a:xfrm>
            <a:off x="3296501" y="4611174"/>
            <a:ext cx="823594" cy="154529"/>
          </a:xfrm>
          <a:prstGeom prst="rect">
            <a:avLst/>
          </a:prstGeom>
        </p:spPr>
        <p:txBody>
          <a:bodyPr vert="horz" wrap="square" lIns="0" tIns="15875" rIns="0" bIns="0" rtlCol="0">
            <a:spAutoFit/>
          </a:bodyPr>
          <a:lstStyle/>
          <a:p>
            <a:pPr marL="12700">
              <a:lnSpc>
                <a:spcPct val="100000"/>
              </a:lnSpc>
              <a:spcBef>
                <a:spcPts val="125"/>
              </a:spcBef>
            </a:pPr>
            <a:r>
              <a:rPr lang="en-US" sz="900" dirty="0">
                <a:latin typeface="Arial"/>
                <a:cs typeface="Arial"/>
              </a:rPr>
              <a:t>Y</a:t>
            </a:r>
            <a:r>
              <a:rPr sz="900" spc="15" dirty="0">
                <a:latin typeface="Arial"/>
                <a:cs typeface="Arial"/>
              </a:rPr>
              <a:t> </a:t>
            </a:r>
            <a:r>
              <a:rPr sz="900" dirty="0">
                <a:latin typeface="Arial"/>
                <a:cs typeface="Arial"/>
              </a:rPr>
              <a:t>→</a:t>
            </a:r>
            <a:r>
              <a:rPr sz="900" spc="20" dirty="0">
                <a:latin typeface="Arial"/>
                <a:cs typeface="Arial"/>
              </a:rPr>
              <a:t> </a:t>
            </a:r>
            <a:r>
              <a:rPr sz="900" dirty="0">
                <a:latin typeface="Arial"/>
                <a:cs typeface="Arial"/>
              </a:rPr>
              <a:t>Year</a:t>
            </a:r>
            <a:r>
              <a:rPr sz="900" spc="35" dirty="0">
                <a:latin typeface="Arial"/>
                <a:cs typeface="Arial"/>
              </a:rPr>
              <a:t> </a:t>
            </a:r>
            <a:r>
              <a:rPr sz="900" spc="-20" dirty="0">
                <a:latin typeface="Arial"/>
                <a:cs typeface="Arial"/>
              </a:rPr>
              <a:t>code</a:t>
            </a:r>
            <a:endParaRPr sz="900" dirty="0">
              <a:latin typeface="Arial"/>
              <a:cs typeface="Arial"/>
            </a:endParaRPr>
          </a:p>
        </p:txBody>
      </p:sp>
      <p:graphicFrame>
        <p:nvGraphicFramePr>
          <p:cNvPr id="31" name="object 17">
            <a:extLst>
              <a:ext uri="{FF2B5EF4-FFF2-40B4-BE49-F238E27FC236}">
                <a16:creationId xmlns:a16="http://schemas.microsoft.com/office/drawing/2014/main" id="{6D10E2D2-33B1-A710-7A26-AB17901CCDAC}"/>
              </a:ext>
            </a:extLst>
          </p:cNvPr>
          <p:cNvGraphicFramePr>
            <a:graphicFrameLocks noGrp="1"/>
          </p:cNvGraphicFramePr>
          <p:nvPr>
            <p:extLst>
              <p:ext uri="{D42A27DB-BD31-4B8C-83A1-F6EECF244321}">
                <p14:modId xmlns:p14="http://schemas.microsoft.com/office/powerpoint/2010/main" val="588349026"/>
              </p:ext>
            </p:extLst>
          </p:nvPr>
        </p:nvGraphicFramePr>
        <p:xfrm>
          <a:off x="3250052" y="4788368"/>
          <a:ext cx="2863234" cy="539750"/>
        </p:xfrm>
        <a:graphic>
          <a:graphicData uri="http://schemas.openxmlformats.org/drawingml/2006/table">
            <a:tbl>
              <a:tblPr firstRow="1" bandRow="1">
                <a:tableStyleId>{2D5ABB26-0587-4C30-8999-92F81FD0307C}</a:tableStyleId>
              </a:tblPr>
              <a:tblGrid>
                <a:gridCol w="475258">
                  <a:extLst>
                    <a:ext uri="{9D8B030D-6E8A-4147-A177-3AD203B41FA5}">
                      <a16:colId xmlns:a16="http://schemas.microsoft.com/office/drawing/2014/main" val="20000"/>
                    </a:ext>
                  </a:extLst>
                </a:gridCol>
                <a:gridCol w="242667">
                  <a:extLst>
                    <a:ext uri="{9D8B030D-6E8A-4147-A177-3AD203B41FA5}">
                      <a16:colId xmlns:a16="http://schemas.microsoft.com/office/drawing/2014/main" val="20001"/>
                    </a:ext>
                  </a:extLst>
                </a:gridCol>
                <a:gridCol w="239444">
                  <a:extLst>
                    <a:ext uri="{9D8B030D-6E8A-4147-A177-3AD203B41FA5}">
                      <a16:colId xmlns:a16="http://schemas.microsoft.com/office/drawing/2014/main" val="20002"/>
                    </a:ext>
                  </a:extLst>
                </a:gridCol>
                <a:gridCol w="242667">
                  <a:extLst>
                    <a:ext uri="{9D8B030D-6E8A-4147-A177-3AD203B41FA5}">
                      <a16:colId xmlns:a16="http://schemas.microsoft.com/office/drawing/2014/main" val="2776980161"/>
                    </a:ext>
                  </a:extLst>
                </a:gridCol>
                <a:gridCol w="242667">
                  <a:extLst>
                    <a:ext uri="{9D8B030D-6E8A-4147-A177-3AD203B41FA5}">
                      <a16:colId xmlns:a16="http://schemas.microsoft.com/office/drawing/2014/main" val="20004"/>
                    </a:ext>
                  </a:extLst>
                </a:gridCol>
                <a:gridCol w="232993">
                  <a:extLst>
                    <a:ext uri="{9D8B030D-6E8A-4147-A177-3AD203B41FA5}">
                      <a16:colId xmlns:a16="http://schemas.microsoft.com/office/drawing/2014/main" val="1923728840"/>
                    </a:ext>
                  </a:extLst>
                </a:gridCol>
                <a:gridCol w="232993">
                  <a:extLst>
                    <a:ext uri="{9D8B030D-6E8A-4147-A177-3AD203B41FA5}">
                      <a16:colId xmlns:a16="http://schemas.microsoft.com/office/drawing/2014/main" val="20006"/>
                    </a:ext>
                  </a:extLst>
                </a:gridCol>
                <a:gridCol w="242667">
                  <a:extLst>
                    <a:ext uri="{9D8B030D-6E8A-4147-A177-3AD203B41FA5}">
                      <a16:colId xmlns:a16="http://schemas.microsoft.com/office/drawing/2014/main" val="1037983222"/>
                    </a:ext>
                  </a:extLst>
                </a:gridCol>
                <a:gridCol w="242667">
                  <a:extLst>
                    <a:ext uri="{9D8B030D-6E8A-4147-A177-3AD203B41FA5}">
                      <a16:colId xmlns:a16="http://schemas.microsoft.com/office/drawing/2014/main" val="20008"/>
                    </a:ext>
                  </a:extLst>
                </a:gridCol>
                <a:gridCol w="242667">
                  <a:extLst>
                    <a:ext uri="{9D8B030D-6E8A-4147-A177-3AD203B41FA5}">
                      <a16:colId xmlns:a16="http://schemas.microsoft.com/office/drawing/2014/main" val="20009"/>
                    </a:ext>
                  </a:extLst>
                </a:gridCol>
                <a:gridCol w="226544">
                  <a:extLst>
                    <a:ext uri="{9D8B030D-6E8A-4147-A177-3AD203B41FA5}">
                      <a16:colId xmlns:a16="http://schemas.microsoft.com/office/drawing/2014/main" val="20010"/>
                    </a:ext>
                  </a:extLst>
                </a:gridCol>
              </a:tblGrid>
              <a:tr h="216535">
                <a:tc rowSpan="2">
                  <a:txBody>
                    <a:bodyPr/>
                    <a:lstStyle/>
                    <a:p>
                      <a:pPr marL="0" indent="0" algn="ctr">
                        <a:lnSpc>
                          <a:spcPct val="100000"/>
                        </a:lnSpc>
                        <a:spcBef>
                          <a:spcPts val="10"/>
                        </a:spcBef>
                      </a:pPr>
                      <a:endParaRPr sz="700" dirty="0">
                        <a:latin typeface="Arial" panose="020B0604020202020204" pitchFamily="34" charset="0"/>
                        <a:cs typeface="Arial" panose="020B0604020202020204" pitchFamily="34" charset="0"/>
                      </a:endParaRPr>
                    </a:p>
                    <a:p>
                      <a:pPr marL="0" indent="0" algn="ctr">
                        <a:lnSpc>
                          <a:spcPct val="100000"/>
                        </a:lnSpc>
                        <a:spcBef>
                          <a:spcPts val="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0"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gridSpan="2">
                  <a:txBody>
                    <a:bodyPr/>
                    <a:lstStyle/>
                    <a:p>
                      <a:pPr algn="ctr">
                        <a:lnSpc>
                          <a:spcPct val="100000"/>
                        </a:lnSpc>
                        <a:spcBef>
                          <a:spcPts val="425"/>
                        </a:spcBef>
                      </a:pPr>
                      <a:r>
                        <a:rPr sz="700" spc="-20" dirty="0">
                          <a:latin typeface="Arial" panose="020B0604020202020204" pitchFamily="34" charset="0"/>
                          <a:cs typeface="Arial" panose="020B0604020202020204" pitchFamily="34" charset="0"/>
                        </a:rPr>
                        <a:t>2024</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endParaRPr/>
                    </a:p>
                  </a:txBody>
                  <a:tcPr marL="0" marR="0" marT="0" marB="0"/>
                </a:tc>
                <a:tc gridSpan="2">
                  <a:txBody>
                    <a:body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endParaRPr/>
                    </a:p>
                  </a:txBody>
                  <a:tcPr marL="0" marR="0" marT="0" marB="0"/>
                </a:tc>
                <a:tc gridSpan="2">
                  <a:txBody>
                    <a:body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2026</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endParaRPr/>
                    </a:p>
                  </a:txBody>
                  <a:tcPr marL="0" marR="0" marT="0" marB="0"/>
                </a:tc>
                <a:tc gridSpan="2">
                  <a:txBody>
                    <a:bodyPr/>
                    <a:lstStyle/>
                    <a:p>
                      <a:pPr marL="1270" algn="ctr">
                        <a:lnSpc>
                          <a:spcPct val="100000"/>
                        </a:lnSpc>
                        <a:spcBef>
                          <a:spcPts val="425"/>
                        </a:spcBef>
                      </a:pPr>
                      <a:r>
                        <a:rPr lang="en-US" altLang="ko-KR" sz="700" spc="-20" dirty="0">
                          <a:latin typeface="Arial" panose="020B0604020202020204" pitchFamily="34" charset="0"/>
                          <a:cs typeface="Arial" panose="020B0604020202020204" pitchFamily="34" charset="0"/>
                        </a:rPr>
                        <a:t>2027</a:t>
                      </a:r>
                      <a:endParaRPr lang="ko-KR" altLang="en-US"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endParaRPr/>
                    </a:p>
                  </a:txBody>
                  <a:tcPr marL="0" marR="0" marT="0" marB="0"/>
                </a:tc>
                <a:tc gridSpan="2">
                  <a:txBody>
                    <a:bodyPr/>
                    <a:lstStyle/>
                    <a:p>
                      <a:pPr marL="190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endParaRPr/>
                    </a:p>
                  </a:txBody>
                  <a:tcPr marL="0" marR="0" marT="0" marB="0"/>
                </a:tc>
                <a:extLst>
                  <a:ext uri="{0D108BD9-81ED-4DB2-BD59-A6C34878D82A}">
                    <a16:rowId xmlns:a16="http://schemas.microsoft.com/office/drawing/2014/main" val="10000"/>
                  </a:ext>
                </a:extLst>
              </a:tr>
              <a:tr h="0">
                <a:tc vMerge="1">
                  <a:txBody>
                    <a:bodyPr/>
                    <a:lstStyle/>
                    <a:p>
                      <a:endParaRPr/>
                    </a:p>
                  </a:txBody>
                  <a:tcPr marL="0" marR="0" marT="1270" marB="0">
                    <a:lnL w="12700">
                      <a:solidFill>
                        <a:srgbClr val="E7E6E6"/>
                      </a:solidFill>
                      <a:prstDash val="solid"/>
                    </a:lnL>
                    <a:lnR w="12700">
                      <a:solidFill>
                        <a:srgbClr val="E7E6E6"/>
                      </a:solidFill>
                      <a:prstDash val="solid"/>
                    </a:lnR>
                    <a:lnT w="12700">
                      <a:solidFill>
                        <a:srgbClr val="E7E6E6"/>
                      </a:solidFill>
                      <a:prstDash val="solid"/>
                    </a:lnT>
                    <a:lnB w="12700">
                      <a:solidFill>
                        <a:srgbClr val="E7E6E6"/>
                      </a:solidFill>
                      <a:prstDash val="solid"/>
                    </a:lnB>
                  </a:tcPr>
                </a:tc>
                <a:tc>
                  <a:txBody>
                    <a:bodyPr/>
                    <a:lstStyle/>
                    <a:p>
                      <a:pPr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16535">
                <a:tc>
                  <a:txBody>
                    <a:body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A</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lang="en-US" sz="700" b="0" dirty="0">
                          <a:solidFill>
                            <a:schemeClr val="tx1"/>
                          </a:solidFill>
                          <a:latin typeface="Arial" panose="020B0604020202020204" pitchFamily="34" charset="0"/>
                          <a:cs typeface="Arial" panose="020B0604020202020204" pitchFamily="34" charset="0"/>
                        </a:rPr>
                        <a:t>B</a:t>
                      </a:r>
                      <a:endParaRPr sz="700" b="0" dirty="0">
                        <a:solidFill>
                          <a:schemeClr val="tx1"/>
                        </a:solidFill>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1270"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C</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D</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F</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2540"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32" name="object 11">
            <a:extLst>
              <a:ext uri="{FF2B5EF4-FFF2-40B4-BE49-F238E27FC236}">
                <a16:creationId xmlns:a16="http://schemas.microsoft.com/office/drawing/2014/main" id="{2C33B44C-8660-36F0-335C-B991F71C91CC}"/>
              </a:ext>
            </a:extLst>
          </p:cNvPr>
          <p:cNvSpPr txBox="1"/>
          <p:nvPr/>
        </p:nvSpPr>
        <p:spPr>
          <a:xfrm>
            <a:off x="3296501" y="5419694"/>
            <a:ext cx="2223195" cy="154529"/>
          </a:xfrm>
          <a:prstGeom prst="rect">
            <a:avLst/>
          </a:prstGeom>
        </p:spPr>
        <p:txBody>
          <a:bodyPr vert="horz" wrap="square" lIns="0" tIns="15875" rIns="0" bIns="0" rtlCol="0">
            <a:spAutoFit/>
          </a:bodyPr>
          <a:lstStyle/>
          <a:p>
            <a:pPr marL="12700">
              <a:lnSpc>
                <a:spcPct val="100000"/>
              </a:lnSpc>
              <a:spcBef>
                <a:spcPts val="125"/>
              </a:spcBef>
            </a:pPr>
            <a:r>
              <a:rPr lang="en-US" sz="900" spc="25" dirty="0">
                <a:latin typeface="Arial"/>
                <a:cs typeface="Arial"/>
              </a:rPr>
              <a:t>W</a:t>
            </a:r>
            <a:r>
              <a:rPr sz="900" spc="25" dirty="0">
                <a:latin typeface="Arial"/>
                <a:cs typeface="Arial"/>
              </a:rPr>
              <a:t> </a:t>
            </a:r>
            <a:r>
              <a:rPr sz="900" dirty="0">
                <a:latin typeface="Arial"/>
                <a:cs typeface="Arial"/>
              </a:rPr>
              <a:t>→</a:t>
            </a:r>
            <a:r>
              <a:rPr sz="900" spc="20" dirty="0">
                <a:latin typeface="Arial"/>
                <a:cs typeface="Arial"/>
              </a:rPr>
              <a:t> </a:t>
            </a:r>
            <a:r>
              <a:rPr sz="900" dirty="0">
                <a:latin typeface="Arial"/>
                <a:cs typeface="Arial"/>
              </a:rPr>
              <a:t>Week</a:t>
            </a:r>
            <a:r>
              <a:rPr sz="900" spc="5" dirty="0">
                <a:latin typeface="Arial"/>
                <a:cs typeface="Arial"/>
              </a:rPr>
              <a:t> </a:t>
            </a:r>
            <a:r>
              <a:rPr sz="900" dirty="0">
                <a:latin typeface="Arial"/>
                <a:cs typeface="Arial"/>
              </a:rPr>
              <a:t>code</a:t>
            </a:r>
            <a:r>
              <a:rPr sz="900" spc="295" dirty="0">
                <a:latin typeface="Arial"/>
                <a:cs typeface="Arial"/>
              </a:rPr>
              <a:t> </a:t>
            </a:r>
            <a:r>
              <a:rPr sz="900" dirty="0">
                <a:latin typeface="Arial"/>
                <a:cs typeface="Arial"/>
              </a:rPr>
              <a:t>,</a:t>
            </a:r>
            <a:r>
              <a:rPr sz="900" spc="325" dirty="0">
                <a:latin typeface="Arial"/>
                <a:cs typeface="Arial"/>
              </a:rPr>
              <a:t> </a:t>
            </a:r>
            <a:r>
              <a:rPr sz="900" dirty="0">
                <a:latin typeface="Arial"/>
                <a:cs typeface="Arial"/>
              </a:rPr>
              <a:t>A=W1,</a:t>
            </a:r>
            <a:r>
              <a:rPr sz="900" spc="160" dirty="0">
                <a:latin typeface="Arial"/>
                <a:cs typeface="Arial"/>
              </a:rPr>
              <a:t>  </a:t>
            </a:r>
            <a:r>
              <a:rPr sz="900" spc="-10" dirty="0">
                <a:latin typeface="Arial"/>
                <a:cs typeface="Arial"/>
              </a:rPr>
              <a:t>B=W2,….</a:t>
            </a:r>
            <a:endParaRPr sz="900" dirty="0">
              <a:latin typeface="Arial"/>
              <a:cs typeface="Arial"/>
            </a:endParaRPr>
          </a:p>
        </p:txBody>
      </p:sp>
      <p:graphicFrame>
        <p:nvGraphicFramePr>
          <p:cNvPr id="33" name="object 16">
            <a:extLst>
              <a:ext uri="{FF2B5EF4-FFF2-40B4-BE49-F238E27FC236}">
                <a16:creationId xmlns:a16="http://schemas.microsoft.com/office/drawing/2014/main" id="{A0A387EC-546C-E654-3781-FEC519204889}"/>
              </a:ext>
            </a:extLst>
          </p:cNvPr>
          <p:cNvGraphicFramePr>
            <a:graphicFrameLocks noGrp="1"/>
          </p:cNvGraphicFramePr>
          <p:nvPr>
            <p:extLst>
              <p:ext uri="{D42A27DB-BD31-4B8C-83A1-F6EECF244321}">
                <p14:modId xmlns:p14="http://schemas.microsoft.com/office/powerpoint/2010/main" val="1608750973"/>
              </p:ext>
            </p:extLst>
          </p:nvPr>
        </p:nvGraphicFramePr>
        <p:xfrm>
          <a:off x="3231575" y="5612430"/>
          <a:ext cx="2906863" cy="433070"/>
        </p:xfrm>
        <a:graphic>
          <a:graphicData uri="http://schemas.openxmlformats.org/drawingml/2006/table">
            <a:tbl>
              <a:tblPr firstRow="1" bandRow="1">
                <a:tableStyleId>{2D5ABB26-0587-4C30-8999-92F81FD0307C}</a:tableStyleId>
              </a:tblPr>
              <a:tblGrid>
                <a:gridCol w="530317">
                  <a:extLst>
                    <a:ext uri="{9D8B030D-6E8A-4147-A177-3AD203B41FA5}">
                      <a16:colId xmlns:a16="http://schemas.microsoft.com/office/drawing/2014/main" val="20000"/>
                    </a:ext>
                  </a:extLst>
                </a:gridCol>
                <a:gridCol w="270511">
                  <a:extLst>
                    <a:ext uri="{9D8B030D-6E8A-4147-A177-3AD203B41FA5}">
                      <a16:colId xmlns:a16="http://schemas.microsoft.com/office/drawing/2014/main" val="20001"/>
                    </a:ext>
                  </a:extLst>
                </a:gridCol>
                <a:gridCol w="266805">
                  <a:extLst>
                    <a:ext uri="{9D8B030D-6E8A-4147-A177-3AD203B41FA5}">
                      <a16:colId xmlns:a16="http://schemas.microsoft.com/office/drawing/2014/main" val="20002"/>
                    </a:ext>
                  </a:extLst>
                </a:gridCol>
                <a:gridCol w="266805">
                  <a:extLst>
                    <a:ext uri="{9D8B030D-6E8A-4147-A177-3AD203B41FA5}">
                      <a16:colId xmlns:a16="http://schemas.microsoft.com/office/drawing/2014/main" val="2667103730"/>
                    </a:ext>
                  </a:extLst>
                </a:gridCol>
                <a:gridCol w="266805">
                  <a:extLst>
                    <a:ext uri="{9D8B030D-6E8A-4147-A177-3AD203B41FA5}">
                      <a16:colId xmlns:a16="http://schemas.microsoft.com/office/drawing/2014/main" val="1964400552"/>
                    </a:ext>
                  </a:extLst>
                </a:gridCol>
                <a:gridCol w="252395">
                  <a:extLst>
                    <a:ext uri="{9D8B030D-6E8A-4147-A177-3AD203B41FA5}">
                      <a16:colId xmlns:a16="http://schemas.microsoft.com/office/drawing/2014/main" val="20005"/>
                    </a:ext>
                  </a:extLst>
                </a:gridCol>
                <a:gridCol w="259806">
                  <a:extLst>
                    <a:ext uri="{9D8B030D-6E8A-4147-A177-3AD203B41FA5}">
                      <a16:colId xmlns:a16="http://schemas.microsoft.com/office/drawing/2014/main" val="20006"/>
                    </a:ext>
                  </a:extLst>
                </a:gridCol>
                <a:gridCol w="270512">
                  <a:extLst>
                    <a:ext uri="{9D8B030D-6E8A-4147-A177-3AD203B41FA5}">
                      <a16:colId xmlns:a16="http://schemas.microsoft.com/office/drawing/2014/main" val="20007"/>
                    </a:ext>
                  </a:extLst>
                </a:gridCol>
                <a:gridCol w="270512">
                  <a:extLst>
                    <a:ext uri="{9D8B030D-6E8A-4147-A177-3AD203B41FA5}">
                      <a16:colId xmlns:a16="http://schemas.microsoft.com/office/drawing/2014/main" val="20008"/>
                    </a:ext>
                  </a:extLst>
                </a:gridCol>
                <a:gridCol w="252395">
                  <a:extLst>
                    <a:ext uri="{9D8B030D-6E8A-4147-A177-3AD203B41FA5}">
                      <a16:colId xmlns:a16="http://schemas.microsoft.com/office/drawing/2014/main" val="20009"/>
                    </a:ext>
                  </a:extLst>
                </a:gridCol>
              </a:tblGrid>
              <a:tr h="216535">
                <a:tc>
                  <a:txBody>
                    <a:bodyPr/>
                    <a:lstStyle/>
                    <a:p>
                      <a:pPr algn="ctr">
                        <a:lnSpc>
                          <a:spcPct val="100000"/>
                        </a:lnSpc>
                        <a:spcBef>
                          <a:spcPts val="425"/>
                        </a:spcBef>
                      </a:pPr>
                      <a:r>
                        <a:rPr sz="700" dirty="0">
                          <a:latin typeface="Arial"/>
                          <a:cs typeface="Arial"/>
                        </a:rPr>
                        <a:t>Wafer </a:t>
                      </a:r>
                      <a:r>
                        <a:rPr sz="700" spc="-25" dirty="0">
                          <a:latin typeface="Arial"/>
                          <a:cs typeface="Arial"/>
                        </a:rPr>
                        <a:t>Lot</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a:cs typeface="Arial"/>
                        </a:rPr>
                        <a:t>W </a:t>
                      </a:r>
                      <a:r>
                        <a:rPr sz="700" spc="-50" dirty="0">
                          <a:latin typeface="Arial"/>
                          <a:cs typeface="Arial"/>
                        </a:rPr>
                        <a:t>1</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a:cs typeface="Arial"/>
                        </a:rPr>
                        <a:t>W </a:t>
                      </a:r>
                      <a:r>
                        <a:rPr sz="700" spc="-50" dirty="0">
                          <a:latin typeface="Arial"/>
                          <a:cs typeface="Arial"/>
                        </a:rPr>
                        <a:t>2</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lang="en-US" sz="700" dirty="0">
                          <a:latin typeface="Arial"/>
                          <a:cs typeface="Arial"/>
                        </a:rPr>
                        <a:t>W3</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lang="en-US" sz="700" dirty="0">
                          <a:latin typeface="Arial"/>
                          <a:cs typeface="Arial"/>
                        </a:rPr>
                        <a:t>W4</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0" algn="ctr">
                        <a:lnSpc>
                          <a:spcPct val="100000"/>
                        </a:lnSpc>
                        <a:spcBef>
                          <a:spcPts val="425"/>
                        </a:spcBef>
                      </a:pPr>
                      <a:r>
                        <a:rPr sz="700" dirty="0">
                          <a:solidFill>
                            <a:schemeClr val="tx1"/>
                          </a:solidFill>
                          <a:latin typeface="Arial"/>
                          <a:ea typeface="+mn-ea"/>
                          <a:cs typeface="Arial"/>
                        </a:rPr>
                        <a:t>…</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25" dirty="0">
                          <a:latin typeface="Arial"/>
                          <a:cs typeface="Arial"/>
                        </a:rPr>
                        <a:t>W27</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spc="-25" dirty="0">
                          <a:latin typeface="Arial"/>
                          <a:cs typeface="Arial"/>
                        </a:rPr>
                        <a:t>W28</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25" dirty="0">
                          <a:latin typeface="Arial"/>
                          <a:cs typeface="Arial"/>
                        </a:rPr>
                        <a:t>W53</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16535">
                <a:tc>
                  <a:txBody>
                    <a:bodyPr/>
                    <a:lstStyle/>
                    <a:p>
                      <a:pPr algn="ctr">
                        <a:lnSpc>
                          <a:spcPct val="100000"/>
                        </a:lnSpc>
                        <a:spcBef>
                          <a:spcPts val="425"/>
                        </a:spcBef>
                      </a:pPr>
                      <a:r>
                        <a:rPr sz="700" spc="-20" dirty="0">
                          <a:latin typeface="Arial"/>
                          <a:cs typeface="Arial"/>
                        </a:rPr>
                        <a:t>Code</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b="0" dirty="0">
                          <a:solidFill>
                            <a:schemeClr val="tx1"/>
                          </a:solidFill>
                          <a:latin typeface="Arial"/>
                          <a:cs typeface="Arial"/>
                        </a:rPr>
                        <a:t>A</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00000"/>
                        </a:lnSpc>
                        <a:spcBef>
                          <a:spcPts val="425"/>
                        </a:spcBef>
                      </a:pPr>
                      <a:r>
                        <a:rPr sz="700" dirty="0">
                          <a:latin typeface="Arial"/>
                          <a:cs typeface="Arial"/>
                        </a:rPr>
                        <a:t>B</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lang="en-US" sz="700" dirty="0">
                          <a:latin typeface="Arial"/>
                          <a:cs typeface="Arial"/>
                        </a:rPr>
                        <a:t>C</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lang="en-US" sz="700" dirty="0">
                          <a:latin typeface="Arial"/>
                          <a:cs typeface="Arial"/>
                        </a:rPr>
                        <a:t>D</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a:cs typeface="Arial"/>
                        </a:rPr>
                        <a:t>…</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dirty="0">
                          <a:latin typeface="Arial"/>
                          <a:cs typeface="Arial"/>
                        </a:rPr>
                        <a:t>A</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b="1" dirty="0">
                          <a:latin typeface="Arial"/>
                          <a:cs typeface="Arial"/>
                        </a:rPr>
                        <a:t>B</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dirty="0">
                          <a:latin typeface="Arial"/>
                          <a:cs typeface="Arial"/>
                        </a:rPr>
                        <a:t>A</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34" name="object 12">
            <a:extLst>
              <a:ext uri="{FF2B5EF4-FFF2-40B4-BE49-F238E27FC236}">
                <a16:creationId xmlns:a16="http://schemas.microsoft.com/office/drawing/2014/main" id="{688FEF85-95EB-4B48-F804-297989CF8F9F}"/>
              </a:ext>
            </a:extLst>
          </p:cNvPr>
          <p:cNvSpPr txBox="1"/>
          <p:nvPr/>
        </p:nvSpPr>
        <p:spPr>
          <a:xfrm>
            <a:off x="3296500" y="6145984"/>
            <a:ext cx="2841938" cy="431528"/>
          </a:xfrm>
          <a:prstGeom prst="rect">
            <a:avLst/>
          </a:prstGeom>
        </p:spPr>
        <p:txBody>
          <a:bodyPr vert="horz" wrap="square" lIns="0" tIns="15875" rIns="0" bIns="0" rtlCol="0">
            <a:spAutoFit/>
          </a:bodyPr>
          <a:lstStyle/>
          <a:p>
            <a:pPr marL="266700" indent="-254000">
              <a:lnSpc>
                <a:spcPct val="100000"/>
              </a:lnSpc>
              <a:spcBef>
                <a:spcPts val="125"/>
              </a:spcBef>
            </a:pPr>
            <a:r>
              <a:rPr sz="900" dirty="0">
                <a:latin typeface="Arial"/>
                <a:cs typeface="Arial"/>
              </a:rPr>
              <a:t>C</a:t>
            </a:r>
            <a:r>
              <a:rPr sz="900" spc="25" dirty="0">
                <a:latin typeface="Arial"/>
                <a:cs typeface="Arial"/>
              </a:rPr>
              <a:t> </a:t>
            </a:r>
            <a:r>
              <a:rPr sz="900" dirty="0">
                <a:latin typeface="Arial"/>
                <a:cs typeface="Arial"/>
              </a:rPr>
              <a:t>→</a:t>
            </a:r>
            <a:r>
              <a:rPr sz="900" spc="25" dirty="0">
                <a:latin typeface="Arial"/>
                <a:cs typeface="Arial"/>
              </a:rPr>
              <a:t> </a:t>
            </a:r>
            <a:r>
              <a:rPr sz="900" dirty="0">
                <a:latin typeface="Arial"/>
                <a:cs typeface="Arial"/>
              </a:rPr>
              <a:t>Wafer lot,</a:t>
            </a:r>
            <a:r>
              <a:rPr sz="900" spc="180" dirty="0">
                <a:latin typeface="Arial"/>
                <a:cs typeface="Arial"/>
              </a:rPr>
              <a:t> </a:t>
            </a:r>
            <a:r>
              <a:rPr sz="900" dirty="0">
                <a:latin typeface="Arial"/>
                <a:cs typeface="Arial"/>
              </a:rPr>
              <a:t>Each</a:t>
            </a:r>
            <a:r>
              <a:rPr sz="900" spc="35" dirty="0">
                <a:latin typeface="Arial"/>
                <a:cs typeface="Arial"/>
              </a:rPr>
              <a:t> </a:t>
            </a:r>
            <a:r>
              <a:rPr sz="900" dirty="0">
                <a:latin typeface="Arial"/>
                <a:cs typeface="Arial"/>
              </a:rPr>
              <a:t>wafer</a:t>
            </a:r>
            <a:r>
              <a:rPr sz="900" spc="25" dirty="0">
                <a:latin typeface="Arial"/>
                <a:cs typeface="Arial"/>
              </a:rPr>
              <a:t> </a:t>
            </a:r>
            <a:r>
              <a:rPr sz="900" dirty="0">
                <a:latin typeface="Arial"/>
                <a:cs typeface="Arial"/>
              </a:rPr>
              <a:t>Lot</a:t>
            </a:r>
            <a:r>
              <a:rPr sz="900" spc="30" dirty="0">
                <a:latin typeface="Arial"/>
                <a:cs typeface="Arial"/>
              </a:rPr>
              <a:t> </a:t>
            </a:r>
            <a:r>
              <a:rPr sz="900" dirty="0">
                <a:latin typeface="Arial"/>
                <a:cs typeface="Arial"/>
              </a:rPr>
              <a:t>is</a:t>
            </a:r>
            <a:r>
              <a:rPr sz="900" spc="30" dirty="0">
                <a:latin typeface="Arial"/>
                <a:cs typeface="Arial"/>
              </a:rPr>
              <a:t> </a:t>
            </a:r>
            <a:r>
              <a:rPr sz="900" dirty="0">
                <a:latin typeface="Arial"/>
                <a:cs typeface="Arial"/>
              </a:rPr>
              <a:t>represented</a:t>
            </a:r>
            <a:r>
              <a:rPr sz="900" spc="25" dirty="0">
                <a:latin typeface="Arial"/>
                <a:cs typeface="Arial"/>
              </a:rPr>
              <a:t> </a:t>
            </a:r>
            <a:r>
              <a:rPr sz="900" dirty="0">
                <a:latin typeface="Arial"/>
                <a:cs typeface="Arial"/>
              </a:rPr>
              <a:t>by</a:t>
            </a:r>
            <a:r>
              <a:rPr sz="900" spc="30" dirty="0">
                <a:latin typeface="Arial"/>
                <a:cs typeface="Arial"/>
              </a:rPr>
              <a:t> </a:t>
            </a:r>
            <a:r>
              <a:rPr sz="900" dirty="0">
                <a:latin typeface="Arial"/>
                <a:cs typeface="Arial"/>
              </a:rPr>
              <a:t>a</a:t>
            </a:r>
            <a:r>
              <a:rPr sz="900" spc="35" dirty="0">
                <a:latin typeface="Arial"/>
                <a:cs typeface="Arial"/>
              </a:rPr>
              <a:t> </a:t>
            </a:r>
            <a:r>
              <a:rPr sz="900" dirty="0">
                <a:latin typeface="Arial"/>
                <a:cs typeface="Arial"/>
              </a:rPr>
              <a:t>character</a:t>
            </a:r>
            <a:r>
              <a:rPr sz="900" spc="15" dirty="0">
                <a:latin typeface="Arial"/>
                <a:cs typeface="Arial"/>
              </a:rPr>
              <a:t> </a:t>
            </a:r>
            <a:r>
              <a:rPr sz="900" dirty="0">
                <a:latin typeface="Arial"/>
                <a:cs typeface="Arial"/>
              </a:rPr>
              <a:t>(Ex:</a:t>
            </a:r>
            <a:r>
              <a:rPr sz="900" spc="65" dirty="0">
                <a:latin typeface="Arial"/>
                <a:cs typeface="Arial"/>
              </a:rPr>
              <a:t> </a:t>
            </a:r>
            <a:r>
              <a:rPr sz="900" dirty="0">
                <a:latin typeface="Arial"/>
                <a:cs typeface="Arial"/>
              </a:rPr>
              <a:t>A,</a:t>
            </a:r>
            <a:r>
              <a:rPr sz="900" spc="30" dirty="0">
                <a:latin typeface="Arial"/>
                <a:cs typeface="Arial"/>
              </a:rPr>
              <a:t> </a:t>
            </a:r>
            <a:r>
              <a:rPr sz="900" dirty="0">
                <a:latin typeface="Arial"/>
                <a:cs typeface="Arial"/>
              </a:rPr>
              <a:t>B,</a:t>
            </a:r>
            <a:r>
              <a:rPr sz="900" spc="45" dirty="0">
                <a:latin typeface="Arial"/>
                <a:cs typeface="Arial"/>
              </a:rPr>
              <a:t> </a:t>
            </a:r>
            <a:r>
              <a:rPr sz="900" dirty="0">
                <a:latin typeface="Arial"/>
                <a:cs typeface="Arial"/>
              </a:rPr>
              <a:t>C,</a:t>
            </a:r>
            <a:r>
              <a:rPr sz="900" spc="30" dirty="0">
                <a:latin typeface="Arial"/>
                <a:cs typeface="Arial"/>
              </a:rPr>
              <a:t> </a:t>
            </a:r>
            <a:r>
              <a:rPr sz="900" spc="-25" dirty="0">
                <a:latin typeface="Arial"/>
                <a:cs typeface="Arial"/>
              </a:rPr>
              <a:t>…).</a:t>
            </a:r>
            <a:endParaRPr sz="900" dirty="0">
              <a:latin typeface="Arial"/>
              <a:cs typeface="Arial"/>
            </a:endParaRPr>
          </a:p>
          <a:p>
            <a:pPr marL="266700">
              <a:lnSpc>
                <a:spcPct val="100000"/>
              </a:lnSpc>
              <a:spcBef>
                <a:spcPts val="20"/>
              </a:spcBef>
            </a:pPr>
            <a:r>
              <a:rPr sz="900" dirty="0">
                <a:latin typeface="Arial"/>
                <a:cs typeface="Arial"/>
              </a:rPr>
              <a:t>These</a:t>
            </a:r>
            <a:r>
              <a:rPr sz="900" spc="30" dirty="0">
                <a:latin typeface="Arial"/>
                <a:cs typeface="Arial"/>
              </a:rPr>
              <a:t> </a:t>
            </a:r>
            <a:r>
              <a:rPr sz="900" dirty="0">
                <a:latin typeface="Arial"/>
                <a:cs typeface="Arial"/>
              </a:rPr>
              <a:t>character</a:t>
            </a:r>
            <a:r>
              <a:rPr sz="900" spc="50" dirty="0">
                <a:latin typeface="Arial"/>
                <a:cs typeface="Arial"/>
              </a:rPr>
              <a:t> </a:t>
            </a:r>
            <a:r>
              <a:rPr sz="900" dirty="0">
                <a:latin typeface="Arial"/>
                <a:cs typeface="Arial"/>
              </a:rPr>
              <a:t>cycle</a:t>
            </a:r>
            <a:r>
              <a:rPr sz="900" spc="65" dirty="0">
                <a:latin typeface="Arial"/>
                <a:cs typeface="Arial"/>
              </a:rPr>
              <a:t> </a:t>
            </a:r>
            <a:r>
              <a:rPr sz="900" dirty="0">
                <a:latin typeface="Arial"/>
                <a:cs typeface="Arial"/>
              </a:rPr>
              <a:t>once</a:t>
            </a:r>
            <a:r>
              <a:rPr sz="900" spc="30" dirty="0">
                <a:latin typeface="Arial"/>
                <a:cs typeface="Arial"/>
              </a:rPr>
              <a:t> </a:t>
            </a:r>
            <a:r>
              <a:rPr sz="900" dirty="0">
                <a:latin typeface="Arial"/>
                <a:cs typeface="Arial"/>
              </a:rPr>
              <a:t>a</a:t>
            </a:r>
            <a:r>
              <a:rPr sz="900" spc="65" dirty="0">
                <a:latin typeface="Arial"/>
                <a:cs typeface="Arial"/>
              </a:rPr>
              <a:t> </a:t>
            </a:r>
            <a:r>
              <a:rPr sz="900" spc="-20" dirty="0">
                <a:latin typeface="Arial"/>
                <a:cs typeface="Arial"/>
              </a:rPr>
              <a:t>week.</a:t>
            </a:r>
            <a:endParaRPr sz="900" dirty="0">
              <a:latin typeface="Arial"/>
              <a:cs typeface="Arial"/>
            </a:endParaRPr>
          </a:p>
        </p:txBody>
      </p:sp>
      <p:graphicFrame>
        <p:nvGraphicFramePr>
          <p:cNvPr id="35" name="object 14">
            <a:extLst>
              <a:ext uri="{FF2B5EF4-FFF2-40B4-BE49-F238E27FC236}">
                <a16:creationId xmlns:a16="http://schemas.microsoft.com/office/drawing/2014/main" id="{9EE8336A-14FA-143C-3337-7605FED33C72}"/>
              </a:ext>
            </a:extLst>
          </p:cNvPr>
          <p:cNvGraphicFramePr>
            <a:graphicFrameLocks noGrp="1"/>
          </p:cNvGraphicFramePr>
          <p:nvPr>
            <p:extLst>
              <p:ext uri="{D42A27DB-BD31-4B8C-83A1-F6EECF244321}">
                <p14:modId xmlns:p14="http://schemas.microsoft.com/office/powerpoint/2010/main" val="3474872784"/>
              </p:ext>
            </p:extLst>
          </p:nvPr>
        </p:nvGraphicFramePr>
        <p:xfrm>
          <a:off x="3231574" y="6607108"/>
          <a:ext cx="2906865" cy="433070"/>
        </p:xfrm>
        <a:graphic>
          <a:graphicData uri="http://schemas.openxmlformats.org/drawingml/2006/table">
            <a:tbl>
              <a:tblPr firstRow="1" bandRow="1">
                <a:tableStyleId>{5940675A-B579-460E-94D1-54222C63F5DA}</a:tableStyleId>
              </a:tblPr>
              <a:tblGrid>
                <a:gridCol w="528969">
                  <a:extLst>
                    <a:ext uri="{9D8B030D-6E8A-4147-A177-3AD203B41FA5}">
                      <a16:colId xmlns:a16="http://schemas.microsoft.com/office/drawing/2014/main" val="20000"/>
                    </a:ext>
                  </a:extLst>
                </a:gridCol>
                <a:gridCol w="269823">
                  <a:extLst>
                    <a:ext uri="{9D8B030D-6E8A-4147-A177-3AD203B41FA5}">
                      <a16:colId xmlns:a16="http://schemas.microsoft.com/office/drawing/2014/main" val="20001"/>
                    </a:ext>
                  </a:extLst>
                </a:gridCol>
                <a:gridCol w="266127">
                  <a:extLst>
                    <a:ext uri="{9D8B030D-6E8A-4147-A177-3AD203B41FA5}">
                      <a16:colId xmlns:a16="http://schemas.microsoft.com/office/drawing/2014/main" val="20002"/>
                    </a:ext>
                  </a:extLst>
                </a:gridCol>
                <a:gridCol w="269823">
                  <a:extLst>
                    <a:ext uri="{9D8B030D-6E8A-4147-A177-3AD203B41FA5}">
                      <a16:colId xmlns:a16="http://schemas.microsoft.com/office/drawing/2014/main" val="20003"/>
                    </a:ext>
                  </a:extLst>
                </a:gridCol>
                <a:gridCol w="269823">
                  <a:extLst>
                    <a:ext uri="{9D8B030D-6E8A-4147-A177-3AD203B41FA5}">
                      <a16:colId xmlns:a16="http://schemas.microsoft.com/office/drawing/2014/main" val="20004"/>
                    </a:ext>
                  </a:extLst>
                </a:gridCol>
                <a:gridCol w="251753">
                  <a:extLst>
                    <a:ext uri="{9D8B030D-6E8A-4147-A177-3AD203B41FA5}">
                      <a16:colId xmlns:a16="http://schemas.microsoft.com/office/drawing/2014/main" val="20005"/>
                    </a:ext>
                  </a:extLst>
                </a:gridCol>
                <a:gridCol w="259146">
                  <a:extLst>
                    <a:ext uri="{9D8B030D-6E8A-4147-A177-3AD203B41FA5}">
                      <a16:colId xmlns:a16="http://schemas.microsoft.com/office/drawing/2014/main" val="20006"/>
                    </a:ext>
                  </a:extLst>
                </a:gridCol>
                <a:gridCol w="269824">
                  <a:extLst>
                    <a:ext uri="{9D8B030D-6E8A-4147-A177-3AD203B41FA5}">
                      <a16:colId xmlns:a16="http://schemas.microsoft.com/office/drawing/2014/main" val="20007"/>
                    </a:ext>
                  </a:extLst>
                </a:gridCol>
                <a:gridCol w="269824">
                  <a:extLst>
                    <a:ext uri="{9D8B030D-6E8A-4147-A177-3AD203B41FA5}">
                      <a16:colId xmlns:a16="http://schemas.microsoft.com/office/drawing/2014/main" val="20008"/>
                    </a:ext>
                  </a:extLst>
                </a:gridCol>
                <a:gridCol w="251753">
                  <a:extLst>
                    <a:ext uri="{9D8B030D-6E8A-4147-A177-3AD203B41FA5}">
                      <a16:colId xmlns:a16="http://schemas.microsoft.com/office/drawing/2014/main" val="20009"/>
                    </a:ext>
                  </a:extLst>
                </a:gridCol>
              </a:tblGrid>
              <a:tr h="216535">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1</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2</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3</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4</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5</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7</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8</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a:t>
                      </a:r>
                      <a:endParaRPr sz="70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16535">
                <a:tc>
                  <a:txBody>
                    <a:body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A</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B</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C</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D</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3175" algn="ctr">
                        <a:lnSpc>
                          <a:spcPct val="100000"/>
                        </a:lnSpc>
                        <a:spcBef>
                          <a:spcPts val="425"/>
                        </a:spcBef>
                      </a:pPr>
                      <a:r>
                        <a:rPr sz="700" dirty="0">
                          <a:latin typeface="Arial" panose="020B0604020202020204" pitchFamily="34" charset="0"/>
                          <a:cs typeface="Arial" panose="020B0604020202020204" pitchFamily="34" charset="0"/>
                        </a:rPr>
                        <a:t>F</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H</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36" name="object 13">
            <a:extLst>
              <a:ext uri="{FF2B5EF4-FFF2-40B4-BE49-F238E27FC236}">
                <a16:creationId xmlns:a16="http://schemas.microsoft.com/office/drawing/2014/main" id="{6F65C1C2-36F4-5A0D-48F4-ED6544250F2A}"/>
              </a:ext>
            </a:extLst>
          </p:cNvPr>
          <p:cNvSpPr txBox="1"/>
          <p:nvPr/>
        </p:nvSpPr>
        <p:spPr>
          <a:xfrm>
            <a:off x="3296500" y="7131500"/>
            <a:ext cx="2841938" cy="595676"/>
          </a:xfrm>
          <a:prstGeom prst="rect">
            <a:avLst/>
          </a:prstGeom>
        </p:spPr>
        <p:txBody>
          <a:bodyPr vert="horz" wrap="square" lIns="0" tIns="15875" rIns="0" bIns="0" rtlCol="0">
            <a:spAutoFit/>
          </a:bodyPr>
          <a:lstStyle/>
          <a:p>
            <a:pPr marL="12700">
              <a:lnSpc>
                <a:spcPct val="100000"/>
              </a:lnSpc>
              <a:spcBef>
                <a:spcPts val="125"/>
              </a:spcBef>
            </a:pPr>
            <a:r>
              <a:rPr sz="900" dirty="0">
                <a:latin typeface="Arial"/>
                <a:cs typeface="Arial"/>
              </a:rPr>
              <a:t>D</a:t>
            </a:r>
            <a:r>
              <a:rPr sz="900" spc="30" dirty="0">
                <a:latin typeface="Arial"/>
                <a:cs typeface="Arial"/>
              </a:rPr>
              <a:t> </a:t>
            </a:r>
            <a:r>
              <a:rPr sz="900" dirty="0">
                <a:latin typeface="Arial"/>
                <a:cs typeface="Arial"/>
              </a:rPr>
              <a:t>→</a:t>
            </a:r>
            <a:r>
              <a:rPr sz="900" spc="30" dirty="0">
                <a:latin typeface="Arial"/>
                <a:cs typeface="Arial"/>
              </a:rPr>
              <a:t> </a:t>
            </a:r>
            <a:r>
              <a:rPr lang="en-US" sz="900" spc="30" dirty="0">
                <a:latin typeface="Arial"/>
                <a:cs typeface="Arial"/>
              </a:rPr>
              <a:t>Traceability Code </a:t>
            </a:r>
            <a:r>
              <a:rPr sz="900" dirty="0">
                <a:latin typeface="Arial"/>
                <a:cs typeface="Arial"/>
              </a:rPr>
              <a:t>Wafer</a:t>
            </a:r>
            <a:r>
              <a:rPr sz="900" spc="5" dirty="0">
                <a:latin typeface="Arial"/>
                <a:cs typeface="Arial"/>
              </a:rPr>
              <a:t> </a:t>
            </a:r>
            <a:r>
              <a:rPr sz="900" dirty="0">
                <a:latin typeface="Arial"/>
                <a:cs typeface="Arial"/>
              </a:rPr>
              <a:t>lot</a:t>
            </a:r>
            <a:r>
              <a:rPr sz="900" spc="35" dirty="0">
                <a:latin typeface="Arial"/>
                <a:cs typeface="Arial"/>
              </a:rPr>
              <a:t> </a:t>
            </a:r>
            <a:r>
              <a:rPr sz="900" dirty="0">
                <a:latin typeface="Arial"/>
                <a:cs typeface="Arial"/>
              </a:rPr>
              <a:t>NO.</a:t>
            </a:r>
            <a:r>
              <a:rPr sz="900" spc="315" dirty="0">
                <a:latin typeface="Arial"/>
                <a:cs typeface="Arial"/>
              </a:rPr>
              <a:t> </a:t>
            </a:r>
            <a:r>
              <a:rPr sz="900" dirty="0">
                <a:latin typeface="Arial"/>
                <a:cs typeface="Arial"/>
              </a:rPr>
              <a:t>:</a:t>
            </a:r>
            <a:r>
              <a:rPr sz="900" spc="50" dirty="0">
                <a:latin typeface="Arial"/>
                <a:cs typeface="Arial"/>
              </a:rPr>
              <a:t> </a:t>
            </a:r>
            <a:endParaRPr lang="en-US" sz="900" spc="50" dirty="0">
              <a:latin typeface="Arial"/>
              <a:cs typeface="Arial"/>
            </a:endParaRPr>
          </a:p>
          <a:p>
            <a:pPr marL="182563" indent="84138">
              <a:lnSpc>
                <a:spcPct val="100000"/>
              </a:lnSpc>
              <a:spcBef>
                <a:spcPts val="125"/>
              </a:spcBef>
            </a:pPr>
            <a:r>
              <a:rPr sz="900" dirty="0">
                <a:latin typeface="Arial"/>
                <a:cs typeface="Arial"/>
              </a:rPr>
              <a:t>A</a:t>
            </a:r>
            <a:r>
              <a:rPr sz="900" spc="35" dirty="0">
                <a:latin typeface="Arial"/>
                <a:cs typeface="Arial"/>
              </a:rPr>
              <a:t> </a:t>
            </a:r>
            <a:r>
              <a:rPr sz="900" dirty="0">
                <a:latin typeface="Arial"/>
                <a:cs typeface="Arial"/>
              </a:rPr>
              <a:t>big</a:t>
            </a:r>
            <a:r>
              <a:rPr sz="900" spc="30" dirty="0">
                <a:latin typeface="Arial"/>
                <a:cs typeface="Arial"/>
              </a:rPr>
              <a:t> </a:t>
            </a:r>
            <a:r>
              <a:rPr sz="900" dirty="0">
                <a:latin typeface="Arial"/>
                <a:cs typeface="Arial"/>
              </a:rPr>
              <a:t>assembly</a:t>
            </a:r>
            <a:r>
              <a:rPr sz="900" spc="10" dirty="0">
                <a:latin typeface="Arial"/>
                <a:cs typeface="Arial"/>
              </a:rPr>
              <a:t> </a:t>
            </a:r>
            <a:r>
              <a:rPr sz="900" dirty="0">
                <a:latin typeface="Arial"/>
                <a:cs typeface="Arial"/>
              </a:rPr>
              <a:t>Lot</a:t>
            </a:r>
            <a:r>
              <a:rPr sz="900" spc="35" dirty="0">
                <a:latin typeface="Arial"/>
                <a:cs typeface="Arial"/>
              </a:rPr>
              <a:t> </a:t>
            </a:r>
            <a:r>
              <a:rPr sz="900" dirty="0">
                <a:latin typeface="Arial"/>
                <a:cs typeface="Arial"/>
              </a:rPr>
              <a:t>consists</a:t>
            </a:r>
            <a:r>
              <a:rPr sz="900" spc="15" dirty="0">
                <a:latin typeface="Arial"/>
                <a:cs typeface="Arial"/>
              </a:rPr>
              <a:t> </a:t>
            </a:r>
            <a:r>
              <a:rPr sz="900" dirty="0">
                <a:latin typeface="Arial"/>
                <a:cs typeface="Arial"/>
              </a:rPr>
              <a:t>of</a:t>
            </a:r>
            <a:r>
              <a:rPr sz="900" spc="50" dirty="0">
                <a:latin typeface="Arial"/>
                <a:cs typeface="Arial"/>
              </a:rPr>
              <a:t> </a:t>
            </a:r>
            <a:r>
              <a:rPr sz="900" dirty="0">
                <a:latin typeface="Arial"/>
                <a:cs typeface="Arial"/>
              </a:rPr>
              <a:t>three</a:t>
            </a:r>
            <a:r>
              <a:rPr sz="900" spc="45" dirty="0">
                <a:latin typeface="Arial"/>
                <a:cs typeface="Arial"/>
              </a:rPr>
              <a:t> </a:t>
            </a:r>
            <a:r>
              <a:rPr sz="900" dirty="0">
                <a:latin typeface="Arial"/>
                <a:cs typeface="Arial"/>
              </a:rPr>
              <a:t>wafers.</a:t>
            </a:r>
            <a:r>
              <a:rPr sz="900" spc="315" dirty="0">
                <a:latin typeface="Arial"/>
                <a:cs typeface="Arial"/>
              </a:rPr>
              <a:t> </a:t>
            </a:r>
            <a:r>
              <a:rPr sz="900" dirty="0">
                <a:latin typeface="Arial"/>
                <a:cs typeface="Arial"/>
              </a:rPr>
              <a:t>Each</a:t>
            </a:r>
            <a:r>
              <a:rPr sz="900" spc="35" dirty="0">
                <a:latin typeface="Arial"/>
                <a:cs typeface="Arial"/>
              </a:rPr>
              <a:t> </a:t>
            </a:r>
            <a:r>
              <a:rPr sz="900" dirty="0">
                <a:latin typeface="Arial"/>
                <a:cs typeface="Arial"/>
              </a:rPr>
              <a:t>big</a:t>
            </a:r>
            <a:r>
              <a:rPr sz="900" spc="30" dirty="0">
                <a:latin typeface="Arial"/>
                <a:cs typeface="Arial"/>
              </a:rPr>
              <a:t> </a:t>
            </a:r>
            <a:r>
              <a:rPr sz="900" dirty="0">
                <a:latin typeface="Arial"/>
                <a:cs typeface="Arial"/>
              </a:rPr>
              <a:t>assembly</a:t>
            </a:r>
            <a:r>
              <a:rPr sz="900" spc="10" dirty="0">
                <a:latin typeface="Arial"/>
                <a:cs typeface="Arial"/>
              </a:rPr>
              <a:t> </a:t>
            </a:r>
            <a:r>
              <a:rPr sz="900" spc="-25" dirty="0">
                <a:latin typeface="Arial"/>
                <a:cs typeface="Arial"/>
              </a:rPr>
              <a:t>Lot</a:t>
            </a:r>
            <a:r>
              <a:rPr lang="en-US" sz="900" spc="-25" dirty="0">
                <a:latin typeface="Arial"/>
                <a:cs typeface="Arial"/>
              </a:rPr>
              <a:t>.</a:t>
            </a:r>
          </a:p>
          <a:p>
            <a:pPr marL="182563" indent="84138">
              <a:lnSpc>
                <a:spcPct val="100000"/>
              </a:lnSpc>
              <a:spcBef>
                <a:spcPts val="125"/>
              </a:spcBef>
            </a:pPr>
            <a:r>
              <a:rPr sz="900" dirty="0">
                <a:latin typeface="Arial"/>
                <a:cs typeface="Arial"/>
              </a:rPr>
              <a:t>Lot</a:t>
            </a:r>
            <a:r>
              <a:rPr sz="900" spc="40" dirty="0">
                <a:latin typeface="Arial"/>
                <a:cs typeface="Arial"/>
              </a:rPr>
              <a:t> </a:t>
            </a:r>
            <a:r>
              <a:rPr sz="900" dirty="0">
                <a:latin typeface="Arial"/>
                <a:cs typeface="Arial"/>
              </a:rPr>
              <a:t>is</a:t>
            </a:r>
            <a:r>
              <a:rPr sz="900" spc="45" dirty="0">
                <a:latin typeface="Arial"/>
                <a:cs typeface="Arial"/>
              </a:rPr>
              <a:t> </a:t>
            </a:r>
            <a:r>
              <a:rPr sz="900" dirty="0">
                <a:latin typeface="Arial"/>
                <a:cs typeface="Arial"/>
              </a:rPr>
              <a:t>represented</a:t>
            </a:r>
            <a:r>
              <a:rPr sz="900" spc="25" dirty="0">
                <a:latin typeface="Arial"/>
                <a:cs typeface="Arial"/>
              </a:rPr>
              <a:t> </a:t>
            </a:r>
            <a:r>
              <a:rPr sz="900" dirty="0">
                <a:latin typeface="Arial"/>
                <a:cs typeface="Arial"/>
              </a:rPr>
              <a:t>by</a:t>
            </a:r>
            <a:r>
              <a:rPr sz="900" spc="60" dirty="0">
                <a:latin typeface="Arial"/>
                <a:cs typeface="Arial"/>
              </a:rPr>
              <a:t> </a:t>
            </a:r>
            <a:r>
              <a:rPr sz="900" dirty="0">
                <a:latin typeface="Arial"/>
                <a:cs typeface="Arial"/>
              </a:rPr>
              <a:t>a</a:t>
            </a:r>
            <a:r>
              <a:rPr sz="900" spc="45" dirty="0">
                <a:latin typeface="Arial"/>
                <a:cs typeface="Arial"/>
              </a:rPr>
              <a:t> </a:t>
            </a:r>
            <a:r>
              <a:rPr sz="900" dirty="0">
                <a:latin typeface="Arial"/>
                <a:cs typeface="Arial"/>
              </a:rPr>
              <a:t>character</a:t>
            </a:r>
            <a:r>
              <a:rPr sz="900" spc="40" dirty="0">
                <a:latin typeface="Arial"/>
                <a:cs typeface="Arial"/>
              </a:rPr>
              <a:t> </a:t>
            </a:r>
            <a:r>
              <a:rPr sz="900" dirty="0">
                <a:latin typeface="Arial"/>
                <a:cs typeface="Arial"/>
              </a:rPr>
              <a:t>(Ex:</a:t>
            </a:r>
            <a:r>
              <a:rPr sz="900" spc="75" dirty="0">
                <a:latin typeface="Arial"/>
                <a:cs typeface="Arial"/>
              </a:rPr>
              <a:t> </a:t>
            </a:r>
            <a:r>
              <a:rPr sz="900" spc="-10" dirty="0">
                <a:latin typeface="Arial"/>
                <a:cs typeface="Arial"/>
              </a:rPr>
              <a:t>1,2,3,…)</a:t>
            </a:r>
            <a:endParaRPr sz="900" dirty="0">
              <a:latin typeface="Arial"/>
              <a:cs typeface="Arial"/>
            </a:endParaRPr>
          </a:p>
        </p:txBody>
      </p:sp>
      <p:graphicFrame>
        <p:nvGraphicFramePr>
          <p:cNvPr id="37" name="object 15">
            <a:extLst>
              <a:ext uri="{FF2B5EF4-FFF2-40B4-BE49-F238E27FC236}">
                <a16:creationId xmlns:a16="http://schemas.microsoft.com/office/drawing/2014/main" id="{1C8E6454-F23B-C22D-3344-00D6470DD92F}"/>
              </a:ext>
            </a:extLst>
          </p:cNvPr>
          <p:cNvGraphicFramePr>
            <a:graphicFrameLocks noGrp="1"/>
          </p:cNvGraphicFramePr>
          <p:nvPr>
            <p:extLst>
              <p:ext uri="{D42A27DB-BD31-4B8C-83A1-F6EECF244321}">
                <p14:modId xmlns:p14="http://schemas.microsoft.com/office/powerpoint/2010/main" val="1481422367"/>
              </p:ext>
            </p:extLst>
          </p:nvPr>
        </p:nvGraphicFramePr>
        <p:xfrm>
          <a:off x="3231570" y="7737492"/>
          <a:ext cx="2906863" cy="433070"/>
        </p:xfrm>
        <a:graphic>
          <a:graphicData uri="http://schemas.openxmlformats.org/drawingml/2006/table">
            <a:tbl>
              <a:tblPr firstRow="1" bandRow="1">
                <a:tableStyleId>{2D5ABB26-0587-4C30-8999-92F81FD0307C}</a:tableStyleId>
              </a:tblPr>
              <a:tblGrid>
                <a:gridCol w="528298">
                  <a:extLst>
                    <a:ext uri="{9D8B030D-6E8A-4147-A177-3AD203B41FA5}">
                      <a16:colId xmlns:a16="http://schemas.microsoft.com/office/drawing/2014/main" val="20000"/>
                    </a:ext>
                  </a:extLst>
                </a:gridCol>
                <a:gridCol w="269480">
                  <a:extLst>
                    <a:ext uri="{9D8B030D-6E8A-4147-A177-3AD203B41FA5}">
                      <a16:colId xmlns:a16="http://schemas.microsoft.com/office/drawing/2014/main" val="1073021575"/>
                    </a:ext>
                  </a:extLst>
                </a:gridCol>
                <a:gridCol w="269480">
                  <a:extLst>
                    <a:ext uri="{9D8B030D-6E8A-4147-A177-3AD203B41FA5}">
                      <a16:colId xmlns:a16="http://schemas.microsoft.com/office/drawing/2014/main" val="1497091923"/>
                    </a:ext>
                  </a:extLst>
                </a:gridCol>
                <a:gridCol w="269480">
                  <a:extLst>
                    <a:ext uri="{9D8B030D-6E8A-4147-A177-3AD203B41FA5}">
                      <a16:colId xmlns:a16="http://schemas.microsoft.com/office/drawing/2014/main" val="20003"/>
                    </a:ext>
                  </a:extLst>
                </a:gridCol>
                <a:gridCol w="269480">
                  <a:extLst>
                    <a:ext uri="{9D8B030D-6E8A-4147-A177-3AD203B41FA5}">
                      <a16:colId xmlns:a16="http://schemas.microsoft.com/office/drawing/2014/main" val="20004"/>
                    </a:ext>
                  </a:extLst>
                </a:gridCol>
                <a:gridCol w="251433">
                  <a:extLst>
                    <a:ext uri="{9D8B030D-6E8A-4147-A177-3AD203B41FA5}">
                      <a16:colId xmlns:a16="http://schemas.microsoft.com/office/drawing/2014/main" val="20005"/>
                    </a:ext>
                  </a:extLst>
                </a:gridCol>
                <a:gridCol w="258817">
                  <a:extLst>
                    <a:ext uri="{9D8B030D-6E8A-4147-A177-3AD203B41FA5}">
                      <a16:colId xmlns:a16="http://schemas.microsoft.com/office/drawing/2014/main" val="20006"/>
                    </a:ext>
                  </a:extLst>
                </a:gridCol>
                <a:gridCol w="269481">
                  <a:extLst>
                    <a:ext uri="{9D8B030D-6E8A-4147-A177-3AD203B41FA5}">
                      <a16:colId xmlns:a16="http://schemas.microsoft.com/office/drawing/2014/main" val="20007"/>
                    </a:ext>
                  </a:extLst>
                </a:gridCol>
                <a:gridCol w="269481">
                  <a:extLst>
                    <a:ext uri="{9D8B030D-6E8A-4147-A177-3AD203B41FA5}">
                      <a16:colId xmlns:a16="http://schemas.microsoft.com/office/drawing/2014/main" val="20008"/>
                    </a:ext>
                  </a:extLst>
                </a:gridCol>
                <a:gridCol w="251433">
                  <a:extLst>
                    <a:ext uri="{9D8B030D-6E8A-4147-A177-3AD203B41FA5}">
                      <a16:colId xmlns:a16="http://schemas.microsoft.com/office/drawing/2014/main" val="20009"/>
                    </a:ext>
                  </a:extLst>
                </a:gridCol>
              </a:tblGrid>
              <a:tr h="216535">
                <a:tc>
                  <a:txBody>
                    <a:bodyPr/>
                    <a:lstStyle/>
                    <a:p>
                      <a:pPr algn="ctr">
                        <a:lnSpc>
                          <a:spcPct val="100000"/>
                        </a:lnSpc>
                        <a:spcBef>
                          <a:spcPts val="425"/>
                        </a:spcBef>
                      </a:pPr>
                      <a:r>
                        <a:rPr sz="700" dirty="0">
                          <a:latin typeface="Arial"/>
                          <a:cs typeface="Arial"/>
                        </a:rPr>
                        <a:t>Wafer</a:t>
                      </a:r>
                      <a:r>
                        <a:rPr sz="700" spc="-15" dirty="0">
                          <a:latin typeface="Arial"/>
                          <a:cs typeface="Arial"/>
                        </a:rPr>
                        <a:t> </a:t>
                      </a:r>
                      <a:r>
                        <a:rPr sz="700" dirty="0">
                          <a:latin typeface="Arial"/>
                          <a:cs typeface="Arial"/>
                        </a:rPr>
                        <a:t>Lot</a:t>
                      </a:r>
                      <a:r>
                        <a:rPr sz="700" spc="10" dirty="0">
                          <a:latin typeface="Arial"/>
                          <a:cs typeface="Arial"/>
                        </a:rPr>
                        <a:t> </a:t>
                      </a:r>
                      <a:r>
                        <a:rPr sz="700" spc="-25" dirty="0">
                          <a:latin typeface="Arial"/>
                          <a:cs typeface="Arial"/>
                        </a:rPr>
                        <a:t>No</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lang="en-US" sz="700" dirty="0">
                          <a:latin typeface="Arial"/>
                          <a:cs typeface="Arial"/>
                        </a:rPr>
                        <a:t>1-3</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lang="en-US" sz="700" dirty="0">
                          <a:latin typeface="Arial"/>
                          <a:cs typeface="Arial"/>
                        </a:rPr>
                        <a:t>4-6</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spc="-10" dirty="0">
                          <a:latin typeface="Arial"/>
                          <a:cs typeface="Arial"/>
                        </a:rPr>
                        <a:t>7-</a:t>
                      </a:r>
                      <a:r>
                        <a:rPr sz="700" spc="-50" dirty="0">
                          <a:latin typeface="Arial"/>
                          <a:cs typeface="Arial"/>
                        </a:rPr>
                        <a:t>9</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10" dirty="0">
                          <a:latin typeface="Arial"/>
                          <a:cs typeface="Arial"/>
                        </a:rPr>
                        <a:t>10-</a:t>
                      </a:r>
                      <a:r>
                        <a:rPr sz="700" spc="-25" dirty="0">
                          <a:latin typeface="Arial"/>
                          <a:cs typeface="Arial"/>
                        </a:rPr>
                        <a:t>12</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10" dirty="0">
                          <a:latin typeface="Arial"/>
                          <a:cs typeface="Arial"/>
                        </a:rPr>
                        <a:t>13-</a:t>
                      </a:r>
                      <a:r>
                        <a:rPr sz="700" spc="-25" dirty="0">
                          <a:latin typeface="Arial"/>
                          <a:cs typeface="Arial"/>
                        </a:rPr>
                        <a:t>15</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2540" algn="ctr">
                        <a:lnSpc>
                          <a:spcPct val="100000"/>
                        </a:lnSpc>
                        <a:spcBef>
                          <a:spcPts val="425"/>
                        </a:spcBef>
                      </a:pPr>
                      <a:r>
                        <a:rPr sz="700" spc="-10" dirty="0">
                          <a:latin typeface="Arial"/>
                          <a:cs typeface="Arial"/>
                        </a:rPr>
                        <a:t>16-</a:t>
                      </a:r>
                      <a:r>
                        <a:rPr sz="700" spc="-25" dirty="0">
                          <a:latin typeface="Arial"/>
                          <a:cs typeface="Arial"/>
                        </a:rPr>
                        <a:t>18</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spc="-10" dirty="0">
                          <a:latin typeface="Arial"/>
                          <a:cs typeface="Arial"/>
                        </a:rPr>
                        <a:t>19-</a:t>
                      </a:r>
                      <a:r>
                        <a:rPr sz="700" spc="-25" dirty="0">
                          <a:latin typeface="Arial"/>
                          <a:cs typeface="Arial"/>
                        </a:rPr>
                        <a:t>21</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spc="-10" dirty="0">
                          <a:latin typeface="Arial"/>
                          <a:cs typeface="Arial"/>
                        </a:rPr>
                        <a:t>22-</a:t>
                      </a:r>
                      <a:r>
                        <a:rPr sz="700" spc="-25" dirty="0">
                          <a:latin typeface="Arial"/>
                          <a:cs typeface="Arial"/>
                        </a:rPr>
                        <a:t>24</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spc="-25" dirty="0">
                          <a:latin typeface="Arial"/>
                          <a:cs typeface="Arial"/>
                        </a:rPr>
                        <a:t>25</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16535">
                <a:tc>
                  <a:txBody>
                    <a:bodyPr/>
                    <a:lstStyle/>
                    <a:p>
                      <a:pPr algn="ctr">
                        <a:lnSpc>
                          <a:spcPct val="100000"/>
                        </a:lnSpc>
                        <a:spcBef>
                          <a:spcPts val="425"/>
                        </a:spcBef>
                      </a:pPr>
                      <a:r>
                        <a:rPr sz="700" spc="-20" dirty="0">
                          <a:latin typeface="Arial"/>
                          <a:cs typeface="Arial"/>
                        </a:rPr>
                        <a:t>Code</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lang="en-US" sz="700" dirty="0">
                          <a:latin typeface="Arial"/>
                          <a:cs typeface="Arial"/>
                        </a:rPr>
                        <a:t>1</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lang="en-US" sz="700" b="1" dirty="0">
                          <a:solidFill>
                            <a:schemeClr val="tx1"/>
                          </a:solidFill>
                          <a:latin typeface="Arial"/>
                          <a:cs typeface="Arial"/>
                        </a:rPr>
                        <a:t>2</a:t>
                      </a:r>
                      <a:endParaRPr sz="700" b="1" dirty="0">
                        <a:solidFill>
                          <a:schemeClr val="tx1"/>
                        </a:solidFill>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marL="635" algn="ctr">
                        <a:lnSpc>
                          <a:spcPct val="100000"/>
                        </a:lnSpc>
                        <a:spcBef>
                          <a:spcPts val="425"/>
                        </a:spcBef>
                      </a:pPr>
                      <a:r>
                        <a:rPr sz="700" dirty="0">
                          <a:latin typeface="Arial"/>
                          <a:cs typeface="Arial"/>
                        </a:rPr>
                        <a:t>3</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a:cs typeface="Arial"/>
                        </a:rPr>
                        <a:t>4</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a:cs typeface="Arial"/>
                        </a:rPr>
                        <a:t>5</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a:cs typeface="Arial"/>
                        </a:rPr>
                        <a:t>6</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a:cs typeface="Arial"/>
                        </a:rPr>
                        <a:t>7</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a:cs typeface="Arial"/>
                        </a:rPr>
                        <a:t>8</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a:cs typeface="Arial"/>
                        </a:rPr>
                        <a:t>9</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39" name="object 10">
            <a:extLst>
              <a:ext uri="{FF2B5EF4-FFF2-40B4-BE49-F238E27FC236}">
                <a16:creationId xmlns:a16="http://schemas.microsoft.com/office/drawing/2014/main" id="{80DC6DCE-82AC-BE3C-34E1-0055237E3B36}"/>
              </a:ext>
            </a:extLst>
          </p:cNvPr>
          <p:cNvSpPr txBox="1"/>
          <p:nvPr/>
        </p:nvSpPr>
        <p:spPr>
          <a:xfrm>
            <a:off x="3296500" y="8269861"/>
            <a:ext cx="2223195" cy="154529"/>
          </a:xfrm>
          <a:prstGeom prst="rect">
            <a:avLst/>
          </a:prstGeom>
        </p:spPr>
        <p:txBody>
          <a:bodyPr vert="horz" wrap="square" lIns="0" tIns="15875" rIns="0" bIns="0" rtlCol="0">
            <a:spAutoFit/>
          </a:bodyPr>
          <a:lstStyle/>
          <a:p>
            <a:pPr marL="12700">
              <a:lnSpc>
                <a:spcPct val="100000"/>
              </a:lnSpc>
              <a:spcBef>
                <a:spcPts val="125"/>
              </a:spcBef>
            </a:pPr>
            <a:r>
              <a:rPr lang="en-US" sz="900" dirty="0">
                <a:latin typeface="Arial"/>
                <a:cs typeface="Arial"/>
              </a:rPr>
              <a:t>@</a:t>
            </a:r>
            <a:r>
              <a:rPr sz="900" spc="15" dirty="0">
                <a:latin typeface="Arial"/>
                <a:cs typeface="Arial"/>
              </a:rPr>
              <a:t> </a:t>
            </a:r>
            <a:r>
              <a:rPr sz="900" dirty="0">
                <a:latin typeface="Arial"/>
                <a:cs typeface="Arial"/>
              </a:rPr>
              <a:t>→</a:t>
            </a:r>
            <a:r>
              <a:rPr sz="900" spc="20" dirty="0">
                <a:latin typeface="Arial"/>
                <a:cs typeface="Arial"/>
              </a:rPr>
              <a:t> </a:t>
            </a:r>
            <a:r>
              <a:rPr lang="en-US" sz="900" spc="20" dirty="0">
                <a:latin typeface="Arial"/>
                <a:cs typeface="Arial"/>
              </a:rPr>
              <a:t>Assembly plant</a:t>
            </a:r>
            <a:r>
              <a:rPr sz="900" spc="35" dirty="0">
                <a:latin typeface="Arial"/>
                <a:cs typeface="Arial"/>
              </a:rPr>
              <a:t> </a:t>
            </a:r>
            <a:r>
              <a:rPr sz="900" spc="-20" dirty="0">
                <a:latin typeface="Arial"/>
                <a:cs typeface="Arial"/>
              </a:rPr>
              <a:t>code</a:t>
            </a:r>
            <a:endParaRPr sz="900" dirty="0">
              <a:latin typeface="Arial"/>
              <a:cs typeface="Arial"/>
            </a:endParaRPr>
          </a:p>
        </p:txBody>
      </p:sp>
      <p:graphicFrame>
        <p:nvGraphicFramePr>
          <p:cNvPr id="40" name="object 17">
            <a:extLst>
              <a:ext uri="{FF2B5EF4-FFF2-40B4-BE49-F238E27FC236}">
                <a16:creationId xmlns:a16="http://schemas.microsoft.com/office/drawing/2014/main" id="{E2BBA232-6B4F-AB6F-8748-39FAEC414D6A}"/>
              </a:ext>
            </a:extLst>
          </p:cNvPr>
          <p:cNvGraphicFramePr>
            <a:graphicFrameLocks noGrp="1"/>
          </p:cNvGraphicFramePr>
          <p:nvPr>
            <p:extLst>
              <p:ext uri="{D42A27DB-BD31-4B8C-83A1-F6EECF244321}">
                <p14:modId xmlns:p14="http://schemas.microsoft.com/office/powerpoint/2010/main" val="308318371"/>
              </p:ext>
            </p:extLst>
          </p:nvPr>
        </p:nvGraphicFramePr>
        <p:xfrm>
          <a:off x="3231569" y="8462295"/>
          <a:ext cx="2906863" cy="433070"/>
        </p:xfrm>
        <a:graphic>
          <a:graphicData uri="http://schemas.openxmlformats.org/drawingml/2006/table">
            <a:tbl>
              <a:tblPr firstRow="1" bandRow="1">
                <a:tableStyleId>{2D5ABB26-0587-4C30-8999-92F81FD0307C}</a:tableStyleId>
              </a:tblPr>
              <a:tblGrid>
                <a:gridCol w="580979">
                  <a:extLst>
                    <a:ext uri="{9D8B030D-6E8A-4147-A177-3AD203B41FA5}">
                      <a16:colId xmlns:a16="http://schemas.microsoft.com/office/drawing/2014/main" val="20000"/>
                    </a:ext>
                  </a:extLst>
                </a:gridCol>
                <a:gridCol w="589356">
                  <a:extLst>
                    <a:ext uri="{9D8B030D-6E8A-4147-A177-3AD203B41FA5}">
                      <a16:colId xmlns:a16="http://schemas.microsoft.com/office/drawing/2014/main" val="20001"/>
                    </a:ext>
                  </a:extLst>
                </a:gridCol>
                <a:gridCol w="593296">
                  <a:extLst>
                    <a:ext uri="{9D8B030D-6E8A-4147-A177-3AD203B41FA5}">
                      <a16:colId xmlns:a16="http://schemas.microsoft.com/office/drawing/2014/main" val="2776980161"/>
                    </a:ext>
                  </a:extLst>
                </a:gridCol>
                <a:gridCol w="569645">
                  <a:extLst>
                    <a:ext uri="{9D8B030D-6E8A-4147-A177-3AD203B41FA5}">
                      <a16:colId xmlns:a16="http://schemas.microsoft.com/office/drawing/2014/main" val="1923728840"/>
                    </a:ext>
                  </a:extLst>
                </a:gridCol>
                <a:gridCol w="573587">
                  <a:extLst>
                    <a:ext uri="{9D8B030D-6E8A-4147-A177-3AD203B41FA5}">
                      <a16:colId xmlns:a16="http://schemas.microsoft.com/office/drawing/2014/main" val="20009"/>
                    </a:ext>
                  </a:extLst>
                </a:gridCol>
              </a:tblGrid>
              <a:tr h="216535">
                <a:tc>
                  <a:txBody>
                    <a:bodyPr/>
                    <a:lstStyle/>
                    <a:p>
                      <a:pPr marL="0" indent="0" algn="ctr">
                        <a:lnSpc>
                          <a:spcPct val="100000"/>
                        </a:lnSpc>
                        <a:spcBef>
                          <a:spcPts val="10"/>
                        </a:spcBef>
                      </a:pPr>
                      <a:endParaRPr sz="700" b="0" dirty="0">
                        <a:latin typeface="Arial" panose="020B0604020202020204" pitchFamily="34" charset="0"/>
                        <a:cs typeface="Arial" panose="020B0604020202020204" pitchFamily="34" charset="0"/>
                      </a:endParaRPr>
                    </a:p>
                    <a:p>
                      <a:pPr marL="0" indent="0" algn="ctr">
                        <a:lnSpc>
                          <a:spcPct val="100000"/>
                        </a:lnSpc>
                        <a:spcBef>
                          <a:spcPts val="5"/>
                        </a:spcBef>
                      </a:pPr>
                      <a:endParaRPr sz="700" b="0" dirty="0">
                        <a:latin typeface="Arial" panose="020B0604020202020204" pitchFamily="34" charset="0"/>
                        <a:cs typeface="Arial" panose="020B0604020202020204" pitchFamily="34" charset="0"/>
                      </a:endParaRPr>
                    </a:p>
                  </a:txBody>
                  <a:tcPr marL="0" marR="0" marT="0"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lang="en-US" sz="700" b="0" dirty="0">
                          <a:latin typeface="Arial" panose="020B0604020202020204" pitchFamily="34" charset="0"/>
                          <a:cs typeface="Arial" panose="020B0604020202020204" pitchFamily="34" charset="0"/>
                        </a:rPr>
                        <a:t>JSICAT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SEMTECH</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a:t>
                      </a:r>
                      <a:r>
                        <a:rPr kumimoji="0" lang="en-US" altLang="ko-KR" sz="700" b="0" i="0" u="none" strike="noStrike" kern="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rd</a:t>
                      </a: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plant</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lang="en-US" sz="700" b="0" dirty="0">
                          <a:latin typeface="Arial" panose="020B0604020202020204" pitchFamily="34" charset="0"/>
                          <a:cs typeface="Arial" panose="020B0604020202020204" pitchFamily="34" charset="0"/>
                        </a:rPr>
                        <a:t>4</a:t>
                      </a:r>
                      <a:r>
                        <a:rPr lang="en-US" sz="700" b="0" baseline="30000" dirty="0">
                          <a:latin typeface="Arial" panose="020B0604020202020204" pitchFamily="34" charset="0"/>
                          <a:cs typeface="Arial" panose="020B0604020202020204" pitchFamily="34" charset="0"/>
                        </a:rPr>
                        <a:t>th</a:t>
                      </a:r>
                      <a:r>
                        <a:rPr lang="en-US" sz="700" b="0" dirty="0">
                          <a:latin typeface="Arial" panose="020B0604020202020204" pitchFamily="34" charset="0"/>
                          <a:cs typeface="Arial" panose="020B0604020202020204" pitchFamily="34" charset="0"/>
                        </a:rPr>
                        <a:t> Plant</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16535">
                <a:tc>
                  <a:txBody>
                    <a:bodyPr/>
                    <a:lstStyle/>
                    <a:p>
                      <a:pPr algn="ctr">
                        <a:lnSpc>
                          <a:spcPct val="100000"/>
                        </a:lnSpc>
                        <a:spcBef>
                          <a:spcPts val="425"/>
                        </a:spcBef>
                      </a:pPr>
                      <a:r>
                        <a:rPr sz="700" b="0" spc="-20" dirty="0">
                          <a:latin typeface="Arial" panose="020B0604020202020204" pitchFamily="34" charset="0"/>
                          <a:cs typeface="Arial" panose="020B0604020202020204" pitchFamily="34" charset="0"/>
                        </a:rPr>
                        <a:t>Cod</a:t>
                      </a:r>
                      <a:r>
                        <a:rPr lang="en-US" sz="700" b="0" spc="-20" dirty="0">
                          <a:latin typeface="Arial" panose="020B0604020202020204" pitchFamily="34" charset="0"/>
                          <a:cs typeface="Arial" panose="020B0604020202020204" pitchFamily="34" charset="0"/>
                        </a:rPr>
                        <a:t>e</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marR="0" lvl="0" indent="0" algn="ctr" defTabSz="914400" eaLnBrk="1" fontAlgn="auto" latinLnBrk="0" hangingPunct="1">
                        <a:lnSpc>
                          <a:spcPct val="100000"/>
                        </a:lnSpc>
                        <a:spcBef>
                          <a:spcPts val="425"/>
                        </a:spcBef>
                        <a:spcAft>
                          <a:spcPts val="0"/>
                        </a:spcAft>
                        <a:buClrTx/>
                        <a:buSzTx/>
                        <a:buFontTx/>
                        <a:buNone/>
                        <a:tabLst/>
                        <a:defRPr/>
                      </a:pPr>
                      <a:r>
                        <a:rPr lang="en-US" altLang="ko-KR" sz="700" b="1" dirty="0">
                          <a:solidFill>
                            <a:schemeClr val="tx1"/>
                          </a:solidFill>
                          <a:latin typeface="Arial" panose="020B0604020202020204" pitchFamily="34" charset="0"/>
                          <a:cs typeface="Arial" panose="020B0604020202020204" pitchFamily="34" charset="0"/>
                        </a:rPr>
                        <a:t>J</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marL="1270" algn="ctr">
                        <a:lnSpc>
                          <a:spcPct val="100000"/>
                        </a:lnSpc>
                        <a:spcBef>
                          <a:spcPts val="425"/>
                        </a:spcBef>
                      </a:pPr>
                      <a:r>
                        <a:rPr lang="en-US" sz="700" b="1" dirty="0">
                          <a:solidFill>
                            <a:schemeClr val="tx1"/>
                          </a:solidFill>
                          <a:latin typeface="Arial" panose="020B0604020202020204" pitchFamily="34" charset="0"/>
                          <a:cs typeface="Arial" panose="020B0604020202020204" pitchFamily="34" charset="0"/>
                        </a:rPr>
                        <a:t>S</a:t>
                      </a:r>
                      <a:endParaRPr sz="700" b="1" dirty="0">
                        <a:solidFill>
                          <a:schemeClr val="tx1"/>
                        </a:solidFill>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marL="635" algn="ctr">
                        <a:lnSpc>
                          <a:spcPct val="100000"/>
                        </a:lnSpc>
                        <a:spcBef>
                          <a:spcPts val="425"/>
                        </a:spcBef>
                      </a:pPr>
                      <a:r>
                        <a:rPr lang="en-US" sz="700" b="0" dirty="0">
                          <a:latin typeface="Arial" panose="020B0604020202020204" pitchFamily="34" charset="0"/>
                          <a:cs typeface="Arial" panose="020B0604020202020204" pitchFamily="34" charset="0"/>
                        </a:rPr>
                        <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2540" algn="ctr">
                        <a:lnSpc>
                          <a:spcPct val="100000"/>
                        </a:lnSpc>
                        <a:spcBef>
                          <a:spcPts val="425"/>
                        </a:spcBef>
                      </a:pPr>
                      <a:r>
                        <a:rPr lang="en-US" sz="700" b="0" dirty="0">
                          <a:latin typeface="Arial" panose="020B0604020202020204" pitchFamily="34" charset="0"/>
                          <a:cs typeface="Arial" panose="020B0604020202020204" pitchFamily="34" charset="0"/>
                        </a:rPr>
                        <a:t>*</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object 19">
            <a:extLst>
              <a:ext uri="{FF2B5EF4-FFF2-40B4-BE49-F238E27FC236}">
                <a16:creationId xmlns:a16="http://schemas.microsoft.com/office/drawing/2014/main" id="{BA53386C-84D4-D666-1369-E7ECE53A44B1}"/>
              </a:ext>
            </a:extLst>
          </p:cNvPr>
          <p:cNvSpPr txBox="1"/>
          <p:nvPr/>
        </p:nvSpPr>
        <p:spPr>
          <a:xfrm>
            <a:off x="1319498" y="2592887"/>
            <a:ext cx="1377142" cy="360354"/>
          </a:xfrm>
          <a:prstGeom prst="rect">
            <a:avLst/>
          </a:prstGeom>
        </p:spPr>
        <p:txBody>
          <a:bodyPr vert="horz" wrap="square" lIns="0" tIns="52069" rIns="0" bIns="0" rtlCol="0">
            <a:spAutoFit/>
          </a:bodyPr>
          <a:lstStyle/>
          <a:p>
            <a:pPr marL="12700" marR="480695">
              <a:lnSpc>
                <a:spcPct val="100000"/>
              </a:lnSpc>
              <a:spcBef>
                <a:spcPts val="155"/>
              </a:spcBef>
            </a:pPr>
            <a:r>
              <a:rPr lang="en-US" sz="2000" b="1" spc="-10" dirty="0">
                <a:latin typeface="Arial" panose="020B0604020202020204" pitchFamily="34" charset="0"/>
                <a:cs typeface="Arial" panose="020B0604020202020204" pitchFamily="34" charset="0"/>
              </a:rPr>
              <a:t>CBA2J</a:t>
            </a:r>
            <a:endParaRPr sz="2000" b="1" dirty="0">
              <a:latin typeface="Arial" panose="020B0604020202020204" pitchFamily="34" charset="0"/>
              <a:cs typeface="Arial" panose="020B0604020202020204" pitchFamily="34" charset="0"/>
            </a:endParaRPr>
          </a:p>
        </p:txBody>
      </p:sp>
      <p:sp>
        <p:nvSpPr>
          <p:cNvPr id="13" name="object 19">
            <a:extLst>
              <a:ext uri="{FF2B5EF4-FFF2-40B4-BE49-F238E27FC236}">
                <a16:creationId xmlns:a16="http://schemas.microsoft.com/office/drawing/2014/main" id="{E3BEAC2C-34F3-4EC7-AA4B-5BFD3D07B650}"/>
              </a:ext>
            </a:extLst>
          </p:cNvPr>
          <p:cNvSpPr txBox="1"/>
          <p:nvPr/>
        </p:nvSpPr>
        <p:spPr>
          <a:xfrm>
            <a:off x="1300376" y="2086804"/>
            <a:ext cx="1441965" cy="545020"/>
          </a:xfrm>
          <a:prstGeom prst="rect">
            <a:avLst/>
          </a:prstGeom>
        </p:spPr>
        <p:txBody>
          <a:bodyPr vert="horz" wrap="square" lIns="0" tIns="52069" rIns="0" bIns="0" rtlCol="0">
            <a:spAutoFit/>
          </a:bodyPr>
          <a:lstStyle/>
          <a:p>
            <a:pPr marL="12700">
              <a:lnSpc>
                <a:spcPct val="100000"/>
              </a:lnSpc>
              <a:spcBef>
                <a:spcPts val="409"/>
              </a:spcBef>
            </a:pPr>
            <a:r>
              <a:rPr lang="en-US" sz="3200" b="1" spc="-20" dirty="0">
                <a:latin typeface="Arial" panose="020B0604020202020204" pitchFamily="34" charset="0"/>
                <a:cs typeface="Arial" panose="020B0604020202020204" pitchFamily="34" charset="0"/>
              </a:rPr>
              <a:t>XC24R</a:t>
            </a:r>
            <a:endParaRPr sz="3200" b="1" dirty="0">
              <a:latin typeface="Arial" panose="020B0604020202020204" pitchFamily="34" charset="0"/>
              <a:cs typeface="Arial" panose="020B0604020202020204" pitchFamily="34" charset="0"/>
            </a:endParaRPr>
          </a:p>
        </p:txBody>
      </p:sp>
      <p:grpSp>
        <p:nvGrpSpPr>
          <p:cNvPr id="49" name="그룹 48">
            <a:extLst>
              <a:ext uri="{FF2B5EF4-FFF2-40B4-BE49-F238E27FC236}">
                <a16:creationId xmlns:a16="http://schemas.microsoft.com/office/drawing/2014/main" id="{33DE3443-051F-3D0A-8F83-A26DB14C8C8C}"/>
              </a:ext>
            </a:extLst>
          </p:cNvPr>
          <p:cNvGrpSpPr/>
          <p:nvPr/>
        </p:nvGrpSpPr>
        <p:grpSpPr>
          <a:xfrm>
            <a:off x="2927983" y="2131176"/>
            <a:ext cx="997628" cy="989567"/>
            <a:chOff x="3104093" y="1803949"/>
            <a:chExt cx="997628" cy="989567"/>
          </a:xfrm>
        </p:grpSpPr>
        <p:sp>
          <p:nvSpPr>
            <p:cNvPr id="50" name="직사각형 49">
              <a:extLst>
                <a:ext uri="{FF2B5EF4-FFF2-40B4-BE49-F238E27FC236}">
                  <a16:creationId xmlns:a16="http://schemas.microsoft.com/office/drawing/2014/main" id="{190A36AF-9F17-79A3-2DDE-F2207E822C2C}"/>
                </a:ext>
              </a:extLst>
            </p:cNvPr>
            <p:cNvSpPr/>
            <p:nvPr/>
          </p:nvSpPr>
          <p:spPr>
            <a:xfrm>
              <a:off x="3104093" y="1803949"/>
              <a:ext cx="997628" cy="989567"/>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1" name="object 19">
              <a:extLst>
                <a:ext uri="{FF2B5EF4-FFF2-40B4-BE49-F238E27FC236}">
                  <a16:creationId xmlns:a16="http://schemas.microsoft.com/office/drawing/2014/main" id="{76B201B6-A0DB-6627-B829-004B59E1C791}"/>
                </a:ext>
              </a:extLst>
            </p:cNvPr>
            <p:cNvSpPr txBox="1"/>
            <p:nvPr/>
          </p:nvSpPr>
          <p:spPr>
            <a:xfrm>
              <a:off x="3263424" y="2013408"/>
              <a:ext cx="723151" cy="246221"/>
            </a:xfrm>
            <a:prstGeom prst="rect">
              <a:avLst/>
            </a:prstGeom>
          </p:spPr>
          <p:txBody>
            <a:bodyPr vert="horz" wrap="square" lIns="0" tIns="0" rIns="0" bIns="0" rtlCol="0" anchor="ctr">
              <a:spAutoFit/>
            </a:bodyPr>
            <a:lstStyle/>
            <a:p>
              <a:pPr marL="12700" algn="ctr">
                <a:lnSpc>
                  <a:spcPct val="100000"/>
                </a:lnSpc>
                <a:spcBef>
                  <a:spcPts val="409"/>
                </a:spcBef>
              </a:pPr>
              <a:r>
                <a:rPr lang="en-US" sz="1600" b="1" spc="-20" dirty="0">
                  <a:solidFill>
                    <a:schemeClr val="bg1"/>
                  </a:solidFill>
                  <a:latin typeface="Arial" panose="020B0604020202020204" pitchFamily="34" charset="0"/>
                  <a:cs typeface="Arial" panose="020B0604020202020204" pitchFamily="34" charset="0"/>
                </a:rPr>
                <a:t>XXXXX</a:t>
              </a:r>
              <a:endParaRPr sz="1600" b="1" dirty="0">
                <a:solidFill>
                  <a:schemeClr val="bg1"/>
                </a:solidFill>
                <a:latin typeface="Arial" panose="020B0604020202020204" pitchFamily="34" charset="0"/>
                <a:cs typeface="Arial" panose="020B0604020202020204" pitchFamily="34" charset="0"/>
              </a:endParaRPr>
            </a:p>
          </p:txBody>
        </p:sp>
        <p:pic>
          <p:nvPicPr>
            <p:cNvPr id="52" name="object 22">
              <a:extLst>
                <a:ext uri="{FF2B5EF4-FFF2-40B4-BE49-F238E27FC236}">
                  <a16:creationId xmlns:a16="http://schemas.microsoft.com/office/drawing/2014/main" id="{43EB7CD8-824A-2644-902A-55B8EF06974A}"/>
                </a:ext>
              </a:extLst>
            </p:cNvPr>
            <p:cNvPicPr/>
            <p:nvPr/>
          </p:nvPicPr>
          <p:blipFill>
            <a:blip r:embed="rId2" cstate="print"/>
            <a:stretch>
              <a:fillRect/>
            </a:stretch>
          </p:blipFill>
          <p:spPr>
            <a:xfrm>
              <a:off x="3164165" y="2616945"/>
              <a:ext cx="60565" cy="50062"/>
            </a:xfrm>
            <a:prstGeom prst="rect">
              <a:avLst/>
            </a:prstGeom>
            <a:noFill/>
            <a:ln>
              <a:noFill/>
            </a:ln>
          </p:spPr>
        </p:pic>
        <p:sp>
          <p:nvSpPr>
            <p:cNvPr id="53" name="타원 52">
              <a:extLst>
                <a:ext uri="{FF2B5EF4-FFF2-40B4-BE49-F238E27FC236}">
                  <a16:creationId xmlns:a16="http://schemas.microsoft.com/office/drawing/2014/main" id="{FEC92EEC-6BBE-6D5A-A65D-6463769F2AFD}"/>
                </a:ext>
              </a:extLst>
            </p:cNvPr>
            <p:cNvSpPr/>
            <p:nvPr/>
          </p:nvSpPr>
          <p:spPr>
            <a:xfrm>
              <a:off x="3161109" y="2625911"/>
              <a:ext cx="60565" cy="6395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4" name="object 19">
              <a:extLst>
                <a:ext uri="{FF2B5EF4-FFF2-40B4-BE49-F238E27FC236}">
                  <a16:creationId xmlns:a16="http://schemas.microsoft.com/office/drawing/2014/main" id="{5DF2B1B5-44DB-4A0A-95A9-9AF8DC438D6E}"/>
                </a:ext>
              </a:extLst>
            </p:cNvPr>
            <p:cNvSpPr txBox="1"/>
            <p:nvPr/>
          </p:nvSpPr>
          <p:spPr>
            <a:xfrm>
              <a:off x="3302537" y="2411132"/>
              <a:ext cx="586947" cy="153888"/>
            </a:xfrm>
            <a:prstGeom prst="rect">
              <a:avLst/>
            </a:prstGeom>
          </p:spPr>
          <p:txBody>
            <a:bodyPr vert="horz" wrap="square" lIns="0" tIns="0" rIns="0" bIns="0" rtlCol="0" anchor="ctr">
              <a:spAutoFit/>
            </a:bodyPr>
            <a:lstStyle/>
            <a:p>
              <a:pPr marL="12700" algn="l">
                <a:lnSpc>
                  <a:spcPct val="100000"/>
                </a:lnSpc>
                <a:spcBef>
                  <a:spcPts val="409"/>
                </a:spcBef>
              </a:pPr>
              <a:r>
                <a:rPr lang="en-US" sz="1000" b="1" spc="-20" dirty="0">
                  <a:solidFill>
                    <a:schemeClr val="bg1"/>
                  </a:solidFill>
                  <a:latin typeface="Arial" panose="020B0604020202020204" pitchFamily="34" charset="0"/>
                  <a:cs typeface="Arial" panose="020B0604020202020204" pitchFamily="34" charset="0"/>
                </a:rPr>
                <a:t>YWCD@</a:t>
              </a:r>
              <a:endParaRPr sz="1000" b="1" dirty="0">
                <a:solidFill>
                  <a:schemeClr val="bg1"/>
                </a:solidFill>
                <a:latin typeface="Arial" panose="020B0604020202020204" pitchFamily="34" charset="0"/>
                <a:cs typeface="Arial" panose="020B0604020202020204" pitchFamily="34" charset="0"/>
              </a:endParaRPr>
            </a:p>
          </p:txBody>
        </p:sp>
      </p:grpSp>
      <p:sp>
        <p:nvSpPr>
          <p:cNvPr id="3" name="TextBox 2">
            <a:extLst>
              <a:ext uri="{FF2B5EF4-FFF2-40B4-BE49-F238E27FC236}">
                <a16:creationId xmlns:a16="http://schemas.microsoft.com/office/drawing/2014/main" id="{CA42F7CA-5F2D-C713-D87D-A5AE8A39759E}"/>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A2833C72-EAD5-CD83-5349-4225C96648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80433422-9A7C-E109-1956-091119102F87}"/>
              </a:ext>
            </a:extLst>
          </p:cNvPr>
          <p:cNvSpPr txBox="1"/>
          <p:nvPr/>
        </p:nvSpPr>
        <p:spPr>
          <a:xfrm>
            <a:off x="404813" y="774866"/>
            <a:ext cx="6048622" cy="307777"/>
          </a:xfrm>
          <a:prstGeom prst="rect">
            <a:avLst/>
          </a:prstGeom>
          <a:noFill/>
        </p:spPr>
        <p:txBody>
          <a:bodyPr wrap="square" lIns="0" rtlCol="0">
            <a:spAutoFit/>
          </a:bodyPr>
          <a:lstStyle/>
          <a:p>
            <a:pPr marL="12435">
              <a:spcBef>
                <a:spcPts val="98"/>
              </a:spcBef>
            </a:pPr>
            <a:r>
              <a:rPr lang="en-US" altLang="ko-KR" sz="1400" b="1" spc="-5" dirty="0">
                <a:latin typeface="Arial"/>
                <a:cs typeface="Arial"/>
              </a:rPr>
              <a:t>Body TOP Marking </a:t>
            </a:r>
            <a:endParaRPr lang="en-US" altLang="ko-KR" sz="1400" dirty="0">
              <a:latin typeface="Arial"/>
              <a:cs typeface="Arial"/>
            </a:endParaRPr>
          </a:p>
        </p:txBody>
      </p:sp>
    </p:spTree>
    <p:extLst>
      <p:ext uri="{BB962C8B-B14F-4D97-AF65-F5344CB8AC3E}">
        <p14:creationId xmlns:p14="http://schemas.microsoft.com/office/powerpoint/2010/main" val="360516199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D79180-0111-BA49-152D-A1263586BEFD}"/>
            </a:ext>
          </a:extLst>
        </p:cNvPr>
        <p:cNvGrpSpPr/>
        <p:nvPr/>
      </p:nvGrpSpPr>
      <p:grpSpPr>
        <a:xfrm>
          <a:off x="0" y="0"/>
          <a:ext cx="0" cy="0"/>
          <a:chOff x="0" y="0"/>
          <a:chExt cx="0" cy="0"/>
        </a:xfrm>
      </p:grpSpPr>
      <p:pic>
        <p:nvPicPr>
          <p:cNvPr id="1026" name="Picture 2">
            <a:extLst>
              <a:ext uri="{FF2B5EF4-FFF2-40B4-BE49-F238E27FC236}">
                <a16:creationId xmlns:a16="http://schemas.microsoft.com/office/drawing/2014/main" id="{B1AE74AE-F427-6B61-B2FE-9CBC7358478A}"/>
              </a:ext>
            </a:extLst>
          </p:cNvPr>
          <p:cNvPicPr>
            <a:picLocks noChangeAspect="1" noChangeArrowheads="1"/>
          </p:cNvPicPr>
          <p:nvPr/>
        </p:nvPicPr>
        <p:blipFill rotWithShape="1">
          <a:blip r:embed="rId3">
            <a:extLst>
              <a:ext uri="{BEBA8EAE-BF5A-486C-A8C5-ECC9F3942E4B}">
                <a14:imgProps xmlns:a14="http://schemas.microsoft.com/office/drawing/2010/main">
                  <a14:imgLayer r:embed="rId4">
                    <a14:imgEffect>
                      <a14:sharpenSoften amount="43000"/>
                    </a14:imgEffect>
                    <a14:imgEffect>
                      <a14:saturation sat="13000"/>
                    </a14:imgEffect>
                  </a14:imgLayer>
                </a14:imgProps>
              </a:ext>
              <a:ext uri="{28A0092B-C50C-407E-A947-70E740481C1C}">
                <a14:useLocalDpi xmlns:a14="http://schemas.microsoft.com/office/drawing/2010/main" val="0"/>
              </a:ext>
            </a:extLst>
          </a:blip>
          <a:srcRect l="3159" t="5273" r="2448" b="-1"/>
          <a:stretch>
            <a:fillRect/>
          </a:stretch>
        </p:blipFill>
        <p:spPr bwMode="auto">
          <a:xfrm>
            <a:off x="1306481" y="1572230"/>
            <a:ext cx="4659979" cy="3469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그림 1">
            <a:extLst>
              <a:ext uri="{FF2B5EF4-FFF2-40B4-BE49-F238E27FC236}">
                <a16:creationId xmlns:a16="http://schemas.microsoft.com/office/drawing/2014/main" id="{0DF80D57-C326-F615-5429-08516DECA7B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10150" y="3713257"/>
            <a:ext cx="1776975" cy="382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图片 4">
            <a:extLst>
              <a:ext uri="{FF2B5EF4-FFF2-40B4-BE49-F238E27FC236}">
                <a16:creationId xmlns:a16="http://schemas.microsoft.com/office/drawing/2014/main" id="{19C71C46-3A1B-EF53-4433-44E33B99D920}"/>
              </a:ext>
            </a:extLst>
          </p:cNvPr>
          <p:cNvPicPr>
            <a:picLocks noChangeAspect="1"/>
          </p:cNvPicPr>
          <p:nvPr/>
        </p:nvPicPr>
        <p:blipFill>
          <a:blip r:embed="rId6">
            <a:extLst>
              <a:ext uri="{BEBA8EAE-BF5A-486C-A8C5-ECC9F3942E4B}">
                <a14:imgProps xmlns:a14="http://schemas.microsoft.com/office/drawing/2010/main">
                  <a14:imgLayer r:embed="rId7">
                    <a14:imgEffect>
                      <a14:sharpenSoften amount="34000"/>
                    </a14:imgEffect>
                    <a14:imgEffect>
                      <a14:saturation sat="10000"/>
                    </a14:imgEffect>
                  </a14:imgLayer>
                </a14:imgProps>
              </a:ext>
            </a:extLst>
          </a:blip>
          <a:srcRect l="2222" t="4710"/>
          <a:stretch>
            <a:fillRect/>
          </a:stretch>
        </p:blipFill>
        <p:spPr>
          <a:xfrm>
            <a:off x="1306481" y="5166807"/>
            <a:ext cx="4733924" cy="3547838"/>
          </a:xfrm>
          <a:prstGeom prst="rect">
            <a:avLst/>
          </a:prstGeom>
        </p:spPr>
      </p:pic>
      <p:sp>
        <p:nvSpPr>
          <p:cNvPr id="4" name="TextBox 3">
            <a:extLst>
              <a:ext uri="{FF2B5EF4-FFF2-40B4-BE49-F238E27FC236}">
                <a16:creationId xmlns:a16="http://schemas.microsoft.com/office/drawing/2014/main" id="{BAE641CB-FC8E-D08C-D7D2-2EC3E7CE1815}"/>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9" name="직선 연결선 8">
            <a:extLst>
              <a:ext uri="{FF2B5EF4-FFF2-40B4-BE49-F238E27FC236}">
                <a16:creationId xmlns:a16="http://schemas.microsoft.com/office/drawing/2014/main" id="{F57F7E46-EBE4-610B-4758-016AB82588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object 4">
            <a:extLst>
              <a:ext uri="{FF2B5EF4-FFF2-40B4-BE49-F238E27FC236}">
                <a16:creationId xmlns:a16="http://schemas.microsoft.com/office/drawing/2014/main" id="{071D959A-5B44-6321-393F-0EF934E07FEF}"/>
              </a:ext>
            </a:extLst>
          </p:cNvPr>
          <p:cNvSpPr txBox="1"/>
          <p:nvPr/>
        </p:nvSpPr>
        <p:spPr>
          <a:xfrm>
            <a:off x="692150" y="1250061"/>
            <a:ext cx="2287905" cy="197490"/>
          </a:xfrm>
          <a:prstGeom prst="rect">
            <a:avLst/>
          </a:prstGeom>
        </p:spPr>
        <p:txBody>
          <a:bodyPr vert="horz" wrap="square" lIns="0" tIns="12700" rIns="0" bIns="0" rtlCol="0">
            <a:spAutoFit/>
          </a:bodyPr>
          <a:lstStyle/>
          <a:p>
            <a:pPr marL="219710">
              <a:lnSpc>
                <a:spcPct val="100000"/>
              </a:lnSpc>
              <a:spcBef>
                <a:spcPts val="940"/>
              </a:spcBef>
            </a:pPr>
            <a:r>
              <a:rPr sz="1200" spc="-5" dirty="0">
                <a:latin typeface="Arial"/>
                <a:cs typeface="Arial"/>
              </a:rPr>
              <a:t>1)</a:t>
            </a:r>
            <a:r>
              <a:rPr sz="1200" spc="-45" dirty="0">
                <a:latin typeface="Arial"/>
                <a:cs typeface="Arial"/>
              </a:rPr>
              <a:t> </a:t>
            </a:r>
            <a:r>
              <a:rPr sz="1200" spc="-5" dirty="0">
                <a:latin typeface="Arial"/>
                <a:cs typeface="Arial"/>
              </a:rPr>
              <a:t>JSICAT</a:t>
            </a:r>
            <a:endParaRPr sz="1200" dirty="0">
              <a:latin typeface="Arial"/>
              <a:cs typeface="Arial"/>
            </a:endParaRPr>
          </a:p>
        </p:txBody>
      </p:sp>
      <p:sp>
        <p:nvSpPr>
          <p:cNvPr id="12" name="TextBox 11">
            <a:extLst>
              <a:ext uri="{FF2B5EF4-FFF2-40B4-BE49-F238E27FC236}">
                <a16:creationId xmlns:a16="http://schemas.microsoft.com/office/drawing/2014/main" id="{51486453-D04B-0532-D91A-6C38F5B2F624}"/>
              </a:ext>
            </a:extLst>
          </p:cNvPr>
          <p:cNvSpPr txBox="1"/>
          <p:nvPr/>
        </p:nvSpPr>
        <p:spPr>
          <a:xfrm>
            <a:off x="404813" y="774866"/>
            <a:ext cx="6048622" cy="307777"/>
          </a:xfrm>
          <a:prstGeom prst="rect">
            <a:avLst/>
          </a:prstGeom>
          <a:noFill/>
        </p:spPr>
        <p:txBody>
          <a:bodyPr wrap="square" lIns="0" rtlCol="0">
            <a:spAutoFit/>
          </a:bodyPr>
          <a:lstStyle/>
          <a:p>
            <a:pPr marL="12700">
              <a:lnSpc>
                <a:spcPct val="100000"/>
              </a:lnSpc>
              <a:spcBef>
                <a:spcPts val="100"/>
              </a:spcBef>
            </a:pPr>
            <a:r>
              <a:rPr lang="en-US" altLang="ko-KR" sz="1400" b="1" spc="-5" dirty="0">
                <a:latin typeface="Arial"/>
                <a:cs typeface="Arial"/>
              </a:rPr>
              <a:t>Embossed</a:t>
            </a:r>
            <a:r>
              <a:rPr lang="en-US" altLang="ko-KR" sz="1400" b="1" spc="-50" dirty="0">
                <a:latin typeface="Arial"/>
                <a:cs typeface="Arial"/>
              </a:rPr>
              <a:t> </a:t>
            </a:r>
            <a:r>
              <a:rPr lang="en-US" altLang="ko-KR" sz="1400" b="1" dirty="0">
                <a:latin typeface="Arial"/>
                <a:cs typeface="Arial"/>
              </a:rPr>
              <a:t>tape</a:t>
            </a:r>
            <a:r>
              <a:rPr lang="en-US" altLang="ko-KR" sz="1400" b="1" spc="-40" dirty="0">
                <a:latin typeface="Arial"/>
                <a:cs typeface="Arial"/>
              </a:rPr>
              <a:t> </a:t>
            </a:r>
            <a:r>
              <a:rPr lang="en-US" altLang="ko-KR" sz="1400" b="1" dirty="0">
                <a:latin typeface="Arial"/>
                <a:cs typeface="Arial"/>
              </a:rPr>
              <a:t>and</a:t>
            </a:r>
            <a:r>
              <a:rPr lang="en-US" altLang="ko-KR" sz="1400" b="1" spc="-30" dirty="0">
                <a:latin typeface="Arial"/>
                <a:cs typeface="Arial"/>
              </a:rPr>
              <a:t> </a:t>
            </a:r>
            <a:r>
              <a:rPr lang="en-US" altLang="ko-KR" sz="1400" b="1" spc="-5" dirty="0">
                <a:latin typeface="Arial"/>
                <a:cs typeface="Arial"/>
              </a:rPr>
              <a:t>reel</a:t>
            </a:r>
            <a:r>
              <a:rPr lang="en-US" altLang="ko-KR" sz="1400" b="1" spc="-45" dirty="0">
                <a:latin typeface="Arial"/>
                <a:cs typeface="Arial"/>
              </a:rPr>
              <a:t> </a:t>
            </a:r>
            <a:r>
              <a:rPr lang="en-US" altLang="ko-KR" sz="1400" b="1" dirty="0">
                <a:latin typeface="Arial"/>
                <a:cs typeface="Arial"/>
              </a:rPr>
              <a:t>data</a:t>
            </a:r>
            <a:endParaRPr lang="en-US" altLang="ko-KR" sz="1400" dirty="0">
              <a:latin typeface="Arial"/>
              <a:cs typeface="Arial"/>
            </a:endParaRPr>
          </a:p>
        </p:txBody>
      </p:sp>
      <p:sp>
        <p:nvSpPr>
          <p:cNvPr id="5" name="object 84">
            <a:extLst>
              <a:ext uri="{FF2B5EF4-FFF2-40B4-BE49-F238E27FC236}">
                <a16:creationId xmlns:a16="http://schemas.microsoft.com/office/drawing/2014/main" id="{B98E48A7-15D1-04F2-F3BA-3E29E11C22DE}"/>
              </a:ext>
            </a:extLst>
          </p:cNvPr>
          <p:cNvSpPr txBox="1"/>
          <p:nvPr/>
        </p:nvSpPr>
        <p:spPr>
          <a:xfrm>
            <a:off x="2601354" y="8758877"/>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30</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spTree>
    <p:extLst>
      <p:ext uri="{BB962C8B-B14F-4D97-AF65-F5344CB8AC3E}">
        <p14:creationId xmlns:p14="http://schemas.microsoft.com/office/powerpoint/2010/main" val="124089100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8E07A0-5C9C-8299-5F8C-F2D2047C3FD9}"/>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DF33AA6A-EBF7-F13F-DCAC-2D63CB877027}"/>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4F451656-1DBE-6C15-DDDE-4636C239056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DB06F889-DD5E-F402-B824-F9AAA34A273A}"/>
              </a:ext>
            </a:extLst>
          </p:cNvPr>
          <p:cNvSpPr txBox="1"/>
          <p:nvPr/>
        </p:nvSpPr>
        <p:spPr>
          <a:xfrm>
            <a:off x="593242" y="950090"/>
            <a:ext cx="2287905" cy="197490"/>
          </a:xfrm>
          <a:prstGeom prst="rect">
            <a:avLst/>
          </a:prstGeom>
        </p:spPr>
        <p:txBody>
          <a:bodyPr vert="horz" wrap="square" lIns="0" tIns="12700" rIns="0" bIns="0" rtlCol="0">
            <a:spAutoFit/>
          </a:bodyPr>
          <a:lstStyle/>
          <a:p>
            <a:pPr marL="219710">
              <a:lnSpc>
                <a:spcPct val="100000"/>
              </a:lnSpc>
              <a:spcBef>
                <a:spcPts val="940"/>
              </a:spcBef>
            </a:pPr>
            <a:r>
              <a:rPr lang="en-US" sz="1200" spc="-5" dirty="0">
                <a:latin typeface="Arial"/>
                <a:cs typeface="Arial"/>
              </a:rPr>
              <a:t>2</a:t>
            </a:r>
            <a:r>
              <a:rPr sz="1200" spc="-5" dirty="0">
                <a:latin typeface="Arial"/>
                <a:cs typeface="Arial"/>
              </a:rPr>
              <a:t>)</a:t>
            </a:r>
            <a:r>
              <a:rPr sz="1200" spc="-45" dirty="0">
                <a:latin typeface="Arial"/>
                <a:cs typeface="Arial"/>
              </a:rPr>
              <a:t> </a:t>
            </a:r>
            <a:r>
              <a:rPr lang="en-US" sz="1200" spc="-45" dirty="0">
                <a:latin typeface="Arial"/>
                <a:cs typeface="Arial"/>
              </a:rPr>
              <a:t>Semtech</a:t>
            </a:r>
            <a:endParaRPr sz="1200" dirty="0">
              <a:latin typeface="Arial"/>
              <a:cs typeface="Arial"/>
            </a:endParaRPr>
          </a:p>
        </p:txBody>
      </p:sp>
      <p:sp>
        <p:nvSpPr>
          <p:cNvPr id="6" name="object 84">
            <a:extLst>
              <a:ext uri="{FF2B5EF4-FFF2-40B4-BE49-F238E27FC236}">
                <a16:creationId xmlns:a16="http://schemas.microsoft.com/office/drawing/2014/main" id="{E8AB4D54-413D-FD04-D592-77750715446F}"/>
              </a:ext>
            </a:extLst>
          </p:cNvPr>
          <p:cNvSpPr txBox="1"/>
          <p:nvPr/>
        </p:nvSpPr>
        <p:spPr>
          <a:xfrm>
            <a:off x="2353705" y="7610652"/>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31</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pic>
        <p:nvPicPr>
          <p:cNvPr id="7" name="그림 6">
            <a:extLst>
              <a:ext uri="{FF2B5EF4-FFF2-40B4-BE49-F238E27FC236}">
                <a16:creationId xmlns:a16="http://schemas.microsoft.com/office/drawing/2014/main" id="{473D46F7-8FDC-8307-00DB-49CEB60CA54A}"/>
              </a:ext>
            </a:extLst>
          </p:cNvPr>
          <p:cNvPicPr>
            <a:picLocks noChangeAspect="1"/>
          </p:cNvPicPr>
          <p:nvPr/>
        </p:nvPicPr>
        <p:blipFill>
          <a:blip r:embed="rId3"/>
          <a:stretch>
            <a:fillRect/>
          </a:stretch>
        </p:blipFill>
        <p:spPr>
          <a:xfrm>
            <a:off x="945132" y="3560138"/>
            <a:ext cx="2161191" cy="1283207"/>
          </a:xfrm>
          <a:prstGeom prst="rect">
            <a:avLst/>
          </a:prstGeom>
        </p:spPr>
      </p:pic>
      <p:pic>
        <p:nvPicPr>
          <p:cNvPr id="12" name="그림 11">
            <a:extLst>
              <a:ext uri="{FF2B5EF4-FFF2-40B4-BE49-F238E27FC236}">
                <a16:creationId xmlns:a16="http://schemas.microsoft.com/office/drawing/2014/main" id="{0320DC19-9862-EE86-C4B8-28DB4688EB25}"/>
              </a:ext>
            </a:extLst>
          </p:cNvPr>
          <p:cNvPicPr>
            <a:picLocks noChangeAspect="1"/>
          </p:cNvPicPr>
          <p:nvPr/>
        </p:nvPicPr>
        <p:blipFill>
          <a:blip r:embed="rId4"/>
          <a:stretch>
            <a:fillRect/>
          </a:stretch>
        </p:blipFill>
        <p:spPr>
          <a:xfrm>
            <a:off x="3507050" y="3470660"/>
            <a:ext cx="2161191" cy="1420643"/>
          </a:xfrm>
          <a:prstGeom prst="rect">
            <a:avLst/>
          </a:prstGeom>
        </p:spPr>
      </p:pic>
      <p:pic>
        <p:nvPicPr>
          <p:cNvPr id="13" name="그림 12">
            <a:extLst>
              <a:ext uri="{FF2B5EF4-FFF2-40B4-BE49-F238E27FC236}">
                <a16:creationId xmlns:a16="http://schemas.microsoft.com/office/drawing/2014/main" id="{57B080C9-97F9-1171-56DA-1F98DC037858}"/>
              </a:ext>
            </a:extLst>
          </p:cNvPr>
          <p:cNvPicPr>
            <a:picLocks noChangeAspect="1"/>
          </p:cNvPicPr>
          <p:nvPr/>
        </p:nvPicPr>
        <p:blipFill>
          <a:blip r:embed="rId5"/>
          <a:stretch>
            <a:fillRect/>
          </a:stretch>
        </p:blipFill>
        <p:spPr>
          <a:xfrm>
            <a:off x="995605" y="5062656"/>
            <a:ext cx="2141784" cy="1460064"/>
          </a:xfrm>
          <a:prstGeom prst="rect">
            <a:avLst/>
          </a:prstGeom>
        </p:spPr>
      </p:pic>
      <p:pic>
        <p:nvPicPr>
          <p:cNvPr id="14" name="그림 13">
            <a:extLst>
              <a:ext uri="{FF2B5EF4-FFF2-40B4-BE49-F238E27FC236}">
                <a16:creationId xmlns:a16="http://schemas.microsoft.com/office/drawing/2014/main" id="{871A4A1C-35C1-04E8-54FD-8C715C5274EF}"/>
              </a:ext>
            </a:extLst>
          </p:cNvPr>
          <p:cNvPicPr>
            <a:picLocks noChangeAspect="1"/>
          </p:cNvPicPr>
          <p:nvPr/>
        </p:nvPicPr>
        <p:blipFill>
          <a:blip r:embed="rId6"/>
          <a:stretch>
            <a:fillRect/>
          </a:stretch>
        </p:blipFill>
        <p:spPr>
          <a:xfrm>
            <a:off x="3559381" y="5123351"/>
            <a:ext cx="2495216" cy="1338674"/>
          </a:xfrm>
          <a:prstGeom prst="rect">
            <a:avLst/>
          </a:prstGeom>
        </p:spPr>
      </p:pic>
      <p:pic>
        <p:nvPicPr>
          <p:cNvPr id="15" name="그림 14">
            <a:extLst>
              <a:ext uri="{FF2B5EF4-FFF2-40B4-BE49-F238E27FC236}">
                <a16:creationId xmlns:a16="http://schemas.microsoft.com/office/drawing/2014/main" id="{67393D71-2B0A-9030-D480-2FD867F0DAC4}"/>
              </a:ext>
            </a:extLst>
          </p:cNvPr>
          <p:cNvPicPr>
            <a:picLocks noChangeAspect="1"/>
          </p:cNvPicPr>
          <p:nvPr/>
        </p:nvPicPr>
        <p:blipFill>
          <a:blip r:embed="rId7"/>
          <a:stretch>
            <a:fillRect/>
          </a:stretch>
        </p:blipFill>
        <p:spPr>
          <a:xfrm>
            <a:off x="1062759" y="1472026"/>
            <a:ext cx="1873247" cy="2064953"/>
          </a:xfrm>
          <a:prstGeom prst="rect">
            <a:avLst/>
          </a:prstGeom>
        </p:spPr>
      </p:pic>
      <p:pic>
        <p:nvPicPr>
          <p:cNvPr id="16" name="그림 15">
            <a:extLst>
              <a:ext uri="{FF2B5EF4-FFF2-40B4-BE49-F238E27FC236}">
                <a16:creationId xmlns:a16="http://schemas.microsoft.com/office/drawing/2014/main" id="{BA91A8E5-EE45-1339-5018-1D4DC0A5F329}"/>
              </a:ext>
            </a:extLst>
          </p:cNvPr>
          <p:cNvPicPr>
            <a:picLocks noChangeAspect="1"/>
          </p:cNvPicPr>
          <p:nvPr/>
        </p:nvPicPr>
        <p:blipFill>
          <a:blip r:embed="rId8"/>
          <a:stretch>
            <a:fillRect/>
          </a:stretch>
        </p:blipFill>
        <p:spPr>
          <a:xfrm>
            <a:off x="3269364" y="1672303"/>
            <a:ext cx="2785233" cy="1664398"/>
          </a:xfrm>
          <a:prstGeom prst="rect">
            <a:avLst/>
          </a:prstGeom>
        </p:spPr>
      </p:pic>
      <p:sp>
        <p:nvSpPr>
          <p:cNvPr id="17" name="TextBox 16">
            <a:extLst>
              <a:ext uri="{FF2B5EF4-FFF2-40B4-BE49-F238E27FC236}">
                <a16:creationId xmlns:a16="http://schemas.microsoft.com/office/drawing/2014/main" id="{0C5EFB69-2C39-F8B1-43C3-BBE5A86F6DC3}"/>
              </a:ext>
            </a:extLst>
          </p:cNvPr>
          <p:cNvSpPr txBox="1"/>
          <p:nvPr/>
        </p:nvSpPr>
        <p:spPr>
          <a:xfrm>
            <a:off x="593242" y="7963919"/>
            <a:ext cx="6454051" cy="615553"/>
          </a:xfrm>
          <a:prstGeom prst="rect">
            <a:avLst/>
          </a:prstGeom>
          <a:noFill/>
        </p:spPr>
        <p:txBody>
          <a:bodyPr wrap="square" lIns="0" tIns="0" rIns="36000" bIns="0" rtlCol="0">
            <a:spAutoFit/>
          </a:bodyPr>
          <a:lstStyle/>
          <a:p>
            <a:r>
              <a:rPr lang="en-US" altLang="ko-KR" sz="1000" dirty="0">
                <a:latin typeface="Arial" panose="020B0604020202020204" pitchFamily="34" charset="0"/>
                <a:cs typeface="Arial" panose="020B0604020202020204" pitchFamily="34" charset="0"/>
              </a:rPr>
              <a:t>Note : </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1. Metric dimensions govern-English are in parentheses for reference only.</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2. The clearance between the components and the cavity must be within 0.05 mm min. to 0.5 mm max.</a:t>
            </a:r>
          </a:p>
          <a:p>
            <a:r>
              <a:rPr lang="en-US" altLang="ko-KR" sz="1000" dirty="0">
                <a:latin typeface="Arial" panose="020B0604020202020204" pitchFamily="34" charset="0"/>
                <a:cs typeface="Arial" panose="020B0604020202020204" pitchFamily="34" charset="0"/>
              </a:rPr>
              <a:t>3. The component cannot rotate more than 10</a:t>
            </a:r>
            <a:r>
              <a:rPr lang="en-US" altLang="ko-KR" sz="1000" dirty="0">
                <a:latin typeface="맑은 고딕" panose="020B0503020000020004" pitchFamily="50" charset="-127"/>
                <a:ea typeface="맑은 고딕" panose="020B0503020000020004" pitchFamily="50" charset="-127"/>
                <a:cs typeface="Arial" panose="020B0604020202020204" pitchFamily="34" charset="0"/>
              </a:rPr>
              <a:t>︒</a:t>
            </a:r>
            <a:r>
              <a:rPr lang="en-US" altLang="ko-KR" sz="1000" dirty="0">
                <a:latin typeface="Arial" panose="020B0604020202020204" pitchFamily="34" charset="0"/>
                <a:ea typeface="맑은 고딕" panose="020B0503020000020004" pitchFamily="50" charset="-127"/>
                <a:cs typeface="Arial" panose="020B0604020202020204" pitchFamily="34" charset="0"/>
              </a:rPr>
              <a:t> within the determined cavity.</a:t>
            </a:r>
            <a:endParaRPr lang="en-US" altLang="ko-KR" sz="1000" dirty="0">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585F84D-1E43-CECA-8E9F-A73E2C9DF363}"/>
              </a:ext>
            </a:extLst>
          </p:cNvPr>
          <p:cNvGraphicFramePr>
            <a:graphicFrameLocks noGrp="1"/>
          </p:cNvGraphicFramePr>
          <p:nvPr>
            <p:extLst>
              <p:ext uri="{D42A27DB-BD31-4B8C-83A1-F6EECF244321}">
                <p14:modId xmlns:p14="http://schemas.microsoft.com/office/powerpoint/2010/main" val="3890121123"/>
              </p:ext>
            </p:extLst>
          </p:nvPr>
        </p:nvGraphicFramePr>
        <p:xfrm>
          <a:off x="945132" y="6578769"/>
          <a:ext cx="5023867" cy="433560"/>
        </p:xfrm>
        <a:graphic>
          <a:graphicData uri="http://schemas.openxmlformats.org/drawingml/2006/table">
            <a:tbl>
              <a:tblPr firstRow="1" bandRow="1">
                <a:tableStyleId>{5C22544A-7EE6-4342-B048-85BDC9FD1C3A}</a:tableStyleId>
              </a:tblPr>
              <a:tblGrid>
                <a:gridCol w="505822">
                  <a:extLst>
                    <a:ext uri="{9D8B030D-6E8A-4147-A177-3AD203B41FA5}">
                      <a16:colId xmlns:a16="http://schemas.microsoft.com/office/drawing/2014/main" val="3246048688"/>
                    </a:ext>
                  </a:extLst>
                </a:gridCol>
                <a:gridCol w="557963">
                  <a:extLst>
                    <a:ext uri="{9D8B030D-6E8A-4147-A177-3AD203B41FA5}">
                      <a16:colId xmlns:a16="http://schemas.microsoft.com/office/drawing/2014/main" val="3109661393"/>
                    </a:ext>
                  </a:extLst>
                </a:gridCol>
                <a:gridCol w="565726">
                  <a:extLst>
                    <a:ext uri="{9D8B030D-6E8A-4147-A177-3AD203B41FA5}">
                      <a16:colId xmlns:a16="http://schemas.microsoft.com/office/drawing/2014/main" val="336048231"/>
                    </a:ext>
                  </a:extLst>
                </a:gridCol>
                <a:gridCol w="565726">
                  <a:extLst>
                    <a:ext uri="{9D8B030D-6E8A-4147-A177-3AD203B41FA5}">
                      <a16:colId xmlns:a16="http://schemas.microsoft.com/office/drawing/2014/main" val="825296521"/>
                    </a:ext>
                  </a:extLst>
                </a:gridCol>
                <a:gridCol w="565726">
                  <a:extLst>
                    <a:ext uri="{9D8B030D-6E8A-4147-A177-3AD203B41FA5}">
                      <a16:colId xmlns:a16="http://schemas.microsoft.com/office/drawing/2014/main" val="1377223108"/>
                    </a:ext>
                  </a:extLst>
                </a:gridCol>
                <a:gridCol w="565726">
                  <a:extLst>
                    <a:ext uri="{9D8B030D-6E8A-4147-A177-3AD203B41FA5}">
                      <a16:colId xmlns:a16="http://schemas.microsoft.com/office/drawing/2014/main" val="3700380994"/>
                    </a:ext>
                  </a:extLst>
                </a:gridCol>
                <a:gridCol w="565726">
                  <a:extLst>
                    <a:ext uri="{9D8B030D-6E8A-4147-A177-3AD203B41FA5}">
                      <a16:colId xmlns:a16="http://schemas.microsoft.com/office/drawing/2014/main" val="869300479"/>
                    </a:ext>
                  </a:extLst>
                </a:gridCol>
                <a:gridCol w="565726">
                  <a:extLst>
                    <a:ext uri="{9D8B030D-6E8A-4147-A177-3AD203B41FA5}">
                      <a16:colId xmlns:a16="http://schemas.microsoft.com/office/drawing/2014/main" val="4036811077"/>
                    </a:ext>
                  </a:extLst>
                </a:gridCol>
                <a:gridCol w="565726">
                  <a:extLst>
                    <a:ext uri="{9D8B030D-6E8A-4147-A177-3AD203B41FA5}">
                      <a16:colId xmlns:a16="http://schemas.microsoft.com/office/drawing/2014/main" val="2101304561"/>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Tape Size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66311557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1.75±0.1mm (0.069±0.004”)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5.5±0.1mm (0.217±0.004”)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8±0.1mm (0.315±0.004”)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4±0.1mm (0.157±0.004”)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2±0.1mm (0.079±0.004”)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9335514"/>
                  </a:ext>
                </a:extLst>
              </a:tr>
            </a:tbl>
          </a:graphicData>
        </a:graphic>
      </p:graphicFrame>
      <p:graphicFrame>
        <p:nvGraphicFramePr>
          <p:cNvPr id="10" name="표 9">
            <a:extLst>
              <a:ext uri="{FF2B5EF4-FFF2-40B4-BE49-F238E27FC236}">
                <a16:creationId xmlns:a16="http://schemas.microsoft.com/office/drawing/2014/main" id="{0B44F17A-7979-4869-366E-E0929CA14A3C}"/>
              </a:ext>
            </a:extLst>
          </p:cNvPr>
          <p:cNvGraphicFramePr>
            <a:graphicFrameLocks noGrp="1"/>
          </p:cNvGraphicFramePr>
          <p:nvPr>
            <p:extLst>
              <p:ext uri="{D42A27DB-BD31-4B8C-83A1-F6EECF244321}">
                <p14:modId xmlns:p14="http://schemas.microsoft.com/office/powerpoint/2010/main" val="2574897208"/>
              </p:ext>
            </p:extLst>
          </p:nvPr>
        </p:nvGraphicFramePr>
        <p:xfrm>
          <a:off x="945132" y="7093476"/>
          <a:ext cx="4185668" cy="433560"/>
        </p:xfrm>
        <a:graphic>
          <a:graphicData uri="http://schemas.openxmlformats.org/drawingml/2006/table">
            <a:tbl>
              <a:tblPr firstRow="1" bandRow="1">
                <a:tableStyleId>{5C22544A-7EE6-4342-B048-85BDC9FD1C3A}</a:tableStyleId>
              </a:tblPr>
              <a:tblGrid>
                <a:gridCol w="499493">
                  <a:extLst>
                    <a:ext uri="{9D8B030D-6E8A-4147-A177-3AD203B41FA5}">
                      <a16:colId xmlns:a16="http://schemas.microsoft.com/office/drawing/2014/main" val="74672149"/>
                    </a:ext>
                  </a:extLst>
                </a:gridCol>
                <a:gridCol w="558800">
                  <a:extLst>
                    <a:ext uri="{9D8B030D-6E8A-4147-A177-3AD203B41FA5}">
                      <a16:colId xmlns:a16="http://schemas.microsoft.com/office/drawing/2014/main" val="1668447251"/>
                    </a:ext>
                  </a:extLst>
                </a:gridCol>
                <a:gridCol w="625475">
                  <a:extLst>
                    <a:ext uri="{9D8B030D-6E8A-4147-A177-3AD203B41FA5}">
                      <a16:colId xmlns:a16="http://schemas.microsoft.com/office/drawing/2014/main" val="1378522382"/>
                    </a:ext>
                  </a:extLst>
                </a:gridCol>
                <a:gridCol w="625475">
                  <a:extLst>
                    <a:ext uri="{9D8B030D-6E8A-4147-A177-3AD203B41FA5}">
                      <a16:colId xmlns:a16="http://schemas.microsoft.com/office/drawing/2014/main" val="2132518063"/>
                    </a:ext>
                  </a:extLst>
                </a:gridCol>
                <a:gridCol w="625475">
                  <a:extLst>
                    <a:ext uri="{9D8B030D-6E8A-4147-A177-3AD203B41FA5}">
                      <a16:colId xmlns:a16="http://schemas.microsoft.com/office/drawing/2014/main" val="3542412228"/>
                    </a:ext>
                  </a:extLst>
                </a:gridCol>
                <a:gridCol w="625475">
                  <a:extLst>
                    <a:ext uri="{9D8B030D-6E8A-4147-A177-3AD203B41FA5}">
                      <a16:colId xmlns:a16="http://schemas.microsoft.com/office/drawing/2014/main" val="1447971793"/>
                    </a:ext>
                  </a:extLst>
                </a:gridCol>
                <a:gridCol w="625475">
                  <a:extLst>
                    <a:ext uri="{9D8B030D-6E8A-4147-A177-3AD203B41FA5}">
                      <a16:colId xmlns:a16="http://schemas.microsoft.com/office/drawing/2014/main" val="3786809632"/>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 Min.</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W</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K0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7294024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25mm</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(0.98”)</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0.20±0.05mm (0.008±0.002”)</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12mm±0.1mm (0.472±0.004”)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6.2±0.1 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0.95±0.1mm (0.037±0.004”)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2582253"/>
                  </a:ext>
                </a:extLst>
              </a:tr>
            </a:tbl>
          </a:graphicData>
        </a:graphic>
      </p:graphicFrame>
    </p:spTree>
    <p:extLst>
      <p:ext uri="{BB962C8B-B14F-4D97-AF65-F5344CB8AC3E}">
        <p14:creationId xmlns:p14="http://schemas.microsoft.com/office/powerpoint/2010/main" val="58106019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1371063730"/>
              </p:ext>
            </p:extLst>
          </p:nvPr>
        </p:nvGraphicFramePr>
        <p:xfrm>
          <a:off x="3733095" y="4883910"/>
          <a:ext cx="2720340" cy="3464430"/>
        </p:xfrm>
        <a:graphic>
          <a:graphicData uri="http://schemas.openxmlformats.org/drawingml/2006/table">
            <a:tbl>
              <a:tblPr/>
              <a:tblGrid>
                <a:gridCol w="658819">
                  <a:extLst>
                    <a:ext uri="{9D8B030D-6E8A-4147-A177-3AD203B41FA5}">
                      <a16:colId xmlns:a16="http://schemas.microsoft.com/office/drawing/2014/main" val="277156858"/>
                    </a:ext>
                  </a:extLst>
                </a:gridCol>
                <a:gridCol w="640433">
                  <a:extLst>
                    <a:ext uri="{9D8B030D-6E8A-4147-A177-3AD203B41FA5}">
                      <a16:colId xmlns:a16="http://schemas.microsoft.com/office/drawing/2014/main" val="1529212435"/>
                    </a:ext>
                  </a:extLst>
                </a:gridCol>
                <a:gridCol w="710544">
                  <a:extLst>
                    <a:ext uri="{9D8B030D-6E8A-4147-A177-3AD203B41FA5}">
                      <a16:colId xmlns:a16="http://schemas.microsoft.com/office/drawing/2014/main" val="3403192241"/>
                    </a:ext>
                  </a:extLst>
                </a:gridCol>
                <a:gridCol w="710544">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4.40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16" name="TextBox 15">
            <a:extLst>
              <a:ext uri="{FF2B5EF4-FFF2-40B4-BE49-F238E27FC236}">
                <a16:creationId xmlns:a16="http://schemas.microsoft.com/office/drawing/2014/main" id="{8ECE76E6-C6E6-2D71-4221-9CAD67ED331F}"/>
              </a:ext>
            </a:extLst>
          </p:cNvPr>
          <p:cNvSpPr txBox="1"/>
          <p:nvPr/>
        </p:nvSpPr>
        <p:spPr>
          <a:xfrm>
            <a:off x="1319069" y="1557660"/>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4551590" y="1557660"/>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773407"/>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32.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1" y="1204594"/>
            <a:ext cx="2062038"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6060-48L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sp>
        <p:nvSpPr>
          <p:cNvPr id="19" name="TextBox 18">
            <a:extLst>
              <a:ext uri="{FF2B5EF4-FFF2-40B4-BE49-F238E27FC236}">
                <a16:creationId xmlns:a16="http://schemas.microsoft.com/office/drawing/2014/main" id="{F3E2F733-7C6B-9369-3A68-1DAA2AFCE6E7}"/>
              </a:ext>
            </a:extLst>
          </p:cNvPr>
          <p:cNvSpPr txBox="1"/>
          <p:nvPr/>
        </p:nvSpPr>
        <p:spPr>
          <a:xfrm>
            <a:off x="1283803" y="5026401"/>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4" name="그림 3">
            <a:extLst>
              <a:ext uri="{FF2B5EF4-FFF2-40B4-BE49-F238E27FC236}">
                <a16:creationId xmlns:a16="http://schemas.microsoft.com/office/drawing/2014/main" id="{E8B1FFB1-BCCF-F86D-2D7C-265BB10139D3}"/>
              </a:ext>
            </a:extLst>
          </p:cNvPr>
          <p:cNvPicPr>
            <a:picLocks noChangeAspect="1"/>
          </p:cNvPicPr>
          <p:nvPr/>
        </p:nvPicPr>
        <p:blipFill>
          <a:blip r:embed="rId3"/>
          <a:stretch>
            <a:fillRect/>
          </a:stretch>
        </p:blipFill>
        <p:spPr>
          <a:xfrm>
            <a:off x="413545" y="1833545"/>
            <a:ext cx="2623401" cy="2517502"/>
          </a:xfrm>
          <a:prstGeom prst="rect">
            <a:avLst/>
          </a:prstGeom>
        </p:spPr>
      </p:pic>
      <p:pic>
        <p:nvPicPr>
          <p:cNvPr id="9" name="그림 8">
            <a:extLst>
              <a:ext uri="{FF2B5EF4-FFF2-40B4-BE49-F238E27FC236}">
                <a16:creationId xmlns:a16="http://schemas.microsoft.com/office/drawing/2014/main" id="{9D8D5D5F-CA1A-9210-1709-36EEFC2AA534}"/>
              </a:ext>
            </a:extLst>
          </p:cNvPr>
          <p:cNvPicPr>
            <a:picLocks noChangeAspect="1"/>
          </p:cNvPicPr>
          <p:nvPr/>
        </p:nvPicPr>
        <p:blipFill>
          <a:blip r:embed="rId4"/>
          <a:stretch>
            <a:fillRect/>
          </a:stretch>
        </p:blipFill>
        <p:spPr>
          <a:xfrm>
            <a:off x="3429000" y="1833543"/>
            <a:ext cx="3285622" cy="2464217"/>
          </a:xfrm>
          <a:prstGeom prst="rect">
            <a:avLst/>
          </a:prstGeom>
        </p:spPr>
      </p:pic>
      <p:pic>
        <p:nvPicPr>
          <p:cNvPr id="11" name="그림 10">
            <a:extLst>
              <a:ext uri="{FF2B5EF4-FFF2-40B4-BE49-F238E27FC236}">
                <a16:creationId xmlns:a16="http://schemas.microsoft.com/office/drawing/2014/main" id="{5F3C6E1D-4E7C-7A3E-9181-8D7E657E1594}"/>
              </a:ext>
            </a:extLst>
          </p:cNvPr>
          <p:cNvPicPr>
            <a:picLocks noChangeAspect="1"/>
          </p:cNvPicPr>
          <p:nvPr/>
        </p:nvPicPr>
        <p:blipFill>
          <a:blip r:embed="rId5"/>
          <a:stretch>
            <a:fillRect/>
          </a:stretch>
        </p:blipFill>
        <p:spPr>
          <a:xfrm>
            <a:off x="240226" y="5372399"/>
            <a:ext cx="2623401" cy="619159"/>
          </a:xfrm>
          <a:prstGeom prst="rect">
            <a:avLst/>
          </a:prstGeom>
        </p:spPr>
      </p:pic>
      <p:sp>
        <p:nvSpPr>
          <p:cNvPr id="3" name="object 84">
            <a:extLst>
              <a:ext uri="{FF2B5EF4-FFF2-40B4-BE49-F238E27FC236}">
                <a16:creationId xmlns:a16="http://schemas.microsoft.com/office/drawing/2014/main" id="{7F620CF6-6297-08C3-FDA2-B09748EB37EB}"/>
              </a:ext>
            </a:extLst>
          </p:cNvPr>
          <p:cNvSpPr txBox="1"/>
          <p:nvPr/>
        </p:nvSpPr>
        <p:spPr>
          <a:xfrm>
            <a:off x="3411028" y="8310893"/>
            <a:ext cx="3042407" cy="289823"/>
          </a:xfrm>
          <a:prstGeom prst="rect">
            <a:avLst/>
          </a:prstGeom>
        </p:spPr>
        <p:txBody>
          <a:bodyPr vert="horz" wrap="square" lIns="0" tIns="0" rIns="0" bIns="0" rtlCol="0" anchor="ctr" anchorCtr="0">
            <a:spAutoFit/>
          </a:bodyPr>
          <a:lstStyle/>
          <a:p>
            <a:pPr marL="12435" defTabSz="895327" fontAlgn="auto">
              <a:spcBef>
                <a:spcPts val="118"/>
              </a:spcBef>
              <a:spcAft>
                <a:spcPts val="0"/>
              </a:spcAft>
            </a:pPr>
            <a:r>
              <a:rPr kumimoji="0" lang="en-US" sz="900" spc="15" dirty="0">
                <a:latin typeface="Arial" panose="020B0604020202020204" pitchFamily="34" charset="0"/>
                <a:ea typeface="+mn-ea"/>
                <a:cs typeface="Arial" panose="020B0604020202020204" pitchFamily="34" charset="0"/>
              </a:rPr>
              <a:t>Note</a:t>
            </a:r>
          </a:p>
          <a:p>
            <a:pPr marL="12435" defTabSz="895327" fontAlgn="auto">
              <a:spcBef>
                <a:spcPts val="118"/>
              </a:spcBef>
              <a:spcAft>
                <a:spcPts val="0"/>
              </a:spcAft>
            </a:pPr>
            <a:r>
              <a:rPr lang="en-US" sz="900" spc="15" dirty="0">
                <a:latin typeface="Arial" panose="020B0604020202020204" pitchFamily="34" charset="0"/>
                <a:cs typeface="Arial" panose="020B0604020202020204" pitchFamily="34" charset="0"/>
              </a:rPr>
              <a:t>All Dimensions Do Not Include mold flash or Protrusions.</a:t>
            </a:r>
            <a:endParaRPr kumimoji="0" lang="en-US" sz="900" spc="15" dirty="0">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00440822"/>
      </p:ext>
    </p:extLst>
  </p:cSld>
  <p:clrMapOvr>
    <a:masterClrMapping/>
  </p:clrMapOvr>
  <p:extLst>
    <p:ext uri="{6950BFC3-D8DA-4A85-94F7-54DA5524770B}">
      <p188:commentRel xmlns:p188="http://schemas.microsoft.com/office/powerpoint/2018/8/main" r:id="rId2"/>
    </p:ext>
  </p:extLs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5" name="그룹 4">
            <a:extLst>
              <a:ext uri="{FF2B5EF4-FFF2-40B4-BE49-F238E27FC236}">
                <a16:creationId xmlns:a16="http://schemas.microsoft.com/office/drawing/2014/main" id="{E5AB56D2-4F25-0646-95BF-874FE0735591}"/>
              </a:ext>
            </a:extLst>
          </p:cNvPr>
          <p:cNvGrpSpPr/>
          <p:nvPr/>
        </p:nvGrpSpPr>
        <p:grpSpPr>
          <a:xfrm>
            <a:off x="464528" y="1494367"/>
            <a:ext cx="3042549" cy="3420000"/>
            <a:chOff x="1443809" y="1319983"/>
            <a:chExt cx="3088474" cy="3498850"/>
          </a:xfrm>
        </p:grpSpPr>
        <p:sp>
          <p:nvSpPr>
            <p:cNvPr id="32" name="직사각형 31">
              <a:extLst>
                <a:ext uri="{FF2B5EF4-FFF2-40B4-BE49-F238E27FC236}">
                  <a16:creationId xmlns:a16="http://schemas.microsoft.com/office/drawing/2014/main" id="{6A138124-BECA-0D29-A24D-31BE6AD1D21D}"/>
                </a:ext>
              </a:extLst>
            </p:cNvPr>
            <p:cNvSpPr/>
            <p:nvPr/>
          </p:nvSpPr>
          <p:spPr>
            <a:xfrm rot="5400000">
              <a:off x="2434030" y="1932592"/>
              <a:ext cx="1698069" cy="170769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8A8973FB-23F0-B362-E91E-99AECA4B6441}"/>
                </a:ext>
              </a:extLst>
            </p:cNvPr>
            <p:cNvSpPr/>
            <p:nvPr/>
          </p:nvSpPr>
          <p:spPr>
            <a:xfrm rot="5400000">
              <a:off x="2363989" y="1893503"/>
              <a:ext cx="366939" cy="3813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5" name="직선 연결선 34">
              <a:extLst>
                <a:ext uri="{FF2B5EF4-FFF2-40B4-BE49-F238E27FC236}">
                  <a16:creationId xmlns:a16="http://schemas.microsoft.com/office/drawing/2014/main" id="{63973C54-5DFD-5FC9-E9D8-450E0EF55EC1}"/>
                </a:ext>
              </a:extLst>
            </p:cNvPr>
            <p:cNvCxnSpPr>
              <a:cxnSpLocks/>
            </p:cNvCxnSpPr>
            <p:nvPr/>
          </p:nvCxnSpPr>
          <p:spPr>
            <a:xfrm rot="5400000">
              <a:off x="2419563" y="1947891"/>
              <a:ext cx="330801" cy="313550"/>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grpSp>
          <p:nvGrpSpPr>
            <p:cNvPr id="37" name="그룹 36">
              <a:extLst>
                <a:ext uri="{FF2B5EF4-FFF2-40B4-BE49-F238E27FC236}">
                  <a16:creationId xmlns:a16="http://schemas.microsoft.com/office/drawing/2014/main" id="{4454255A-BE7A-B919-99C0-80EB9E09566A}"/>
                </a:ext>
              </a:extLst>
            </p:cNvPr>
            <p:cNvGrpSpPr/>
            <p:nvPr/>
          </p:nvGrpSpPr>
          <p:grpSpPr>
            <a:xfrm rot="5400000">
              <a:off x="3201033" y="703921"/>
              <a:ext cx="163456" cy="1912753"/>
              <a:chOff x="566964" y="1301524"/>
              <a:chExt cx="207086" cy="2367801"/>
            </a:xfrm>
          </p:grpSpPr>
          <p:sp>
            <p:nvSpPr>
              <p:cNvPr id="113" name="직사각형 112">
                <a:extLst>
                  <a:ext uri="{FF2B5EF4-FFF2-40B4-BE49-F238E27FC236}">
                    <a16:creationId xmlns:a16="http://schemas.microsoft.com/office/drawing/2014/main" id="{2F9A683F-C6C0-47C3-12CC-89D41F7E2B12}"/>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4" name="직사각형 113">
                <a:extLst>
                  <a:ext uri="{FF2B5EF4-FFF2-40B4-BE49-F238E27FC236}">
                    <a16:creationId xmlns:a16="http://schemas.microsoft.com/office/drawing/2014/main" id="{FE14F64E-A68F-28D7-B2EB-67DEB5BA7797}"/>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5" name="직사각형 114">
                <a:extLst>
                  <a:ext uri="{FF2B5EF4-FFF2-40B4-BE49-F238E27FC236}">
                    <a16:creationId xmlns:a16="http://schemas.microsoft.com/office/drawing/2014/main" id="{7C28EEC4-ABC8-BEA0-A0EF-EA4A04FED863}"/>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6" name="직사각형 115">
                <a:extLst>
                  <a:ext uri="{FF2B5EF4-FFF2-40B4-BE49-F238E27FC236}">
                    <a16:creationId xmlns:a16="http://schemas.microsoft.com/office/drawing/2014/main" id="{AA6F566B-D399-136F-4EC2-59F4857350C1}"/>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7" name="직사각형 116">
                <a:extLst>
                  <a:ext uri="{FF2B5EF4-FFF2-40B4-BE49-F238E27FC236}">
                    <a16:creationId xmlns:a16="http://schemas.microsoft.com/office/drawing/2014/main" id="{C798035E-EBC6-771E-68CB-E680AB117CF6}"/>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8" name="직사각형 117">
                <a:extLst>
                  <a:ext uri="{FF2B5EF4-FFF2-40B4-BE49-F238E27FC236}">
                    <a16:creationId xmlns:a16="http://schemas.microsoft.com/office/drawing/2014/main" id="{DCAE031A-651D-40D5-5B25-52DC8CFACCF9}"/>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9" name="직사각형 118">
                <a:extLst>
                  <a:ext uri="{FF2B5EF4-FFF2-40B4-BE49-F238E27FC236}">
                    <a16:creationId xmlns:a16="http://schemas.microsoft.com/office/drawing/2014/main" id="{0A1CCE8C-A084-EED4-E13E-2BDA080CE3F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0" name="직사각형 119">
                <a:extLst>
                  <a:ext uri="{FF2B5EF4-FFF2-40B4-BE49-F238E27FC236}">
                    <a16:creationId xmlns:a16="http://schemas.microsoft.com/office/drawing/2014/main" id="{C6D5810E-8E38-A650-27DA-480B5505D37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1" name="직사각형 120">
                <a:extLst>
                  <a:ext uri="{FF2B5EF4-FFF2-40B4-BE49-F238E27FC236}">
                    <a16:creationId xmlns:a16="http://schemas.microsoft.com/office/drawing/2014/main" id="{A4B205C1-D714-CF05-1E39-CE582DF04011}"/>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2" name="직사각형 121">
                <a:extLst>
                  <a:ext uri="{FF2B5EF4-FFF2-40B4-BE49-F238E27FC236}">
                    <a16:creationId xmlns:a16="http://schemas.microsoft.com/office/drawing/2014/main" id="{DAE80FAB-8FCD-2596-E7C4-2420A801BEC3}"/>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3" name="사각형: 잘린 한쪽 모서리 122">
                <a:extLst>
                  <a:ext uri="{FF2B5EF4-FFF2-40B4-BE49-F238E27FC236}">
                    <a16:creationId xmlns:a16="http://schemas.microsoft.com/office/drawing/2014/main" id="{A2F53F96-CF79-51D3-FD13-A95673EE0344}"/>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4" name="사각형: 잘린 한쪽 모서리 123">
                <a:extLst>
                  <a:ext uri="{FF2B5EF4-FFF2-40B4-BE49-F238E27FC236}">
                    <a16:creationId xmlns:a16="http://schemas.microsoft.com/office/drawing/2014/main" id="{B5179BE0-E113-E40D-1D59-DC6105ACCE9A}"/>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8" name="그룹 37">
              <a:extLst>
                <a:ext uri="{FF2B5EF4-FFF2-40B4-BE49-F238E27FC236}">
                  <a16:creationId xmlns:a16="http://schemas.microsoft.com/office/drawing/2014/main" id="{9860BD01-D693-5D1D-9E0B-890986B16FF8}"/>
                </a:ext>
              </a:extLst>
            </p:cNvPr>
            <p:cNvGrpSpPr/>
            <p:nvPr/>
          </p:nvGrpSpPr>
          <p:grpSpPr>
            <a:xfrm>
              <a:off x="2051505" y="1857090"/>
              <a:ext cx="167288" cy="1868936"/>
              <a:chOff x="566964" y="1301524"/>
              <a:chExt cx="207086" cy="2367801"/>
            </a:xfrm>
          </p:grpSpPr>
          <p:sp>
            <p:nvSpPr>
              <p:cNvPr id="101" name="직사각형 100">
                <a:extLst>
                  <a:ext uri="{FF2B5EF4-FFF2-40B4-BE49-F238E27FC236}">
                    <a16:creationId xmlns:a16="http://schemas.microsoft.com/office/drawing/2014/main" id="{3310D0DB-8BD0-B5F9-1974-67B1D691B2D5}"/>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2" name="직사각형 101">
                <a:extLst>
                  <a:ext uri="{FF2B5EF4-FFF2-40B4-BE49-F238E27FC236}">
                    <a16:creationId xmlns:a16="http://schemas.microsoft.com/office/drawing/2014/main" id="{4A37AB32-81E2-9A64-9F45-DC091FBAEBEA}"/>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3" name="직사각형 102">
                <a:extLst>
                  <a:ext uri="{FF2B5EF4-FFF2-40B4-BE49-F238E27FC236}">
                    <a16:creationId xmlns:a16="http://schemas.microsoft.com/office/drawing/2014/main" id="{AFA6C00D-2391-49C0-ABDA-D161A5A4D99F}"/>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4" name="직사각형 103">
                <a:extLst>
                  <a:ext uri="{FF2B5EF4-FFF2-40B4-BE49-F238E27FC236}">
                    <a16:creationId xmlns:a16="http://schemas.microsoft.com/office/drawing/2014/main" id="{8E2D3A04-5FD4-14CE-86C8-460D0EABBDC8}"/>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5" name="직사각형 104">
                <a:extLst>
                  <a:ext uri="{FF2B5EF4-FFF2-40B4-BE49-F238E27FC236}">
                    <a16:creationId xmlns:a16="http://schemas.microsoft.com/office/drawing/2014/main" id="{695393DE-1E77-CD4E-0459-0FE83F43D60F}"/>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6" name="직사각형 105">
                <a:extLst>
                  <a:ext uri="{FF2B5EF4-FFF2-40B4-BE49-F238E27FC236}">
                    <a16:creationId xmlns:a16="http://schemas.microsoft.com/office/drawing/2014/main" id="{7525216E-BB8A-62BC-5D88-5D9AEB8DCE68}"/>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7" name="직사각형 106">
                <a:extLst>
                  <a:ext uri="{FF2B5EF4-FFF2-40B4-BE49-F238E27FC236}">
                    <a16:creationId xmlns:a16="http://schemas.microsoft.com/office/drawing/2014/main" id="{80FC3719-9334-31EE-88C0-CA471E31BD23}"/>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8" name="직사각형 107">
                <a:extLst>
                  <a:ext uri="{FF2B5EF4-FFF2-40B4-BE49-F238E27FC236}">
                    <a16:creationId xmlns:a16="http://schemas.microsoft.com/office/drawing/2014/main" id="{0C97A056-3D29-F492-0CB9-482C9D8BC13F}"/>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9" name="직사각형 108">
                <a:extLst>
                  <a:ext uri="{FF2B5EF4-FFF2-40B4-BE49-F238E27FC236}">
                    <a16:creationId xmlns:a16="http://schemas.microsoft.com/office/drawing/2014/main" id="{99571602-E37B-BDF0-8B0E-756C0417E327}"/>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0" name="직사각형 109">
                <a:extLst>
                  <a:ext uri="{FF2B5EF4-FFF2-40B4-BE49-F238E27FC236}">
                    <a16:creationId xmlns:a16="http://schemas.microsoft.com/office/drawing/2014/main" id="{FE81040D-0AAA-3DAE-6827-4C7E72743268}"/>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1" name="사각형: 잘린 한쪽 모서리 110">
                <a:extLst>
                  <a:ext uri="{FF2B5EF4-FFF2-40B4-BE49-F238E27FC236}">
                    <a16:creationId xmlns:a16="http://schemas.microsoft.com/office/drawing/2014/main" id="{8C98899E-C586-7DE9-DCAB-2E8F59D7ECD1}"/>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2" name="사각형: 잘린 한쪽 모서리 111">
                <a:extLst>
                  <a:ext uri="{FF2B5EF4-FFF2-40B4-BE49-F238E27FC236}">
                    <a16:creationId xmlns:a16="http://schemas.microsoft.com/office/drawing/2014/main" id="{E04FBF7C-8ACC-A887-7CDE-F963245D132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9" name="그룹 38">
              <a:extLst>
                <a:ext uri="{FF2B5EF4-FFF2-40B4-BE49-F238E27FC236}">
                  <a16:creationId xmlns:a16="http://schemas.microsoft.com/office/drawing/2014/main" id="{8F3C4AA2-251E-9E8C-E7FF-E4A6856BB939}"/>
                </a:ext>
              </a:extLst>
            </p:cNvPr>
            <p:cNvGrpSpPr/>
            <p:nvPr/>
          </p:nvGrpSpPr>
          <p:grpSpPr>
            <a:xfrm rot="5400000" flipH="1">
              <a:off x="3201033" y="2962924"/>
              <a:ext cx="163456" cy="1912753"/>
              <a:chOff x="566964" y="1301524"/>
              <a:chExt cx="207086" cy="2367801"/>
            </a:xfrm>
          </p:grpSpPr>
          <p:sp>
            <p:nvSpPr>
              <p:cNvPr id="89" name="직사각형 88">
                <a:extLst>
                  <a:ext uri="{FF2B5EF4-FFF2-40B4-BE49-F238E27FC236}">
                    <a16:creationId xmlns:a16="http://schemas.microsoft.com/office/drawing/2014/main" id="{907A2EB6-D227-E3EC-459B-E475A6F569D6}"/>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0" name="직사각형 89">
                <a:extLst>
                  <a:ext uri="{FF2B5EF4-FFF2-40B4-BE49-F238E27FC236}">
                    <a16:creationId xmlns:a16="http://schemas.microsoft.com/office/drawing/2014/main" id="{475D3F73-F02D-2D20-D80B-685AEBE3F119}"/>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1" name="직사각형 90">
                <a:extLst>
                  <a:ext uri="{FF2B5EF4-FFF2-40B4-BE49-F238E27FC236}">
                    <a16:creationId xmlns:a16="http://schemas.microsoft.com/office/drawing/2014/main" id="{565E8DD4-8B32-82BB-D3B9-B72A4C9870CD}"/>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2" name="직사각형 91">
                <a:extLst>
                  <a:ext uri="{FF2B5EF4-FFF2-40B4-BE49-F238E27FC236}">
                    <a16:creationId xmlns:a16="http://schemas.microsoft.com/office/drawing/2014/main" id="{BA99B7BB-8C56-8B16-1E18-CB9609ABF1C0}"/>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3" name="직사각형 92">
                <a:extLst>
                  <a:ext uri="{FF2B5EF4-FFF2-40B4-BE49-F238E27FC236}">
                    <a16:creationId xmlns:a16="http://schemas.microsoft.com/office/drawing/2014/main" id="{03896A50-83ED-4D9F-4C98-E87CAFF6EC8E}"/>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4" name="직사각형 93">
                <a:extLst>
                  <a:ext uri="{FF2B5EF4-FFF2-40B4-BE49-F238E27FC236}">
                    <a16:creationId xmlns:a16="http://schemas.microsoft.com/office/drawing/2014/main" id="{418B21D7-C50B-FE3E-4BC6-41CFB2A0607C}"/>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5" name="직사각형 94">
                <a:extLst>
                  <a:ext uri="{FF2B5EF4-FFF2-40B4-BE49-F238E27FC236}">
                    <a16:creationId xmlns:a16="http://schemas.microsoft.com/office/drawing/2014/main" id="{ADF9DCC7-B449-BA24-EE55-647AC581464D}"/>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6" name="직사각형 95">
                <a:extLst>
                  <a:ext uri="{FF2B5EF4-FFF2-40B4-BE49-F238E27FC236}">
                    <a16:creationId xmlns:a16="http://schemas.microsoft.com/office/drawing/2014/main" id="{399988AB-C836-A91F-CA1E-F6681560174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7" name="직사각형 96">
                <a:extLst>
                  <a:ext uri="{FF2B5EF4-FFF2-40B4-BE49-F238E27FC236}">
                    <a16:creationId xmlns:a16="http://schemas.microsoft.com/office/drawing/2014/main" id="{6A76CCDA-5B41-5AE2-EE42-78B3DABB984C}"/>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8" name="직사각형 97">
                <a:extLst>
                  <a:ext uri="{FF2B5EF4-FFF2-40B4-BE49-F238E27FC236}">
                    <a16:creationId xmlns:a16="http://schemas.microsoft.com/office/drawing/2014/main" id="{F08888D0-6255-0014-6F08-C20142DD30A6}"/>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9" name="사각형: 잘린 한쪽 모서리 98">
                <a:extLst>
                  <a:ext uri="{FF2B5EF4-FFF2-40B4-BE49-F238E27FC236}">
                    <a16:creationId xmlns:a16="http://schemas.microsoft.com/office/drawing/2014/main" id="{D569556D-E296-B256-A261-1C9EDA877DA8}"/>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0" name="사각형: 잘린 한쪽 모서리 99">
                <a:extLst>
                  <a:ext uri="{FF2B5EF4-FFF2-40B4-BE49-F238E27FC236}">
                    <a16:creationId xmlns:a16="http://schemas.microsoft.com/office/drawing/2014/main" id="{4E47CEBF-FBDE-3AE1-DD27-8D32BB16CF8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40" name="그룹 39">
              <a:extLst>
                <a:ext uri="{FF2B5EF4-FFF2-40B4-BE49-F238E27FC236}">
                  <a16:creationId xmlns:a16="http://schemas.microsoft.com/office/drawing/2014/main" id="{E42AF6FB-01B3-AAEF-DA7C-C5353F886D8A}"/>
                </a:ext>
              </a:extLst>
            </p:cNvPr>
            <p:cNvGrpSpPr/>
            <p:nvPr/>
          </p:nvGrpSpPr>
          <p:grpSpPr>
            <a:xfrm rot="10800000" flipV="1">
              <a:off x="4364995" y="1863889"/>
              <a:ext cx="167288" cy="1868936"/>
              <a:chOff x="566964" y="1301524"/>
              <a:chExt cx="207086" cy="2367801"/>
            </a:xfrm>
          </p:grpSpPr>
          <p:sp>
            <p:nvSpPr>
              <p:cNvPr id="76" name="직사각형 75">
                <a:extLst>
                  <a:ext uri="{FF2B5EF4-FFF2-40B4-BE49-F238E27FC236}">
                    <a16:creationId xmlns:a16="http://schemas.microsoft.com/office/drawing/2014/main" id="{B1887AEF-30C5-D624-90A7-DB5ED9888A5C}"/>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7" name="직사각형 76">
                <a:extLst>
                  <a:ext uri="{FF2B5EF4-FFF2-40B4-BE49-F238E27FC236}">
                    <a16:creationId xmlns:a16="http://schemas.microsoft.com/office/drawing/2014/main" id="{DE87B9F5-CA0E-08A1-1B61-2FA04D3B4FBD}"/>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8" name="직사각형 77">
                <a:extLst>
                  <a:ext uri="{FF2B5EF4-FFF2-40B4-BE49-F238E27FC236}">
                    <a16:creationId xmlns:a16="http://schemas.microsoft.com/office/drawing/2014/main" id="{07341052-8907-4BB9-F238-D497D5A96247}"/>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9" name="직사각형 78">
                <a:extLst>
                  <a:ext uri="{FF2B5EF4-FFF2-40B4-BE49-F238E27FC236}">
                    <a16:creationId xmlns:a16="http://schemas.microsoft.com/office/drawing/2014/main" id="{53E6622C-3769-D992-96C0-E9DA923A1B82}"/>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0" name="직사각형 79">
                <a:extLst>
                  <a:ext uri="{FF2B5EF4-FFF2-40B4-BE49-F238E27FC236}">
                    <a16:creationId xmlns:a16="http://schemas.microsoft.com/office/drawing/2014/main" id="{7A1AF94E-537D-4876-DA6B-FB80DDA9E1D7}"/>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1" name="직사각형 80">
                <a:extLst>
                  <a:ext uri="{FF2B5EF4-FFF2-40B4-BE49-F238E27FC236}">
                    <a16:creationId xmlns:a16="http://schemas.microsoft.com/office/drawing/2014/main" id="{C4E308B3-6F83-C8DA-57B2-E2DA31E35920}"/>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2" name="직사각형 81">
                <a:extLst>
                  <a:ext uri="{FF2B5EF4-FFF2-40B4-BE49-F238E27FC236}">
                    <a16:creationId xmlns:a16="http://schemas.microsoft.com/office/drawing/2014/main" id="{A0543461-70FC-7435-236E-F4CA8FD65D2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3" name="직사각형 82">
                <a:extLst>
                  <a:ext uri="{FF2B5EF4-FFF2-40B4-BE49-F238E27FC236}">
                    <a16:creationId xmlns:a16="http://schemas.microsoft.com/office/drawing/2014/main" id="{0DFAFA43-3734-8A8C-B2DC-60CE3116D744}"/>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5" name="직사각형 84">
                <a:extLst>
                  <a:ext uri="{FF2B5EF4-FFF2-40B4-BE49-F238E27FC236}">
                    <a16:creationId xmlns:a16="http://schemas.microsoft.com/office/drawing/2014/main" id="{CB338A99-9504-F0A1-3445-E9B31573AC88}"/>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6" name="직사각형 85">
                <a:extLst>
                  <a:ext uri="{FF2B5EF4-FFF2-40B4-BE49-F238E27FC236}">
                    <a16:creationId xmlns:a16="http://schemas.microsoft.com/office/drawing/2014/main" id="{4BA2D384-888F-CBB0-E2BD-F007BB033C20}"/>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7" name="사각형: 잘린 한쪽 모서리 86">
                <a:extLst>
                  <a:ext uri="{FF2B5EF4-FFF2-40B4-BE49-F238E27FC236}">
                    <a16:creationId xmlns:a16="http://schemas.microsoft.com/office/drawing/2014/main" id="{B62B6505-15C7-32C1-E82D-4127FCCAACA7}"/>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8" name="사각형: 잘린 한쪽 모서리 87">
                <a:extLst>
                  <a:ext uri="{FF2B5EF4-FFF2-40B4-BE49-F238E27FC236}">
                    <a16:creationId xmlns:a16="http://schemas.microsoft.com/office/drawing/2014/main" id="{8705A095-AF83-B6F9-0809-F1E23D56E758}"/>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cxnSp>
          <p:nvCxnSpPr>
            <p:cNvPr id="46" name="직선 연결선 45">
              <a:extLst>
                <a:ext uri="{FF2B5EF4-FFF2-40B4-BE49-F238E27FC236}">
                  <a16:creationId xmlns:a16="http://schemas.microsoft.com/office/drawing/2014/main" id="{6E8B841F-351B-8B34-6A11-D652B9C6E035}"/>
                </a:ext>
              </a:extLst>
            </p:cNvPr>
            <p:cNvCxnSpPr>
              <a:cxnSpLocks/>
            </p:cNvCxnSpPr>
            <p:nvPr/>
          </p:nvCxnSpPr>
          <p:spPr>
            <a:xfrm flipV="1">
              <a:off x="2054766" y="36918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직선 연결선 46">
              <a:extLst>
                <a:ext uri="{FF2B5EF4-FFF2-40B4-BE49-F238E27FC236}">
                  <a16:creationId xmlns:a16="http://schemas.microsoft.com/office/drawing/2014/main" id="{3F2820D0-3354-B121-5C9C-0D2C5FA5BE90}"/>
                </a:ext>
              </a:extLst>
            </p:cNvPr>
            <p:cNvCxnSpPr>
              <a:cxnSpLocks/>
            </p:cNvCxnSpPr>
            <p:nvPr/>
          </p:nvCxnSpPr>
          <p:spPr>
            <a:xfrm rot="10800000">
              <a:off x="4238778" y="4004904"/>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직선 연결선 47">
              <a:extLst>
                <a:ext uri="{FF2B5EF4-FFF2-40B4-BE49-F238E27FC236}">
                  <a16:creationId xmlns:a16="http://schemas.microsoft.com/office/drawing/2014/main" id="{8DECFD3E-2642-DC02-12AB-04AD70F11104}"/>
                </a:ext>
              </a:extLst>
            </p:cNvPr>
            <p:cNvCxnSpPr>
              <a:cxnSpLocks/>
            </p:cNvCxnSpPr>
            <p:nvPr/>
          </p:nvCxnSpPr>
          <p:spPr>
            <a:xfrm rot="10800000">
              <a:off x="4160149" y="4005003"/>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CC3CD49D-D382-EC36-715C-B3E1B1AE572C}"/>
                </a:ext>
              </a:extLst>
            </p:cNvPr>
            <p:cNvCxnSpPr>
              <a:cxnSpLocks/>
              <a:endCxn id="111" idx="0"/>
            </p:cNvCxnSpPr>
            <p:nvPr/>
          </p:nvCxnSpPr>
          <p:spPr>
            <a:xfrm rot="5400000" flipH="1">
              <a:off x="1882739" y="4023313"/>
              <a:ext cx="6721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7D3B7C60-3C24-E42F-D165-EBACC668C636}"/>
                </a:ext>
              </a:extLst>
            </p:cNvPr>
            <p:cNvSpPr txBox="1"/>
            <p:nvPr/>
          </p:nvSpPr>
          <p:spPr>
            <a:xfrm>
              <a:off x="4159784" y="4226930"/>
              <a:ext cx="108638" cy="163138"/>
            </a:xfrm>
            <a:prstGeom prst="rect">
              <a:avLst/>
            </a:prstGeom>
            <a:noFill/>
          </p:spPr>
          <p:txBody>
            <a:bodyPr wrap="square" lIns="0" tIns="0" rIns="0" bIns="3600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2" name="직선 화살표 연결선 51">
              <a:extLst>
                <a:ext uri="{FF2B5EF4-FFF2-40B4-BE49-F238E27FC236}">
                  <a16:creationId xmlns:a16="http://schemas.microsoft.com/office/drawing/2014/main" id="{6C76D0AB-6A46-B1BD-377C-6AFE1D2FA17F}"/>
                </a:ext>
              </a:extLst>
            </p:cNvPr>
            <p:cNvCxnSpPr>
              <a:cxnSpLocks/>
            </p:cNvCxnSpPr>
            <p:nvPr/>
          </p:nvCxnSpPr>
          <p:spPr>
            <a:xfrm rot="10800000">
              <a:off x="2431494" y="246153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5E6C1116-7E69-EEB3-8F79-F368E1CDFDAA}"/>
                </a:ext>
              </a:extLst>
            </p:cNvPr>
            <p:cNvCxnSpPr>
              <a:cxnSpLocks/>
            </p:cNvCxnSpPr>
            <p:nvPr/>
          </p:nvCxnSpPr>
          <p:spPr>
            <a:xfrm>
              <a:off x="2093451" y="24604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713E0C50-5A65-B4AA-8B5E-C1C1A53A2B5E}"/>
                </a:ext>
              </a:extLst>
            </p:cNvPr>
            <p:cNvSpPr txBox="1"/>
            <p:nvPr/>
          </p:nvSpPr>
          <p:spPr>
            <a:xfrm>
              <a:off x="2280144" y="2400111"/>
              <a:ext cx="70064" cy="125949"/>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5" name="TextBox 54">
              <a:extLst>
                <a:ext uri="{FF2B5EF4-FFF2-40B4-BE49-F238E27FC236}">
                  <a16:creationId xmlns:a16="http://schemas.microsoft.com/office/drawing/2014/main" id="{D3700254-FFCC-049E-A1A0-BF7AA6E7827E}"/>
                </a:ext>
              </a:extLst>
            </p:cNvPr>
            <p:cNvSpPr txBox="1"/>
            <p:nvPr/>
          </p:nvSpPr>
          <p:spPr>
            <a:xfrm>
              <a:off x="2109087" y="4037289"/>
              <a:ext cx="50856"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7" name="TextBox 56">
              <a:extLst>
                <a:ext uri="{FF2B5EF4-FFF2-40B4-BE49-F238E27FC236}">
                  <a16:creationId xmlns:a16="http://schemas.microsoft.com/office/drawing/2014/main" id="{AD34F944-C966-4A34-DA68-6B8D39678EA8}"/>
                </a:ext>
              </a:extLst>
            </p:cNvPr>
            <p:cNvSpPr txBox="1"/>
            <p:nvPr/>
          </p:nvSpPr>
          <p:spPr>
            <a:xfrm>
              <a:off x="1443809" y="1565589"/>
              <a:ext cx="769666" cy="125949"/>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0.35x45’’</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9" name="직선 연결선 58">
              <a:extLst>
                <a:ext uri="{FF2B5EF4-FFF2-40B4-BE49-F238E27FC236}">
                  <a16:creationId xmlns:a16="http://schemas.microsoft.com/office/drawing/2014/main" id="{0AE70FFA-3134-46D7-D22C-67B285E3355A}"/>
                </a:ext>
              </a:extLst>
            </p:cNvPr>
            <p:cNvCxnSpPr>
              <a:cxnSpLocks/>
            </p:cNvCxnSpPr>
            <p:nvPr/>
          </p:nvCxnSpPr>
          <p:spPr>
            <a:xfrm rot="5400000" flipH="1">
              <a:off x="2902696" y="2796905"/>
              <a:ext cx="78029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F3843705-E6B9-C797-14D5-84D4B028E737}"/>
                </a:ext>
              </a:extLst>
            </p:cNvPr>
            <p:cNvCxnSpPr>
              <a:cxnSpLocks/>
            </p:cNvCxnSpPr>
            <p:nvPr/>
          </p:nvCxnSpPr>
          <p:spPr>
            <a:xfrm rot="10800000" flipH="1">
              <a:off x="2905036" y="2792873"/>
              <a:ext cx="77561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5822C6DB-7057-317D-85CD-CD911DE0BB05}"/>
                </a:ext>
              </a:extLst>
            </p:cNvPr>
            <p:cNvCxnSpPr>
              <a:cxnSpLocks/>
            </p:cNvCxnSpPr>
            <p:nvPr/>
          </p:nvCxnSpPr>
          <p:spPr>
            <a:xfrm rot="5400000" flipH="1">
              <a:off x="3143862" y="2786195"/>
              <a:ext cx="167953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1FD5BCD7-4454-7C8C-5894-642562C45FA8}"/>
                </a:ext>
              </a:extLst>
            </p:cNvPr>
            <p:cNvSpPr txBox="1"/>
            <p:nvPr/>
          </p:nvSpPr>
          <p:spPr>
            <a:xfrm>
              <a:off x="3904390" y="2721236"/>
              <a:ext cx="178827"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3" name="직선 화살표 연결선 62">
              <a:extLst>
                <a:ext uri="{FF2B5EF4-FFF2-40B4-BE49-F238E27FC236}">
                  <a16:creationId xmlns:a16="http://schemas.microsoft.com/office/drawing/2014/main" id="{0AEBF62D-E77D-975F-6A65-196E4110708F}"/>
                </a:ext>
              </a:extLst>
            </p:cNvPr>
            <p:cNvCxnSpPr>
              <a:cxnSpLocks/>
            </p:cNvCxnSpPr>
            <p:nvPr/>
          </p:nvCxnSpPr>
          <p:spPr>
            <a:xfrm rot="5400000" flipH="1" flipV="1">
              <a:off x="3268079" y="2553978"/>
              <a:ext cx="8793" cy="1675831"/>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C0B462B2-74B6-B7D8-2A74-43511F948EAA}"/>
                </a:ext>
              </a:extLst>
            </p:cNvPr>
            <p:cNvSpPr txBox="1"/>
            <p:nvPr/>
          </p:nvSpPr>
          <p:spPr>
            <a:xfrm>
              <a:off x="3217455" y="3326176"/>
              <a:ext cx="176013"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5" name="직선 화살표 연결선 64">
              <a:extLst>
                <a:ext uri="{FF2B5EF4-FFF2-40B4-BE49-F238E27FC236}">
                  <a16:creationId xmlns:a16="http://schemas.microsoft.com/office/drawing/2014/main" id="{3AB192C7-5FDB-9992-69F2-86634A4DC040}"/>
                </a:ext>
              </a:extLst>
            </p:cNvPr>
            <p:cNvCxnSpPr>
              <a:cxnSpLocks/>
            </p:cNvCxnSpPr>
            <p:nvPr/>
          </p:nvCxnSpPr>
          <p:spPr>
            <a:xfrm>
              <a:off x="2163713" y="1698384"/>
              <a:ext cx="410540" cy="41203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1541AE70-AB35-2FB8-AA89-93F809A58650}"/>
                </a:ext>
              </a:extLst>
            </p:cNvPr>
            <p:cNvCxnSpPr>
              <a:cxnSpLocks/>
            </p:cNvCxnSpPr>
            <p:nvPr/>
          </p:nvCxnSpPr>
          <p:spPr>
            <a:xfrm rot="10800000">
              <a:off x="4201701" y="1319983"/>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331CB8D6-7B0A-2DBF-3E53-2F832894E5F2}"/>
                </a:ext>
              </a:extLst>
            </p:cNvPr>
            <p:cNvCxnSpPr>
              <a:cxnSpLocks/>
            </p:cNvCxnSpPr>
            <p:nvPr/>
          </p:nvCxnSpPr>
          <p:spPr>
            <a:xfrm rot="10800000">
              <a:off x="4032536" y="1325977"/>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DAA97101-0CF1-8888-9B1A-B12AA8336D9B}"/>
                </a:ext>
              </a:extLst>
            </p:cNvPr>
            <p:cNvSpPr txBox="1"/>
            <p:nvPr/>
          </p:nvSpPr>
          <p:spPr>
            <a:xfrm>
              <a:off x="4070495" y="1366955"/>
              <a:ext cx="59554"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9" name="직선 화살표 연결선 68">
              <a:extLst>
                <a:ext uri="{FF2B5EF4-FFF2-40B4-BE49-F238E27FC236}">
                  <a16:creationId xmlns:a16="http://schemas.microsoft.com/office/drawing/2014/main" id="{027B2923-E281-D0C6-33C3-0DED5479924E}"/>
                </a:ext>
              </a:extLst>
            </p:cNvPr>
            <p:cNvCxnSpPr>
              <a:cxnSpLocks/>
            </p:cNvCxnSpPr>
            <p:nvPr/>
          </p:nvCxnSpPr>
          <p:spPr>
            <a:xfrm rot="5400000">
              <a:off x="428658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4A2F5014-DFEF-1DD6-A3B2-6B10E6409EFE}"/>
                </a:ext>
              </a:extLst>
            </p:cNvPr>
            <p:cNvCxnSpPr>
              <a:cxnSpLocks/>
            </p:cNvCxnSpPr>
            <p:nvPr/>
          </p:nvCxnSpPr>
          <p:spPr>
            <a:xfrm rot="5400000" flipV="1">
              <a:off x="393551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78FCE660-0527-6387-622B-B2403ECF7720}"/>
                </a:ext>
              </a:extLst>
            </p:cNvPr>
            <p:cNvCxnSpPr>
              <a:cxnSpLocks/>
            </p:cNvCxnSpPr>
            <p:nvPr/>
          </p:nvCxnSpPr>
          <p:spPr>
            <a:xfrm rot="10800000">
              <a:off x="2220869" y="4107522"/>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1CCAAD8B-BCB5-9611-4914-CCBEB4BB717A}"/>
                </a:ext>
              </a:extLst>
            </p:cNvPr>
            <p:cNvCxnSpPr>
              <a:cxnSpLocks/>
            </p:cNvCxnSpPr>
            <p:nvPr/>
          </p:nvCxnSpPr>
          <p:spPr>
            <a:xfrm>
              <a:off x="1924426" y="41133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DF58B76D-6B25-30AC-4FF1-BAF782545AEC}"/>
                </a:ext>
              </a:extLst>
            </p:cNvPr>
            <p:cNvCxnSpPr>
              <a:cxnSpLocks/>
            </p:cNvCxnSpPr>
            <p:nvPr/>
          </p:nvCxnSpPr>
          <p:spPr>
            <a:xfrm rot="10800000">
              <a:off x="4244143" y="4141664"/>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직선 화살표 연결선 74">
              <a:extLst>
                <a:ext uri="{FF2B5EF4-FFF2-40B4-BE49-F238E27FC236}">
                  <a16:creationId xmlns:a16="http://schemas.microsoft.com/office/drawing/2014/main" id="{CBA06A8F-BF48-9D23-4305-A1137BD71622}"/>
                </a:ext>
              </a:extLst>
            </p:cNvPr>
            <p:cNvCxnSpPr>
              <a:cxnSpLocks/>
            </p:cNvCxnSpPr>
            <p:nvPr/>
          </p:nvCxnSpPr>
          <p:spPr>
            <a:xfrm>
              <a:off x="4030555" y="4142297"/>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3995670F-4E45-3CB1-85DA-FC7E4B1F2F21}"/>
                </a:ext>
              </a:extLst>
            </p:cNvPr>
            <p:cNvCxnSpPr>
              <a:cxnSpLocks/>
            </p:cNvCxnSpPr>
            <p:nvPr/>
          </p:nvCxnSpPr>
          <p:spPr>
            <a:xfrm flipV="1">
              <a:off x="4518566" y="37045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직선 화살표 연결선 15">
              <a:extLst>
                <a:ext uri="{FF2B5EF4-FFF2-40B4-BE49-F238E27FC236}">
                  <a16:creationId xmlns:a16="http://schemas.microsoft.com/office/drawing/2014/main" id="{0EEBA81B-4BA3-47A2-DA27-9B7D21930994}"/>
                </a:ext>
              </a:extLst>
            </p:cNvPr>
            <p:cNvCxnSpPr>
              <a:cxnSpLocks/>
            </p:cNvCxnSpPr>
            <p:nvPr/>
          </p:nvCxnSpPr>
          <p:spPr>
            <a:xfrm>
              <a:off x="2066259" y="4651779"/>
              <a:ext cx="246165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3358441452"/>
              </p:ext>
            </p:extLst>
          </p:nvPr>
        </p:nvGraphicFramePr>
        <p:xfrm>
          <a:off x="4385187" y="1659382"/>
          <a:ext cx="2067994" cy="3093716"/>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0.26</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08903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7416190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33.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20" name="직선 연결선 19">
            <a:extLst>
              <a:ext uri="{FF2B5EF4-FFF2-40B4-BE49-F238E27FC236}">
                <a16:creationId xmlns:a16="http://schemas.microsoft.com/office/drawing/2014/main" id="{61AF5073-CF4F-04CB-4AAA-EA482C9D48E8}"/>
              </a:ext>
            </a:extLst>
          </p:cNvPr>
          <p:cNvCxnSpPr>
            <a:cxnSpLocks/>
          </p:cNvCxnSpPr>
          <p:nvPr/>
        </p:nvCxnSpPr>
        <p:spPr>
          <a:xfrm flipH="1">
            <a:off x="3261278" y="174529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CE7A3A67-2872-3555-8DA8-F2C6D4D2832E}"/>
              </a:ext>
            </a:extLst>
          </p:cNvPr>
          <p:cNvCxnSpPr>
            <a:cxnSpLocks/>
          </p:cNvCxnSpPr>
          <p:nvPr/>
        </p:nvCxnSpPr>
        <p:spPr>
          <a:xfrm flipH="1">
            <a:off x="3242228" y="416464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직선 화살표 연결선 22">
            <a:extLst>
              <a:ext uri="{FF2B5EF4-FFF2-40B4-BE49-F238E27FC236}">
                <a16:creationId xmlns:a16="http://schemas.microsoft.com/office/drawing/2014/main" id="{0790A0E8-CEE3-27F9-81D9-95481E66ED59}"/>
              </a:ext>
            </a:extLst>
          </p:cNvPr>
          <p:cNvCxnSpPr>
            <a:cxnSpLocks/>
          </p:cNvCxnSpPr>
          <p:nvPr/>
        </p:nvCxnSpPr>
        <p:spPr>
          <a:xfrm flipH="1">
            <a:off x="3869646" y="1752250"/>
            <a:ext cx="1" cy="241200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6F1DF26-3A6F-532B-FB36-05298BB15A41}"/>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26" name="TextBox 25">
            <a:extLst>
              <a:ext uri="{FF2B5EF4-FFF2-40B4-BE49-F238E27FC236}">
                <a16:creationId xmlns:a16="http://schemas.microsoft.com/office/drawing/2014/main" id="{11959A3E-6DFC-1A47-7EC9-E0EA207F772A}"/>
              </a:ext>
            </a:extLst>
          </p:cNvPr>
          <p:cNvSpPr txBox="1"/>
          <p:nvPr/>
        </p:nvSpPr>
        <p:spPr>
          <a:xfrm>
            <a:off x="2216889" y="4624530"/>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Tree>
    <p:extLst>
      <p:ext uri="{BB962C8B-B14F-4D97-AF65-F5344CB8AC3E}">
        <p14:creationId xmlns:p14="http://schemas.microsoft.com/office/powerpoint/2010/main" val="107102802"/>
      </p:ext>
    </p:extLst>
  </p:cSld>
  <p:clrMapOvr>
    <a:masterClrMapping/>
  </p:clrMapOvr>
  <p:extLst>
    <p:ext uri="{6950BFC3-D8DA-4A85-94F7-54DA5524770B}">
      <p188:commentRel xmlns:p188="http://schemas.microsoft.com/office/powerpoint/2018/8/main" r:id="rId2"/>
    </p:ext>
  </p:extLst>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문서" ma:contentTypeID="0x010100AFC4A675C1E113449D0248043CD1C0F7" ma:contentTypeVersion="4" ma:contentTypeDescription="새 문서를 만듭니다." ma:contentTypeScope="" ma:versionID="b5bb315d749e6b00b177ef1d11898eef">
  <xsd:schema xmlns:xsd="http://www.w3.org/2001/XMLSchema" xmlns:xs="http://www.w3.org/2001/XMLSchema" xmlns:p="http://schemas.microsoft.com/office/2006/metadata/properties" xmlns:ns3="b68af7c0-9cef-4e12-8243-523fceba86ee" targetNamespace="http://schemas.microsoft.com/office/2006/metadata/properties" ma:root="true" ma:fieldsID="3390cc5023201d4da9fc1987b8c9f5b3" ns3:_="">
    <xsd:import namespace="b68af7c0-9cef-4e12-8243-523fceba86ee"/>
    <xsd:element name="properties">
      <xsd:complexType>
        <xsd:sequence>
          <xsd:element name="documentManagement">
            <xsd:complexType>
              <xsd:all>
                <xsd:element ref="ns3:MediaServiceMetadata" minOccurs="0"/>
                <xsd:element ref="ns3:MediaServiceFastMetadata" minOccurs="0"/>
                <xsd:element ref="ns3:MediaServiceObjectDetectorVersions"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68af7c0-9cef-4e12-8243-523fceba86e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2.xml><?xml version="1.0" encoding="utf-8"?>
<ds:datastoreItem xmlns:ds="http://schemas.openxmlformats.org/officeDocument/2006/customXml" ds:itemID="{1A89FADA-1EB9-406B-B6F7-642A64CB0D80}">
  <ds:schemaRefs>
    <ds:schemaRef ds:uri="http://schemas.microsoft.com/office/2006/metadata/properties"/>
    <ds:schemaRef ds:uri="http://schemas.microsoft.com/office/2006/documentManagement/types"/>
    <ds:schemaRef ds:uri="http://schemas.openxmlformats.org/package/2006/metadata/core-properties"/>
    <ds:schemaRef ds:uri="http://purl.org/dc/elements/1.1/"/>
    <ds:schemaRef ds:uri="http://www.w3.org/XML/1998/namespace"/>
    <ds:schemaRef ds:uri="http://purl.org/dc/terms/"/>
    <ds:schemaRef ds:uri="http://schemas.microsoft.com/office/infopath/2007/PartnerControls"/>
    <ds:schemaRef ds:uri="b68af7c0-9cef-4e12-8243-523fceba86ee"/>
    <ds:schemaRef ds:uri="http://purl.org/dc/dcmitype/"/>
  </ds:schemaRefs>
</ds:datastoreItem>
</file>

<file path=customXml/itemProps3.xml><?xml version="1.0" encoding="utf-8"?>
<ds:datastoreItem xmlns:ds="http://schemas.openxmlformats.org/officeDocument/2006/customXml" ds:itemID="{5E09C4A2-7A9D-4A64-839A-8440BB47655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b68af7c0-9cef-4e12-8243-523fceba86e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48169</TotalTime>
  <Words>23925</Words>
  <Application>Microsoft Office PowerPoint</Application>
  <PresentationFormat>A4 용지(210x297mm)</PresentationFormat>
  <Paragraphs>6435</Paragraphs>
  <Slides>68</Slides>
  <Notes>3</Notes>
  <HiddenSlides>0</HiddenSlides>
  <MMClips>0</MMClips>
  <ScaleCrop>false</ScaleCrop>
  <HeadingPairs>
    <vt:vector size="6" baseType="variant">
      <vt:variant>
        <vt:lpstr>사용한 글꼴</vt:lpstr>
      </vt:variant>
      <vt:variant>
        <vt:i4>7</vt:i4>
      </vt:variant>
      <vt:variant>
        <vt:lpstr>테마</vt:lpstr>
      </vt:variant>
      <vt:variant>
        <vt:i4>1</vt:i4>
      </vt:variant>
      <vt:variant>
        <vt:lpstr>슬라이드 제목</vt:lpstr>
      </vt:variant>
      <vt:variant>
        <vt:i4>68</vt:i4>
      </vt:variant>
    </vt:vector>
  </HeadingPairs>
  <TitlesOfParts>
    <vt:vector size="76" baseType="lpstr">
      <vt:lpstr>Microsoft GothicNeo</vt: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엄 윤섭</cp:lastModifiedBy>
  <cp:revision>1659</cp:revision>
  <cp:lastPrinted>2023-08-01T07:21:23Z</cp:lastPrinted>
  <dcterms:created xsi:type="dcterms:W3CDTF">2020-06-17T04:27:48Z</dcterms:created>
  <dcterms:modified xsi:type="dcterms:W3CDTF">2026-01-26T09:36:54Z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0x010100AFC4A675C1E113449D0248043CD1C0F7</vt:lpwstr>
  </property>
</Properties>
</file>