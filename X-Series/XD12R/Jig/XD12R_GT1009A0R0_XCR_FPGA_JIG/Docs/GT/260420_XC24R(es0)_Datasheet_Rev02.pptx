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omments/modernComment_181_FC17E64D.xml" ContentType="application/vnd.ms-powerpoint.comments+xml"/>
  <Override PartName="/ppt/comments/modernComment_2F5_F27DFEF8.xml" ContentType="application/vnd.ms-powerpoint.comments+xml"/>
  <Override PartName="/ppt/comments/modernComment_119_8A2F5F74.xml" ContentType="application/vnd.ms-powerpoint.comments+xml"/>
  <Override PartName="/ppt/comments/modernComment_1B6_E37E8EAC.xml" ContentType="application/vnd.ms-powerpoint.comments+xml"/>
  <Override PartName="/ppt/comments/modernComment_114_6AE9E170.xml" ContentType="application/vnd.ms-powerpoint.comments+xml"/>
  <Override PartName="/ppt/comments/modernComment_159_1E8FD03B.xml" ContentType="application/vnd.ms-powerpoint.comments+xml"/>
  <Override PartName="/ppt/comments/modernComment_1A2_15270E2C.xml" ContentType="application/vnd.ms-powerpoint.comments+xml"/>
  <Override PartName="/ppt/comments/modernComment_11F_6EF7015F.xml" ContentType="application/vnd.ms-powerpoint.comments+xml"/>
  <Override PartName="/ppt/comments/modernComment_165_AE978784.xml" ContentType="application/vnd.ms-powerpoint.comments+xml"/>
  <Override PartName="/ppt/comments/modernComment_168_3B0ADBE8.xml" ContentType="application/vnd.ms-powerpoint.comments+xml"/>
  <Override PartName="/ppt/comments/modernComment_184_46F67987.xml" ContentType="application/vnd.ms-powerpoint.comments+xml"/>
  <Override PartName="/ppt/notesSlides/notesSlide1.xml" ContentType="application/vnd.openxmlformats-officedocument.presentationml.notesSlide+xml"/>
  <Override PartName="/ppt/notesSlides/notesSlide2.xml" ContentType="application/vnd.openxmlformats-officedocument.presentationml.notesSlide+xml"/>
  <Override PartName="/ppt/comments/modernComment_1AD_A1E91B52.xml" ContentType="application/vnd.ms-powerpoint.comments+xml"/>
  <Override PartName="/ppt/notesSlides/notesSlide3.xml" ContentType="application/vnd.openxmlformats-officedocument.presentationml.notesSlide+xml"/>
  <Override PartName="/ppt/comments/modernComment_2EB_DF6DE44B.xml" ContentType="application/vnd.ms-powerpoint.comments+xml"/>
  <Override PartName="/ppt/notesSlides/notesSlide4.xml" ContentType="application/vnd.openxmlformats-officedocument.presentationml.notesSlide+xml"/>
  <Override PartName="/ppt/comments/modernComment_2EC_B54658E.xml" ContentType="application/vnd.ms-powerpoint.comments+xml"/>
  <Override PartName="/ppt/notesSlides/notesSlide5.xml" ContentType="application/vnd.openxmlformats-officedocument.presentationml.notesSlide+xml"/>
  <Override PartName="/ppt/comments/modernComment_2ED_B7FFAEEC.xml" ContentType="application/vnd.ms-powerpoint.comments+xml"/>
  <Override PartName="/ppt/notesSlides/notesSlide6.xml" ContentType="application/vnd.openxmlformats-officedocument.presentationml.notesSlide+xml"/>
  <Override PartName="/ppt/comments/modernComment_2EE_751496F7.xml" ContentType="application/vnd.ms-powerpoint.comments+xml"/>
  <Override PartName="/ppt/comments/modernComment_1AE_F5F364B2.xml" ContentType="application/vnd.ms-powerpoint.comments+xml"/>
  <Override PartName="/ppt/comments/modernComment_2EF_D67621E1.xml" ContentType="application/vnd.ms-powerpoint.comments+xml"/>
  <Override PartName="/ppt/comments/modernComment_2F0_71A960D3.xml" ContentType="application/vnd.ms-powerpoint.comments+xml"/>
  <Override PartName="/ppt/comments/modernComment_1AF_ACFECA69.xml" ContentType="application/vnd.ms-powerpoint.comments+xml"/>
  <Override PartName="/ppt/comments/modernComment_2DC_1400BAD1.xml" ContentType="application/vnd.ms-powerpoint.comments+xml"/>
  <Override PartName="/ppt/comments/modernComment_2F6_478EA7BE.xml" ContentType="application/vnd.ms-powerpoint.comments+xml"/>
  <Override PartName="/ppt/notesSlides/notesSlide7.xml" ContentType="application/vnd.openxmlformats-officedocument.presentationml.notesSlide+xml"/>
  <Override PartName="/ppt/notesSlides/notesSlide8.xml" ContentType="application/vnd.openxmlformats-officedocument.presentationml.notesSlide+xml"/>
  <Override PartName="/ppt/comments/modernComment_135_CAAE9BF6.xml" ContentType="application/vnd.ms-powerpoint.comments+xml"/>
  <Override PartName="/ppt/comments/modernComment_182_6624252.xml" ContentType="application/vnd.ms-powerpoint.comments+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106"/>
  </p:notesMasterIdLst>
  <p:handoutMasterIdLst>
    <p:handoutMasterId r:id="rId107"/>
  </p:handoutMasterIdLst>
  <p:sldIdLst>
    <p:sldId id="266" r:id="rId5"/>
    <p:sldId id="385" r:id="rId6"/>
    <p:sldId id="277" r:id="rId7"/>
    <p:sldId id="757" r:id="rId8"/>
    <p:sldId id="279" r:id="rId9"/>
    <p:sldId id="755" r:id="rId10"/>
    <p:sldId id="756" r:id="rId11"/>
    <p:sldId id="281" r:id="rId12"/>
    <p:sldId id="282" r:id="rId13"/>
    <p:sldId id="438" r:id="rId14"/>
    <p:sldId id="276" r:id="rId15"/>
    <p:sldId id="345" r:id="rId16"/>
    <p:sldId id="418" r:id="rId17"/>
    <p:sldId id="344" r:id="rId18"/>
    <p:sldId id="287" r:id="rId19"/>
    <p:sldId id="314" r:id="rId20"/>
    <p:sldId id="371" r:id="rId21"/>
    <p:sldId id="372" r:id="rId22"/>
    <p:sldId id="376" r:id="rId23"/>
    <p:sldId id="375" r:id="rId24"/>
    <p:sldId id="378" r:id="rId25"/>
    <p:sldId id="379" r:id="rId26"/>
    <p:sldId id="377" r:id="rId27"/>
    <p:sldId id="380" r:id="rId28"/>
    <p:sldId id="382" r:id="rId29"/>
    <p:sldId id="368" r:id="rId30"/>
    <p:sldId id="383" r:id="rId31"/>
    <p:sldId id="373" r:id="rId32"/>
    <p:sldId id="434" r:id="rId33"/>
    <p:sldId id="435" r:id="rId34"/>
    <p:sldId id="436" r:id="rId35"/>
    <p:sldId id="293" r:id="rId36"/>
    <p:sldId id="330" r:id="rId37"/>
    <p:sldId id="349" r:id="rId38"/>
    <p:sldId id="350" r:id="rId39"/>
    <p:sldId id="712" r:id="rId40"/>
    <p:sldId id="351" r:id="rId41"/>
    <p:sldId id="713" r:id="rId42"/>
    <p:sldId id="353" r:id="rId43"/>
    <p:sldId id="352" r:id="rId44"/>
    <p:sldId id="356" r:id="rId45"/>
    <p:sldId id="357" r:id="rId46"/>
    <p:sldId id="358" r:id="rId47"/>
    <p:sldId id="359" r:id="rId48"/>
    <p:sldId id="360" r:id="rId49"/>
    <p:sldId id="433" r:id="rId50"/>
    <p:sldId id="714" r:id="rId51"/>
    <p:sldId id="753" r:id="rId52"/>
    <p:sldId id="388" r:id="rId53"/>
    <p:sldId id="417" r:id="rId54"/>
    <p:sldId id="716" r:id="rId55"/>
    <p:sldId id="437" r:id="rId56"/>
    <p:sldId id="387" r:id="rId57"/>
    <p:sldId id="362" r:id="rId58"/>
    <p:sldId id="363" r:id="rId59"/>
    <p:sldId id="364" r:id="rId60"/>
    <p:sldId id="717" r:id="rId61"/>
    <p:sldId id="760" r:id="rId62"/>
    <p:sldId id="719" r:id="rId63"/>
    <p:sldId id="720" r:id="rId64"/>
    <p:sldId id="721" r:id="rId65"/>
    <p:sldId id="429" r:id="rId66"/>
    <p:sldId id="754" r:id="rId67"/>
    <p:sldId id="747" r:id="rId68"/>
    <p:sldId id="748" r:id="rId69"/>
    <p:sldId id="749" r:id="rId70"/>
    <p:sldId id="750" r:id="rId71"/>
    <p:sldId id="430" r:id="rId72"/>
    <p:sldId id="426" r:id="rId73"/>
    <p:sldId id="428" r:id="rId74"/>
    <p:sldId id="751" r:id="rId75"/>
    <p:sldId id="723" r:id="rId76"/>
    <p:sldId id="724" r:id="rId77"/>
    <p:sldId id="752" r:id="rId78"/>
    <p:sldId id="727" r:id="rId79"/>
    <p:sldId id="728" r:id="rId80"/>
    <p:sldId id="730" r:id="rId81"/>
    <p:sldId id="759" r:id="rId82"/>
    <p:sldId id="365" r:id="rId83"/>
    <p:sldId id="366" r:id="rId84"/>
    <p:sldId id="367" r:id="rId85"/>
    <p:sldId id="431" r:id="rId86"/>
    <p:sldId id="732" r:id="rId87"/>
    <p:sldId id="758" r:id="rId88"/>
    <p:sldId id="744" r:id="rId89"/>
    <p:sldId id="742" r:id="rId90"/>
    <p:sldId id="743" r:id="rId91"/>
    <p:sldId id="427" r:id="rId92"/>
    <p:sldId id="734" r:id="rId93"/>
    <p:sldId id="735" r:id="rId94"/>
    <p:sldId id="736" r:id="rId95"/>
    <p:sldId id="737" r:id="rId96"/>
    <p:sldId id="738" r:id="rId97"/>
    <p:sldId id="740" r:id="rId98"/>
    <p:sldId id="413" r:id="rId99"/>
    <p:sldId id="708" r:id="rId100"/>
    <p:sldId id="709" r:id="rId101"/>
    <p:sldId id="710" r:id="rId102"/>
    <p:sldId id="309" r:id="rId103"/>
    <p:sldId id="761" r:id="rId104"/>
    <p:sldId id="386" r:id="rId105"/>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42"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43" userDrawn="1">
          <p15:clr>
            <a:srgbClr val="A4A3A4"/>
          </p15:clr>
        </p15:guide>
        <p15:guide id="17" orient="horz" pos="2031" userDrawn="1">
          <p15:clr>
            <a:srgbClr val="A4A3A4"/>
          </p15:clr>
        </p15:guide>
        <p15:guide id="18" orient="horz" pos="3800" userDrawn="1">
          <p15:clr>
            <a:srgbClr val="A4A3A4"/>
          </p15:clr>
        </p15:guide>
        <p15:guide id="19" orient="horz" pos="4345" userDrawn="1">
          <p15:clr>
            <a:srgbClr val="A4A3A4"/>
          </p15:clr>
        </p15:guide>
        <p15:guide id="20" orient="horz" pos="5547" userDrawn="1">
          <p15:clr>
            <a:srgbClr val="A4A3A4"/>
          </p15:clr>
        </p15:guide>
        <p15:guide id="21" orient="horz" pos="1419" userDrawn="1">
          <p15:clr>
            <a:srgbClr val="A4A3A4"/>
          </p15:clr>
        </p15:guide>
        <p15:guide id="22" orient="horz" pos="1033"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8036255-5B27-B474-E986-7A84E2BAF5FC}" name="예 창희" initials="창예" userId="S::chye@solutionkorea.onmicrosoft.com::de6a0ec6-2cea-4d0b-a153-59e12e0f21f7" providerId="AD"/>
  <p188:author id="{DD5FA65B-5604-BE03-608B-F6122C8A8655}" name="dongil kim" initials="dk" userId="1a02b3e6538b5a48" providerId="Windows Live"/>
  <p188:author id="{C8DF6CCE-C23F-CF43-834D-8616D3F5DBC8}" name="Jaeeun Nam" initials="JE" userId="Jaeeun Nam" providerId="None"/>
  <p188:author id="{5E03ACD7-6916-F275-5442-2DA38665A9F9}" name="엄 윤섭" initials="윤엄" userId="S::yseom@solutionkorea.onmicrosoft.com::6f549fa0-d0b0-4839-be30-c990f199deaa"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FF"/>
    <a:srgbClr val="FFFFFF"/>
    <a:srgbClr val="000000"/>
    <a:srgbClr val="444444"/>
    <a:srgbClr val="D9D9D9"/>
    <a:srgbClr val="0000FF"/>
    <a:srgbClr val="0066FF"/>
    <a:srgbClr val="E8E8E8"/>
    <a:srgbClr val="0033CC"/>
    <a:srgbClr val="FFFF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0717" autoAdjust="0"/>
    <p:restoredTop sz="96233" autoAdjust="0"/>
  </p:normalViewPr>
  <p:slideViewPr>
    <p:cSldViewPr snapToGrid="0">
      <p:cViewPr varScale="1">
        <p:scale>
          <a:sx n="75" d="100"/>
          <a:sy n="75" d="100"/>
        </p:scale>
        <p:origin x="3378" y="54"/>
      </p:cViewPr>
      <p:guideLst>
        <p:guide orient="horz" pos="217"/>
        <p:guide orient="horz" pos="5910"/>
        <p:guide pos="4042"/>
        <p:guide orient="horz" pos="2689"/>
        <p:guide pos="255"/>
        <p:guide pos="580"/>
        <p:guide pos="1988"/>
        <p:guide pos="2523"/>
        <p:guide pos="3906"/>
        <p:guide orient="horz" pos="943"/>
        <p:guide orient="horz" pos="2031"/>
        <p:guide orient="horz" pos="3800"/>
        <p:guide orient="horz" pos="4345"/>
        <p:guide orient="horz" pos="5547"/>
        <p:guide orient="horz" pos="1419"/>
        <p:guide orient="horz" pos="1033"/>
      </p:guideLst>
    </p:cSldViewPr>
  </p:slideViewPr>
  <p:outlineViewPr>
    <p:cViewPr>
      <p:scale>
        <a:sx n="50" d="100"/>
        <a:sy n="50" d="100"/>
      </p:scale>
      <p:origin x="0" y="-6576"/>
    </p:cViewPr>
  </p:outlineViewPr>
  <p:notesTextViewPr>
    <p:cViewPr>
      <p:scale>
        <a:sx n="1" d="1"/>
        <a:sy n="1" d="1"/>
      </p:scale>
      <p:origin x="0" y="0"/>
    </p:cViewPr>
  </p:notesTextViewPr>
  <p:sorterViewPr>
    <p:cViewPr>
      <p:scale>
        <a:sx n="200" d="100"/>
        <a:sy n="200" d="100"/>
      </p:scale>
      <p:origin x="0" y="-23748"/>
    </p:cViewPr>
  </p:sorterViewPr>
  <p:notesViewPr>
    <p:cSldViewPr snapToGrid="0">
      <p:cViewPr varScale="1">
        <p:scale>
          <a:sx n="111" d="100"/>
          <a:sy n="111" d="100"/>
        </p:scale>
        <p:origin x="5268" y="126"/>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openxmlformats.org/officeDocument/2006/relationships/tableStyles" Target="tableStyles.xml"/><Relationship Id="rId16" Type="http://schemas.openxmlformats.org/officeDocument/2006/relationships/slide" Target="slides/slide12.xml"/><Relationship Id="rId107" Type="http://schemas.openxmlformats.org/officeDocument/2006/relationships/handoutMaster" Target="handoutMasters/handoutMaster1.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113" Type="http://schemas.microsoft.com/office/2018/10/relationships/authors" Target="authors.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08" Type="http://schemas.openxmlformats.org/officeDocument/2006/relationships/commentAuthors" Target="commentAuthors.xml"/><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slide" Target="slides/slide92.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notesMaster" Target="notesMasters/notesMaster1.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presProps" Target="presProps.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viewProps" Target="viewProps.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theme" Target="theme/theme1.xml"/></Relationships>
</file>

<file path=ppt/comments/modernComment_1A2_15270E2C.xml><?xml version="1.0" encoding="utf-8"?>
<p188:cmLst xmlns:a="http://schemas.openxmlformats.org/drawingml/2006/main" xmlns:r="http://schemas.openxmlformats.org/officeDocument/2006/relationships" xmlns:p188="http://schemas.microsoft.com/office/powerpoint/2018/8/main">
  <p188:cm id="{F975E22C-41EF-4DE5-9FD3-E1309A126FF0}" authorId="{5E03ACD7-6916-F275-5442-2DA38665A9F9}" created="2026-04-20T06:54:04.493">
    <pc:sldMkLst xmlns:pc="http://schemas.microsoft.com/office/powerpoint/2013/main/command">
      <pc:docMk/>
      <pc:sldMk cId="354881068" sldId="418"/>
    </pc:sldMkLst>
    <p188:txBody>
      <a:bodyPr/>
      <a:lstStyle/>
      <a:p>
        <a:r>
          <a:rPr lang="ko-KR" altLang="en-US"/>
          <a:t>[4/20] DAC Vdd  3.3V 변경 (확인필요?)</a:t>
        </a:r>
      </a:p>
    </p188:txBody>
  </p188:cm>
</p188:cmLst>
</file>

<file path=ppt/comments/modernComment_1AD_A1E91B52.xml><?xml version="1.0" encoding="utf-8"?>
<p188:cmLst xmlns:a="http://schemas.openxmlformats.org/drawingml/2006/main" xmlns:r="http://schemas.openxmlformats.org/officeDocument/2006/relationships" xmlns:p188="http://schemas.microsoft.com/office/powerpoint/2018/8/main">
  <p188:cm id="{FB428AFA-CF20-4A69-8B7A-06415FA0D20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1AE_F5F364B2.xml><?xml version="1.0" encoding="utf-8"?>
<p188:cmLst xmlns:a="http://schemas.openxmlformats.org/drawingml/2006/main" xmlns:r="http://schemas.openxmlformats.org/officeDocument/2006/relationships" xmlns:p188="http://schemas.microsoft.com/office/powerpoint/2018/8/main">
  <p188:cm id="{9DBB3199-AD3D-48B9-BA99-32AEB3C1E14F}"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1AF_ACFECA69.xml><?xml version="1.0" encoding="utf-8"?>
<p188:cmLst xmlns:a="http://schemas.openxmlformats.org/drawingml/2006/main" xmlns:r="http://schemas.openxmlformats.org/officeDocument/2006/relationships" xmlns:p188="http://schemas.microsoft.com/office/powerpoint/2018/8/main">
  <p188:cm id="{A4D18544-DB3A-446F-A3B8-44430D42A9CE}"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B6_E37E8EAC.xml><?xml version="1.0" encoding="utf-8"?>
<p188:cmLst xmlns:a="http://schemas.openxmlformats.org/drawingml/2006/main" xmlns:r="http://schemas.openxmlformats.org/officeDocument/2006/relationships" xmlns:p188="http://schemas.microsoft.com/office/powerpoint/2018/8/main">
  <p188:cm id="{78C95251-3FB9-4E84-ABEF-268221DE5D15}" authorId="{DD5FA65B-5604-BE03-608B-F6122C8A8655}" created="2025-10-17T05:00:37.955">
    <pc:sldMkLst xmlns:pc="http://schemas.microsoft.com/office/powerpoint/2013/main/command">
      <pc:docMk/>
      <pc:sldMk cId="3816722092" sldId="438"/>
    </pc:sldMkLst>
    <p188:txBody>
      <a:bodyPr/>
      <a:lstStyle/>
      <a:p>
        <a:r>
          <a:rPr lang="ko-KR" altLang="en-US"/>
          <a:t>[10/17] 
LDOIN : I/O Type : none -&gt; I
LDOOUT : I/O Type    : I -&gt; O
VDD : I/O Type        : O -&gt; I
VSS : I/O Type     : none -&gt; I</a:t>
        </a:r>
      </a:p>
    </p188:txBody>
  </p188:cm>
</p188:cmLst>
</file>

<file path=ppt/comments/modernComment_2DC_1400BAD1.xml><?xml version="1.0" encoding="utf-8"?>
<p188:cmLst xmlns:a="http://schemas.openxmlformats.org/drawingml/2006/main" xmlns:r="http://schemas.openxmlformats.org/officeDocument/2006/relationships" xmlns:p188="http://schemas.microsoft.com/office/powerpoint/2018/8/main">
  <p188:cm id="{5C53C183-D589-412D-BA39-236225F15BFA}"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2EB_DF6DE44B.xml><?xml version="1.0" encoding="utf-8"?>
<p188:cmLst xmlns:a="http://schemas.openxmlformats.org/drawingml/2006/main" xmlns:r="http://schemas.openxmlformats.org/officeDocument/2006/relationships" xmlns:p188="http://schemas.microsoft.com/office/powerpoint/2018/8/main">
  <p188:cm id="{98A74D2C-09F1-43C4-B1ED-22F6907A9A90}"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C_B54658E.xml><?xml version="1.0" encoding="utf-8"?>
<p188:cmLst xmlns:a="http://schemas.openxmlformats.org/drawingml/2006/main" xmlns:r="http://schemas.openxmlformats.org/officeDocument/2006/relationships" xmlns:p188="http://schemas.microsoft.com/office/powerpoint/2018/8/main">
  <p188:cm id="{09A46913-28CE-49A0-AE11-503F5944EFB7}"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D_B7FFAEEC.xml><?xml version="1.0" encoding="utf-8"?>
<p188:cmLst xmlns:a="http://schemas.openxmlformats.org/drawingml/2006/main" xmlns:r="http://schemas.openxmlformats.org/officeDocument/2006/relationships" xmlns:p188="http://schemas.microsoft.com/office/powerpoint/2018/8/main">
  <p188:cm id="{F849D981-BE04-497F-8D50-A2A9CE049CD9}"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E_751496F7.xml><?xml version="1.0" encoding="utf-8"?>
<p188:cmLst xmlns:a="http://schemas.openxmlformats.org/drawingml/2006/main" xmlns:r="http://schemas.openxmlformats.org/officeDocument/2006/relationships" xmlns:p188="http://schemas.microsoft.com/office/powerpoint/2018/8/main">
  <p188:cm id="{6D78AC6A-0911-41CC-AEA0-CB0F83492B6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F_D67621E1.xml><?xml version="1.0" encoding="utf-8"?>
<p188:cmLst xmlns:a="http://schemas.openxmlformats.org/drawingml/2006/main" xmlns:r="http://schemas.openxmlformats.org/officeDocument/2006/relationships" xmlns:p188="http://schemas.microsoft.com/office/powerpoint/2018/8/main">
  <p188:cm id="{F91014C8-2D2C-4F49-8863-01263A85F96A}"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2F0_71A960D3.xml><?xml version="1.0" encoding="utf-8"?>
<p188:cmLst xmlns:a="http://schemas.openxmlformats.org/drawingml/2006/main" xmlns:r="http://schemas.openxmlformats.org/officeDocument/2006/relationships" xmlns:p188="http://schemas.microsoft.com/office/powerpoint/2018/8/main">
  <p188:cm id="{7102F638-5B2E-4768-B7D5-2454A8C7D098}"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2F5_F27DFEF8.xml><?xml version="1.0" encoding="utf-8"?>
<p188:cmLst xmlns:a="http://schemas.openxmlformats.org/drawingml/2006/main" xmlns:r="http://schemas.openxmlformats.org/officeDocument/2006/relationships" xmlns:p188="http://schemas.microsoft.com/office/powerpoint/2018/8/main">
  <p188:cm id="{789B6848-14E7-489D-B6F8-E19A8EBBE24A}" authorId="{5E03ACD7-6916-F275-5442-2DA38665A9F9}" created="2025-07-24T05:02:04.808">
    <pc:sldMkLst xmlns:pc="http://schemas.microsoft.com/office/powerpoint/2013/main/command">
      <pc:docMk/>
      <pc:sldMk cId="1040848762" sldId="278"/>
    </pc:sldMkLst>
    <p188:txBody>
      <a:bodyPr/>
      <a:lstStyle/>
      <a:p>
        <a:r>
          <a:rPr lang="ko-KR" altLang="en-US"/>
          <a:t>[07/24] MCLK not used 조건 변경
(@예창희수석)</a:t>
        </a:r>
      </a:p>
    </p188:txBody>
  </p188:cm>
</p188:cmLst>
</file>

<file path=ppt/comments/modernComment_2F6_478EA7BE.xml><?xml version="1.0" encoding="utf-8"?>
<p188:cmLst xmlns:a="http://schemas.openxmlformats.org/drawingml/2006/main" xmlns:r="http://schemas.openxmlformats.org/officeDocument/2006/relationships" xmlns:p188="http://schemas.microsoft.com/office/powerpoint/2018/8/main">
  <p188:cm id="{70823937-9E1B-4EAC-BF08-F9B0543486F1}"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1F_6EF7015F.xml><?xml version="1.0" encoding="utf-8"?>
<p188:cmLst xmlns:a="http://schemas.openxmlformats.org/drawingml/2006/main" xmlns:r="http://schemas.openxmlformats.org/officeDocument/2006/relationships" xmlns:p188="http://schemas.microsoft.com/office/powerpoint/2018/8/main">
  <p188:cm id="{7389D388-D714-4001-8337-E605F3CE8F1D}" authorId="{DD5FA65B-5604-BE03-608B-F6122C8A8655}" created="2025-10-17T05:06:15.191">
    <pc:sldMkLst xmlns:pc="http://schemas.microsoft.com/office/powerpoint/2013/main/command">
      <pc:docMk/>
      <pc:sldMk cId="1861681503" sldId="287"/>
    </pc:sldMkLst>
    <p188:txBody>
      <a:bodyPr/>
      <a:lstStyle/>
      <a:p>
        <a:r>
          <a:rPr lang="ko-KR" altLang="en-US"/>
          <a:t>[10/17] 주석 " 1) “ 에 대한 설명글 없음.</a:t>
        </a:r>
      </a:p>
    </p188:txBody>
  </p188:cm>
</p188:cmLst>
</file>

<file path=ppt/comments/modernComment_114_6AE9E170.xml><?xml version="1.0" encoding="utf-8"?>
<p188:cmLst xmlns:a="http://schemas.openxmlformats.org/drawingml/2006/main" xmlns:r="http://schemas.openxmlformats.org/officeDocument/2006/relationships" xmlns:p188="http://schemas.microsoft.com/office/powerpoint/2018/8/main">
  <p188:cm id="{8BF0A18C-3D12-4E23-A82A-D3579DBF98E8}" authorId="{5E03ACD7-6916-F275-5442-2DA38665A9F9}" created="2025-09-24T06:23:42.112">
    <pc:sldMkLst xmlns:pc="http://schemas.microsoft.com/office/powerpoint/2013/main/command">
      <pc:docMk/>
      <pc:sldMk cId="1793712496" sldId="276"/>
    </pc:sldMkLst>
    <p188:replyLst>
      <p188:reply id="{EC197173-F96E-4FEA-9E92-53447DD12E7D}" authorId="{5E03ACD7-6916-F275-5442-2DA38665A9F9}" created="2025-09-24T07:05:22.586">
        <p188:txBody>
          <a:bodyPr/>
          <a:lstStyle/>
          <a:p>
            <a:r>
              <a:rPr lang="ko-KR" altLang="en-US"/>
              <a:t>Ta = 55도 조건추가</a:t>
            </a:r>
          </a:p>
        </p188:txBody>
      </p188:reply>
    </p188:replyLst>
    <p188:txBody>
      <a:bodyPr/>
      <a:lstStyle/>
      <a:p>
        <a:r>
          <a:rPr lang="ko-KR" altLang="en-US"/>
          <a:t>[09/24] 열저항 정보 3개 항목 추가기입</a:t>
        </a:r>
      </a:p>
    </p188:txBody>
  </p188:cm>
  <p188:cm id="{17C7DE0A-3B1A-42DF-BF1A-D510E1950CCA}" authorId="{DD5FA65B-5604-BE03-608B-F6122C8A8655}" created="2025-10-17T05:01:45.195">
    <pc:sldMkLst xmlns:pc="http://schemas.microsoft.com/office/powerpoint/2013/main/command">
      <pc:docMk/>
      <pc:sldMk cId="1793712496" sldId="276"/>
    </pc:sldMkLst>
    <p188:txBody>
      <a:bodyPr/>
      <a:lstStyle/>
      <a:p>
        <a:r>
          <a:rPr lang="ko-KR" altLang="en-US"/>
          <a:t>[10/15] 점검리뷰 Operating Junction temperature 125도 -&gt; 150도</a:t>
        </a:r>
      </a:p>
    </p188:txBody>
  </p188:cm>
  <p188:cm id="{A907C20A-F532-4CE2-815A-C82A51E0BA94}" authorId="{5E03ACD7-6916-F275-5442-2DA38665A9F9}" created="2025-10-22T05:36:37.907">
    <pc:sldMkLst xmlns:pc="http://schemas.microsoft.com/office/powerpoint/2013/main/command">
      <pc:docMk/>
      <pc:sldMk cId="1793712496" sldId="276"/>
    </pc:sldMkLst>
    <p188:txBody>
      <a:bodyPr/>
      <a:lstStyle/>
      <a:p>
        <a:r>
          <a:rPr lang="ko-KR" altLang="en-US"/>
          <a:t>[10/22] Latch up 항목 삭제</a:t>
        </a:r>
      </a:p>
    </p188:txBody>
  </p188:cm>
</p188:cmLst>
</file>

<file path=ppt/comments/modernComment_119_8A2F5F74.xml><?xml version="1.0" encoding="utf-8"?>
<p188:cmLst xmlns:a="http://schemas.openxmlformats.org/drawingml/2006/main" xmlns:r="http://schemas.openxmlformats.org/officeDocument/2006/relationships" xmlns:p188="http://schemas.microsoft.com/office/powerpoint/2018/8/main">
  <p188:cm id="{0E1DD0E8-C10A-4969-8C65-A1E58D8ED7E1}" authorId="{DD5FA65B-5604-BE03-608B-F6122C8A8655}" created="2025-10-17T05:01:04.807">
    <pc:sldMkLst xmlns:pc="http://schemas.microsoft.com/office/powerpoint/2013/main/command">
      <pc:docMk/>
      <pc:sldMk cId="2318360436" sldId="281"/>
    </pc:sldMkLst>
    <p188:txBody>
      <a:bodyPr/>
      <a:lstStyle/>
      <a:p>
        <a:r>
          <a:rPr lang="ko-KR" altLang="en-US"/>
          <a:t>[10/17]  MISO 등가회로 I/O -&gt; Outpu</a:t>
        </a:r>
      </a:p>
    </p188:txBody>
  </p188:cm>
</p188:cmLst>
</file>

<file path=ppt/comments/modernComment_135_CAAE9BF6.xml><?xml version="1.0" encoding="utf-8"?>
<p188:cmLst xmlns:a="http://schemas.openxmlformats.org/drawingml/2006/main" xmlns:r="http://schemas.openxmlformats.org/officeDocument/2006/relationships" xmlns:p188="http://schemas.microsoft.com/office/powerpoint/2018/8/main">
  <p188:cm id="{DEBDF760-EDB2-4574-9927-F1A1391234D3}" authorId="{5E03ACD7-6916-F275-5442-2DA38665A9F9}" created="2025-10-22T05:42:14.874">
    <pc:sldMkLst xmlns:pc="http://schemas.microsoft.com/office/powerpoint/2013/main/command">
      <pc:docMk/>
      <pc:sldMk cId="3400440822" sldId="309"/>
    </pc:sldMkLst>
    <p188:txBody>
      <a:bodyPr/>
      <a:lstStyle/>
      <a:p>
        <a:r>
          <a:rPr lang="ko-KR" altLang="en-US"/>
          <a:t>[10/16]                        min   typ    max
     기존  D1, E1       4.3   4.4   4.5
     변경  D1, E1       4.5   4.6   4.7 </a:t>
        </a:r>
      </a:p>
    </p188:txBody>
  </p188:cm>
</p188:cmLst>
</file>

<file path=ppt/comments/modernComment_159_1E8FD03B.xml><?xml version="1.0" encoding="utf-8"?>
<p188:cmLst xmlns:a="http://schemas.openxmlformats.org/drawingml/2006/main" xmlns:r="http://schemas.openxmlformats.org/officeDocument/2006/relationships" xmlns:p188="http://schemas.microsoft.com/office/powerpoint/2018/8/main">
  <p188:cm id="{E80F8A99-60DC-4B8B-9922-F467B79F3792}" authorId="{5E03ACD7-6916-F275-5442-2DA38665A9F9}" created="2026-04-20T06:51:47.333">
    <pc:sldMkLst xmlns:pc="http://schemas.microsoft.com/office/powerpoint/2013/main/command">
      <pc:docMk/>
      <pc:sldMk cId="512741435" sldId="345"/>
    </pc:sldMkLst>
    <p188:txBody>
      <a:bodyPr/>
      <a:lstStyle/>
      <a:p>
        <a:r>
          <a:rPr lang="ko-KR" altLang="en-US"/>
          <a:t>[4/20] VDD =3.3V, Ta=25.0℃ 변경</a:t>
        </a:r>
      </a:p>
    </p188:txBody>
  </p188:cm>
</p188:cmLst>
</file>

<file path=ppt/comments/modernComment_165_AE978784.xml><?xml version="1.0" encoding="utf-8"?>
<p188:cmLst xmlns:a="http://schemas.openxmlformats.org/drawingml/2006/main" xmlns:r="http://schemas.openxmlformats.org/officeDocument/2006/relationships" xmlns:p188="http://schemas.microsoft.com/office/powerpoint/2018/8/main">
  <p188:cm id="{181B1806-6A8E-4B94-9AF5-4ABF17287E9C}" authorId="{5E03ACD7-6916-F275-5442-2DA38665A9F9}" created="2025-07-22T03:47:54.923">
    <ac:deMkLst xmlns:ac="http://schemas.microsoft.com/office/drawing/2013/main/command">
      <pc:docMk xmlns:pc="http://schemas.microsoft.com/office/powerpoint/2013/main/command"/>
      <pc:sldMk xmlns:pc="http://schemas.microsoft.com/office/powerpoint/2013/main/command" cId="2929166212" sldId="357"/>
      <ac:graphicFrameMk id="2" creationId="{759B6A5B-31E9-B386-8466-953CDEBC74B5}"/>
    </ac:deMkLst>
    <p188:txBody>
      <a:bodyPr/>
      <a:lstStyle/>
      <a:p>
        <a:r>
          <a:rPr lang="ko-KR" altLang="en-US"/>
          <a:t>[07/22] 예창희수석 15h B9~10 기능삭제
</a:t>
        </a:r>
      </a:p>
    </p188:txBody>
  </p188:cm>
</p188:cmLst>
</file>

<file path=ppt/comments/modernComment_168_3B0ADBE8.xml><?xml version="1.0" encoding="utf-8"?>
<p188:cmLst xmlns:a="http://schemas.openxmlformats.org/drawingml/2006/main" xmlns:r="http://schemas.openxmlformats.org/officeDocument/2006/relationships" xmlns:p188="http://schemas.microsoft.com/office/powerpoint/2018/8/main">
  <p188:cm id="{830AFE74-23F7-47B1-90DE-A35FAB854E67}" authorId="{5E03ACD7-6916-F275-5442-2DA38665A9F9}" created="2025-07-18T05:17:03.161">
    <ac:deMkLst xmlns:ac="http://schemas.microsoft.com/office/drawing/2013/main/command">
      <pc:docMk xmlns:pc="http://schemas.microsoft.com/office/powerpoint/2013/main/command"/>
      <pc:sldMk xmlns:pc="http://schemas.microsoft.com/office/powerpoint/2013/main/command" cId="990567400" sldId="360"/>
      <ac:graphicFrameMk id="12" creationId="{942CBF90-F319-207F-DF79-CA75DF4A015C}"/>
    </ac:deMkLst>
    <p188:txBody>
      <a:bodyPr/>
      <a:lstStyle/>
      <a:p>
        <a:r>
          <a:rPr lang="ko-KR" altLang="en-US"/>
          <a:t>[07/17] 예창희수석 : cyan text color update</a:t>
        </a:r>
      </a:p>
    </p188:txBody>
  </p188:cm>
</p188:cmLst>
</file>

<file path=ppt/comments/modernComment_181_FC17E64D.xml><?xml version="1.0" encoding="utf-8"?>
<p188:cmLst xmlns:a="http://schemas.openxmlformats.org/drawingml/2006/main" xmlns:r="http://schemas.openxmlformats.org/officeDocument/2006/relationships" xmlns:p188="http://schemas.microsoft.com/office/powerpoint/2018/8/main">
  <p188:cm id="{8A5E9EFC-B926-4D83-B111-5F2560EBF252}" authorId="{5E03ACD7-6916-F275-5442-2DA38665A9F9}" created="2026-04-20T06:00:26.304">
    <pc:sldMkLst xmlns:pc="http://schemas.microsoft.com/office/powerpoint/2013/main/command">
      <pc:docMk/>
      <pc:sldMk cId="4229424717" sldId="385"/>
    </pc:sldMkLst>
    <p188:txBody>
      <a:bodyPr/>
      <a:lstStyle/>
      <a:p>
        <a:r>
          <a:rPr lang="ko-KR" altLang="en-US"/>
          <a:t>[4/20] 엄윤섭 Latch up 삭제</a:t>
        </a:r>
      </a:p>
    </p188:txBody>
  </p188:cm>
</p188:cmLst>
</file>

<file path=ppt/comments/modernComment_182_6624252.xml><?xml version="1.0" encoding="utf-8"?>
<p188:cmLst xmlns:a="http://schemas.openxmlformats.org/drawingml/2006/main" xmlns:r="http://schemas.openxmlformats.org/officeDocument/2006/relationships" xmlns:p188="http://schemas.microsoft.com/office/powerpoint/2018/8/main">
  <p188:cm id="{8CFB8D45-FAED-4CDF-AED7-60DD2C34B45D}" authorId="{5E03ACD7-6916-F275-5442-2DA38665A9F9}" created="2025-10-22T05:42:33.807">
    <pc:sldMkLst xmlns:pc="http://schemas.microsoft.com/office/powerpoint/2013/main/command">
      <pc:docMk/>
      <pc:sldMk cId="107102802" sldId="386"/>
    </pc:sldMkLst>
    <p188:txBody>
      <a:bodyPr/>
      <a:lstStyle/>
      <a:p>
        <a:r>
          <a:rPr lang="ko-KR" altLang="en-US"/>
          <a:t>[10/16]                        min   typ    max
     기존  D1, E1       4.3   4.4   4.5
     변경  D1, E1       4.5   4.6   4.7 </a:t>
        </a:r>
      </a:p>
    </p188:txBody>
  </p188:cm>
  <p188:cm id="{9EA28322-7D85-4CB2-8919-628B5FE39395}" authorId="{5E03ACD7-6916-F275-5442-2DA38665A9F9}" created="2025-10-22T05:44:29.292">
    <pc:sldMkLst xmlns:pc="http://schemas.microsoft.com/office/powerpoint/2013/main/command">
      <pc:docMk/>
      <pc:sldMk cId="107102802" sldId="386"/>
    </pc:sldMkLst>
    <p188:txBody>
      <a:bodyPr/>
      <a:lstStyle/>
      <a:p>
        <a:r>
          <a:rPr lang="ko-KR" altLang="en-US"/>
          <a:t>[10/22] PIN #1 0.40x45 -&gt; 0.35x45</a:t>
        </a:r>
      </a:p>
    </p188:txBody>
  </p188:cm>
</p188:cmLst>
</file>

<file path=ppt/comments/modernComment_184_46F67987.xml><?xml version="1.0" encoding="utf-8"?>
<p188:cmLst xmlns:a="http://schemas.openxmlformats.org/drawingml/2006/main" xmlns:r="http://schemas.openxmlformats.org/officeDocument/2006/relationships" xmlns:p188="http://schemas.microsoft.com/office/powerpoint/2018/8/main">
  <p188:cm id="{6B14DB28-C5F1-404B-9DC1-1ACFF2AE66D5}" authorId="{5E03ACD7-6916-F275-5442-2DA38665A9F9}" created="2025-07-18T05:22:52.888">
    <pc:sldMkLst xmlns:pc="http://schemas.microsoft.com/office/powerpoint/2013/main/command">
      <pc:docMk/>
      <pc:sldMk cId="1190558087" sldId="388"/>
    </pc:sldMkLst>
    <p188:txBody>
      <a:bodyPr/>
      <a:lstStyle/>
      <a:p>
        <a:r>
          <a:rPr lang="ko-KR" altLang="en-US"/>
          <a:t>[07/17] 예창희수석 : Cyan text color update</a:t>
        </a:r>
      </a:p>
    </p188:txBody>
  </p188:cm>
  <p188:cm id="{F1C9D578-9B8E-4386-8954-297FB1C74057}" authorId="{A8036255-5B27-B474-E986-7A84E2BAF5FC}" created="2025-07-21T01:53:13.906">
    <pc:sldMkLst xmlns:pc="http://schemas.microsoft.com/office/powerpoint/2013/main/command">
      <pc:docMk/>
      <pc:sldMk cId="1190558087" sldId="388"/>
    </pc:sldMkLst>
    <p188:replyLst/>
    <p188:txBody>
      <a:bodyPr/>
      <a:lstStyle/>
      <a:p>
        <a:r>
          <a:rPr lang="ko-KR" altLang="en-US"/>
          <a:t>[07/21] 1B 번지 default 값과 3번 bit 설명 수정
[07/22] 1A 번지 default 값 기제</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2026-04-23</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2026-04-23</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56</a:t>
            </a:fld>
            <a:endParaRPr lang="ko-KR" altLang="en-US" dirty="0"/>
          </a:p>
        </p:txBody>
      </p:sp>
    </p:spTree>
    <p:extLst>
      <p:ext uri="{BB962C8B-B14F-4D97-AF65-F5344CB8AC3E}">
        <p14:creationId xmlns:p14="http://schemas.microsoft.com/office/powerpoint/2010/main" val="3037739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62</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1B5FD0-79A0-1B6E-FC3C-9625103C06CE}"/>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5B1C01F-80BE-FF8D-128A-2D9A8EDB8A79}"/>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2FF213F0-9BF2-CB39-4352-363AA020817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951A89AB-A0E4-4DCC-8CC3-FCF1B42CA34D}"/>
              </a:ext>
            </a:extLst>
          </p:cNvPr>
          <p:cNvSpPr>
            <a:spLocks noGrp="1"/>
          </p:cNvSpPr>
          <p:nvPr>
            <p:ph type="sldNum" sz="quarter" idx="5"/>
          </p:nvPr>
        </p:nvSpPr>
        <p:spPr/>
        <p:txBody>
          <a:bodyPr/>
          <a:lstStyle/>
          <a:p>
            <a:fld id="{E0166A3B-8ACD-4EFC-80A7-344EDF6621A2}" type="slidenum">
              <a:rPr lang="ko-KR" altLang="en-US" smtClean="0"/>
              <a:t>64</a:t>
            </a:fld>
            <a:endParaRPr lang="ko-KR" altLang="en-US" dirty="0"/>
          </a:p>
        </p:txBody>
      </p:sp>
    </p:spTree>
    <p:extLst>
      <p:ext uri="{BB962C8B-B14F-4D97-AF65-F5344CB8AC3E}">
        <p14:creationId xmlns:p14="http://schemas.microsoft.com/office/powerpoint/2010/main" val="312700863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96BD58-EFE2-DBAB-7FB7-FA5EB70C30A4}"/>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F92ECA81-D1B2-287B-F74B-FA1628463A6C}"/>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454131BA-A868-3E85-E301-5A66113BDD54}"/>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D6ADACC5-A855-CDFB-5DF1-555C30372245}"/>
              </a:ext>
            </a:extLst>
          </p:cNvPr>
          <p:cNvSpPr>
            <a:spLocks noGrp="1"/>
          </p:cNvSpPr>
          <p:nvPr>
            <p:ph type="sldNum" sz="quarter" idx="5"/>
          </p:nvPr>
        </p:nvSpPr>
        <p:spPr/>
        <p:txBody>
          <a:bodyPr/>
          <a:lstStyle/>
          <a:p>
            <a:fld id="{E0166A3B-8ACD-4EFC-80A7-344EDF6621A2}" type="slidenum">
              <a:rPr lang="ko-KR" altLang="en-US" smtClean="0"/>
              <a:t>65</a:t>
            </a:fld>
            <a:endParaRPr lang="ko-KR" altLang="en-US" dirty="0"/>
          </a:p>
        </p:txBody>
      </p:sp>
    </p:spTree>
    <p:extLst>
      <p:ext uri="{BB962C8B-B14F-4D97-AF65-F5344CB8AC3E}">
        <p14:creationId xmlns:p14="http://schemas.microsoft.com/office/powerpoint/2010/main" val="315627237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A2196-4032-083A-EE44-4FE0FEE78E84}"/>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FFFAEDF-3AC6-5593-2BFC-637D2BDAE813}"/>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39C790B4-B31D-6E16-A122-DB15F424B0C7}"/>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6593CAC7-F6A6-9EEA-56E6-3192C72AB055}"/>
              </a:ext>
            </a:extLst>
          </p:cNvPr>
          <p:cNvSpPr>
            <a:spLocks noGrp="1"/>
          </p:cNvSpPr>
          <p:nvPr>
            <p:ph type="sldNum" sz="quarter" idx="5"/>
          </p:nvPr>
        </p:nvSpPr>
        <p:spPr/>
        <p:txBody>
          <a:bodyPr/>
          <a:lstStyle/>
          <a:p>
            <a:fld id="{E0166A3B-8ACD-4EFC-80A7-344EDF6621A2}" type="slidenum">
              <a:rPr lang="ko-KR" altLang="en-US" smtClean="0"/>
              <a:t>66</a:t>
            </a:fld>
            <a:endParaRPr lang="ko-KR" altLang="en-US" dirty="0"/>
          </a:p>
        </p:txBody>
      </p:sp>
    </p:spTree>
    <p:extLst>
      <p:ext uri="{BB962C8B-B14F-4D97-AF65-F5344CB8AC3E}">
        <p14:creationId xmlns:p14="http://schemas.microsoft.com/office/powerpoint/2010/main" val="15698226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76B9E4-4CC2-F25C-FD9B-E17507FDC1C8}"/>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68C7A3B-A6AC-08FF-93B7-CA1ADD1B992A}"/>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6E6FEB3-292E-7469-5D19-2259D7EC29B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92795507-93E8-CDB2-7431-6B87F38E683C}"/>
              </a:ext>
            </a:extLst>
          </p:cNvPr>
          <p:cNvSpPr>
            <a:spLocks noGrp="1"/>
          </p:cNvSpPr>
          <p:nvPr>
            <p:ph type="sldNum" sz="quarter" idx="5"/>
          </p:nvPr>
        </p:nvSpPr>
        <p:spPr/>
        <p:txBody>
          <a:bodyPr/>
          <a:lstStyle/>
          <a:p>
            <a:fld id="{E0166A3B-8ACD-4EFC-80A7-344EDF6621A2}" type="slidenum">
              <a:rPr lang="ko-KR" altLang="en-US" smtClean="0"/>
              <a:t>67</a:t>
            </a:fld>
            <a:endParaRPr lang="ko-KR" altLang="en-US" dirty="0"/>
          </a:p>
        </p:txBody>
      </p:sp>
    </p:spTree>
    <p:extLst>
      <p:ext uri="{BB962C8B-B14F-4D97-AF65-F5344CB8AC3E}">
        <p14:creationId xmlns:p14="http://schemas.microsoft.com/office/powerpoint/2010/main" val="15467073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8B2CBB-F4B3-D6CE-DE4D-044D57795C41}"/>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43D196D3-B0BE-7A2C-F4E8-248288D959EF}"/>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FFC4805C-DEE1-CA3B-FCF8-B822A0C0F02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3D36EA22-5F6D-6E11-50A4-DF5265B70A82}"/>
              </a:ext>
            </a:extLst>
          </p:cNvPr>
          <p:cNvSpPr>
            <a:spLocks noGrp="1"/>
          </p:cNvSpPr>
          <p:nvPr>
            <p:ph type="sldNum" sz="quarter" idx="5"/>
          </p:nvPr>
        </p:nvSpPr>
        <p:spPr/>
        <p:txBody>
          <a:bodyPr/>
          <a:lstStyle/>
          <a:p>
            <a:pPr>
              <a:defRPr/>
            </a:pPr>
            <a:fld id="{27059158-E109-4140-9926-DB4714258AF8}" type="slidenum">
              <a:rPr lang="ko-KR" altLang="en-US" smtClean="0"/>
              <a:pPr>
                <a:defRPr/>
              </a:pPr>
              <a:t>97</a:t>
            </a:fld>
            <a:endParaRPr lang="ko-KR" altLang="en-US"/>
          </a:p>
        </p:txBody>
      </p:sp>
    </p:spTree>
    <p:extLst>
      <p:ext uri="{BB962C8B-B14F-4D97-AF65-F5344CB8AC3E}">
        <p14:creationId xmlns:p14="http://schemas.microsoft.com/office/powerpoint/2010/main" val="2855632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1D23E6-89DC-2DEB-0708-112A88B1624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34FE2B1A-50B6-46AE-107D-F54002321DF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7C21440-E289-6D9F-A203-D0070697202A}"/>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ACF49F18-B1BC-60B6-E083-4778C4E26C2A}"/>
              </a:ext>
            </a:extLst>
          </p:cNvPr>
          <p:cNvSpPr>
            <a:spLocks noGrp="1"/>
          </p:cNvSpPr>
          <p:nvPr>
            <p:ph type="sldNum" sz="quarter" idx="5"/>
          </p:nvPr>
        </p:nvSpPr>
        <p:spPr/>
        <p:txBody>
          <a:bodyPr/>
          <a:lstStyle/>
          <a:p>
            <a:pPr>
              <a:defRPr/>
            </a:pPr>
            <a:fld id="{27059158-E109-4140-9926-DB4714258AF8}" type="slidenum">
              <a:rPr lang="ko-KR" altLang="en-US" smtClean="0"/>
              <a:pPr>
                <a:defRPr/>
              </a:pPr>
              <a:t>98</a:t>
            </a:fld>
            <a:endParaRPr lang="ko-KR" altLang="en-US"/>
          </a:p>
        </p:txBody>
      </p:sp>
    </p:spTree>
    <p:extLst>
      <p:ext uri="{BB962C8B-B14F-4D97-AF65-F5344CB8AC3E}">
        <p14:creationId xmlns:p14="http://schemas.microsoft.com/office/powerpoint/2010/main" val="169499784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XC24R</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2026-04-23</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2026-04-23</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2026-04-23</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2026-04-23</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2026-04-23</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2026-04-23</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2026-04-23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사용자 지정 레이아웃">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836964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hyperlink" Target="http://glbltech.com/" TargetMode="Externa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7"/>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31. Jan. 2026  Rev 0.1</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7" r:id="rId15"/>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microsoft.com/office/2018/10/relationships/comments" Target="../comments/modernComment_181_FC17E64D.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microsoft.com/office/2018/10/relationships/comments" Target="../comments/modernComment_2F5_F27DFEF8.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microsoft.com/office/2018/10/relationships/comments" Target="../comments/modernComment_119_8A2F5F74.xml"/><Relationship Id="rId1" Type="http://schemas.openxmlformats.org/officeDocument/2006/relationships/slideLayout" Target="../slideLayouts/slideLayout4.xml"/><Relationship Id="rId5" Type="http://schemas.openxmlformats.org/officeDocument/2006/relationships/image" Target="../media/image6.png"/><Relationship Id="rId4" Type="http://schemas.openxmlformats.org/officeDocument/2006/relationships/image" Target="../media/image5.png"/></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microsoft.com/office/2018/10/relationships/comments" Target="../comments/modernComment_1B6_E37E8EAC.xml"/><Relationship Id="rId1" Type="http://schemas.openxmlformats.org/officeDocument/2006/relationships/slideLayout" Target="../slideLayouts/slideLayout4.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2" Type="http://schemas.microsoft.com/office/2018/10/relationships/comments" Target="../comments/modernComment_114_6AE9E170.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microsoft.com/office/2018/10/relationships/comments" Target="../comments/modernComment_159_1E8FD03B.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microsoft.com/office/2018/10/relationships/comments" Target="../comments/modernComment_1A2_15270E2C.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microsoft.com/office/2018/10/relationships/comments" Target="../comments/modernComment_11F_6EF7015F.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4.xml"/><Relationship Id="rId4" Type="http://schemas.openxmlformats.org/officeDocument/2006/relationships/image" Target="../media/image17.png"/></Relationships>
</file>

<file path=ppt/slides/_rels/slide3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4.xml"/><Relationship Id="rId4" Type="http://schemas.openxmlformats.org/officeDocument/2006/relationships/image" Target="../media/image20.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2" Type="http://schemas.microsoft.com/office/2018/10/relationships/comments" Target="../comments/modernComment_165_AE978784.xml"/><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2" Type="http://schemas.microsoft.com/office/2018/10/relationships/comments" Target="../comments/modernComment_168_3B0ADBE8.xml"/><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microsoft.com/office/2018/10/relationships/comments" Target="../comments/modernComment_184_46F67987.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3" Type="http://schemas.microsoft.com/office/2018/10/relationships/comments" Target="../comments/modernComment_1AD_A1E91B52.xml"/><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microsoft.com/office/2018/10/relationships/comments" Target="../comments/modernComment_2EB_DF6DE44B.xml"/><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3" Type="http://schemas.microsoft.com/office/2018/10/relationships/comments" Target="../comments/modernComment_2EC_B54658E.xml"/><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microsoft.com/office/2018/10/relationships/comments" Target="../comments/modernComment_2ED_B7FFAEEC.xml"/><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3" Type="http://schemas.microsoft.com/office/2018/10/relationships/comments" Target="../comments/modernComment_2EE_751496F7.xml"/><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microsoft.com/office/2018/10/relationships/comments" Target="../comments/modernComment_1AE_F5F364B2.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microsoft.com/office/2018/10/relationships/comments" Target="../comments/modernComment_2EF_D67621E1.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2" Type="http://schemas.microsoft.com/office/2018/10/relationships/comments" Target="../comments/modernComment_2F0_71A960D3.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2" Type="http://schemas.microsoft.com/office/2018/10/relationships/comments" Target="../comments/modernComment_1AF_ACFECA69.xml"/><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2" Type="http://schemas.microsoft.com/office/2018/10/relationships/comments" Target="../comments/modernComment_2DC_1400BAD1.xml"/><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2" Type="http://schemas.microsoft.com/office/2018/10/relationships/comments" Target="../comments/modernComment_2F6_478EA7BE.xml"/><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4.xml"/></Relationships>
</file>

<file path=ppt/slides/_rels/slide9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15.xml"/></Relationships>
</file>

<file path=ppt/slides/_rels/slide97.xml.rels><?xml version="1.0" encoding="UTF-8" standalone="yes"?>
<Relationships xmlns="http://schemas.openxmlformats.org/package/2006/relationships"><Relationship Id="rId3" Type="http://schemas.openxmlformats.org/officeDocument/2006/relationships/image" Target="../media/image23.png"/><Relationship Id="rId7" Type="http://schemas.microsoft.com/office/2007/relationships/hdphoto" Target="../media/hdphoto2.wdp"/><Relationship Id="rId2" Type="http://schemas.openxmlformats.org/officeDocument/2006/relationships/notesSlide" Target="../notesSlides/notesSlide7.xml"/><Relationship Id="rId1" Type="http://schemas.openxmlformats.org/officeDocument/2006/relationships/slideLayout" Target="../slideLayouts/slideLayout15.xml"/><Relationship Id="rId6" Type="http://schemas.openxmlformats.org/officeDocument/2006/relationships/image" Target="../media/image25.png"/><Relationship Id="rId5" Type="http://schemas.openxmlformats.org/officeDocument/2006/relationships/image" Target="../media/image24.png"/><Relationship Id="rId4" Type="http://schemas.microsoft.com/office/2007/relationships/hdphoto" Target="../media/hdphoto1.wdp"/></Relationships>
</file>

<file path=ppt/slides/_rels/slide98.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6.png"/><Relationship Id="rId7" Type="http://schemas.openxmlformats.org/officeDocument/2006/relationships/image" Target="../media/image30.png"/><Relationship Id="rId2" Type="http://schemas.openxmlformats.org/officeDocument/2006/relationships/notesSlide" Target="../notesSlides/notesSlide8.xml"/><Relationship Id="rId1" Type="http://schemas.openxmlformats.org/officeDocument/2006/relationships/slideLayout" Target="../slideLayouts/slideLayout15.xml"/><Relationship Id="rId6" Type="http://schemas.openxmlformats.org/officeDocument/2006/relationships/image" Target="../media/image29.png"/><Relationship Id="rId5" Type="http://schemas.openxmlformats.org/officeDocument/2006/relationships/image" Target="../media/image28.png"/><Relationship Id="rId4" Type="http://schemas.openxmlformats.org/officeDocument/2006/relationships/image" Target="../media/image27.png"/></Relationships>
</file>

<file path=ppt/slides/_rels/slide99.xml.rels><?xml version="1.0" encoding="UTF-8" standalone="yes"?>
<Relationships xmlns="http://schemas.openxmlformats.org/package/2006/relationships"><Relationship Id="rId3" Type="http://schemas.openxmlformats.org/officeDocument/2006/relationships/image" Target="../media/image32.png"/><Relationship Id="rId2" Type="http://schemas.microsoft.com/office/2018/10/relationships/comments" Target="../comments/modernComment_135_CAAE9BF6.xml"/><Relationship Id="rId1" Type="http://schemas.openxmlformats.org/officeDocument/2006/relationships/slideLayout" Target="../slideLayouts/slideLayout4.xml"/><Relationship Id="rId4" Type="http://schemas.openxmlformats.org/officeDocument/2006/relationships/image" Target="../media/image33.png"/></Relationships>
</file>

<file path=ppt/slides/_rels/slide100.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3" Type="http://schemas.openxmlformats.org/officeDocument/2006/relationships/image" Target="../media/image35.png"/><Relationship Id="rId2" Type="http://schemas.microsoft.com/office/2018/10/relationships/comments" Target="../comments/modernComment_182_6624252.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XC24R</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516872"/>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516872"/>
            <a:ext cx="3905012" cy="3664786"/>
          </a:xfrm>
          <a:prstGeom prst="rect">
            <a:avLst/>
          </a:prstGeom>
          <a:noFill/>
        </p:spPr>
        <p:txBody>
          <a:bodyPr wrap="square" lIns="0" tIns="0" rIns="0" bIns="0" rtlCol="0">
            <a:spAutoFit/>
          </a:bodyPr>
          <a:lstStyle/>
          <a:p>
            <a:pPr algn="just">
              <a:lnSpc>
                <a:spcPct val="150000"/>
              </a:lnSpc>
            </a:pPr>
            <a:r>
              <a:rPr lang="en-US" altLang="ko-KR" sz="1000" dirty="0">
                <a:latin typeface="Arial" panose="020B0604020202020204" pitchFamily="34" charset="0"/>
                <a:cs typeface="Arial" panose="020B0604020202020204" pitchFamily="34" charset="0"/>
              </a:rPr>
              <a:t>The XC24R is a local dimming controller featuring 24 channels to drive its companion chips, XD series LED drivers that act as the constant current sink for White LED back-lighting solution. This controller interfaces with XD series drivers through one serial line to send and receive the data to be needed for local dimming.</a:t>
            </a:r>
          </a:p>
          <a:p>
            <a:pPr algn="just">
              <a:lnSpc>
                <a:spcPct val="150000"/>
              </a:lnSpc>
            </a:pPr>
            <a:r>
              <a:rPr lang="en-US" altLang="ko-KR" sz="1000" dirty="0">
                <a:latin typeface="Arial" panose="020B0604020202020204" pitchFamily="34" charset="0"/>
                <a:cs typeface="Arial" panose="020B0604020202020204" pitchFamily="34" charset="0"/>
              </a:rPr>
              <a:t> </a:t>
            </a:r>
          </a:p>
          <a:p>
            <a:pPr algn="just">
              <a:lnSpc>
                <a:spcPct val="150000"/>
              </a:lnSpc>
            </a:pPr>
            <a:r>
              <a:rPr lang="en-US" altLang="ko-KR" sz="1000" dirty="0">
                <a:latin typeface="Arial" panose="020B0604020202020204" pitchFamily="34" charset="0"/>
                <a:cs typeface="Arial" panose="020B0604020202020204" pitchFamily="34" charset="0"/>
              </a:rPr>
              <a:t>The XC24R supports the SPI interface to communicate with the host, and the SPI interface can be daisy-chained, so it is effective to expand to support a large number of dimming areas.</a:t>
            </a:r>
          </a:p>
          <a:p>
            <a:pPr algn="just">
              <a:lnSpc>
                <a:spcPct val="150000"/>
              </a:lnSpc>
            </a:pPr>
            <a:endParaRPr lang="en-US" altLang="ko-KR" sz="1000" dirty="0">
              <a:latin typeface="Arial" panose="020B0604020202020204" pitchFamily="34" charset="0"/>
              <a:cs typeface="Arial" panose="020B0604020202020204" pitchFamily="34" charset="0"/>
            </a:endParaRPr>
          </a:p>
          <a:p>
            <a:pPr algn="just">
              <a:lnSpc>
                <a:spcPct val="150000"/>
              </a:lnSpc>
            </a:pPr>
            <a:r>
              <a:rPr lang="en-US" altLang="ko-KR" sz="1000" dirty="0">
                <a:latin typeface="Arial" panose="020B0604020202020204" pitchFamily="34" charset="0"/>
                <a:cs typeface="Arial" panose="020B0604020202020204" pitchFamily="34" charset="0"/>
              </a:rPr>
              <a:t>For raising up dimming controllability, XC24R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8083534"/>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8145090"/>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276783"/>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a:t>
            </a:r>
            <a:r>
              <a:rPr lang="en-US" altLang="ko-KR" sz="1000" dirty="0">
                <a:solidFill>
                  <a:srgbClr val="0000FF"/>
                </a:solidFill>
                <a:latin typeface="Arial" panose="020B0604020202020204" pitchFamily="34" charset="0"/>
                <a:cs typeface="Arial" panose="020B0604020202020204" pitchFamily="34" charset="0"/>
              </a:rPr>
              <a:t>mono and RGB series</a:t>
            </a:r>
            <a:r>
              <a:rPr lang="en-US" altLang="ko-KR" sz="1000" dirty="0">
                <a:latin typeface="Arial" panose="020B0604020202020204" pitchFamily="34" charset="0"/>
                <a:cs typeface="Arial" panose="020B0604020202020204" pitchFamily="34" charset="0"/>
              </a:rPr>
              <a:t>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XC24R</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30MHz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daisy-chain connection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to detect the packet broken by the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35MHz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DAC </a:t>
            </a:r>
            <a:r>
              <a:rPr lang="en-US" altLang="ko-KR" sz="1000" dirty="0">
                <a:solidFill>
                  <a:srgbClr val="0000FF"/>
                </a:solidFill>
                <a:latin typeface="Arial" panose="020B0604020202020204" pitchFamily="34" charset="0"/>
                <a:cs typeface="Arial" panose="020B0604020202020204" pitchFamily="34" charset="0"/>
              </a:rPr>
              <a:t>3 channel </a:t>
            </a:r>
            <a:r>
              <a:rPr lang="en-US" altLang="ko-KR" sz="1000" dirty="0">
                <a:latin typeface="Arial" panose="020B0604020202020204" pitchFamily="34" charset="0"/>
                <a:cs typeface="Arial" panose="020B0604020202020204" pitchFamily="34" charset="0"/>
              </a:rPr>
              <a:t>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4.5V ~ 5.5V</a:t>
            </a:r>
          </a:p>
          <a:p>
            <a:pPr marL="171450" indent="-171450">
              <a:lnSpc>
                <a:spcPct val="200000"/>
              </a:lnSpc>
              <a:buFont typeface="Arial" panose="020B0604020202020204" pitchFamily="34" charset="0"/>
              <a:buChar char="•"/>
            </a:pPr>
            <a:r>
              <a:rPr lang="en-US" altLang="ko-KR" sz="1000" dirty="0">
                <a:solidFill>
                  <a:srgbClr val="0000FF"/>
                </a:solidFill>
                <a:latin typeface="Arial" panose="020B0604020202020204" pitchFamily="34" charset="0"/>
                <a:cs typeface="Arial" panose="020B0604020202020204" pitchFamily="34" charset="0"/>
              </a:rPr>
              <a:t>68-PIN QFN 8080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protection, ESD</a:t>
            </a:r>
            <a:r>
              <a:rPr lang="en-US" altLang="ko-KR" sz="1000" baseline="-25000" dirty="0">
                <a:latin typeface="Arial" panose="020B0604020202020204" pitchFamily="34" charset="0"/>
                <a:cs typeface="Arial" panose="020B0604020202020204" pitchFamily="34" charset="0"/>
              </a:rPr>
              <a:t>HBM</a:t>
            </a:r>
            <a:r>
              <a:rPr lang="en-US" altLang="ko-KR" sz="1000" dirty="0">
                <a:latin typeface="Arial" panose="020B0604020202020204" pitchFamily="34" charset="0"/>
                <a:cs typeface="Arial" panose="020B0604020202020204" pitchFamily="34" charset="0"/>
              </a:rPr>
              <a:t>  (JEDEC JS-001-2017 Human Body Model) : ±2KV</a:t>
            </a:r>
          </a:p>
        </p:txBody>
      </p:sp>
    </p:spTree>
    <p:extLst>
      <p:ext uri="{BB962C8B-B14F-4D97-AF65-F5344CB8AC3E}">
        <p14:creationId xmlns:p14="http://schemas.microsoft.com/office/powerpoint/2010/main" val="4229424717"/>
      </p:ext>
    </p:extLst>
  </p:cSld>
  <p:clrMapOvr>
    <a:masterClrMapping/>
  </p:clrMapOvr>
  <p:extLst>
    <p:ext uri="{6950BFC3-D8DA-4A85-94F7-54DA5524770B}">
      <p188:commentRel xmlns:p188="http://schemas.microsoft.com/office/powerpoint/2018/8/main" r:id="rId2"/>
    </p:ext>
  </p:extLs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8134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5" name="그림 4">
            <a:extLst>
              <a:ext uri="{FF2B5EF4-FFF2-40B4-BE49-F238E27FC236}">
                <a16:creationId xmlns:a16="http://schemas.microsoft.com/office/drawing/2014/main" id="{DDDE70A3-C571-5549-00C1-6D0E94A40DAA}"/>
              </a:ext>
            </a:extLst>
          </p:cNvPr>
          <p:cNvPicPr>
            <a:picLocks noChangeAspect="1"/>
          </p:cNvPicPr>
          <p:nvPr/>
        </p:nvPicPr>
        <p:blipFill>
          <a:blip r:embed="rId2"/>
          <a:stretch>
            <a:fillRect/>
          </a:stretch>
        </p:blipFill>
        <p:spPr>
          <a:xfrm>
            <a:off x="438150" y="5953440"/>
            <a:ext cx="6045200" cy="2210421"/>
          </a:xfrm>
          <a:prstGeom prst="rect">
            <a:avLst/>
          </a:prstGeom>
        </p:spPr>
      </p:pic>
      <p:grpSp>
        <p:nvGrpSpPr>
          <p:cNvPr id="4" name="그룹 3">
            <a:extLst>
              <a:ext uri="{FF2B5EF4-FFF2-40B4-BE49-F238E27FC236}">
                <a16:creationId xmlns:a16="http://schemas.microsoft.com/office/drawing/2014/main" id="{5C8F4FBA-5241-0743-F4FB-BDDF7EDD8D8C}"/>
              </a:ext>
            </a:extLst>
          </p:cNvPr>
          <p:cNvGrpSpPr/>
          <p:nvPr/>
        </p:nvGrpSpPr>
        <p:grpSpPr>
          <a:xfrm>
            <a:off x="1228553" y="1216025"/>
            <a:ext cx="4215903" cy="3543052"/>
            <a:chOff x="1228553" y="1216025"/>
            <a:chExt cx="4215903" cy="3543052"/>
          </a:xfrm>
        </p:grpSpPr>
        <p:grpSp>
          <p:nvGrpSpPr>
            <p:cNvPr id="12" name="그룹 11">
              <a:extLst>
                <a:ext uri="{FF2B5EF4-FFF2-40B4-BE49-F238E27FC236}">
                  <a16:creationId xmlns:a16="http://schemas.microsoft.com/office/drawing/2014/main" id="{22507C01-0778-EFFF-52AB-0AA161564A18}"/>
                </a:ext>
              </a:extLst>
            </p:cNvPr>
            <p:cNvGrpSpPr/>
            <p:nvPr/>
          </p:nvGrpSpPr>
          <p:grpSpPr>
            <a:xfrm>
              <a:off x="1228553" y="1231077"/>
              <a:ext cx="4215903" cy="3528000"/>
              <a:chOff x="1228553" y="1231077"/>
              <a:chExt cx="4215903" cy="3528000"/>
            </a:xfrm>
          </p:grpSpPr>
          <p:grpSp>
            <p:nvGrpSpPr>
              <p:cNvPr id="9" name="그룹 8">
                <a:extLst>
                  <a:ext uri="{FF2B5EF4-FFF2-40B4-BE49-F238E27FC236}">
                    <a16:creationId xmlns:a16="http://schemas.microsoft.com/office/drawing/2014/main" id="{B7E0345B-B029-A12B-A8EB-7436771D0A02}"/>
                  </a:ext>
                </a:extLst>
              </p:cNvPr>
              <p:cNvGrpSpPr/>
              <p:nvPr/>
            </p:nvGrpSpPr>
            <p:grpSpPr>
              <a:xfrm>
                <a:off x="1228553" y="1231077"/>
                <a:ext cx="4215903" cy="3528000"/>
                <a:chOff x="1228553" y="1231077"/>
                <a:chExt cx="4215903" cy="352800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3"/>
                <a:stretch>
                  <a:fillRect/>
                </a:stretch>
              </p:blipFill>
              <p:spPr>
                <a:xfrm>
                  <a:off x="1228553" y="1231077"/>
                  <a:ext cx="4215903" cy="3528000"/>
                </a:xfrm>
                <a:prstGeom prst="rect">
                  <a:avLst/>
                </a:prstGeom>
              </p:spPr>
            </p:pic>
            <p:sp>
              <p:nvSpPr>
                <p:cNvPr id="8" name="TextBox 7">
                  <a:extLst>
                    <a:ext uri="{FF2B5EF4-FFF2-40B4-BE49-F238E27FC236}">
                      <a16:creationId xmlns:a16="http://schemas.microsoft.com/office/drawing/2014/main" id="{B5B4594E-3AD6-6BCE-0076-64142EF405D1}"/>
                    </a:ext>
                  </a:extLst>
                </p:cNvPr>
                <p:cNvSpPr txBox="1"/>
                <p:nvPr/>
              </p:nvSpPr>
              <p:spPr>
                <a:xfrm>
                  <a:off x="2245518" y="1982509"/>
                  <a:ext cx="266702" cy="165379"/>
                </a:xfrm>
                <a:prstGeom prst="rect">
                  <a:avLst/>
                </a:prstGeom>
                <a:solidFill>
                  <a:schemeClr val="bg1"/>
                </a:solidFill>
              </p:spPr>
              <p:txBody>
                <a:bodyPr wrap="square" lIns="0" tIns="0" rIns="0" bIns="0" rtlCol="0" anchor="ctr">
                  <a:noAutofit/>
                </a:bodyPr>
                <a:lstStyle/>
                <a:p>
                  <a:pPr algn="ctr">
                    <a:lnSpc>
                      <a:spcPts val="600"/>
                    </a:lnSpc>
                  </a:pPr>
                  <a:r>
                    <a:rPr lang="en-US" altLang="ko-KR" sz="650" dirty="0">
                      <a:solidFill>
                        <a:schemeClr val="tx1">
                          <a:lumMod val="65000"/>
                          <a:lumOff val="35000"/>
                        </a:schemeClr>
                      </a:solidFill>
                    </a:rPr>
                    <a:t>OSC</a:t>
                  </a:r>
                </a:p>
                <a:p>
                  <a:pPr algn="ctr">
                    <a:lnSpc>
                      <a:spcPts val="600"/>
                    </a:lnSpc>
                  </a:pPr>
                  <a:r>
                    <a:rPr lang="en-US" altLang="ko-KR" sz="650" dirty="0">
                      <a:solidFill>
                        <a:schemeClr val="tx1">
                          <a:lumMod val="65000"/>
                          <a:lumOff val="35000"/>
                        </a:schemeClr>
                      </a:solidFill>
                    </a:rPr>
                    <a:t>35MHz</a:t>
                  </a:r>
                  <a:endParaRPr lang="ko-KR" altLang="en-US" sz="650" dirty="0">
                    <a:solidFill>
                      <a:schemeClr val="tx1">
                        <a:lumMod val="65000"/>
                        <a:lumOff val="35000"/>
                      </a:schemeClr>
                    </a:solidFill>
                  </a:endParaRPr>
                </a:p>
              </p:txBody>
            </p:sp>
          </p:grpSp>
          <p:sp>
            <p:nvSpPr>
              <p:cNvPr id="11" name="TextBox 10">
                <a:extLst>
                  <a:ext uri="{FF2B5EF4-FFF2-40B4-BE49-F238E27FC236}">
                    <a16:creationId xmlns:a16="http://schemas.microsoft.com/office/drawing/2014/main" id="{0B347667-6A42-7197-0708-7BA122E0A15F}"/>
                  </a:ext>
                </a:extLst>
              </p:cNvPr>
              <p:cNvSpPr txBox="1"/>
              <p:nvPr/>
            </p:nvSpPr>
            <p:spPr>
              <a:xfrm>
                <a:off x="3219450" y="2697958"/>
                <a:ext cx="414337" cy="143052"/>
              </a:xfrm>
              <a:prstGeom prst="rect">
                <a:avLst/>
              </a:prstGeom>
              <a:solidFill>
                <a:schemeClr val="bg1"/>
              </a:solidFill>
            </p:spPr>
            <p:txBody>
              <a:bodyPr wrap="square" lIns="0" tIns="0" rIns="0" bIns="0" rtlCol="0">
                <a:spAutoFit/>
              </a:bodyPr>
              <a:lstStyle/>
              <a:p>
                <a:pPr algn="ctr">
                  <a:lnSpc>
                    <a:spcPts val="1100"/>
                  </a:lnSpc>
                </a:pPr>
                <a:r>
                  <a:rPr lang="en-US" altLang="ko-KR" sz="1050" b="1" dirty="0"/>
                  <a:t>XC24R</a:t>
                </a:r>
                <a:endParaRPr lang="ko-KR" altLang="en-US" sz="1050" b="1" dirty="0"/>
              </a:p>
            </p:txBody>
          </p:sp>
        </p:grpSp>
        <p:sp>
          <p:nvSpPr>
            <p:cNvPr id="3" name="TextBox 2">
              <a:extLst>
                <a:ext uri="{FF2B5EF4-FFF2-40B4-BE49-F238E27FC236}">
                  <a16:creationId xmlns:a16="http://schemas.microsoft.com/office/drawing/2014/main" id="{D4260D64-9F54-59B2-92D7-3EBE1AAFA3E8}"/>
                </a:ext>
              </a:extLst>
            </p:cNvPr>
            <p:cNvSpPr txBox="1"/>
            <p:nvPr/>
          </p:nvSpPr>
          <p:spPr>
            <a:xfrm>
              <a:off x="1854200" y="1216025"/>
              <a:ext cx="333375" cy="159462"/>
            </a:xfrm>
            <a:prstGeom prst="rect">
              <a:avLst/>
            </a:prstGeom>
            <a:solidFill>
              <a:schemeClr val="bg1"/>
            </a:solidFill>
          </p:spPr>
          <p:txBody>
            <a:bodyPr wrap="square" lIns="36000" tIns="36000" rIns="36000" bIns="0" rtlCol="0">
              <a:spAutoFit/>
            </a:bodyPr>
            <a:lstStyle/>
            <a:p>
              <a:r>
                <a:rPr lang="en-US" altLang="ko-KR" sz="800" dirty="0"/>
                <a:t>+3.3V</a:t>
              </a:r>
              <a:endParaRPr lang="ko-KR" altLang="en-US" sz="800" dirty="0"/>
            </a:p>
          </p:txBody>
        </p:sp>
      </p:grpSp>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0" name="그룹 449">
            <a:extLst>
              <a:ext uri="{FF2B5EF4-FFF2-40B4-BE49-F238E27FC236}">
                <a16:creationId xmlns:a16="http://schemas.microsoft.com/office/drawing/2014/main" id="{CCC97D26-CC5D-06CE-6BEA-C971B136F1F6}"/>
              </a:ext>
            </a:extLst>
          </p:cNvPr>
          <p:cNvGrpSpPr/>
          <p:nvPr/>
        </p:nvGrpSpPr>
        <p:grpSpPr>
          <a:xfrm>
            <a:off x="1103219" y="1110318"/>
            <a:ext cx="4756332" cy="4529035"/>
            <a:chOff x="870850" y="412741"/>
            <a:chExt cx="5116300" cy="4871800"/>
          </a:xfrm>
        </p:grpSpPr>
        <p:grpSp>
          <p:nvGrpSpPr>
            <p:cNvPr id="451" name="그룹 450">
              <a:extLst>
                <a:ext uri="{FF2B5EF4-FFF2-40B4-BE49-F238E27FC236}">
                  <a16:creationId xmlns:a16="http://schemas.microsoft.com/office/drawing/2014/main" id="{41F127BA-D238-D5E7-CB96-0463EDF8D6ED}"/>
                </a:ext>
              </a:extLst>
            </p:cNvPr>
            <p:cNvGrpSpPr/>
            <p:nvPr/>
          </p:nvGrpSpPr>
          <p:grpSpPr>
            <a:xfrm>
              <a:off x="1492723" y="1175789"/>
              <a:ext cx="198416" cy="3129168"/>
              <a:chOff x="1411072" y="1125685"/>
              <a:chExt cx="198416" cy="3129168"/>
            </a:xfrm>
          </p:grpSpPr>
          <p:sp>
            <p:nvSpPr>
              <p:cNvPr id="653" name="직사각형 652">
                <a:extLst>
                  <a:ext uri="{FF2B5EF4-FFF2-40B4-BE49-F238E27FC236}">
                    <a16:creationId xmlns:a16="http://schemas.microsoft.com/office/drawing/2014/main" id="{3AF03BCD-9D40-E9DE-13B0-A4B8AAF6FF29}"/>
                  </a:ext>
                </a:extLst>
              </p:cNvPr>
              <p:cNvSpPr>
                <a:spLocks/>
              </p:cNvSpPr>
              <p:nvPr/>
            </p:nvSpPr>
            <p:spPr>
              <a:xfrm>
                <a:off x="1411072" y="1125685"/>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700" b="1" dirty="0">
                  <a:solidFill>
                    <a:schemeClr val="tx1"/>
                  </a:solidFill>
                  <a:latin typeface="+mj-ea"/>
                  <a:ea typeface="+mj-ea"/>
                </a:endParaRPr>
              </a:p>
            </p:txBody>
          </p:sp>
          <p:sp>
            <p:nvSpPr>
              <p:cNvPr id="654" name="직사각형 653">
                <a:extLst>
                  <a:ext uri="{FF2B5EF4-FFF2-40B4-BE49-F238E27FC236}">
                    <a16:creationId xmlns:a16="http://schemas.microsoft.com/office/drawing/2014/main" id="{053CD407-9239-6977-E822-95427700BA46}"/>
                  </a:ext>
                </a:extLst>
              </p:cNvPr>
              <p:cNvSpPr>
                <a:spLocks/>
              </p:cNvSpPr>
              <p:nvPr/>
            </p:nvSpPr>
            <p:spPr>
              <a:xfrm>
                <a:off x="1411072" y="1314189"/>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5" name="직사각형 654">
                <a:extLst>
                  <a:ext uri="{FF2B5EF4-FFF2-40B4-BE49-F238E27FC236}">
                    <a16:creationId xmlns:a16="http://schemas.microsoft.com/office/drawing/2014/main" id="{4A7860C7-69BD-5321-31BF-A358B1CFA5C4}"/>
                  </a:ext>
                </a:extLst>
              </p:cNvPr>
              <p:cNvSpPr>
                <a:spLocks/>
              </p:cNvSpPr>
              <p:nvPr/>
            </p:nvSpPr>
            <p:spPr>
              <a:xfrm>
                <a:off x="1411072" y="1502693"/>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6" name="직사각형 655">
                <a:extLst>
                  <a:ext uri="{FF2B5EF4-FFF2-40B4-BE49-F238E27FC236}">
                    <a16:creationId xmlns:a16="http://schemas.microsoft.com/office/drawing/2014/main" id="{CCC19456-5832-7A86-70F6-31C2968F639D}"/>
                  </a:ext>
                </a:extLst>
              </p:cNvPr>
              <p:cNvSpPr>
                <a:spLocks/>
              </p:cNvSpPr>
              <p:nvPr/>
            </p:nvSpPr>
            <p:spPr>
              <a:xfrm>
                <a:off x="1411072" y="169119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7" name="직사각형 656">
                <a:extLst>
                  <a:ext uri="{FF2B5EF4-FFF2-40B4-BE49-F238E27FC236}">
                    <a16:creationId xmlns:a16="http://schemas.microsoft.com/office/drawing/2014/main" id="{F5E36CB4-641A-0869-A181-87A697667548}"/>
                  </a:ext>
                </a:extLst>
              </p:cNvPr>
              <p:cNvSpPr>
                <a:spLocks/>
              </p:cNvSpPr>
              <p:nvPr/>
            </p:nvSpPr>
            <p:spPr>
              <a:xfrm>
                <a:off x="1411072" y="1879702"/>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8" name="직사각형 657">
                <a:extLst>
                  <a:ext uri="{FF2B5EF4-FFF2-40B4-BE49-F238E27FC236}">
                    <a16:creationId xmlns:a16="http://schemas.microsoft.com/office/drawing/2014/main" id="{C44F2EA2-F308-BA71-731F-9C52B983593F}"/>
                  </a:ext>
                </a:extLst>
              </p:cNvPr>
              <p:cNvSpPr>
                <a:spLocks/>
              </p:cNvSpPr>
              <p:nvPr/>
            </p:nvSpPr>
            <p:spPr>
              <a:xfrm>
                <a:off x="1411072" y="2068206"/>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9" name="직사각형 658">
                <a:extLst>
                  <a:ext uri="{FF2B5EF4-FFF2-40B4-BE49-F238E27FC236}">
                    <a16:creationId xmlns:a16="http://schemas.microsoft.com/office/drawing/2014/main" id="{EA4C3755-7A57-BB1B-4F1D-260B78547014}"/>
                  </a:ext>
                </a:extLst>
              </p:cNvPr>
              <p:cNvSpPr>
                <a:spLocks/>
              </p:cNvSpPr>
              <p:nvPr/>
            </p:nvSpPr>
            <p:spPr>
              <a:xfrm>
                <a:off x="1411072" y="2256710"/>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0" name="직사각형 659">
                <a:extLst>
                  <a:ext uri="{FF2B5EF4-FFF2-40B4-BE49-F238E27FC236}">
                    <a16:creationId xmlns:a16="http://schemas.microsoft.com/office/drawing/2014/main" id="{226CAF51-6AC5-5439-F1E9-31467D90534F}"/>
                  </a:ext>
                </a:extLst>
              </p:cNvPr>
              <p:cNvSpPr>
                <a:spLocks/>
              </p:cNvSpPr>
              <p:nvPr/>
            </p:nvSpPr>
            <p:spPr>
              <a:xfrm>
                <a:off x="1411072" y="2445214"/>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1" name="직사각형 660">
                <a:extLst>
                  <a:ext uri="{FF2B5EF4-FFF2-40B4-BE49-F238E27FC236}">
                    <a16:creationId xmlns:a16="http://schemas.microsoft.com/office/drawing/2014/main" id="{1F4BF13E-8A68-9E3D-DCB4-AA73D702E987}"/>
                  </a:ext>
                </a:extLst>
              </p:cNvPr>
              <p:cNvSpPr>
                <a:spLocks/>
              </p:cNvSpPr>
              <p:nvPr/>
            </p:nvSpPr>
            <p:spPr>
              <a:xfrm>
                <a:off x="1411072" y="2633718"/>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2" name="직사각형 661">
                <a:extLst>
                  <a:ext uri="{FF2B5EF4-FFF2-40B4-BE49-F238E27FC236}">
                    <a16:creationId xmlns:a16="http://schemas.microsoft.com/office/drawing/2014/main" id="{6EB7B2A1-F6FF-FA54-8986-F524F19665C7}"/>
                  </a:ext>
                </a:extLst>
              </p:cNvPr>
              <p:cNvSpPr>
                <a:spLocks/>
              </p:cNvSpPr>
              <p:nvPr/>
            </p:nvSpPr>
            <p:spPr>
              <a:xfrm>
                <a:off x="1411072" y="2822222"/>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3" name="직사각형 662">
                <a:extLst>
                  <a:ext uri="{FF2B5EF4-FFF2-40B4-BE49-F238E27FC236}">
                    <a16:creationId xmlns:a16="http://schemas.microsoft.com/office/drawing/2014/main" id="{54EB8CDD-A67E-3AAE-E0E2-6043B3FA7F43}"/>
                  </a:ext>
                </a:extLst>
              </p:cNvPr>
              <p:cNvSpPr>
                <a:spLocks/>
              </p:cNvSpPr>
              <p:nvPr/>
            </p:nvSpPr>
            <p:spPr>
              <a:xfrm>
                <a:off x="1411072" y="301072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4" name="직사각형 663">
                <a:extLst>
                  <a:ext uri="{FF2B5EF4-FFF2-40B4-BE49-F238E27FC236}">
                    <a16:creationId xmlns:a16="http://schemas.microsoft.com/office/drawing/2014/main" id="{CAA8AACA-77C0-C586-67A8-705956ABDC4D}"/>
                  </a:ext>
                </a:extLst>
              </p:cNvPr>
              <p:cNvSpPr>
                <a:spLocks/>
              </p:cNvSpPr>
              <p:nvPr/>
            </p:nvSpPr>
            <p:spPr>
              <a:xfrm>
                <a:off x="1411072" y="3199231"/>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5" name="직사각형 664">
                <a:extLst>
                  <a:ext uri="{FF2B5EF4-FFF2-40B4-BE49-F238E27FC236}">
                    <a16:creationId xmlns:a16="http://schemas.microsoft.com/office/drawing/2014/main" id="{01D44196-8269-11CD-7428-2662B2E50C68}"/>
                  </a:ext>
                </a:extLst>
              </p:cNvPr>
              <p:cNvSpPr>
                <a:spLocks/>
              </p:cNvSpPr>
              <p:nvPr/>
            </p:nvSpPr>
            <p:spPr>
              <a:xfrm>
                <a:off x="1411072" y="3387735"/>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6" name="직사각형 665">
                <a:extLst>
                  <a:ext uri="{FF2B5EF4-FFF2-40B4-BE49-F238E27FC236}">
                    <a16:creationId xmlns:a16="http://schemas.microsoft.com/office/drawing/2014/main" id="{7AEBF768-2765-D77D-62E7-30370AAB65D6}"/>
                  </a:ext>
                </a:extLst>
              </p:cNvPr>
              <p:cNvSpPr>
                <a:spLocks/>
              </p:cNvSpPr>
              <p:nvPr/>
            </p:nvSpPr>
            <p:spPr>
              <a:xfrm>
                <a:off x="1411072" y="3576239"/>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7" name="직사각형 666">
                <a:extLst>
                  <a:ext uri="{FF2B5EF4-FFF2-40B4-BE49-F238E27FC236}">
                    <a16:creationId xmlns:a16="http://schemas.microsoft.com/office/drawing/2014/main" id="{B9544A01-1263-1D61-299D-27D23FC46296}"/>
                  </a:ext>
                </a:extLst>
              </p:cNvPr>
              <p:cNvSpPr>
                <a:spLocks/>
              </p:cNvSpPr>
              <p:nvPr/>
            </p:nvSpPr>
            <p:spPr>
              <a:xfrm>
                <a:off x="1411072" y="3764743"/>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8" name="직사각형 667">
                <a:extLst>
                  <a:ext uri="{FF2B5EF4-FFF2-40B4-BE49-F238E27FC236}">
                    <a16:creationId xmlns:a16="http://schemas.microsoft.com/office/drawing/2014/main" id="{57319CC2-4E4F-FDC1-7FDD-A18B4F95D7F4}"/>
                  </a:ext>
                </a:extLst>
              </p:cNvPr>
              <p:cNvSpPr>
                <a:spLocks/>
              </p:cNvSpPr>
              <p:nvPr/>
            </p:nvSpPr>
            <p:spPr>
              <a:xfrm>
                <a:off x="1411072" y="395324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9" name="직사각형 668">
                <a:extLst>
                  <a:ext uri="{FF2B5EF4-FFF2-40B4-BE49-F238E27FC236}">
                    <a16:creationId xmlns:a16="http://schemas.microsoft.com/office/drawing/2014/main" id="{55D61E63-C7A4-5557-D050-025FBDD679C8}"/>
                  </a:ext>
                </a:extLst>
              </p:cNvPr>
              <p:cNvSpPr>
                <a:spLocks/>
              </p:cNvSpPr>
              <p:nvPr/>
            </p:nvSpPr>
            <p:spPr>
              <a:xfrm>
                <a:off x="1411072" y="4141746"/>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grpSp>
        <p:grpSp>
          <p:nvGrpSpPr>
            <p:cNvPr id="452" name="그룹 451">
              <a:extLst>
                <a:ext uri="{FF2B5EF4-FFF2-40B4-BE49-F238E27FC236}">
                  <a16:creationId xmlns:a16="http://schemas.microsoft.com/office/drawing/2014/main" id="{0D6B0BF6-99D2-652B-2E3A-6FF425D00FEC}"/>
                </a:ext>
              </a:extLst>
            </p:cNvPr>
            <p:cNvGrpSpPr>
              <a:grpSpLocks/>
            </p:cNvGrpSpPr>
            <p:nvPr/>
          </p:nvGrpSpPr>
          <p:grpSpPr>
            <a:xfrm>
              <a:off x="5056484" y="1175789"/>
              <a:ext cx="198416" cy="3129168"/>
              <a:chOff x="661585" y="1964532"/>
              <a:chExt cx="167090" cy="2635133"/>
            </a:xfrm>
          </p:grpSpPr>
          <p:sp>
            <p:nvSpPr>
              <p:cNvPr id="636" name="직사각형 635">
                <a:extLst>
                  <a:ext uri="{FF2B5EF4-FFF2-40B4-BE49-F238E27FC236}">
                    <a16:creationId xmlns:a16="http://schemas.microsoft.com/office/drawing/2014/main" id="{E8363B67-6B3C-60B3-9117-B756F0C2D9E3}"/>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7" name="직사각형 636">
                <a:extLst>
                  <a:ext uri="{FF2B5EF4-FFF2-40B4-BE49-F238E27FC236}">
                    <a16:creationId xmlns:a16="http://schemas.microsoft.com/office/drawing/2014/main" id="{E52D684A-CA32-2F67-1271-803B66FB7691}"/>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8" name="직사각형 637">
                <a:extLst>
                  <a:ext uri="{FF2B5EF4-FFF2-40B4-BE49-F238E27FC236}">
                    <a16:creationId xmlns:a16="http://schemas.microsoft.com/office/drawing/2014/main" id="{F543D215-B4CB-0D1D-73CB-3A868C03BFCE}"/>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9" name="직사각형 638">
                <a:extLst>
                  <a:ext uri="{FF2B5EF4-FFF2-40B4-BE49-F238E27FC236}">
                    <a16:creationId xmlns:a16="http://schemas.microsoft.com/office/drawing/2014/main" id="{3CACE739-AE74-9AE1-47AC-CF683B3DC9A1}"/>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0" name="직사각형 639">
                <a:extLst>
                  <a:ext uri="{FF2B5EF4-FFF2-40B4-BE49-F238E27FC236}">
                    <a16:creationId xmlns:a16="http://schemas.microsoft.com/office/drawing/2014/main" id="{16B7C844-F264-FDDF-C918-77563B906219}"/>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1" name="직사각형 640">
                <a:extLst>
                  <a:ext uri="{FF2B5EF4-FFF2-40B4-BE49-F238E27FC236}">
                    <a16:creationId xmlns:a16="http://schemas.microsoft.com/office/drawing/2014/main" id="{B2FE32CB-26E2-E99F-8908-6C33E941D939}"/>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2" name="직사각형 641">
                <a:extLst>
                  <a:ext uri="{FF2B5EF4-FFF2-40B4-BE49-F238E27FC236}">
                    <a16:creationId xmlns:a16="http://schemas.microsoft.com/office/drawing/2014/main" id="{F27F7F21-FDCB-689D-DC15-A616932D826D}"/>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3" name="직사각형 642">
                <a:extLst>
                  <a:ext uri="{FF2B5EF4-FFF2-40B4-BE49-F238E27FC236}">
                    <a16:creationId xmlns:a16="http://schemas.microsoft.com/office/drawing/2014/main" id="{DED07BF6-DA4A-EB27-7D01-97AEBA0D5C5D}"/>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4" name="직사각형 643">
                <a:extLst>
                  <a:ext uri="{FF2B5EF4-FFF2-40B4-BE49-F238E27FC236}">
                    <a16:creationId xmlns:a16="http://schemas.microsoft.com/office/drawing/2014/main" id="{2F83BFBB-97FE-98C2-3B74-266B06DD9829}"/>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5" name="직사각형 644">
                <a:extLst>
                  <a:ext uri="{FF2B5EF4-FFF2-40B4-BE49-F238E27FC236}">
                    <a16:creationId xmlns:a16="http://schemas.microsoft.com/office/drawing/2014/main" id="{8F757481-DBDB-3447-71A6-9397C243AEC5}"/>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6" name="직사각형 645">
                <a:extLst>
                  <a:ext uri="{FF2B5EF4-FFF2-40B4-BE49-F238E27FC236}">
                    <a16:creationId xmlns:a16="http://schemas.microsoft.com/office/drawing/2014/main" id="{A0F80C36-C6E7-A908-7002-07FB5BAA8DAF}"/>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7" name="직사각형 646">
                <a:extLst>
                  <a:ext uri="{FF2B5EF4-FFF2-40B4-BE49-F238E27FC236}">
                    <a16:creationId xmlns:a16="http://schemas.microsoft.com/office/drawing/2014/main" id="{3CAA146E-B664-F9E4-03B7-B3DD803590B3}"/>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8" name="직사각형 647">
                <a:extLst>
                  <a:ext uri="{FF2B5EF4-FFF2-40B4-BE49-F238E27FC236}">
                    <a16:creationId xmlns:a16="http://schemas.microsoft.com/office/drawing/2014/main" id="{E4517409-E5BC-C99F-5E4E-72129321A266}"/>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9" name="직사각형 648">
                <a:extLst>
                  <a:ext uri="{FF2B5EF4-FFF2-40B4-BE49-F238E27FC236}">
                    <a16:creationId xmlns:a16="http://schemas.microsoft.com/office/drawing/2014/main" id="{C3F03BA5-0EE0-FAAC-E17F-A3736C881386}"/>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0" name="직사각형 649">
                <a:extLst>
                  <a:ext uri="{FF2B5EF4-FFF2-40B4-BE49-F238E27FC236}">
                    <a16:creationId xmlns:a16="http://schemas.microsoft.com/office/drawing/2014/main" id="{8BD62059-E870-C0E1-3328-E3F226044B0E}"/>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1" name="직사각형 650">
                <a:extLst>
                  <a:ext uri="{FF2B5EF4-FFF2-40B4-BE49-F238E27FC236}">
                    <a16:creationId xmlns:a16="http://schemas.microsoft.com/office/drawing/2014/main" id="{18F98D99-353C-3FF6-1819-26A8FE850B84}"/>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2" name="직사각형 651">
                <a:extLst>
                  <a:ext uri="{FF2B5EF4-FFF2-40B4-BE49-F238E27FC236}">
                    <a16:creationId xmlns:a16="http://schemas.microsoft.com/office/drawing/2014/main" id="{DF451CF6-708B-43F8-1FDC-E6F1F81BCEBB}"/>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grpSp>
          <p:nvGrpSpPr>
            <p:cNvPr id="453" name="그룹 452">
              <a:extLst>
                <a:ext uri="{FF2B5EF4-FFF2-40B4-BE49-F238E27FC236}">
                  <a16:creationId xmlns:a16="http://schemas.microsoft.com/office/drawing/2014/main" id="{CCF6C48E-9653-0060-413F-FDC6698879A4}"/>
                </a:ext>
              </a:extLst>
            </p:cNvPr>
            <p:cNvGrpSpPr>
              <a:grpSpLocks/>
            </p:cNvGrpSpPr>
            <p:nvPr/>
          </p:nvGrpSpPr>
          <p:grpSpPr>
            <a:xfrm rot="16200000">
              <a:off x="3274603" y="-606092"/>
              <a:ext cx="198416" cy="3129168"/>
              <a:chOff x="661585" y="1964532"/>
              <a:chExt cx="167090" cy="2635133"/>
            </a:xfrm>
          </p:grpSpPr>
          <p:sp>
            <p:nvSpPr>
              <p:cNvPr id="619" name="직사각형 618">
                <a:extLst>
                  <a:ext uri="{FF2B5EF4-FFF2-40B4-BE49-F238E27FC236}">
                    <a16:creationId xmlns:a16="http://schemas.microsoft.com/office/drawing/2014/main" id="{C1DDD5E9-E831-B4D5-586D-0DAA1C489333}"/>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0" name="직사각형 619">
                <a:extLst>
                  <a:ext uri="{FF2B5EF4-FFF2-40B4-BE49-F238E27FC236}">
                    <a16:creationId xmlns:a16="http://schemas.microsoft.com/office/drawing/2014/main" id="{5F1E72A7-0E53-E3F4-C11B-771E975E8030}"/>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1" name="직사각형 620">
                <a:extLst>
                  <a:ext uri="{FF2B5EF4-FFF2-40B4-BE49-F238E27FC236}">
                    <a16:creationId xmlns:a16="http://schemas.microsoft.com/office/drawing/2014/main" id="{63F20942-25E3-78B9-D06F-2F9F87C0C414}"/>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2" name="직사각형 621">
                <a:extLst>
                  <a:ext uri="{FF2B5EF4-FFF2-40B4-BE49-F238E27FC236}">
                    <a16:creationId xmlns:a16="http://schemas.microsoft.com/office/drawing/2014/main" id="{877403EB-C2F5-7391-F53D-6911A914E2A9}"/>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3" name="직사각형 622">
                <a:extLst>
                  <a:ext uri="{FF2B5EF4-FFF2-40B4-BE49-F238E27FC236}">
                    <a16:creationId xmlns:a16="http://schemas.microsoft.com/office/drawing/2014/main" id="{290C914F-2514-A784-BE08-69F421BCF180}"/>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4" name="직사각형 623">
                <a:extLst>
                  <a:ext uri="{FF2B5EF4-FFF2-40B4-BE49-F238E27FC236}">
                    <a16:creationId xmlns:a16="http://schemas.microsoft.com/office/drawing/2014/main" id="{A03C182E-7C6C-D21E-9765-E75AA994B468}"/>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5" name="직사각형 624">
                <a:extLst>
                  <a:ext uri="{FF2B5EF4-FFF2-40B4-BE49-F238E27FC236}">
                    <a16:creationId xmlns:a16="http://schemas.microsoft.com/office/drawing/2014/main" id="{C4338D72-2484-E31D-13AD-80510CC18DD0}"/>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6" name="직사각형 625">
                <a:extLst>
                  <a:ext uri="{FF2B5EF4-FFF2-40B4-BE49-F238E27FC236}">
                    <a16:creationId xmlns:a16="http://schemas.microsoft.com/office/drawing/2014/main" id="{90D3C265-CCA0-2206-FF6D-26748EE6FA7C}"/>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7" name="직사각형 626">
                <a:extLst>
                  <a:ext uri="{FF2B5EF4-FFF2-40B4-BE49-F238E27FC236}">
                    <a16:creationId xmlns:a16="http://schemas.microsoft.com/office/drawing/2014/main" id="{28FB9F4F-B420-BF67-A67C-F4B39FE644CC}"/>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8" name="직사각형 627">
                <a:extLst>
                  <a:ext uri="{FF2B5EF4-FFF2-40B4-BE49-F238E27FC236}">
                    <a16:creationId xmlns:a16="http://schemas.microsoft.com/office/drawing/2014/main" id="{590AD95E-EE37-C0FA-568A-D0FE8EF39632}"/>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9" name="직사각형 628">
                <a:extLst>
                  <a:ext uri="{FF2B5EF4-FFF2-40B4-BE49-F238E27FC236}">
                    <a16:creationId xmlns:a16="http://schemas.microsoft.com/office/drawing/2014/main" id="{3B7B986B-C80B-7C66-6229-6430DFAAC7CF}"/>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0" name="직사각형 629">
                <a:extLst>
                  <a:ext uri="{FF2B5EF4-FFF2-40B4-BE49-F238E27FC236}">
                    <a16:creationId xmlns:a16="http://schemas.microsoft.com/office/drawing/2014/main" id="{A58570B5-039D-826C-13FA-40B012E55CB1}"/>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1" name="직사각형 630">
                <a:extLst>
                  <a:ext uri="{FF2B5EF4-FFF2-40B4-BE49-F238E27FC236}">
                    <a16:creationId xmlns:a16="http://schemas.microsoft.com/office/drawing/2014/main" id="{79BDE98A-A711-8A7E-2CE4-5BAE38CE1AC2}"/>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2" name="직사각형 631">
                <a:extLst>
                  <a:ext uri="{FF2B5EF4-FFF2-40B4-BE49-F238E27FC236}">
                    <a16:creationId xmlns:a16="http://schemas.microsoft.com/office/drawing/2014/main" id="{FBCE618E-00D6-91A8-5F77-6442EE0D98F2}"/>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3" name="직사각형 632">
                <a:extLst>
                  <a:ext uri="{FF2B5EF4-FFF2-40B4-BE49-F238E27FC236}">
                    <a16:creationId xmlns:a16="http://schemas.microsoft.com/office/drawing/2014/main" id="{19183510-C34E-7D41-0AE1-FB6575E94C1D}"/>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4" name="직사각형 633">
                <a:extLst>
                  <a:ext uri="{FF2B5EF4-FFF2-40B4-BE49-F238E27FC236}">
                    <a16:creationId xmlns:a16="http://schemas.microsoft.com/office/drawing/2014/main" id="{28721F61-B8AA-F492-D24C-69F153BACC03}"/>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5" name="직사각형 634">
                <a:extLst>
                  <a:ext uri="{FF2B5EF4-FFF2-40B4-BE49-F238E27FC236}">
                    <a16:creationId xmlns:a16="http://schemas.microsoft.com/office/drawing/2014/main" id="{06CEBCA5-EE99-CD8C-01AC-935DABBE07DF}"/>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grpSp>
          <p:nvGrpSpPr>
            <p:cNvPr id="454" name="그룹 453">
              <a:extLst>
                <a:ext uri="{FF2B5EF4-FFF2-40B4-BE49-F238E27FC236}">
                  <a16:creationId xmlns:a16="http://schemas.microsoft.com/office/drawing/2014/main" id="{9CA6D409-82E3-FD49-1D7E-401A7C09D682}"/>
                </a:ext>
              </a:extLst>
            </p:cNvPr>
            <p:cNvGrpSpPr>
              <a:grpSpLocks/>
            </p:cNvGrpSpPr>
            <p:nvPr/>
          </p:nvGrpSpPr>
          <p:grpSpPr>
            <a:xfrm rot="16200000">
              <a:off x="3274603" y="2957668"/>
              <a:ext cx="198416" cy="3129168"/>
              <a:chOff x="661585" y="1964532"/>
              <a:chExt cx="167090" cy="2635133"/>
            </a:xfrm>
          </p:grpSpPr>
          <p:sp>
            <p:nvSpPr>
              <p:cNvPr id="602" name="직사각형 601">
                <a:extLst>
                  <a:ext uri="{FF2B5EF4-FFF2-40B4-BE49-F238E27FC236}">
                    <a16:creationId xmlns:a16="http://schemas.microsoft.com/office/drawing/2014/main" id="{B0AB5B43-6BFE-68EC-F5CD-88BA8971168C}"/>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3" name="직사각형 602">
                <a:extLst>
                  <a:ext uri="{FF2B5EF4-FFF2-40B4-BE49-F238E27FC236}">
                    <a16:creationId xmlns:a16="http://schemas.microsoft.com/office/drawing/2014/main" id="{71BAA7A0-77D1-CD9E-5158-904FB62677AF}"/>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4" name="직사각형 603">
                <a:extLst>
                  <a:ext uri="{FF2B5EF4-FFF2-40B4-BE49-F238E27FC236}">
                    <a16:creationId xmlns:a16="http://schemas.microsoft.com/office/drawing/2014/main" id="{F4EA90B8-5DDE-2728-5891-2989D3AEEA74}"/>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5" name="직사각형 604">
                <a:extLst>
                  <a:ext uri="{FF2B5EF4-FFF2-40B4-BE49-F238E27FC236}">
                    <a16:creationId xmlns:a16="http://schemas.microsoft.com/office/drawing/2014/main" id="{4F0E6377-E4FD-3C32-0FF8-3AF437E3D035}"/>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6" name="직사각형 605">
                <a:extLst>
                  <a:ext uri="{FF2B5EF4-FFF2-40B4-BE49-F238E27FC236}">
                    <a16:creationId xmlns:a16="http://schemas.microsoft.com/office/drawing/2014/main" id="{63A27E01-CE7C-C281-B22C-DDA69B0CB437}"/>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7" name="직사각형 606">
                <a:extLst>
                  <a:ext uri="{FF2B5EF4-FFF2-40B4-BE49-F238E27FC236}">
                    <a16:creationId xmlns:a16="http://schemas.microsoft.com/office/drawing/2014/main" id="{0596B730-BEED-BFAA-0303-4CA34B58831C}"/>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8" name="직사각형 607">
                <a:extLst>
                  <a:ext uri="{FF2B5EF4-FFF2-40B4-BE49-F238E27FC236}">
                    <a16:creationId xmlns:a16="http://schemas.microsoft.com/office/drawing/2014/main" id="{4465586C-1C69-A67F-E22C-0A0B1FA84080}"/>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9" name="직사각형 608">
                <a:extLst>
                  <a:ext uri="{FF2B5EF4-FFF2-40B4-BE49-F238E27FC236}">
                    <a16:creationId xmlns:a16="http://schemas.microsoft.com/office/drawing/2014/main" id="{D6BF38ED-7FB0-5297-6FC2-4AE2A52E9C2C}"/>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0" name="직사각형 609">
                <a:extLst>
                  <a:ext uri="{FF2B5EF4-FFF2-40B4-BE49-F238E27FC236}">
                    <a16:creationId xmlns:a16="http://schemas.microsoft.com/office/drawing/2014/main" id="{D1A7A385-6247-38FB-A794-CF5602CF4688}"/>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1" name="직사각형 610">
                <a:extLst>
                  <a:ext uri="{FF2B5EF4-FFF2-40B4-BE49-F238E27FC236}">
                    <a16:creationId xmlns:a16="http://schemas.microsoft.com/office/drawing/2014/main" id="{6537C420-15B2-3964-1B9D-073AC2659428}"/>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2" name="직사각형 611">
                <a:extLst>
                  <a:ext uri="{FF2B5EF4-FFF2-40B4-BE49-F238E27FC236}">
                    <a16:creationId xmlns:a16="http://schemas.microsoft.com/office/drawing/2014/main" id="{509121D0-82DE-3E61-C739-3DD929779DE9}"/>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3" name="직사각형 612">
                <a:extLst>
                  <a:ext uri="{FF2B5EF4-FFF2-40B4-BE49-F238E27FC236}">
                    <a16:creationId xmlns:a16="http://schemas.microsoft.com/office/drawing/2014/main" id="{A01FC57E-EB1F-E12B-F796-7618CCD7D2E3}"/>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4" name="직사각형 613">
                <a:extLst>
                  <a:ext uri="{FF2B5EF4-FFF2-40B4-BE49-F238E27FC236}">
                    <a16:creationId xmlns:a16="http://schemas.microsoft.com/office/drawing/2014/main" id="{4035717F-E3FA-3FC3-413C-7F3F311CBBBA}"/>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5" name="직사각형 614">
                <a:extLst>
                  <a:ext uri="{FF2B5EF4-FFF2-40B4-BE49-F238E27FC236}">
                    <a16:creationId xmlns:a16="http://schemas.microsoft.com/office/drawing/2014/main" id="{6A5D7987-0418-5D98-BA14-525578B32C79}"/>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6" name="직사각형 615">
                <a:extLst>
                  <a:ext uri="{FF2B5EF4-FFF2-40B4-BE49-F238E27FC236}">
                    <a16:creationId xmlns:a16="http://schemas.microsoft.com/office/drawing/2014/main" id="{C13DE1F4-69FB-EC94-4793-C0BBF796ABBF}"/>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7" name="직사각형 616">
                <a:extLst>
                  <a:ext uri="{FF2B5EF4-FFF2-40B4-BE49-F238E27FC236}">
                    <a16:creationId xmlns:a16="http://schemas.microsoft.com/office/drawing/2014/main" id="{A3AC7D90-8BD9-324D-7740-19441D0D1535}"/>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8" name="직사각형 617">
                <a:extLst>
                  <a:ext uri="{FF2B5EF4-FFF2-40B4-BE49-F238E27FC236}">
                    <a16:creationId xmlns:a16="http://schemas.microsoft.com/office/drawing/2014/main" id="{D7D56DE3-4032-8824-8382-C742FFFED1F9}"/>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sp>
          <p:nvSpPr>
            <p:cNvPr id="455" name="사각형: 잘린 한쪽 모서리 454">
              <a:extLst>
                <a:ext uri="{FF2B5EF4-FFF2-40B4-BE49-F238E27FC236}">
                  <a16:creationId xmlns:a16="http://schemas.microsoft.com/office/drawing/2014/main" id="{9B4ED7C0-7810-F3AE-912D-D426A15F7635}"/>
                </a:ext>
              </a:extLst>
            </p:cNvPr>
            <p:cNvSpPr>
              <a:spLocks/>
            </p:cNvSpPr>
            <p:nvPr/>
          </p:nvSpPr>
          <p:spPr>
            <a:xfrm rot="16200000">
              <a:off x="1905813" y="1271935"/>
              <a:ext cx="2935999" cy="2936876"/>
            </a:xfrm>
            <a:prstGeom prst="snip1Rect">
              <a:avLst>
                <a:gd name="adj" fmla="val 7113"/>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050" b="1" dirty="0">
                <a:solidFill>
                  <a:schemeClr val="tx1"/>
                </a:solidFill>
                <a:latin typeface="+mj-ea"/>
                <a:ea typeface="+mj-ea"/>
              </a:endParaRPr>
            </a:p>
          </p:txBody>
        </p:sp>
        <p:sp>
          <p:nvSpPr>
            <p:cNvPr id="456" name="직사각형 455">
              <a:extLst>
                <a:ext uri="{FF2B5EF4-FFF2-40B4-BE49-F238E27FC236}">
                  <a16:creationId xmlns:a16="http://schemas.microsoft.com/office/drawing/2014/main" id="{E25AE06C-DD10-D87B-B1F3-DF36976FA71C}"/>
                </a:ext>
              </a:extLst>
            </p:cNvPr>
            <p:cNvSpPr>
              <a:spLocks/>
            </p:cNvSpPr>
            <p:nvPr/>
          </p:nvSpPr>
          <p:spPr>
            <a:xfrm>
              <a:off x="1492723" y="859284"/>
              <a:ext cx="3762177" cy="3762177"/>
            </a:xfrm>
            <a:prstGeom prst="rect">
              <a:avLst/>
            </a:prstGeom>
            <a:no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57" name="타원 456">
              <a:extLst>
                <a:ext uri="{FF2B5EF4-FFF2-40B4-BE49-F238E27FC236}">
                  <a16:creationId xmlns:a16="http://schemas.microsoft.com/office/drawing/2014/main" id="{1D6E6DCC-7BD0-AD15-E432-6260804AD68C}"/>
                </a:ext>
              </a:extLst>
            </p:cNvPr>
            <p:cNvSpPr>
              <a:spLocks/>
            </p:cNvSpPr>
            <p:nvPr/>
          </p:nvSpPr>
          <p:spPr>
            <a:xfrm>
              <a:off x="1547498" y="914058"/>
              <a:ext cx="88866" cy="88866"/>
            </a:xfrm>
            <a:prstGeom prst="ellipse">
              <a:avLst/>
            </a:prstGeom>
            <a:solidFill>
              <a:srgbClr val="0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nvGrpSpPr>
            <p:cNvPr id="458" name="그룹 457">
              <a:extLst>
                <a:ext uri="{FF2B5EF4-FFF2-40B4-BE49-F238E27FC236}">
                  <a16:creationId xmlns:a16="http://schemas.microsoft.com/office/drawing/2014/main" id="{65CE0D6F-DCFC-8C82-E3A8-3D901342BAFE}"/>
                </a:ext>
              </a:extLst>
            </p:cNvPr>
            <p:cNvGrpSpPr>
              <a:grpSpLocks/>
            </p:cNvGrpSpPr>
            <p:nvPr/>
          </p:nvGrpSpPr>
          <p:grpSpPr>
            <a:xfrm>
              <a:off x="1419710" y="1129181"/>
              <a:ext cx="320397" cy="3208634"/>
              <a:chOff x="160612" y="1919142"/>
              <a:chExt cx="320397" cy="3208634"/>
            </a:xfrm>
          </p:grpSpPr>
          <p:sp>
            <p:nvSpPr>
              <p:cNvPr id="585" name="TextBox 584">
                <a:extLst>
                  <a:ext uri="{FF2B5EF4-FFF2-40B4-BE49-F238E27FC236}">
                    <a16:creationId xmlns:a16="http://schemas.microsoft.com/office/drawing/2014/main" id="{9B8B32EF-0F4F-3603-3DE3-2B66ECE26153}"/>
                  </a:ext>
                </a:extLst>
              </p:cNvPr>
              <p:cNvSpPr txBox="1">
                <a:spLocks/>
              </p:cNvSpPr>
              <p:nvPr/>
            </p:nvSpPr>
            <p:spPr>
              <a:xfrm>
                <a:off x="160612" y="1919142"/>
                <a:ext cx="215462" cy="200055"/>
              </a:xfrm>
              <a:prstGeom prst="rect">
                <a:avLst/>
              </a:prstGeom>
              <a:noFill/>
            </p:spPr>
            <p:txBody>
              <a:bodyPr wrap="square" rtlCol="0">
                <a:spAutoFit/>
              </a:bodyPr>
              <a:lstStyle/>
              <a:p>
                <a:r>
                  <a:rPr lang="en-US" altLang="ko-KR" sz="700" b="1" dirty="0">
                    <a:latin typeface="+mj-ea"/>
                    <a:ea typeface="+mj-ea"/>
                  </a:rPr>
                  <a:t>1</a:t>
                </a:r>
                <a:endParaRPr lang="ko-KR" altLang="en-US" sz="700" b="1" dirty="0">
                  <a:latin typeface="+mj-ea"/>
                  <a:ea typeface="+mj-ea"/>
                </a:endParaRPr>
              </a:p>
            </p:txBody>
          </p:sp>
          <p:sp>
            <p:nvSpPr>
              <p:cNvPr id="586" name="TextBox 585">
                <a:extLst>
                  <a:ext uri="{FF2B5EF4-FFF2-40B4-BE49-F238E27FC236}">
                    <a16:creationId xmlns:a16="http://schemas.microsoft.com/office/drawing/2014/main" id="{6D63EAE1-9478-079B-CD2B-ECFF50EE6B71}"/>
                  </a:ext>
                </a:extLst>
              </p:cNvPr>
              <p:cNvSpPr txBox="1">
                <a:spLocks/>
              </p:cNvSpPr>
              <p:nvPr/>
            </p:nvSpPr>
            <p:spPr>
              <a:xfrm>
                <a:off x="160612" y="2107179"/>
                <a:ext cx="215462" cy="200055"/>
              </a:xfrm>
              <a:prstGeom prst="rect">
                <a:avLst/>
              </a:prstGeom>
              <a:noFill/>
            </p:spPr>
            <p:txBody>
              <a:bodyPr wrap="square" rtlCol="0">
                <a:spAutoFit/>
              </a:bodyPr>
              <a:lstStyle/>
              <a:p>
                <a:r>
                  <a:rPr lang="en-US" altLang="ko-KR" sz="700" b="1" dirty="0">
                    <a:latin typeface="+mj-ea"/>
                    <a:ea typeface="+mj-ea"/>
                  </a:rPr>
                  <a:t>2</a:t>
                </a:r>
                <a:endParaRPr lang="ko-KR" altLang="en-US" sz="700" b="1" dirty="0">
                  <a:latin typeface="+mj-ea"/>
                  <a:ea typeface="+mj-ea"/>
                </a:endParaRPr>
              </a:p>
            </p:txBody>
          </p:sp>
          <p:sp>
            <p:nvSpPr>
              <p:cNvPr id="587" name="TextBox 586">
                <a:extLst>
                  <a:ext uri="{FF2B5EF4-FFF2-40B4-BE49-F238E27FC236}">
                    <a16:creationId xmlns:a16="http://schemas.microsoft.com/office/drawing/2014/main" id="{F613E526-33A2-F9D8-2577-044269429352}"/>
                  </a:ext>
                </a:extLst>
              </p:cNvPr>
              <p:cNvSpPr txBox="1">
                <a:spLocks/>
              </p:cNvSpPr>
              <p:nvPr/>
            </p:nvSpPr>
            <p:spPr>
              <a:xfrm>
                <a:off x="160612" y="2295216"/>
                <a:ext cx="215462" cy="200055"/>
              </a:xfrm>
              <a:prstGeom prst="rect">
                <a:avLst/>
              </a:prstGeom>
              <a:noFill/>
            </p:spPr>
            <p:txBody>
              <a:bodyPr wrap="square" rtlCol="0">
                <a:spAutoFit/>
              </a:bodyPr>
              <a:lstStyle/>
              <a:p>
                <a:r>
                  <a:rPr lang="en-US" altLang="ko-KR" sz="700" b="1" dirty="0">
                    <a:latin typeface="+mj-ea"/>
                    <a:ea typeface="+mj-ea"/>
                  </a:rPr>
                  <a:t>3</a:t>
                </a:r>
                <a:endParaRPr lang="ko-KR" altLang="en-US" sz="700" b="1" dirty="0">
                  <a:latin typeface="+mj-ea"/>
                  <a:ea typeface="+mj-ea"/>
                </a:endParaRPr>
              </a:p>
            </p:txBody>
          </p:sp>
          <p:sp>
            <p:nvSpPr>
              <p:cNvPr id="588" name="TextBox 587">
                <a:extLst>
                  <a:ext uri="{FF2B5EF4-FFF2-40B4-BE49-F238E27FC236}">
                    <a16:creationId xmlns:a16="http://schemas.microsoft.com/office/drawing/2014/main" id="{8EB3A852-8B72-6FD2-BA5D-F71C35D2BC38}"/>
                  </a:ext>
                </a:extLst>
              </p:cNvPr>
              <p:cNvSpPr txBox="1">
                <a:spLocks/>
              </p:cNvSpPr>
              <p:nvPr/>
            </p:nvSpPr>
            <p:spPr>
              <a:xfrm>
                <a:off x="160612" y="2483253"/>
                <a:ext cx="215462" cy="200055"/>
              </a:xfrm>
              <a:prstGeom prst="rect">
                <a:avLst/>
              </a:prstGeom>
              <a:noFill/>
            </p:spPr>
            <p:txBody>
              <a:bodyPr wrap="square" rtlCol="0">
                <a:spAutoFit/>
              </a:bodyPr>
              <a:lstStyle/>
              <a:p>
                <a:r>
                  <a:rPr lang="en-US" altLang="ko-KR" sz="700" b="1" dirty="0">
                    <a:latin typeface="+mj-ea"/>
                    <a:ea typeface="+mj-ea"/>
                  </a:rPr>
                  <a:t>4</a:t>
                </a:r>
                <a:endParaRPr lang="ko-KR" altLang="en-US" sz="700" b="1" dirty="0">
                  <a:latin typeface="+mj-ea"/>
                  <a:ea typeface="+mj-ea"/>
                </a:endParaRPr>
              </a:p>
            </p:txBody>
          </p:sp>
          <p:sp>
            <p:nvSpPr>
              <p:cNvPr id="589" name="TextBox 588">
                <a:extLst>
                  <a:ext uri="{FF2B5EF4-FFF2-40B4-BE49-F238E27FC236}">
                    <a16:creationId xmlns:a16="http://schemas.microsoft.com/office/drawing/2014/main" id="{E2E3AE55-3350-3C98-C592-A9DC3E3D0843}"/>
                  </a:ext>
                </a:extLst>
              </p:cNvPr>
              <p:cNvSpPr txBox="1">
                <a:spLocks/>
              </p:cNvSpPr>
              <p:nvPr/>
            </p:nvSpPr>
            <p:spPr>
              <a:xfrm>
                <a:off x="160612" y="2671290"/>
                <a:ext cx="215462" cy="200055"/>
              </a:xfrm>
              <a:prstGeom prst="rect">
                <a:avLst/>
              </a:prstGeom>
              <a:noFill/>
            </p:spPr>
            <p:txBody>
              <a:bodyPr wrap="square" rtlCol="0">
                <a:spAutoFit/>
              </a:bodyPr>
              <a:lstStyle/>
              <a:p>
                <a:r>
                  <a:rPr lang="en-US" altLang="ko-KR" sz="700" b="1" dirty="0">
                    <a:latin typeface="+mj-ea"/>
                    <a:ea typeface="+mj-ea"/>
                  </a:rPr>
                  <a:t>5</a:t>
                </a:r>
                <a:endParaRPr lang="ko-KR" altLang="en-US" sz="700" b="1" dirty="0">
                  <a:latin typeface="+mj-ea"/>
                  <a:ea typeface="+mj-ea"/>
                </a:endParaRPr>
              </a:p>
            </p:txBody>
          </p:sp>
          <p:sp>
            <p:nvSpPr>
              <p:cNvPr id="590" name="TextBox 589">
                <a:extLst>
                  <a:ext uri="{FF2B5EF4-FFF2-40B4-BE49-F238E27FC236}">
                    <a16:creationId xmlns:a16="http://schemas.microsoft.com/office/drawing/2014/main" id="{23AB34D9-BAA7-9920-A562-866433215BEF}"/>
                  </a:ext>
                </a:extLst>
              </p:cNvPr>
              <p:cNvSpPr txBox="1">
                <a:spLocks/>
              </p:cNvSpPr>
              <p:nvPr/>
            </p:nvSpPr>
            <p:spPr>
              <a:xfrm>
                <a:off x="160612" y="2859327"/>
                <a:ext cx="215462" cy="200055"/>
              </a:xfrm>
              <a:prstGeom prst="rect">
                <a:avLst/>
              </a:prstGeom>
              <a:noFill/>
            </p:spPr>
            <p:txBody>
              <a:bodyPr wrap="square" rtlCol="0">
                <a:spAutoFit/>
              </a:bodyPr>
              <a:lstStyle/>
              <a:p>
                <a:r>
                  <a:rPr lang="en-US" altLang="ko-KR" sz="700" b="1" dirty="0">
                    <a:latin typeface="+mj-ea"/>
                    <a:ea typeface="+mj-ea"/>
                  </a:rPr>
                  <a:t>6</a:t>
                </a:r>
                <a:endParaRPr lang="ko-KR" altLang="en-US" sz="700" b="1" dirty="0">
                  <a:latin typeface="+mj-ea"/>
                  <a:ea typeface="+mj-ea"/>
                </a:endParaRPr>
              </a:p>
            </p:txBody>
          </p:sp>
          <p:sp>
            <p:nvSpPr>
              <p:cNvPr id="591" name="TextBox 590">
                <a:extLst>
                  <a:ext uri="{FF2B5EF4-FFF2-40B4-BE49-F238E27FC236}">
                    <a16:creationId xmlns:a16="http://schemas.microsoft.com/office/drawing/2014/main" id="{8461D123-BA9B-BCCB-20F9-46765E051D58}"/>
                  </a:ext>
                </a:extLst>
              </p:cNvPr>
              <p:cNvSpPr txBox="1">
                <a:spLocks/>
              </p:cNvSpPr>
              <p:nvPr/>
            </p:nvSpPr>
            <p:spPr>
              <a:xfrm>
                <a:off x="160612" y="3047364"/>
                <a:ext cx="215462" cy="200055"/>
              </a:xfrm>
              <a:prstGeom prst="rect">
                <a:avLst/>
              </a:prstGeom>
              <a:noFill/>
            </p:spPr>
            <p:txBody>
              <a:bodyPr wrap="square" rtlCol="0">
                <a:spAutoFit/>
              </a:bodyPr>
              <a:lstStyle/>
              <a:p>
                <a:r>
                  <a:rPr lang="en-US" altLang="ko-KR" sz="700" b="1" dirty="0">
                    <a:latin typeface="+mj-ea"/>
                    <a:ea typeface="+mj-ea"/>
                  </a:rPr>
                  <a:t>7</a:t>
                </a:r>
                <a:endParaRPr lang="ko-KR" altLang="en-US" sz="700" b="1" dirty="0">
                  <a:latin typeface="+mj-ea"/>
                  <a:ea typeface="+mj-ea"/>
                </a:endParaRPr>
              </a:p>
            </p:txBody>
          </p:sp>
          <p:sp>
            <p:nvSpPr>
              <p:cNvPr id="592" name="TextBox 591">
                <a:extLst>
                  <a:ext uri="{FF2B5EF4-FFF2-40B4-BE49-F238E27FC236}">
                    <a16:creationId xmlns:a16="http://schemas.microsoft.com/office/drawing/2014/main" id="{E505CBB0-1D74-7C64-09C6-EDD337F0FA36}"/>
                  </a:ext>
                </a:extLst>
              </p:cNvPr>
              <p:cNvSpPr txBox="1">
                <a:spLocks/>
              </p:cNvSpPr>
              <p:nvPr/>
            </p:nvSpPr>
            <p:spPr>
              <a:xfrm>
                <a:off x="160612" y="3235401"/>
                <a:ext cx="215462" cy="200055"/>
              </a:xfrm>
              <a:prstGeom prst="rect">
                <a:avLst/>
              </a:prstGeom>
              <a:noFill/>
            </p:spPr>
            <p:txBody>
              <a:bodyPr wrap="square" rtlCol="0">
                <a:spAutoFit/>
              </a:bodyPr>
              <a:lstStyle/>
              <a:p>
                <a:r>
                  <a:rPr lang="en-US" altLang="ko-KR" sz="700" b="1" dirty="0">
                    <a:latin typeface="+mj-ea"/>
                    <a:ea typeface="+mj-ea"/>
                  </a:rPr>
                  <a:t>8</a:t>
                </a:r>
                <a:endParaRPr lang="ko-KR" altLang="en-US" sz="700" b="1" dirty="0">
                  <a:latin typeface="+mj-ea"/>
                  <a:ea typeface="+mj-ea"/>
                </a:endParaRPr>
              </a:p>
            </p:txBody>
          </p:sp>
          <p:sp>
            <p:nvSpPr>
              <p:cNvPr id="593" name="TextBox 592">
                <a:extLst>
                  <a:ext uri="{FF2B5EF4-FFF2-40B4-BE49-F238E27FC236}">
                    <a16:creationId xmlns:a16="http://schemas.microsoft.com/office/drawing/2014/main" id="{F12CD36B-CB2F-010F-6564-7ABDA71C32BF}"/>
                  </a:ext>
                </a:extLst>
              </p:cNvPr>
              <p:cNvSpPr txBox="1">
                <a:spLocks/>
              </p:cNvSpPr>
              <p:nvPr/>
            </p:nvSpPr>
            <p:spPr>
              <a:xfrm>
                <a:off x="160612" y="3423438"/>
                <a:ext cx="215462" cy="200055"/>
              </a:xfrm>
              <a:prstGeom prst="rect">
                <a:avLst/>
              </a:prstGeom>
              <a:noFill/>
            </p:spPr>
            <p:txBody>
              <a:bodyPr wrap="square" rtlCol="0">
                <a:spAutoFit/>
              </a:bodyPr>
              <a:lstStyle/>
              <a:p>
                <a:r>
                  <a:rPr lang="en-US" altLang="ko-KR" sz="700" b="1" dirty="0">
                    <a:latin typeface="+mj-ea"/>
                    <a:ea typeface="+mj-ea"/>
                  </a:rPr>
                  <a:t>9</a:t>
                </a:r>
                <a:endParaRPr lang="ko-KR" altLang="en-US" sz="700" b="1" dirty="0">
                  <a:latin typeface="+mj-ea"/>
                  <a:ea typeface="+mj-ea"/>
                </a:endParaRPr>
              </a:p>
            </p:txBody>
          </p:sp>
          <p:sp>
            <p:nvSpPr>
              <p:cNvPr id="594" name="TextBox 593">
                <a:extLst>
                  <a:ext uri="{FF2B5EF4-FFF2-40B4-BE49-F238E27FC236}">
                    <a16:creationId xmlns:a16="http://schemas.microsoft.com/office/drawing/2014/main" id="{6E500D06-318A-5277-FE15-AA58E4CDA450}"/>
                  </a:ext>
                </a:extLst>
              </p:cNvPr>
              <p:cNvSpPr txBox="1">
                <a:spLocks/>
              </p:cNvSpPr>
              <p:nvPr/>
            </p:nvSpPr>
            <p:spPr>
              <a:xfrm>
                <a:off x="160612" y="3611475"/>
                <a:ext cx="320397" cy="200055"/>
              </a:xfrm>
              <a:prstGeom prst="rect">
                <a:avLst/>
              </a:prstGeom>
              <a:noFill/>
            </p:spPr>
            <p:txBody>
              <a:bodyPr wrap="square" rtlCol="0">
                <a:spAutoFit/>
              </a:bodyPr>
              <a:lstStyle/>
              <a:p>
                <a:r>
                  <a:rPr lang="en-US" altLang="ko-KR" sz="700" b="1" dirty="0">
                    <a:latin typeface="+mj-ea"/>
                    <a:ea typeface="+mj-ea"/>
                  </a:rPr>
                  <a:t>10</a:t>
                </a:r>
                <a:endParaRPr lang="ko-KR" altLang="en-US" sz="700" b="1" dirty="0">
                  <a:latin typeface="+mj-ea"/>
                  <a:ea typeface="+mj-ea"/>
                </a:endParaRPr>
              </a:p>
            </p:txBody>
          </p:sp>
          <p:sp>
            <p:nvSpPr>
              <p:cNvPr id="595" name="TextBox 594">
                <a:extLst>
                  <a:ext uri="{FF2B5EF4-FFF2-40B4-BE49-F238E27FC236}">
                    <a16:creationId xmlns:a16="http://schemas.microsoft.com/office/drawing/2014/main" id="{56543C8F-FF92-4E39-8C88-59E305866FF8}"/>
                  </a:ext>
                </a:extLst>
              </p:cNvPr>
              <p:cNvSpPr txBox="1">
                <a:spLocks/>
              </p:cNvSpPr>
              <p:nvPr/>
            </p:nvSpPr>
            <p:spPr>
              <a:xfrm>
                <a:off x="160612" y="3799511"/>
                <a:ext cx="320396" cy="200055"/>
              </a:xfrm>
              <a:prstGeom prst="rect">
                <a:avLst/>
              </a:prstGeom>
              <a:noFill/>
            </p:spPr>
            <p:txBody>
              <a:bodyPr wrap="square" rtlCol="0">
                <a:spAutoFit/>
              </a:bodyPr>
              <a:lstStyle/>
              <a:p>
                <a:r>
                  <a:rPr lang="en-US" altLang="ko-KR" sz="700" b="1" dirty="0">
                    <a:latin typeface="+mj-ea"/>
                    <a:ea typeface="+mj-ea"/>
                  </a:rPr>
                  <a:t>11</a:t>
                </a:r>
                <a:endParaRPr lang="ko-KR" altLang="en-US" sz="700" b="1" dirty="0">
                  <a:latin typeface="+mj-ea"/>
                  <a:ea typeface="+mj-ea"/>
                </a:endParaRPr>
              </a:p>
            </p:txBody>
          </p:sp>
          <p:sp>
            <p:nvSpPr>
              <p:cNvPr id="596" name="TextBox 595">
                <a:extLst>
                  <a:ext uri="{FF2B5EF4-FFF2-40B4-BE49-F238E27FC236}">
                    <a16:creationId xmlns:a16="http://schemas.microsoft.com/office/drawing/2014/main" id="{349DDB83-AC84-7C91-1A05-2F42F21BD5C3}"/>
                  </a:ext>
                </a:extLst>
              </p:cNvPr>
              <p:cNvSpPr txBox="1">
                <a:spLocks/>
              </p:cNvSpPr>
              <p:nvPr/>
            </p:nvSpPr>
            <p:spPr>
              <a:xfrm>
                <a:off x="160612" y="3987547"/>
                <a:ext cx="320396" cy="200055"/>
              </a:xfrm>
              <a:prstGeom prst="rect">
                <a:avLst/>
              </a:prstGeom>
              <a:noFill/>
            </p:spPr>
            <p:txBody>
              <a:bodyPr wrap="square" rtlCol="0">
                <a:spAutoFit/>
              </a:bodyPr>
              <a:lstStyle/>
              <a:p>
                <a:r>
                  <a:rPr lang="en-US" altLang="ko-KR" sz="700" b="1" dirty="0">
                    <a:latin typeface="+mj-ea"/>
                    <a:ea typeface="+mj-ea"/>
                  </a:rPr>
                  <a:t>12</a:t>
                </a:r>
                <a:endParaRPr lang="ko-KR" altLang="en-US" sz="700" b="1" dirty="0">
                  <a:latin typeface="+mj-ea"/>
                  <a:ea typeface="+mj-ea"/>
                </a:endParaRPr>
              </a:p>
            </p:txBody>
          </p:sp>
          <p:sp>
            <p:nvSpPr>
              <p:cNvPr id="597" name="TextBox 596">
                <a:extLst>
                  <a:ext uri="{FF2B5EF4-FFF2-40B4-BE49-F238E27FC236}">
                    <a16:creationId xmlns:a16="http://schemas.microsoft.com/office/drawing/2014/main" id="{49087A29-E2A3-3896-E36D-3010C43612C7}"/>
                  </a:ext>
                </a:extLst>
              </p:cNvPr>
              <p:cNvSpPr txBox="1">
                <a:spLocks/>
              </p:cNvSpPr>
              <p:nvPr/>
            </p:nvSpPr>
            <p:spPr>
              <a:xfrm>
                <a:off x="160612" y="4175584"/>
                <a:ext cx="320396" cy="200055"/>
              </a:xfrm>
              <a:prstGeom prst="rect">
                <a:avLst/>
              </a:prstGeom>
              <a:noFill/>
            </p:spPr>
            <p:txBody>
              <a:bodyPr wrap="square" rtlCol="0">
                <a:spAutoFit/>
              </a:bodyPr>
              <a:lstStyle/>
              <a:p>
                <a:r>
                  <a:rPr lang="en-US" altLang="ko-KR" sz="700" b="1" dirty="0">
                    <a:latin typeface="+mj-ea"/>
                    <a:ea typeface="+mj-ea"/>
                  </a:rPr>
                  <a:t>13</a:t>
                </a:r>
                <a:endParaRPr lang="ko-KR" altLang="en-US" sz="700" b="1" dirty="0">
                  <a:latin typeface="+mj-ea"/>
                  <a:ea typeface="+mj-ea"/>
                </a:endParaRPr>
              </a:p>
            </p:txBody>
          </p:sp>
          <p:sp>
            <p:nvSpPr>
              <p:cNvPr id="598" name="TextBox 597">
                <a:extLst>
                  <a:ext uri="{FF2B5EF4-FFF2-40B4-BE49-F238E27FC236}">
                    <a16:creationId xmlns:a16="http://schemas.microsoft.com/office/drawing/2014/main" id="{ABB7E08D-F9AF-BB1E-63BC-98C006B4E808}"/>
                  </a:ext>
                </a:extLst>
              </p:cNvPr>
              <p:cNvSpPr txBox="1">
                <a:spLocks/>
              </p:cNvSpPr>
              <p:nvPr/>
            </p:nvSpPr>
            <p:spPr>
              <a:xfrm>
                <a:off x="160612" y="4363620"/>
                <a:ext cx="320396" cy="200055"/>
              </a:xfrm>
              <a:prstGeom prst="rect">
                <a:avLst/>
              </a:prstGeom>
              <a:noFill/>
            </p:spPr>
            <p:txBody>
              <a:bodyPr wrap="square" rtlCol="0">
                <a:spAutoFit/>
              </a:bodyPr>
              <a:lstStyle/>
              <a:p>
                <a:r>
                  <a:rPr lang="en-US" altLang="ko-KR" sz="700" b="1" dirty="0">
                    <a:latin typeface="+mj-ea"/>
                    <a:ea typeface="+mj-ea"/>
                  </a:rPr>
                  <a:t>14</a:t>
                </a:r>
                <a:endParaRPr lang="ko-KR" altLang="en-US" sz="700" b="1" dirty="0">
                  <a:latin typeface="+mj-ea"/>
                  <a:ea typeface="+mj-ea"/>
                </a:endParaRPr>
              </a:p>
            </p:txBody>
          </p:sp>
          <p:sp>
            <p:nvSpPr>
              <p:cNvPr id="599" name="TextBox 598">
                <a:extLst>
                  <a:ext uri="{FF2B5EF4-FFF2-40B4-BE49-F238E27FC236}">
                    <a16:creationId xmlns:a16="http://schemas.microsoft.com/office/drawing/2014/main" id="{2F2E75E2-128F-ABE7-570B-E7DBB0892E2A}"/>
                  </a:ext>
                </a:extLst>
              </p:cNvPr>
              <p:cNvSpPr txBox="1">
                <a:spLocks/>
              </p:cNvSpPr>
              <p:nvPr/>
            </p:nvSpPr>
            <p:spPr>
              <a:xfrm>
                <a:off x="160612" y="4551656"/>
                <a:ext cx="320396" cy="200055"/>
              </a:xfrm>
              <a:prstGeom prst="rect">
                <a:avLst/>
              </a:prstGeom>
              <a:noFill/>
            </p:spPr>
            <p:txBody>
              <a:bodyPr wrap="square" rtlCol="0">
                <a:spAutoFit/>
              </a:bodyPr>
              <a:lstStyle/>
              <a:p>
                <a:r>
                  <a:rPr lang="en-US" altLang="ko-KR" sz="700" b="1" dirty="0">
                    <a:latin typeface="+mj-ea"/>
                    <a:ea typeface="+mj-ea"/>
                  </a:rPr>
                  <a:t>15</a:t>
                </a:r>
                <a:endParaRPr lang="ko-KR" altLang="en-US" sz="700" b="1" dirty="0">
                  <a:latin typeface="+mj-ea"/>
                  <a:ea typeface="+mj-ea"/>
                </a:endParaRPr>
              </a:p>
            </p:txBody>
          </p:sp>
          <p:sp>
            <p:nvSpPr>
              <p:cNvPr id="600" name="TextBox 599">
                <a:extLst>
                  <a:ext uri="{FF2B5EF4-FFF2-40B4-BE49-F238E27FC236}">
                    <a16:creationId xmlns:a16="http://schemas.microsoft.com/office/drawing/2014/main" id="{1B859B75-F362-9215-FA65-9298257D7DD9}"/>
                  </a:ext>
                </a:extLst>
              </p:cNvPr>
              <p:cNvSpPr txBox="1">
                <a:spLocks/>
              </p:cNvSpPr>
              <p:nvPr/>
            </p:nvSpPr>
            <p:spPr>
              <a:xfrm>
                <a:off x="160612" y="4739692"/>
                <a:ext cx="320395" cy="200055"/>
              </a:xfrm>
              <a:prstGeom prst="rect">
                <a:avLst/>
              </a:prstGeom>
              <a:noFill/>
            </p:spPr>
            <p:txBody>
              <a:bodyPr wrap="square" rtlCol="0">
                <a:spAutoFit/>
              </a:bodyPr>
              <a:lstStyle/>
              <a:p>
                <a:r>
                  <a:rPr lang="en-US" altLang="ko-KR" sz="700" b="1" dirty="0">
                    <a:latin typeface="+mj-ea"/>
                    <a:ea typeface="+mj-ea"/>
                  </a:rPr>
                  <a:t>16</a:t>
                </a:r>
                <a:endParaRPr lang="ko-KR" altLang="en-US" sz="700" b="1" dirty="0">
                  <a:latin typeface="+mj-ea"/>
                  <a:ea typeface="+mj-ea"/>
                </a:endParaRPr>
              </a:p>
            </p:txBody>
          </p:sp>
          <p:sp>
            <p:nvSpPr>
              <p:cNvPr id="601" name="TextBox 600">
                <a:extLst>
                  <a:ext uri="{FF2B5EF4-FFF2-40B4-BE49-F238E27FC236}">
                    <a16:creationId xmlns:a16="http://schemas.microsoft.com/office/drawing/2014/main" id="{8FBC816B-18B7-928B-AE44-6B4614CFAE75}"/>
                  </a:ext>
                </a:extLst>
              </p:cNvPr>
              <p:cNvSpPr txBox="1">
                <a:spLocks/>
              </p:cNvSpPr>
              <p:nvPr/>
            </p:nvSpPr>
            <p:spPr>
              <a:xfrm>
                <a:off x="160613" y="4927721"/>
                <a:ext cx="320394" cy="200055"/>
              </a:xfrm>
              <a:prstGeom prst="rect">
                <a:avLst/>
              </a:prstGeom>
              <a:noFill/>
            </p:spPr>
            <p:txBody>
              <a:bodyPr wrap="square" rtlCol="0">
                <a:spAutoFit/>
              </a:bodyPr>
              <a:lstStyle/>
              <a:p>
                <a:r>
                  <a:rPr lang="en-US" altLang="ko-KR" sz="700" b="1" dirty="0">
                    <a:latin typeface="+mj-ea"/>
                    <a:ea typeface="+mj-ea"/>
                  </a:rPr>
                  <a:t>17</a:t>
                </a:r>
                <a:endParaRPr lang="ko-KR" altLang="en-US" sz="700" b="1" dirty="0">
                  <a:latin typeface="+mj-ea"/>
                  <a:ea typeface="+mj-ea"/>
                </a:endParaRPr>
              </a:p>
            </p:txBody>
          </p:sp>
        </p:grpSp>
        <p:grpSp>
          <p:nvGrpSpPr>
            <p:cNvPr id="459" name="그룹 458">
              <a:extLst>
                <a:ext uri="{FF2B5EF4-FFF2-40B4-BE49-F238E27FC236}">
                  <a16:creationId xmlns:a16="http://schemas.microsoft.com/office/drawing/2014/main" id="{6ADD08C2-B47E-835A-3F44-B5C02ACF305B}"/>
                </a:ext>
              </a:extLst>
            </p:cNvPr>
            <p:cNvGrpSpPr/>
            <p:nvPr/>
          </p:nvGrpSpPr>
          <p:grpSpPr>
            <a:xfrm>
              <a:off x="4653173" y="1128771"/>
              <a:ext cx="676648" cy="3208633"/>
              <a:chOff x="4571522" y="1078667"/>
              <a:chExt cx="676648" cy="3208633"/>
            </a:xfrm>
          </p:grpSpPr>
          <p:sp>
            <p:nvSpPr>
              <p:cNvPr id="568" name="TextBox 567">
                <a:extLst>
                  <a:ext uri="{FF2B5EF4-FFF2-40B4-BE49-F238E27FC236}">
                    <a16:creationId xmlns:a16="http://schemas.microsoft.com/office/drawing/2014/main" id="{FE2C4FF4-F421-5D3C-98A6-2AE3415EAA26}"/>
                  </a:ext>
                </a:extLst>
              </p:cNvPr>
              <p:cNvSpPr txBox="1">
                <a:spLocks/>
              </p:cNvSpPr>
              <p:nvPr/>
            </p:nvSpPr>
            <p:spPr>
              <a:xfrm>
                <a:off x="4793134" y="1078667"/>
                <a:ext cx="455035" cy="200055"/>
              </a:xfrm>
              <a:prstGeom prst="rect">
                <a:avLst/>
              </a:prstGeom>
              <a:noFill/>
            </p:spPr>
            <p:txBody>
              <a:bodyPr wrap="square" rtlCol="0">
                <a:spAutoFit/>
              </a:bodyPr>
              <a:lstStyle/>
              <a:p>
                <a:pPr algn="r"/>
                <a:r>
                  <a:rPr lang="en-US" altLang="ko-KR" sz="700" b="1" dirty="0">
                    <a:latin typeface="+mj-ea"/>
                    <a:ea typeface="+mj-ea"/>
                  </a:rPr>
                  <a:t>51</a:t>
                </a:r>
                <a:endParaRPr lang="ko-KR" altLang="en-US" sz="700" b="1" dirty="0">
                  <a:latin typeface="+mj-ea"/>
                  <a:ea typeface="+mj-ea"/>
                </a:endParaRPr>
              </a:p>
            </p:txBody>
          </p:sp>
          <p:sp>
            <p:nvSpPr>
              <p:cNvPr id="569" name="TextBox 568">
                <a:extLst>
                  <a:ext uri="{FF2B5EF4-FFF2-40B4-BE49-F238E27FC236}">
                    <a16:creationId xmlns:a16="http://schemas.microsoft.com/office/drawing/2014/main" id="{21817441-DE6C-1C3E-3A59-08A7E57B7547}"/>
                  </a:ext>
                </a:extLst>
              </p:cNvPr>
              <p:cNvSpPr txBox="1">
                <a:spLocks/>
              </p:cNvSpPr>
              <p:nvPr/>
            </p:nvSpPr>
            <p:spPr>
              <a:xfrm>
                <a:off x="4793134" y="1267114"/>
                <a:ext cx="455035" cy="200055"/>
              </a:xfrm>
              <a:prstGeom prst="rect">
                <a:avLst/>
              </a:prstGeom>
              <a:noFill/>
            </p:spPr>
            <p:txBody>
              <a:bodyPr wrap="square" rtlCol="0">
                <a:spAutoFit/>
              </a:bodyPr>
              <a:lstStyle/>
              <a:p>
                <a:pPr algn="r"/>
                <a:r>
                  <a:rPr lang="en-US" altLang="ko-KR" sz="700" b="1" dirty="0">
                    <a:latin typeface="+mj-ea"/>
                    <a:ea typeface="+mj-ea"/>
                  </a:rPr>
                  <a:t>50</a:t>
                </a:r>
                <a:endParaRPr lang="ko-KR" altLang="en-US" sz="700" b="1" dirty="0">
                  <a:latin typeface="+mj-ea"/>
                  <a:ea typeface="+mj-ea"/>
                </a:endParaRPr>
              </a:p>
            </p:txBody>
          </p:sp>
          <p:sp>
            <p:nvSpPr>
              <p:cNvPr id="570" name="TextBox 569">
                <a:extLst>
                  <a:ext uri="{FF2B5EF4-FFF2-40B4-BE49-F238E27FC236}">
                    <a16:creationId xmlns:a16="http://schemas.microsoft.com/office/drawing/2014/main" id="{C07AFEAA-3121-5983-62C2-C80BF4155B29}"/>
                  </a:ext>
                </a:extLst>
              </p:cNvPr>
              <p:cNvSpPr txBox="1">
                <a:spLocks/>
              </p:cNvSpPr>
              <p:nvPr/>
            </p:nvSpPr>
            <p:spPr>
              <a:xfrm>
                <a:off x="4793134" y="1455151"/>
                <a:ext cx="455035" cy="200055"/>
              </a:xfrm>
              <a:prstGeom prst="rect">
                <a:avLst/>
              </a:prstGeom>
              <a:noFill/>
            </p:spPr>
            <p:txBody>
              <a:bodyPr wrap="square" rtlCol="0">
                <a:spAutoFit/>
              </a:bodyPr>
              <a:lstStyle/>
              <a:p>
                <a:pPr algn="r"/>
                <a:r>
                  <a:rPr lang="en-US" altLang="ko-KR" sz="700" b="1" dirty="0">
                    <a:latin typeface="+mj-ea"/>
                    <a:ea typeface="+mj-ea"/>
                  </a:rPr>
                  <a:t>49</a:t>
                </a:r>
                <a:endParaRPr lang="ko-KR" altLang="en-US" sz="700" b="1" dirty="0">
                  <a:latin typeface="+mj-ea"/>
                  <a:ea typeface="+mj-ea"/>
                </a:endParaRPr>
              </a:p>
            </p:txBody>
          </p:sp>
          <p:sp>
            <p:nvSpPr>
              <p:cNvPr id="571" name="TextBox 570">
                <a:extLst>
                  <a:ext uri="{FF2B5EF4-FFF2-40B4-BE49-F238E27FC236}">
                    <a16:creationId xmlns:a16="http://schemas.microsoft.com/office/drawing/2014/main" id="{4AE8CD3F-7520-B05D-0556-D3D3872A00A8}"/>
                  </a:ext>
                </a:extLst>
              </p:cNvPr>
              <p:cNvSpPr txBox="1">
                <a:spLocks/>
              </p:cNvSpPr>
              <p:nvPr/>
            </p:nvSpPr>
            <p:spPr>
              <a:xfrm>
                <a:off x="4793134" y="1643188"/>
                <a:ext cx="455035" cy="200055"/>
              </a:xfrm>
              <a:prstGeom prst="rect">
                <a:avLst/>
              </a:prstGeom>
              <a:noFill/>
            </p:spPr>
            <p:txBody>
              <a:bodyPr wrap="square" rtlCol="0">
                <a:spAutoFit/>
              </a:bodyPr>
              <a:lstStyle/>
              <a:p>
                <a:pPr algn="r"/>
                <a:r>
                  <a:rPr lang="en-US" altLang="ko-KR" sz="700" b="1" dirty="0">
                    <a:latin typeface="+mj-ea"/>
                    <a:ea typeface="+mj-ea"/>
                  </a:rPr>
                  <a:t>48</a:t>
                </a:r>
                <a:endParaRPr lang="ko-KR" altLang="en-US" sz="700" b="1" dirty="0">
                  <a:latin typeface="+mj-ea"/>
                  <a:ea typeface="+mj-ea"/>
                </a:endParaRPr>
              </a:p>
            </p:txBody>
          </p:sp>
          <p:sp>
            <p:nvSpPr>
              <p:cNvPr id="572" name="TextBox 571">
                <a:extLst>
                  <a:ext uri="{FF2B5EF4-FFF2-40B4-BE49-F238E27FC236}">
                    <a16:creationId xmlns:a16="http://schemas.microsoft.com/office/drawing/2014/main" id="{5953EBA6-5E73-9626-BDC9-E84AD81A7959}"/>
                  </a:ext>
                </a:extLst>
              </p:cNvPr>
              <p:cNvSpPr txBox="1">
                <a:spLocks/>
              </p:cNvSpPr>
              <p:nvPr/>
            </p:nvSpPr>
            <p:spPr>
              <a:xfrm>
                <a:off x="4793134" y="1831225"/>
                <a:ext cx="455035" cy="200055"/>
              </a:xfrm>
              <a:prstGeom prst="rect">
                <a:avLst/>
              </a:prstGeom>
              <a:noFill/>
            </p:spPr>
            <p:txBody>
              <a:bodyPr wrap="square" rtlCol="0">
                <a:spAutoFit/>
              </a:bodyPr>
              <a:lstStyle/>
              <a:p>
                <a:pPr algn="r"/>
                <a:r>
                  <a:rPr lang="en-US" altLang="ko-KR" sz="700" b="1" dirty="0">
                    <a:latin typeface="+mj-ea"/>
                    <a:ea typeface="+mj-ea"/>
                  </a:rPr>
                  <a:t>47</a:t>
                </a:r>
                <a:endParaRPr lang="ko-KR" altLang="en-US" sz="700" b="1" dirty="0">
                  <a:latin typeface="+mj-ea"/>
                  <a:ea typeface="+mj-ea"/>
                </a:endParaRPr>
              </a:p>
            </p:txBody>
          </p:sp>
          <p:sp>
            <p:nvSpPr>
              <p:cNvPr id="573" name="TextBox 572">
                <a:extLst>
                  <a:ext uri="{FF2B5EF4-FFF2-40B4-BE49-F238E27FC236}">
                    <a16:creationId xmlns:a16="http://schemas.microsoft.com/office/drawing/2014/main" id="{E9B96DF1-7161-F8C5-C17E-CDE8C209EC78}"/>
                  </a:ext>
                </a:extLst>
              </p:cNvPr>
              <p:cNvSpPr txBox="1">
                <a:spLocks/>
              </p:cNvSpPr>
              <p:nvPr/>
            </p:nvSpPr>
            <p:spPr>
              <a:xfrm>
                <a:off x="4793134" y="2019262"/>
                <a:ext cx="455035" cy="200055"/>
              </a:xfrm>
              <a:prstGeom prst="rect">
                <a:avLst/>
              </a:prstGeom>
              <a:noFill/>
            </p:spPr>
            <p:txBody>
              <a:bodyPr wrap="square" rtlCol="0">
                <a:spAutoFit/>
              </a:bodyPr>
              <a:lstStyle/>
              <a:p>
                <a:pPr algn="r"/>
                <a:r>
                  <a:rPr lang="en-US" altLang="ko-KR" sz="700" b="1" dirty="0">
                    <a:latin typeface="+mj-ea"/>
                    <a:ea typeface="+mj-ea"/>
                  </a:rPr>
                  <a:t>46</a:t>
                </a:r>
                <a:endParaRPr lang="ko-KR" altLang="en-US" sz="700" b="1" dirty="0">
                  <a:latin typeface="+mj-ea"/>
                  <a:ea typeface="+mj-ea"/>
                </a:endParaRPr>
              </a:p>
            </p:txBody>
          </p:sp>
          <p:sp>
            <p:nvSpPr>
              <p:cNvPr id="574" name="TextBox 573">
                <a:extLst>
                  <a:ext uri="{FF2B5EF4-FFF2-40B4-BE49-F238E27FC236}">
                    <a16:creationId xmlns:a16="http://schemas.microsoft.com/office/drawing/2014/main" id="{6F3DC6E1-A031-E585-0874-3B98FD9D50D9}"/>
                  </a:ext>
                </a:extLst>
              </p:cNvPr>
              <p:cNvSpPr txBox="1">
                <a:spLocks/>
              </p:cNvSpPr>
              <p:nvPr/>
            </p:nvSpPr>
            <p:spPr>
              <a:xfrm>
                <a:off x="4793134" y="2207299"/>
                <a:ext cx="455035" cy="200055"/>
              </a:xfrm>
              <a:prstGeom prst="rect">
                <a:avLst/>
              </a:prstGeom>
              <a:noFill/>
            </p:spPr>
            <p:txBody>
              <a:bodyPr wrap="square" rtlCol="0">
                <a:spAutoFit/>
              </a:bodyPr>
              <a:lstStyle/>
              <a:p>
                <a:pPr algn="r"/>
                <a:r>
                  <a:rPr lang="en-US" altLang="ko-KR" sz="700" b="1" dirty="0">
                    <a:latin typeface="+mj-ea"/>
                    <a:ea typeface="+mj-ea"/>
                  </a:rPr>
                  <a:t>45</a:t>
                </a:r>
                <a:endParaRPr lang="ko-KR" altLang="en-US" sz="700" b="1" dirty="0">
                  <a:latin typeface="+mj-ea"/>
                  <a:ea typeface="+mj-ea"/>
                </a:endParaRPr>
              </a:p>
            </p:txBody>
          </p:sp>
          <p:sp>
            <p:nvSpPr>
              <p:cNvPr id="575" name="TextBox 574">
                <a:extLst>
                  <a:ext uri="{FF2B5EF4-FFF2-40B4-BE49-F238E27FC236}">
                    <a16:creationId xmlns:a16="http://schemas.microsoft.com/office/drawing/2014/main" id="{0C74611F-6C4E-D27D-8D24-DC0A664F1DBB}"/>
                  </a:ext>
                </a:extLst>
              </p:cNvPr>
              <p:cNvSpPr txBox="1">
                <a:spLocks/>
              </p:cNvSpPr>
              <p:nvPr/>
            </p:nvSpPr>
            <p:spPr>
              <a:xfrm>
                <a:off x="4793134" y="2395336"/>
                <a:ext cx="455035" cy="200055"/>
              </a:xfrm>
              <a:prstGeom prst="rect">
                <a:avLst/>
              </a:prstGeom>
              <a:noFill/>
            </p:spPr>
            <p:txBody>
              <a:bodyPr wrap="square" rtlCol="0">
                <a:spAutoFit/>
              </a:bodyPr>
              <a:lstStyle/>
              <a:p>
                <a:pPr algn="r"/>
                <a:r>
                  <a:rPr lang="en-US" altLang="ko-KR" sz="700" b="1" dirty="0">
                    <a:latin typeface="+mj-ea"/>
                    <a:ea typeface="+mj-ea"/>
                  </a:rPr>
                  <a:t>44</a:t>
                </a:r>
                <a:endParaRPr lang="ko-KR" altLang="en-US" sz="700" b="1" dirty="0">
                  <a:latin typeface="+mj-ea"/>
                  <a:ea typeface="+mj-ea"/>
                </a:endParaRPr>
              </a:p>
            </p:txBody>
          </p:sp>
          <p:sp>
            <p:nvSpPr>
              <p:cNvPr id="576" name="TextBox 575">
                <a:extLst>
                  <a:ext uri="{FF2B5EF4-FFF2-40B4-BE49-F238E27FC236}">
                    <a16:creationId xmlns:a16="http://schemas.microsoft.com/office/drawing/2014/main" id="{1D853546-7D3E-09AF-9888-B47EABAA854A}"/>
                  </a:ext>
                </a:extLst>
              </p:cNvPr>
              <p:cNvSpPr txBox="1">
                <a:spLocks/>
              </p:cNvSpPr>
              <p:nvPr/>
            </p:nvSpPr>
            <p:spPr>
              <a:xfrm>
                <a:off x="4793134" y="2583373"/>
                <a:ext cx="455035" cy="200055"/>
              </a:xfrm>
              <a:prstGeom prst="rect">
                <a:avLst/>
              </a:prstGeom>
              <a:noFill/>
            </p:spPr>
            <p:txBody>
              <a:bodyPr wrap="square" rtlCol="0">
                <a:spAutoFit/>
              </a:bodyPr>
              <a:lstStyle/>
              <a:p>
                <a:pPr algn="r"/>
                <a:r>
                  <a:rPr lang="en-US" altLang="ko-KR" sz="700" b="1" dirty="0">
                    <a:latin typeface="+mj-ea"/>
                    <a:ea typeface="+mj-ea"/>
                  </a:rPr>
                  <a:t>43</a:t>
                </a:r>
                <a:endParaRPr lang="ko-KR" altLang="en-US" sz="700" b="1" dirty="0">
                  <a:latin typeface="+mj-ea"/>
                  <a:ea typeface="+mj-ea"/>
                </a:endParaRPr>
              </a:p>
            </p:txBody>
          </p:sp>
          <p:sp>
            <p:nvSpPr>
              <p:cNvPr id="577" name="TextBox 576">
                <a:extLst>
                  <a:ext uri="{FF2B5EF4-FFF2-40B4-BE49-F238E27FC236}">
                    <a16:creationId xmlns:a16="http://schemas.microsoft.com/office/drawing/2014/main" id="{A2D7C9A1-3173-69BF-CE50-532F314456BC}"/>
                  </a:ext>
                </a:extLst>
              </p:cNvPr>
              <p:cNvSpPr txBox="1">
                <a:spLocks/>
              </p:cNvSpPr>
              <p:nvPr/>
            </p:nvSpPr>
            <p:spPr>
              <a:xfrm>
                <a:off x="4571522" y="2771410"/>
                <a:ext cx="676647" cy="200055"/>
              </a:xfrm>
              <a:prstGeom prst="rect">
                <a:avLst/>
              </a:prstGeom>
              <a:noFill/>
            </p:spPr>
            <p:txBody>
              <a:bodyPr wrap="square" rtlCol="0">
                <a:spAutoFit/>
              </a:bodyPr>
              <a:lstStyle/>
              <a:p>
                <a:pPr algn="r"/>
                <a:r>
                  <a:rPr lang="en-US" altLang="ko-KR" sz="700" b="1" dirty="0">
                    <a:latin typeface="+mj-ea"/>
                    <a:ea typeface="+mj-ea"/>
                  </a:rPr>
                  <a:t>42</a:t>
                </a:r>
                <a:endParaRPr lang="ko-KR" altLang="en-US" sz="700" b="1" dirty="0">
                  <a:latin typeface="+mj-ea"/>
                  <a:ea typeface="+mj-ea"/>
                </a:endParaRPr>
              </a:p>
            </p:txBody>
          </p:sp>
          <p:sp>
            <p:nvSpPr>
              <p:cNvPr id="578" name="TextBox 577">
                <a:extLst>
                  <a:ext uri="{FF2B5EF4-FFF2-40B4-BE49-F238E27FC236}">
                    <a16:creationId xmlns:a16="http://schemas.microsoft.com/office/drawing/2014/main" id="{FDE67CB8-654C-D5B4-7D9B-E486BA9BC6A2}"/>
                  </a:ext>
                </a:extLst>
              </p:cNvPr>
              <p:cNvSpPr txBox="1">
                <a:spLocks/>
              </p:cNvSpPr>
              <p:nvPr/>
            </p:nvSpPr>
            <p:spPr>
              <a:xfrm>
                <a:off x="4571523" y="2959446"/>
                <a:ext cx="676645" cy="200055"/>
              </a:xfrm>
              <a:prstGeom prst="rect">
                <a:avLst/>
              </a:prstGeom>
              <a:noFill/>
            </p:spPr>
            <p:txBody>
              <a:bodyPr wrap="square" rtlCol="0">
                <a:spAutoFit/>
              </a:bodyPr>
              <a:lstStyle/>
              <a:p>
                <a:pPr algn="r"/>
                <a:r>
                  <a:rPr lang="en-US" altLang="ko-KR" sz="700" b="1" dirty="0">
                    <a:latin typeface="+mj-ea"/>
                    <a:ea typeface="+mj-ea"/>
                  </a:rPr>
                  <a:t>41</a:t>
                </a:r>
                <a:endParaRPr lang="ko-KR" altLang="en-US" sz="700" b="1" dirty="0">
                  <a:latin typeface="+mj-ea"/>
                  <a:ea typeface="+mj-ea"/>
                </a:endParaRPr>
              </a:p>
            </p:txBody>
          </p:sp>
          <p:sp>
            <p:nvSpPr>
              <p:cNvPr id="579" name="TextBox 578">
                <a:extLst>
                  <a:ext uri="{FF2B5EF4-FFF2-40B4-BE49-F238E27FC236}">
                    <a16:creationId xmlns:a16="http://schemas.microsoft.com/office/drawing/2014/main" id="{0F07B31C-9BCE-0017-136A-EFA54309DD42}"/>
                  </a:ext>
                </a:extLst>
              </p:cNvPr>
              <p:cNvSpPr txBox="1">
                <a:spLocks/>
              </p:cNvSpPr>
              <p:nvPr/>
            </p:nvSpPr>
            <p:spPr>
              <a:xfrm>
                <a:off x="4571523" y="3147482"/>
                <a:ext cx="676645" cy="200055"/>
              </a:xfrm>
              <a:prstGeom prst="rect">
                <a:avLst/>
              </a:prstGeom>
              <a:noFill/>
            </p:spPr>
            <p:txBody>
              <a:bodyPr wrap="square" rtlCol="0">
                <a:spAutoFit/>
              </a:bodyPr>
              <a:lstStyle/>
              <a:p>
                <a:pPr algn="r"/>
                <a:r>
                  <a:rPr lang="en-US" altLang="ko-KR" sz="700" b="1" dirty="0">
                    <a:latin typeface="+mj-ea"/>
                    <a:ea typeface="+mj-ea"/>
                  </a:rPr>
                  <a:t>40</a:t>
                </a:r>
                <a:endParaRPr lang="ko-KR" altLang="en-US" sz="700" b="1" dirty="0">
                  <a:latin typeface="+mj-ea"/>
                  <a:ea typeface="+mj-ea"/>
                </a:endParaRPr>
              </a:p>
            </p:txBody>
          </p:sp>
          <p:sp>
            <p:nvSpPr>
              <p:cNvPr id="580" name="TextBox 579">
                <a:extLst>
                  <a:ext uri="{FF2B5EF4-FFF2-40B4-BE49-F238E27FC236}">
                    <a16:creationId xmlns:a16="http://schemas.microsoft.com/office/drawing/2014/main" id="{48AEFE45-B827-C0F3-3C07-EC0A0550E63E}"/>
                  </a:ext>
                </a:extLst>
              </p:cNvPr>
              <p:cNvSpPr txBox="1">
                <a:spLocks/>
              </p:cNvSpPr>
              <p:nvPr/>
            </p:nvSpPr>
            <p:spPr>
              <a:xfrm>
                <a:off x="4571523" y="3335519"/>
                <a:ext cx="676645" cy="200055"/>
              </a:xfrm>
              <a:prstGeom prst="rect">
                <a:avLst/>
              </a:prstGeom>
              <a:noFill/>
            </p:spPr>
            <p:txBody>
              <a:bodyPr wrap="square" rtlCol="0">
                <a:spAutoFit/>
              </a:bodyPr>
              <a:lstStyle/>
              <a:p>
                <a:pPr algn="r"/>
                <a:r>
                  <a:rPr lang="en-US" altLang="ko-KR" sz="700" b="1" dirty="0">
                    <a:latin typeface="+mj-ea"/>
                    <a:ea typeface="+mj-ea"/>
                  </a:rPr>
                  <a:t>39</a:t>
                </a:r>
                <a:endParaRPr lang="ko-KR" altLang="en-US" sz="700" b="1" dirty="0">
                  <a:latin typeface="+mj-ea"/>
                  <a:ea typeface="+mj-ea"/>
                </a:endParaRPr>
              </a:p>
            </p:txBody>
          </p:sp>
          <p:sp>
            <p:nvSpPr>
              <p:cNvPr id="581" name="TextBox 580">
                <a:extLst>
                  <a:ext uri="{FF2B5EF4-FFF2-40B4-BE49-F238E27FC236}">
                    <a16:creationId xmlns:a16="http://schemas.microsoft.com/office/drawing/2014/main" id="{B717893F-CCCB-4377-7DE4-FC1F6CA829DE}"/>
                  </a:ext>
                </a:extLst>
              </p:cNvPr>
              <p:cNvSpPr txBox="1">
                <a:spLocks/>
              </p:cNvSpPr>
              <p:nvPr/>
            </p:nvSpPr>
            <p:spPr>
              <a:xfrm>
                <a:off x="4571523" y="3523555"/>
                <a:ext cx="676645" cy="200055"/>
              </a:xfrm>
              <a:prstGeom prst="rect">
                <a:avLst/>
              </a:prstGeom>
              <a:noFill/>
            </p:spPr>
            <p:txBody>
              <a:bodyPr wrap="square" rtlCol="0">
                <a:spAutoFit/>
              </a:bodyPr>
              <a:lstStyle/>
              <a:p>
                <a:pPr algn="r"/>
                <a:r>
                  <a:rPr lang="en-US" altLang="ko-KR" sz="700" b="1" dirty="0">
                    <a:latin typeface="+mj-ea"/>
                    <a:ea typeface="+mj-ea"/>
                  </a:rPr>
                  <a:t>38</a:t>
                </a:r>
                <a:endParaRPr lang="ko-KR" altLang="en-US" sz="700" b="1" dirty="0">
                  <a:latin typeface="+mj-ea"/>
                  <a:ea typeface="+mj-ea"/>
                </a:endParaRPr>
              </a:p>
            </p:txBody>
          </p:sp>
          <p:sp>
            <p:nvSpPr>
              <p:cNvPr id="582" name="TextBox 581">
                <a:extLst>
                  <a:ext uri="{FF2B5EF4-FFF2-40B4-BE49-F238E27FC236}">
                    <a16:creationId xmlns:a16="http://schemas.microsoft.com/office/drawing/2014/main" id="{CD20A309-2345-8EB3-0904-CE5F72586B9E}"/>
                  </a:ext>
                </a:extLst>
              </p:cNvPr>
              <p:cNvSpPr txBox="1">
                <a:spLocks/>
              </p:cNvSpPr>
              <p:nvPr/>
            </p:nvSpPr>
            <p:spPr>
              <a:xfrm>
                <a:off x="4571523" y="3711591"/>
                <a:ext cx="676645" cy="200055"/>
              </a:xfrm>
              <a:prstGeom prst="rect">
                <a:avLst/>
              </a:prstGeom>
              <a:noFill/>
            </p:spPr>
            <p:txBody>
              <a:bodyPr wrap="square" rtlCol="0">
                <a:spAutoFit/>
              </a:bodyPr>
              <a:lstStyle/>
              <a:p>
                <a:pPr algn="r"/>
                <a:r>
                  <a:rPr lang="en-US" altLang="ko-KR" sz="700" b="1" dirty="0">
                    <a:latin typeface="+mj-ea"/>
                    <a:ea typeface="+mj-ea"/>
                  </a:rPr>
                  <a:t>37</a:t>
                </a:r>
                <a:endParaRPr lang="ko-KR" altLang="en-US" sz="700" b="1" dirty="0">
                  <a:latin typeface="+mj-ea"/>
                  <a:ea typeface="+mj-ea"/>
                </a:endParaRPr>
              </a:p>
            </p:txBody>
          </p:sp>
          <p:sp>
            <p:nvSpPr>
              <p:cNvPr id="583" name="TextBox 582">
                <a:extLst>
                  <a:ext uri="{FF2B5EF4-FFF2-40B4-BE49-F238E27FC236}">
                    <a16:creationId xmlns:a16="http://schemas.microsoft.com/office/drawing/2014/main" id="{A7F4BFBE-2187-4A07-1B3D-EB9721404A24}"/>
                  </a:ext>
                </a:extLst>
              </p:cNvPr>
              <p:cNvSpPr txBox="1">
                <a:spLocks/>
              </p:cNvSpPr>
              <p:nvPr/>
            </p:nvSpPr>
            <p:spPr>
              <a:xfrm>
                <a:off x="4571528" y="3899627"/>
                <a:ext cx="676642" cy="200055"/>
              </a:xfrm>
              <a:prstGeom prst="rect">
                <a:avLst/>
              </a:prstGeom>
              <a:noFill/>
            </p:spPr>
            <p:txBody>
              <a:bodyPr wrap="square" rtlCol="0">
                <a:spAutoFit/>
              </a:bodyPr>
              <a:lstStyle/>
              <a:p>
                <a:pPr algn="r"/>
                <a:r>
                  <a:rPr lang="en-US" altLang="ko-KR" sz="700" b="1" dirty="0">
                    <a:latin typeface="+mj-ea"/>
                    <a:ea typeface="+mj-ea"/>
                  </a:rPr>
                  <a:t>36</a:t>
                </a:r>
                <a:endParaRPr lang="ko-KR" altLang="en-US" sz="700" b="1" dirty="0">
                  <a:latin typeface="+mj-ea"/>
                  <a:ea typeface="+mj-ea"/>
                </a:endParaRPr>
              </a:p>
            </p:txBody>
          </p:sp>
          <p:sp>
            <p:nvSpPr>
              <p:cNvPr id="584" name="TextBox 583">
                <a:extLst>
                  <a:ext uri="{FF2B5EF4-FFF2-40B4-BE49-F238E27FC236}">
                    <a16:creationId xmlns:a16="http://schemas.microsoft.com/office/drawing/2014/main" id="{DAAC3E15-E4FE-F9AC-F5B4-CC0F2D3E4522}"/>
                  </a:ext>
                </a:extLst>
              </p:cNvPr>
              <p:cNvSpPr txBox="1">
                <a:spLocks/>
              </p:cNvSpPr>
              <p:nvPr/>
            </p:nvSpPr>
            <p:spPr>
              <a:xfrm>
                <a:off x="4571528" y="4087245"/>
                <a:ext cx="676641" cy="200055"/>
              </a:xfrm>
              <a:prstGeom prst="rect">
                <a:avLst/>
              </a:prstGeom>
              <a:noFill/>
            </p:spPr>
            <p:txBody>
              <a:bodyPr wrap="square" rtlCol="0">
                <a:spAutoFit/>
              </a:bodyPr>
              <a:lstStyle/>
              <a:p>
                <a:pPr algn="r"/>
                <a:r>
                  <a:rPr lang="en-US" altLang="ko-KR" sz="700" b="1" dirty="0">
                    <a:latin typeface="+mj-ea"/>
                    <a:ea typeface="+mj-ea"/>
                  </a:rPr>
                  <a:t>35</a:t>
                </a:r>
                <a:endParaRPr lang="ko-KR" altLang="en-US" sz="700" b="1" dirty="0">
                  <a:latin typeface="+mj-ea"/>
                  <a:ea typeface="+mj-ea"/>
                </a:endParaRPr>
              </a:p>
            </p:txBody>
          </p:sp>
        </p:grpSp>
        <p:grpSp>
          <p:nvGrpSpPr>
            <p:cNvPr id="460" name="그룹 459">
              <a:extLst>
                <a:ext uri="{FF2B5EF4-FFF2-40B4-BE49-F238E27FC236}">
                  <a16:creationId xmlns:a16="http://schemas.microsoft.com/office/drawing/2014/main" id="{0E34BCAD-6481-8F5B-3C05-F19CE9C67E70}"/>
                </a:ext>
              </a:extLst>
            </p:cNvPr>
            <p:cNvGrpSpPr>
              <a:grpSpLocks/>
            </p:cNvGrpSpPr>
            <p:nvPr/>
          </p:nvGrpSpPr>
          <p:grpSpPr>
            <a:xfrm rot="16200000">
              <a:off x="3144426" y="2860773"/>
              <a:ext cx="458776" cy="3208640"/>
              <a:chOff x="160612" y="1926832"/>
              <a:chExt cx="320398" cy="3208640"/>
            </a:xfrm>
          </p:grpSpPr>
          <p:sp>
            <p:nvSpPr>
              <p:cNvPr id="551" name="TextBox 550">
                <a:extLst>
                  <a:ext uri="{FF2B5EF4-FFF2-40B4-BE49-F238E27FC236}">
                    <a16:creationId xmlns:a16="http://schemas.microsoft.com/office/drawing/2014/main" id="{FDD7290D-3CAB-345F-76DA-0E7EDF30C0E4}"/>
                  </a:ext>
                </a:extLst>
              </p:cNvPr>
              <p:cNvSpPr txBox="1">
                <a:spLocks/>
              </p:cNvSpPr>
              <p:nvPr/>
            </p:nvSpPr>
            <p:spPr>
              <a:xfrm>
                <a:off x="160615" y="1926832"/>
                <a:ext cx="215463" cy="200055"/>
              </a:xfrm>
              <a:prstGeom prst="rect">
                <a:avLst/>
              </a:prstGeom>
              <a:noFill/>
            </p:spPr>
            <p:txBody>
              <a:bodyPr wrap="square" rtlCol="0">
                <a:spAutoFit/>
              </a:bodyPr>
              <a:lstStyle/>
              <a:p>
                <a:r>
                  <a:rPr lang="en-US" altLang="ko-KR" sz="700" b="1" dirty="0">
                    <a:latin typeface="+mj-ea"/>
                    <a:ea typeface="+mj-ea"/>
                  </a:rPr>
                  <a:t>18</a:t>
                </a:r>
                <a:endParaRPr lang="ko-KR" altLang="en-US" sz="700" b="1" dirty="0">
                  <a:latin typeface="+mj-ea"/>
                  <a:ea typeface="+mj-ea"/>
                </a:endParaRPr>
              </a:p>
            </p:txBody>
          </p:sp>
          <p:sp>
            <p:nvSpPr>
              <p:cNvPr id="552" name="TextBox 551">
                <a:extLst>
                  <a:ext uri="{FF2B5EF4-FFF2-40B4-BE49-F238E27FC236}">
                    <a16:creationId xmlns:a16="http://schemas.microsoft.com/office/drawing/2014/main" id="{B4EC10DF-02F7-FD8B-713C-8C82398418F8}"/>
                  </a:ext>
                </a:extLst>
              </p:cNvPr>
              <p:cNvSpPr txBox="1">
                <a:spLocks/>
              </p:cNvSpPr>
              <p:nvPr/>
            </p:nvSpPr>
            <p:spPr>
              <a:xfrm>
                <a:off x="160614" y="2114870"/>
                <a:ext cx="215463" cy="200055"/>
              </a:xfrm>
              <a:prstGeom prst="rect">
                <a:avLst/>
              </a:prstGeom>
              <a:noFill/>
            </p:spPr>
            <p:txBody>
              <a:bodyPr wrap="square" rtlCol="0">
                <a:spAutoFit/>
              </a:bodyPr>
              <a:lstStyle/>
              <a:p>
                <a:r>
                  <a:rPr lang="en-US" altLang="ko-KR" sz="700" b="1" dirty="0">
                    <a:latin typeface="+mj-ea"/>
                    <a:ea typeface="+mj-ea"/>
                  </a:rPr>
                  <a:t>19</a:t>
                </a:r>
                <a:endParaRPr lang="ko-KR" altLang="en-US" sz="700" b="1" dirty="0">
                  <a:latin typeface="+mj-ea"/>
                  <a:ea typeface="+mj-ea"/>
                </a:endParaRPr>
              </a:p>
            </p:txBody>
          </p:sp>
          <p:sp>
            <p:nvSpPr>
              <p:cNvPr id="553" name="TextBox 552">
                <a:extLst>
                  <a:ext uri="{FF2B5EF4-FFF2-40B4-BE49-F238E27FC236}">
                    <a16:creationId xmlns:a16="http://schemas.microsoft.com/office/drawing/2014/main" id="{1F1878C0-8C47-4C93-54D6-98D2400BB22B}"/>
                  </a:ext>
                </a:extLst>
              </p:cNvPr>
              <p:cNvSpPr txBox="1">
                <a:spLocks/>
              </p:cNvSpPr>
              <p:nvPr/>
            </p:nvSpPr>
            <p:spPr>
              <a:xfrm>
                <a:off x="160614" y="2302907"/>
                <a:ext cx="215463" cy="200055"/>
              </a:xfrm>
              <a:prstGeom prst="rect">
                <a:avLst/>
              </a:prstGeom>
              <a:noFill/>
            </p:spPr>
            <p:txBody>
              <a:bodyPr wrap="square" rtlCol="0">
                <a:spAutoFit/>
              </a:bodyPr>
              <a:lstStyle/>
              <a:p>
                <a:r>
                  <a:rPr lang="en-US" altLang="ko-KR" sz="700" b="1" dirty="0">
                    <a:latin typeface="+mj-ea"/>
                    <a:ea typeface="+mj-ea"/>
                  </a:rPr>
                  <a:t>20</a:t>
                </a:r>
                <a:endParaRPr lang="ko-KR" altLang="en-US" sz="700" b="1" dirty="0">
                  <a:latin typeface="+mj-ea"/>
                  <a:ea typeface="+mj-ea"/>
                </a:endParaRPr>
              </a:p>
            </p:txBody>
          </p:sp>
          <p:sp>
            <p:nvSpPr>
              <p:cNvPr id="554" name="TextBox 553">
                <a:extLst>
                  <a:ext uri="{FF2B5EF4-FFF2-40B4-BE49-F238E27FC236}">
                    <a16:creationId xmlns:a16="http://schemas.microsoft.com/office/drawing/2014/main" id="{4519DB8D-1167-5E89-CF6B-DBEED8D06B95}"/>
                  </a:ext>
                </a:extLst>
              </p:cNvPr>
              <p:cNvSpPr txBox="1">
                <a:spLocks/>
              </p:cNvSpPr>
              <p:nvPr/>
            </p:nvSpPr>
            <p:spPr>
              <a:xfrm>
                <a:off x="160614" y="2490944"/>
                <a:ext cx="215463" cy="200055"/>
              </a:xfrm>
              <a:prstGeom prst="rect">
                <a:avLst/>
              </a:prstGeom>
              <a:noFill/>
            </p:spPr>
            <p:txBody>
              <a:bodyPr wrap="square" rtlCol="0">
                <a:spAutoFit/>
              </a:bodyPr>
              <a:lstStyle/>
              <a:p>
                <a:r>
                  <a:rPr lang="en-US" altLang="ko-KR" sz="700" b="1" dirty="0">
                    <a:latin typeface="+mj-ea"/>
                    <a:ea typeface="+mj-ea"/>
                  </a:rPr>
                  <a:t>21</a:t>
                </a:r>
                <a:endParaRPr lang="ko-KR" altLang="en-US" sz="700" b="1" dirty="0">
                  <a:latin typeface="+mj-ea"/>
                  <a:ea typeface="+mj-ea"/>
                </a:endParaRPr>
              </a:p>
            </p:txBody>
          </p:sp>
          <p:sp>
            <p:nvSpPr>
              <p:cNvPr id="555" name="TextBox 554">
                <a:extLst>
                  <a:ext uri="{FF2B5EF4-FFF2-40B4-BE49-F238E27FC236}">
                    <a16:creationId xmlns:a16="http://schemas.microsoft.com/office/drawing/2014/main" id="{76A800F8-243B-710B-7171-E141B431898C}"/>
                  </a:ext>
                </a:extLst>
              </p:cNvPr>
              <p:cNvSpPr txBox="1">
                <a:spLocks/>
              </p:cNvSpPr>
              <p:nvPr/>
            </p:nvSpPr>
            <p:spPr>
              <a:xfrm>
                <a:off x="160614" y="2678982"/>
                <a:ext cx="215463" cy="200055"/>
              </a:xfrm>
              <a:prstGeom prst="rect">
                <a:avLst/>
              </a:prstGeom>
              <a:noFill/>
            </p:spPr>
            <p:txBody>
              <a:bodyPr wrap="square" rtlCol="0">
                <a:spAutoFit/>
              </a:bodyPr>
              <a:lstStyle/>
              <a:p>
                <a:r>
                  <a:rPr lang="en-US" altLang="ko-KR" sz="700" b="1" dirty="0">
                    <a:latin typeface="+mj-ea"/>
                    <a:ea typeface="+mj-ea"/>
                  </a:rPr>
                  <a:t>22</a:t>
                </a:r>
                <a:endParaRPr lang="ko-KR" altLang="en-US" sz="700" b="1" dirty="0">
                  <a:latin typeface="+mj-ea"/>
                  <a:ea typeface="+mj-ea"/>
                </a:endParaRPr>
              </a:p>
            </p:txBody>
          </p:sp>
          <p:sp>
            <p:nvSpPr>
              <p:cNvPr id="556" name="TextBox 555">
                <a:extLst>
                  <a:ext uri="{FF2B5EF4-FFF2-40B4-BE49-F238E27FC236}">
                    <a16:creationId xmlns:a16="http://schemas.microsoft.com/office/drawing/2014/main" id="{C6FE82D1-AD7F-EAC2-32C3-5520226FF578}"/>
                  </a:ext>
                </a:extLst>
              </p:cNvPr>
              <p:cNvSpPr txBox="1">
                <a:spLocks/>
              </p:cNvSpPr>
              <p:nvPr/>
            </p:nvSpPr>
            <p:spPr>
              <a:xfrm>
                <a:off x="160613" y="2867019"/>
                <a:ext cx="215463" cy="200055"/>
              </a:xfrm>
              <a:prstGeom prst="rect">
                <a:avLst/>
              </a:prstGeom>
              <a:noFill/>
            </p:spPr>
            <p:txBody>
              <a:bodyPr wrap="square" rtlCol="0">
                <a:spAutoFit/>
              </a:bodyPr>
              <a:lstStyle/>
              <a:p>
                <a:r>
                  <a:rPr lang="en-US" altLang="ko-KR" sz="700" b="1" dirty="0">
                    <a:latin typeface="+mj-ea"/>
                    <a:ea typeface="+mj-ea"/>
                  </a:rPr>
                  <a:t>23</a:t>
                </a:r>
                <a:endParaRPr lang="ko-KR" altLang="en-US" sz="700" b="1" dirty="0">
                  <a:latin typeface="+mj-ea"/>
                  <a:ea typeface="+mj-ea"/>
                </a:endParaRPr>
              </a:p>
            </p:txBody>
          </p:sp>
          <p:sp>
            <p:nvSpPr>
              <p:cNvPr id="557" name="TextBox 556">
                <a:extLst>
                  <a:ext uri="{FF2B5EF4-FFF2-40B4-BE49-F238E27FC236}">
                    <a16:creationId xmlns:a16="http://schemas.microsoft.com/office/drawing/2014/main" id="{1420A12A-D4FA-303E-D2B3-B1092B030066}"/>
                  </a:ext>
                </a:extLst>
              </p:cNvPr>
              <p:cNvSpPr txBox="1">
                <a:spLocks/>
              </p:cNvSpPr>
              <p:nvPr/>
            </p:nvSpPr>
            <p:spPr>
              <a:xfrm>
                <a:off x="160613" y="3055056"/>
                <a:ext cx="215463" cy="200055"/>
              </a:xfrm>
              <a:prstGeom prst="rect">
                <a:avLst/>
              </a:prstGeom>
              <a:noFill/>
            </p:spPr>
            <p:txBody>
              <a:bodyPr wrap="square" rtlCol="0">
                <a:spAutoFit/>
              </a:bodyPr>
              <a:lstStyle/>
              <a:p>
                <a:r>
                  <a:rPr lang="en-US" altLang="ko-KR" sz="700" b="1" dirty="0">
                    <a:latin typeface="+mj-ea"/>
                    <a:ea typeface="+mj-ea"/>
                  </a:rPr>
                  <a:t>24</a:t>
                </a:r>
                <a:endParaRPr lang="ko-KR" altLang="en-US" sz="700" b="1" dirty="0">
                  <a:latin typeface="+mj-ea"/>
                  <a:ea typeface="+mj-ea"/>
                </a:endParaRPr>
              </a:p>
            </p:txBody>
          </p:sp>
          <p:sp>
            <p:nvSpPr>
              <p:cNvPr id="558" name="TextBox 557">
                <a:extLst>
                  <a:ext uri="{FF2B5EF4-FFF2-40B4-BE49-F238E27FC236}">
                    <a16:creationId xmlns:a16="http://schemas.microsoft.com/office/drawing/2014/main" id="{3B379318-DC55-3F61-078F-30BC2B49D85D}"/>
                  </a:ext>
                </a:extLst>
              </p:cNvPr>
              <p:cNvSpPr txBox="1">
                <a:spLocks/>
              </p:cNvSpPr>
              <p:nvPr/>
            </p:nvSpPr>
            <p:spPr>
              <a:xfrm>
                <a:off x="160613" y="3243094"/>
                <a:ext cx="215463" cy="200055"/>
              </a:xfrm>
              <a:prstGeom prst="rect">
                <a:avLst/>
              </a:prstGeom>
              <a:noFill/>
            </p:spPr>
            <p:txBody>
              <a:bodyPr wrap="square" rtlCol="0">
                <a:spAutoFit/>
              </a:bodyPr>
              <a:lstStyle/>
              <a:p>
                <a:r>
                  <a:rPr lang="en-US" altLang="ko-KR" sz="700" b="1" dirty="0">
                    <a:latin typeface="+mj-ea"/>
                    <a:ea typeface="+mj-ea"/>
                  </a:rPr>
                  <a:t>25</a:t>
                </a:r>
                <a:endParaRPr lang="ko-KR" altLang="en-US" sz="700" b="1" dirty="0">
                  <a:latin typeface="+mj-ea"/>
                  <a:ea typeface="+mj-ea"/>
                </a:endParaRPr>
              </a:p>
            </p:txBody>
          </p:sp>
          <p:sp>
            <p:nvSpPr>
              <p:cNvPr id="559" name="TextBox 558">
                <a:extLst>
                  <a:ext uri="{FF2B5EF4-FFF2-40B4-BE49-F238E27FC236}">
                    <a16:creationId xmlns:a16="http://schemas.microsoft.com/office/drawing/2014/main" id="{E7247400-B48F-FF33-50A1-6968EADD8A82}"/>
                  </a:ext>
                </a:extLst>
              </p:cNvPr>
              <p:cNvSpPr txBox="1">
                <a:spLocks/>
              </p:cNvSpPr>
              <p:nvPr/>
            </p:nvSpPr>
            <p:spPr>
              <a:xfrm>
                <a:off x="160613" y="3431131"/>
                <a:ext cx="215463" cy="200055"/>
              </a:xfrm>
              <a:prstGeom prst="rect">
                <a:avLst/>
              </a:prstGeom>
              <a:noFill/>
            </p:spPr>
            <p:txBody>
              <a:bodyPr wrap="square" rtlCol="0">
                <a:spAutoFit/>
              </a:bodyPr>
              <a:lstStyle/>
              <a:p>
                <a:r>
                  <a:rPr lang="en-US" altLang="ko-KR" sz="700" b="1" dirty="0">
                    <a:latin typeface="+mj-ea"/>
                    <a:ea typeface="+mj-ea"/>
                  </a:rPr>
                  <a:t>26</a:t>
                </a:r>
                <a:endParaRPr lang="ko-KR" altLang="en-US" sz="700" b="1" dirty="0">
                  <a:latin typeface="+mj-ea"/>
                  <a:ea typeface="+mj-ea"/>
                </a:endParaRPr>
              </a:p>
            </p:txBody>
          </p:sp>
          <p:sp>
            <p:nvSpPr>
              <p:cNvPr id="560" name="TextBox 559">
                <a:extLst>
                  <a:ext uri="{FF2B5EF4-FFF2-40B4-BE49-F238E27FC236}">
                    <a16:creationId xmlns:a16="http://schemas.microsoft.com/office/drawing/2014/main" id="{CF0A99AE-05B8-A55E-7A4D-7E34A162DA2F}"/>
                  </a:ext>
                </a:extLst>
              </p:cNvPr>
              <p:cNvSpPr txBox="1">
                <a:spLocks/>
              </p:cNvSpPr>
              <p:nvPr/>
            </p:nvSpPr>
            <p:spPr>
              <a:xfrm>
                <a:off x="160612" y="3619170"/>
                <a:ext cx="320398" cy="200055"/>
              </a:xfrm>
              <a:prstGeom prst="rect">
                <a:avLst/>
              </a:prstGeom>
              <a:noFill/>
            </p:spPr>
            <p:txBody>
              <a:bodyPr wrap="square" rtlCol="0">
                <a:spAutoFit/>
              </a:bodyPr>
              <a:lstStyle/>
              <a:p>
                <a:r>
                  <a:rPr lang="en-US" altLang="ko-KR" sz="700" b="1" dirty="0">
                    <a:latin typeface="+mj-ea"/>
                    <a:ea typeface="+mj-ea"/>
                  </a:rPr>
                  <a:t>27</a:t>
                </a:r>
                <a:endParaRPr lang="ko-KR" altLang="en-US" sz="700" b="1" dirty="0">
                  <a:latin typeface="+mj-ea"/>
                  <a:ea typeface="+mj-ea"/>
                </a:endParaRPr>
              </a:p>
            </p:txBody>
          </p:sp>
          <p:sp>
            <p:nvSpPr>
              <p:cNvPr id="561" name="TextBox 560">
                <a:extLst>
                  <a:ext uri="{FF2B5EF4-FFF2-40B4-BE49-F238E27FC236}">
                    <a16:creationId xmlns:a16="http://schemas.microsoft.com/office/drawing/2014/main" id="{BBDB38E5-198D-88CB-F80D-7022E18DDCCC}"/>
                  </a:ext>
                </a:extLst>
              </p:cNvPr>
              <p:cNvSpPr txBox="1">
                <a:spLocks/>
              </p:cNvSpPr>
              <p:nvPr/>
            </p:nvSpPr>
            <p:spPr>
              <a:xfrm>
                <a:off x="160613" y="3807205"/>
                <a:ext cx="320397" cy="200055"/>
              </a:xfrm>
              <a:prstGeom prst="rect">
                <a:avLst/>
              </a:prstGeom>
              <a:noFill/>
            </p:spPr>
            <p:txBody>
              <a:bodyPr wrap="square" rtlCol="0">
                <a:spAutoFit/>
              </a:bodyPr>
              <a:lstStyle/>
              <a:p>
                <a:r>
                  <a:rPr lang="en-US" altLang="ko-KR" sz="700" b="1" dirty="0">
                    <a:latin typeface="+mj-ea"/>
                    <a:ea typeface="+mj-ea"/>
                  </a:rPr>
                  <a:t>28</a:t>
                </a:r>
                <a:endParaRPr lang="ko-KR" altLang="en-US" sz="700" b="1" dirty="0">
                  <a:latin typeface="+mj-ea"/>
                  <a:ea typeface="+mj-ea"/>
                </a:endParaRPr>
              </a:p>
            </p:txBody>
          </p:sp>
          <p:sp>
            <p:nvSpPr>
              <p:cNvPr id="562" name="TextBox 561">
                <a:extLst>
                  <a:ext uri="{FF2B5EF4-FFF2-40B4-BE49-F238E27FC236}">
                    <a16:creationId xmlns:a16="http://schemas.microsoft.com/office/drawing/2014/main" id="{9CF8476E-8668-477E-E27C-ABA5E8A9CAD9}"/>
                  </a:ext>
                </a:extLst>
              </p:cNvPr>
              <p:cNvSpPr txBox="1">
                <a:spLocks/>
              </p:cNvSpPr>
              <p:nvPr/>
            </p:nvSpPr>
            <p:spPr>
              <a:xfrm>
                <a:off x="160612" y="3995241"/>
                <a:ext cx="320397" cy="200055"/>
              </a:xfrm>
              <a:prstGeom prst="rect">
                <a:avLst/>
              </a:prstGeom>
              <a:noFill/>
            </p:spPr>
            <p:txBody>
              <a:bodyPr wrap="square" rtlCol="0">
                <a:spAutoFit/>
              </a:bodyPr>
              <a:lstStyle/>
              <a:p>
                <a:r>
                  <a:rPr lang="en-US" altLang="ko-KR" sz="700" b="1" dirty="0">
                    <a:latin typeface="+mj-ea"/>
                    <a:ea typeface="+mj-ea"/>
                  </a:rPr>
                  <a:t>29</a:t>
                </a:r>
                <a:endParaRPr lang="ko-KR" altLang="en-US" sz="700" b="1" dirty="0">
                  <a:latin typeface="+mj-ea"/>
                  <a:ea typeface="+mj-ea"/>
                </a:endParaRPr>
              </a:p>
            </p:txBody>
          </p:sp>
          <p:sp>
            <p:nvSpPr>
              <p:cNvPr id="563" name="TextBox 562">
                <a:extLst>
                  <a:ext uri="{FF2B5EF4-FFF2-40B4-BE49-F238E27FC236}">
                    <a16:creationId xmlns:a16="http://schemas.microsoft.com/office/drawing/2014/main" id="{26D9F168-9EC7-67CA-B624-69D94F02C25D}"/>
                  </a:ext>
                </a:extLst>
              </p:cNvPr>
              <p:cNvSpPr txBox="1">
                <a:spLocks/>
              </p:cNvSpPr>
              <p:nvPr/>
            </p:nvSpPr>
            <p:spPr>
              <a:xfrm>
                <a:off x="160612" y="4183279"/>
                <a:ext cx="320397" cy="200055"/>
              </a:xfrm>
              <a:prstGeom prst="rect">
                <a:avLst/>
              </a:prstGeom>
              <a:noFill/>
            </p:spPr>
            <p:txBody>
              <a:bodyPr wrap="square" rtlCol="0">
                <a:spAutoFit/>
              </a:bodyPr>
              <a:lstStyle/>
              <a:p>
                <a:r>
                  <a:rPr lang="en-US" altLang="ko-KR" sz="700" b="1" dirty="0">
                    <a:latin typeface="+mj-ea"/>
                    <a:ea typeface="+mj-ea"/>
                  </a:rPr>
                  <a:t>30</a:t>
                </a:r>
                <a:endParaRPr lang="ko-KR" altLang="en-US" sz="700" b="1" dirty="0">
                  <a:latin typeface="+mj-ea"/>
                  <a:ea typeface="+mj-ea"/>
                </a:endParaRPr>
              </a:p>
            </p:txBody>
          </p:sp>
          <p:sp>
            <p:nvSpPr>
              <p:cNvPr id="564" name="TextBox 563">
                <a:extLst>
                  <a:ext uri="{FF2B5EF4-FFF2-40B4-BE49-F238E27FC236}">
                    <a16:creationId xmlns:a16="http://schemas.microsoft.com/office/drawing/2014/main" id="{DF783E58-422E-9AFC-C4EE-B6899DC1EE78}"/>
                  </a:ext>
                </a:extLst>
              </p:cNvPr>
              <p:cNvSpPr txBox="1">
                <a:spLocks/>
              </p:cNvSpPr>
              <p:nvPr/>
            </p:nvSpPr>
            <p:spPr>
              <a:xfrm>
                <a:off x="160612" y="4371315"/>
                <a:ext cx="320397" cy="200055"/>
              </a:xfrm>
              <a:prstGeom prst="rect">
                <a:avLst/>
              </a:prstGeom>
              <a:noFill/>
            </p:spPr>
            <p:txBody>
              <a:bodyPr wrap="square" rtlCol="0">
                <a:spAutoFit/>
              </a:bodyPr>
              <a:lstStyle/>
              <a:p>
                <a:r>
                  <a:rPr lang="en-US" altLang="ko-KR" sz="700" b="1" dirty="0">
                    <a:latin typeface="+mj-ea"/>
                    <a:ea typeface="+mj-ea"/>
                  </a:rPr>
                  <a:t>31</a:t>
                </a:r>
                <a:endParaRPr lang="ko-KR" altLang="en-US" sz="700" b="1" dirty="0">
                  <a:latin typeface="+mj-ea"/>
                  <a:ea typeface="+mj-ea"/>
                </a:endParaRPr>
              </a:p>
            </p:txBody>
          </p:sp>
          <p:sp>
            <p:nvSpPr>
              <p:cNvPr id="565" name="TextBox 564">
                <a:extLst>
                  <a:ext uri="{FF2B5EF4-FFF2-40B4-BE49-F238E27FC236}">
                    <a16:creationId xmlns:a16="http://schemas.microsoft.com/office/drawing/2014/main" id="{256E0C95-DE20-F836-67DF-A3F21499727B}"/>
                  </a:ext>
                </a:extLst>
              </p:cNvPr>
              <p:cNvSpPr txBox="1">
                <a:spLocks/>
              </p:cNvSpPr>
              <p:nvPr/>
            </p:nvSpPr>
            <p:spPr>
              <a:xfrm>
                <a:off x="160613" y="4559349"/>
                <a:ext cx="320396" cy="200055"/>
              </a:xfrm>
              <a:prstGeom prst="rect">
                <a:avLst/>
              </a:prstGeom>
              <a:noFill/>
            </p:spPr>
            <p:txBody>
              <a:bodyPr wrap="square" rtlCol="0">
                <a:spAutoFit/>
              </a:bodyPr>
              <a:lstStyle/>
              <a:p>
                <a:r>
                  <a:rPr lang="en-US" altLang="ko-KR" sz="700" b="1" dirty="0">
                    <a:latin typeface="+mj-ea"/>
                    <a:ea typeface="+mj-ea"/>
                  </a:rPr>
                  <a:t>32</a:t>
                </a:r>
                <a:endParaRPr lang="ko-KR" altLang="en-US" sz="700" b="1" dirty="0">
                  <a:latin typeface="+mj-ea"/>
                  <a:ea typeface="+mj-ea"/>
                </a:endParaRPr>
              </a:p>
            </p:txBody>
          </p:sp>
          <p:sp>
            <p:nvSpPr>
              <p:cNvPr id="566" name="TextBox 565">
                <a:extLst>
                  <a:ext uri="{FF2B5EF4-FFF2-40B4-BE49-F238E27FC236}">
                    <a16:creationId xmlns:a16="http://schemas.microsoft.com/office/drawing/2014/main" id="{C86EDDD1-30C3-9922-FC51-CD1C6BB04955}"/>
                  </a:ext>
                </a:extLst>
              </p:cNvPr>
              <p:cNvSpPr txBox="1">
                <a:spLocks/>
              </p:cNvSpPr>
              <p:nvPr/>
            </p:nvSpPr>
            <p:spPr>
              <a:xfrm>
                <a:off x="160612" y="4747388"/>
                <a:ext cx="320395" cy="200055"/>
              </a:xfrm>
              <a:prstGeom prst="rect">
                <a:avLst/>
              </a:prstGeom>
              <a:noFill/>
            </p:spPr>
            <p:txBody>
              <a:bodyPr wrap="square" rtlCol="0">
                <a:spAutoFit/>
              </a:bodyPr>
              <a:lstStyle/>
              <a:p>
                <a:r>
                  <a:rPr lang="en-US" altLang="ko-KR" sz="700" b="1" dirty="0">
                    <a:latin typeface="+mj-ea"/>
                    <a:ea typeface="+mj-ea"/>
                  </a:rPr>
                  <a:t>33</a:t>
                </a:r>
                <a:endParaRPr lang="ko-KR" altLang="en-US" sz="700" b="1" dirty="0">
                  <a:latin typeface="+mj-ea"/>
                  <a:ea typeface="+mj-ea"/>
                </a:endParaRPr>
              </a:p>
            </p:txBody>
          </p:sp>
          <p:sp>
            <p:nvSpPr>
              <p:cNvPr id="567" name="TextBox 566">
                <a:extLst>
                  <a:ext uri="{FF2B5EF4-FFF2-40B4-BE49-F238E27FC236}">
                    <a16:creationId xmlns:a16="http://schemas.microsoft.com/office/drawing/2014/main" id="{A356D06F-E0D1-283D-3DE3-D5FE5C5F9E8F}"/>
                  </a:ext>
                </a:extLst>
              </p:cNvPr>
              <p:cNvSpPr txBox="1">
                <a:spLocks/>
              </p:cNvSpPr>
              <p:nvPr/>
            </p:nvSpPr>
            <p:spPr>
              <a:xfrm>
                <a:off x="160614" y="4935417"/>
                <a:ext cx="320394" cy="200055"/>
              </a:xfrm>
              <a:prstGeom prst="rect">
                <a:avLst/>
              </a:prstGeom>
              <a:noFill/>
            </p:spPr>
            <p:txBody>
              <a:bodyPr wrap="square" rtlCol="0">
                <a:spAutoFit/>
              </a:bodyPr>
              <a:lstStyle/>
              <a:p>
                <a:r>
                  <a:rPr lang="en-US" altLang="ko-KR" sz="700" b="1" dirty="0">
                    <a:latin typeface="+mj-ea"/>
                    <a:ea typeface="+mj-ea"/>
                  </a:rPr>
                  <a:t>34</a:t>
                </a:r>
                <a:endParaRPr lang="ko-KR" altLang="en-US" sz="700" b="1" dirty="0">
                  <a:latin typeface="+mj-ea"/>
                  <a:ea typeface="+mj-ea"/>
                </a:endParaRPr>
              </a:p>
            </p:txBody>
          </p:sp>
        </p:grpSp>
        <p:grpSp>
          <p:nvGrpSpPr>
            <p:cNvPr id="461" name="그룹 460">
              <a:extLst>
                <a:ext uri="{FF2B5EF4-FFF2-40B4-BE49-F238E27FC236}">
                  <a16:creationId xmlns:a16="http://schemas.microsoft.com/office/drawing/2014/main" id="{38BC62D8-9F98-157E-5EDB-F67FC0748864}"/>
                </a:ext>
              </a:extLst>
            </p:cNvPr>
            <p:cNvGrpSpPr>
              <a:grpSpLocks/>
            </p:cNvGrpSpPr>
            <p:nvPr/>
          </p:nvGrpSpPr>
          <p:grpSpPr>
            <a:xfrm rot="16200000">
              <a:off x="3035491" y="-468000"/>
              <a:ext cx="676651" cy="3208632"/>
              <a:chOff x="3582711" y="1925198"/>
              <a:chExt cx="459436" cy="3208632"/>
            </a:xfrm>
          </p:grpSpPr>
          <p:sp>
            <p:nvSpPr>
              <p:cNvPr id="534" name="TextBox 533">
                <a:extLst>
                  <a:ext uri="{FF2B5EF4-FFF2-40B4-BE49-F238E27FC236}">
                    <a16:creationId xmlns:a16="http://schemas.microsoft.com/office/drawing/2014/main" id="{AC06DF5F-10BA-4B04-F88A-D074CFF50303}"/>
                  </a:ext>
                </a:extLst>
              </p:cNvPr>
              <p:cNvSpPr txBox="1">
                <a:spLocks/>
              </p:cNvSpPr>
              <p:nvPr/>
            </p:nvSpPr>
            <p:spPr>
              <a:xfrm>
                <a:off x="3733185" y="1925198"/>
                <a:ext cx="308962" cy="200055"/>
              </a:xfrm>
              <a:prstGeom prst="rect">
                <a:avLst/>
              </a:prstGeom>
              <a:noFill/>
            </p:spPr>
            <p:txBody>
              <a:bodyPr wrap="square" rtlCol="0">
                <a:spAutoFit/>
              </a:bodyPr>
              <a:lstStyle/>
              <a:p>
                <a:pPr algn="r"/>
                <a:r>
                  <a:rPr lang="en-US" altLang="ko-KR" sz="700" b="1" dirty="0">
                    <a:latin typeface="+mj-ea"/>
                    <a:ea typeface="+mj-ea"/>
                  </a:rPr>
                  <a:t>68</a:t>
                </a:r>
                <a:endParaRPr lang="ko-KR" altLang="en-US" sz="700" b="1" dirty="0">
                  <a:latin typeface="+mj-ea"/>
                  <a:ea typeface="+mj-ea"/>
                </a:endParaRPr>
              </a:p>
            </p:txBody>
          </p:sp>
          <p:sp>
            <p:nvSpPr>
              <p:cNvPr id="535" name="TextBox 534">
                <a:extLst>
                  <a:ext uri="{FF2B5EF4-FFF2-40B4-BE49-F238E27FC236}">
                    <a16:creationId xmlns:a16="http://schemas.microsoft.com/office/drawing/2014/main" id="{5E472C4E-69BB-312D-BA10-4468F3CD5F3C}"/>
                  </a:ext>
                </a:extLst>
              </p:cNvPr>
              <p:cNvSpPr txBox="1">
                <a:spLocks/>
              </p:cNvSpPr>
              <p:nvPr/>
            </p:nvSpPr>
            <p:spPr>
              <a:xfrm>
                <a:off x="3733185" y="2113235"/>
                <a:ext cx="308962" cy="200055"/>
              </a:xfrm>
              <a:prstGeom prst="rect">
                <a:avLst/>
              </a:prstGeom>
              <a:noFill/>
            </p:spPr>
            <p:txBody>
              <a:bodyPr wrap="square" rtlCol="0">
                <a:spAutoFit/>
              </a:bodyPr>
              <a:lstStyle/>
              <a:p>
                <a:pPr algn="r"/>
                <a:r>
                  <a:rPr lang="en-US" altLang="ko-KR" sz="700" b="1" dirty="0">
                    <a:latin typeface="+mj-ea"/>
                    <a:ea typeface="+mj-ea"/>
                  </a:rPr>
                  <a:t>67</a:t>
                </a:r>
                <a:endParaRPr lang="ko-KR" altLang="en-US" sz="700" b="1" dirty="0">
                  <a:latin typeface="+mj-ea"/>
                  <a:ea typeface="+mj-ea"/>
                </a:endParaRPr>
              </a:p>
            </p:txBody>
          </p:sp>
          <p:sp>
            <p:nvSpPr>
              <p:cNvPr id="536" name="TextBox 535">
                <a:extLst>
                  <a:ext uri="{FF2B5EF4-FFF2-40B4-BE49-F238E27FC236}">
                    <a16:creationId xmlns:a16="http://schemas.microsoft.com/office/drawing/2014/main" id="{CBB77462-0ADF-A39D-19EA-655FC018B427}"/>
                  </a:ext>
                </a:extLst>
              </p:cNvPr>
              <p:cNvSpPr txBox="1">
                <a:spLocks/>
              </p:cNvSpPr>
              <p:nvPr/>
            </p:nvSpPr>
            <p:spPr>
              <a:xfrm>
                <a:off x="3733185" y="2301272"/>
                <a:ext cx="308962" cy="200055"/>
              </a:xfrm>
              <a:prstGeom prst="rect">
                <a:avLst/>
              </a:prstGeom>
              <a:noFill/>
            </p:spPr>
            <p:txBody>
              <a:bodyPr wrap="square" rtlCol="0">
                <a:spAutoFit/>
              </a:bodyPr>
              <a:lstStyle/>
              <a:p>
                <a:pPr algn="r"/>
                <a:r>
                  <a:rPr lang="en-US" altLang="ko-KR" sz="700" b="1" dirty="0">
                    <a:latin typeface="+mj-ea"/>
                    <a:ea typeface="+mj-ea"/>
                  </a:rPr>
                  <a:t>66</a:t>
                </a:r>
                <a:endParaRPr lang="ko-KR" altLang="en-US" sz="700" b="1" dirty="0">
                  <a:latin typeface="+mj-ea"/>
                  <a:ea typeface="+mj-ea"/>
                </a:endParaRPr>
              </a:p>
            </p:txBody>
          </p:sp>
          <p:sp>
            <p:nvSpPr>
              <p:cNvPr id="537" name="TextBox 536">
                <a:extLst>
                  <a:ext uri="{FF2B5EF4-FFF2-40B4-BE49-F238E27FC236}">
                    <a16:creationId xmlns:a16="http://schemas.microsoft.com/office/drawing/2014/main" id="{3E520CF9-79E0-0D6C-CC9D-5B55CF5BCE11}"/>
                  </a:ext>
                </a:extLst>
              </p:cNvPr>
              <p:cNvSpPr txBox="1">
                <a:spLocks/>
              </p:cNvSpPr>
              <p:nvPr/>
            </p:nvSpPr>
            <p:spPr>
              <a:xfrm>
                <a:off x="3733185" y="2489309"/>
                <a:ext cx="308962" cy="200055"/>
              </a:xfrm>
              <a:prstGeom prst="rect">
                <a:avLst/>
              </a:prstGeom>
              <a:noFill/>
            </p:spPr>
            <p:txBody>
              <a:bodyPr wrap="square" rtlCol="0">
                <a:spAutoFit/>
              </a:bodyPr>
              <a:lstStyle/>
              <a:p>
                <a:pPr algn="r"/>
                <a:r>
                  <a:rPr lang="en-US" altLang="ko-KR" sz="700" b="1" dirty="0">
                    <a:latin typeface="+mj-ea"/>
                    <a:ea typeface="+mj-ea"/>
                  </a:rPr>
                  <a:t>65</a:t>
                </a:r>
                <a:endParaRPr lang="ko-KR" altLang="en-US" sz="700" b="1" dirty="0">
                  <a:latin typeface="+mj-ea"/>
                  <a:ea typeface="+mj-ea"/>
                </a:endParaRPr>
              </a:p>
            </p:txBody>
          </p:sp>
          <p:sp>
            <p:nvSpPr>
              <p:cNvPr id="538" name="TextBox 537">
                <a:extLst>
                  <a:ext uri="{FF2B5EF4-FFF2-40B4-BE49-F238E27FC236}">
                    <a16:creationId xmlns:a16="http://schemas.microsoft.com/office/drawing/2014/main" id="{0B769FF7-7F8A-3901-2DF7-2B7BED3CEBC5}"/>
                  </a:ext>
                </a:extLst>
              </p:cNvPr>
              <p:cNvSpPr txBox="1">
                <a:spLocks/>
              </p:cNvSpPr>
              <p:nvPr/>
            </p:nvSpPr>
            <p:spPr>
              <a:xfrm>
                <a:off x="3733185" y="2677346"/>
                <a:ext cx="308962" cy="200055"/>
              </a:xfrm>
              <a:prstGeom prst="rect">
                <a:avLst/>
              </a:prstGeom>
              <a:noFill/>
            </p:spPr>
            <p:txBody>
              <a:bodyPr wrap="square" rtlCol="0">
                <a:spAutoFit/>
              </a:bodyPr>
              <a:lstStyle/>
              <a:p>
                <a:pPr algn="r"/>
                <a:r>
                  <a:rPr lang="en-US" altLang="ko-KR" sz="700" b="1" dirty="0">
                    <a:latin typeface="+mj-ea"/>
                    <a:ea typeface="+mj-ea"/>
                  </a:rPr>
                  <a:t>64</a:t>
                </a:r>
                <a:endParaRPr lang="ko-KR" altLang="en-US" sz="700" b="1" dirty="0">
                  <a:latin typeface="+mj-ea"/>
                  <a:ea typeface="+mj-ea"/>
                </a:endParaRPr>
              </a:p>
            </p:txBody>
          </p:sp>
          <p:sp>
            <p:nvSpPr>
              <p:cNvPr id="539" name="TextBox 538">
                <a:extLst>
                  <a:ext uri="{FF2B5EF4-FFF2-40B4-BE49-F238E27FC236}">
                    <a16:creationId xmlns:a16="http://schemas.microsoft.com/office/drawing/2014/main" id="{9637AE01-4F63-1671-4FE9-183D893ADF43}"/>
                  </a:ext>
                </a:extLst>
              </p:cNvPr>
              <p:cNvSpPr txBox="1">
                <a:spLocks/>
              </p:cNvSpPr>
              <p:nvPr/>
            </p:nvSpPr>
            <p:spPr>
              <a:xfrm>
                <a:off x="3733185" y="2865383"/>
                <a:ext cx="308962" cy="200055"/>
              </a:xfrm>
              <a:prstGeom prst="rect">
                <a:avLst/>
              </a:prstGeom>
              <a:noFill/>
            </p:spPr>
            <p:txBody>
              <a:bodyPr wrap="square" rtlCol="0">
                <a:spAutoFit/>
              </a:bodyPr>
              <a:lstStyle/>
              <a:p>
                <a:pPr algn="r"/>
                <a:r>
                  <a:rPr lang="en-US" altLang="ko-KR" sz="700" b="1" dirty="0">
                    <a:latin typeface="+mj-ea"/>
                    <a:ea typeface="+mj-ea"/>
                  </a:rPr>
                  <a:t>63</a:t>
                </a:r>
                <a:endParaRPr lang="ko-KR" altLang="en-US" sz="700" b="1" dirty="0">
                  <a:latin typeface="+mj-ea"/>
                  <a:ea typeface="+mj-ea"/>
                </a:endParaRPr>
              </a:p>
            </p:txBody>
          </p:sp>
          <p:sp>
            <p:nvSpPr>
              <p:cNvPr id="540" name="TextBox 539">
                <a:extLst>
                  <a:ext uri="{FF2B5EF4-FFF2-40B4-BE49-F238E27FC236}">
                    <a16:creationId xmlns:a16="http://schemas.microsoft.com/office/drawing/2014/main" id="{95CCDD8E-D4F6-122A-966A-2940C4F1E1EA}"/>
                  </a:ext>
                </a:extLst>
              </p:cNvPr>
              <p:cNvSpPr txBox="1">
                <a:spLocks/>
              </p:cNvSpPr>
              <p:nvPr/>
            </p:nvSpPr>
            <p:spPr>
              <a:xfrm>
                <a:off x="3733185" y="3053420"/>
                <a:ext cx="308962" cy="200055"/>
              </a:xfrm>
              <a:prstGeom prst="rect">
                <a:avLst/>
              </a:prstGeom>
              <a:noFill/>
            </p:spPr>
            <p:txBody>
              <a:bodyPr wrap="square" rtlCol="0">
                <a:spAutoFit/>
              </a:bodyPr>
              <a:lstStyle/>
              <a:p>
                <a:pPr algn="r"/>
                <a:r>
                  <a:rPr lang="en-US" altLang="ko-KR" sz="700" b="1" dirty="0">
                    <a:latin typeface="+mj-ea"/>
                    <a:ea typeface="+mj-ea"/>
                  </a:rPr>
                  <a:t>62</a:t>
                </a:r>
                <a:endParaRPr lang="ko-KR" altLang="en-US" sz="700" b="1" dirty="0">
                  <a:latin typeface="+mj-ea"/>
                  <a:ea typeface="+mj-ea"/>
                </a:endParaRPr>
              </a:p>
            </p:txBody>
          </p:sp>
          <p:sp>
            <p:nvSpPr>
              <p:cNvPr id="541" name="TextBox 540">
                <a:extLst>
                  <a:ext uri="{FF2B5EF4-FFF2-40B4-BE49-F238E27FC236}">
                    <a16:creationId xmlns:a16="http://schemas.microsoft.com/office/drawing/2014/main" id="{07760E9A-1F8B-EA7F-4355-941F20BB5713}"/>
                  </a:ext>
                </a:extLst>
              </p:cNvPr>
              <p:cNvSpPr txBox="1">
                <a:spLocks/>
              </p:cNvSpPr>
              <p:nvPr/>
            </p:nvSpPr>
            <p:spPr>
              <a:xfrm>
                <a:off x="3733185" y="3241457"/>
                <a:ext cx="308962" cy="200055"/>
              </a:xfrm>
              <a:prstGeom prst="rect">
                <a:avLst/>
              </a:prstGeom>
              <a:noFill/>
            </p:spPr>
            <p:txBody>
              <a:bodyPr wrap="square" rtlCol="0">
                <a:spAutoFit/>
              </a:bodyPr>
              <a:lstStyle/>
              <a:p>
                <a:pPr algn="r"/>
                <a:r>
                  <a:rPr lang="en-US" altLang="ko-KR" sz="700" b="1" dirty="0">
                    <a:latin typeface="+mj-ea"/>
                    <a:ea typeface="+mj-ea"/>
                  </a:rPr>
                  <a:t>61</a:t>
                </a:r>
                <a:endParaRPr lang="ko-KR" altLang="en-US" sz="700" b="1" dirty="0">
                  <a:latin typeface="+mj-ea"/>
                  <a:ea typeface="+mj-ea"/>
                </a:endParaRPr>
              </a:p>
            </p:txBody>
          </p:sp>
          <p:sp>
            <p:nvSpPr>
              <p:cNvPr id="542" name="TextBox 541">
                <a:extLst>
                  <a:ext uri="{FF2B5EF4-FFF2-40B4-BE49-F238E27FC236}">
                    <a16:creationId xmlns:a16="http://schemas.microsoft.com/office/drawing/2014/main" id="{3E6B99B5-1074-D047-941C-0DB1483FC961}"/>
                  </a:ext>
                </a:extLst>
              </p:cNvPr>
              <p:cNvSpPr txBox="1">
                <a:spLocks/>
              </p:cNvSpPr>
              <p:nvPr/>
            </p:nvSpPr>
            <p:spPr>
              <a:xfrm>
                <a:off x="3733185" y="3429494"/>
                <a:ext cx="308962" cy="200055"/>
              </a:xfrm>
              <a:prstGeom prst="rect">
                <a:avLst/>
              </a:prstGeom>
              <a:noFill/>
            </p:spPr>
            <p:txBody>
              <a:bodyPr wrap="square" rtlCol="0">
                <a:spAutoFit/>
              </a:bodyPr>
              <a:lstStyle/>
              <a:p>
                <a:pPr algn="r"/>
                <a:r>
                  <a:rPr lang="en-US" altLang="ko-KR" sz="700" b="1" dirty="0">
                    <a:latin typeface="+mj-ea"/>
                    <a:ea typeface="+mj-ea"/>
                  </a:rPr>
                  <a:t>60</a:t>
                </a:r>
                <a:endParaRPr lang="ko-KR" altLang="en-US" sz="700" b="1" dirty="0">
                  <a:latin typeface="+mj-ea"/>
                  <a:ea typeface="+mj-ea"/>
                </a:endParaRPr>
              </a:p>
            </p:txBody>
          </p:sp>
          <p:sp>
            <p:nvSpPr>
              <p:cNvPr id="543" name="TextBox 542">
                <a:extLst>
                  <a:ext uri="{FF2B5EF4-FFF2-40B4-BE49-F238E27FC236}">
                    <a16:creationId xmlns:a16="http://schemas.microsoft.com/office/drawing/2014/main" id="{5F7ABF42-A8B7-2FA9-AFF3-59C275DB5600}"/>
                  </a:ext>
                </a:extLst>
              </p:cNvPr>
              <p:cNvSpPr txBox="1">
                <a:spLocks/>
              </p:cNvSpPr>
              <p:nvPr/>
            </p:nvSpPr>
            <p:spPr>
              <a:xfrm>
                <a:off x="3582714" y="3617529"/>
                <a:ext cx="459433" cy="200055"/>
              </a:xfrm>
              <a:prstGeom prst="rect">
                <a:avLst/>
              </a:prstGeom>
              <a:noFill/>
            </p:spPr>
            <p:txBody>
              <a:bodyPr wrap="square" rtlCol="0">
                <a:spAutoFit/>
              </a:bodyPr>
              <a:lstStyle/>
              <a:p>
                <a:pPr algn="r"/>
                <a:r>
                  <a:rPr lang="en-US" altLang="ko-KR" sz="700" b="1" dirty="0">
                    <a:latin typeface="+mj-ea"/>
                    <a:ea typeface="+mj-ea"/>
                  </a:rPr>
                  <a:t>59</a:t>
                </a:r>
                <a:endParaRPr lang="ko-KR" altLang="en-US" sz="700" b="1" dirty="0">
                  <a:latin typeface="+mj-ea"/>
                  <a:ea typeface="+mj-ea"/>
                </a:endParaRPr>
              </a:p>
            </p:txBody>
          </p:sp>
          <p:sp>
            <p:nvSpPr>
              <p:cNvPr id="544" name="TextBox 543">
                <a:extLst>
                  <a:ext uri="{FF2B5EF4-FFF2-40B4-BE49-F238E27FC236}">
                    <a16:creationId xmlns:a16="http://schemas.microsoft.com/office/drawing/2014/main" id="{98E9BE34-034A-ED9D-F812-558176890C50}"/>
                  </a:ext>
                </a:extLst>
              </p:cNvPr>
              <p:cNvSpPr txBox="1">
                <a:spLocks/>
              </p:cNvSpPr>
              <p:nvPr/>
            </p:nvSpPr>
            <p:spPr>
              <a:xfrm>
                <a:off x="3582714" y="3805564"/>
                <a:ext cx="459432" cy="200055"/>
              </a:xfrm>
              <a:prstGeom prst="rect">
                <a:avLst/>
              </a:prstGeom>
              <a:noFill/>
            </p:spPr>
            <p:txBody>
              <a:bodyPr wrap="square" rtlCol="0">
                <a:spAutoFit/>
              </a:bodyPr>
              <a:lstStyle/>
              <a:p>
                <a:pPr algn="r"/>
                <a:r>
                  <a:rPr lang="en-US" altLang="ko-KR" sz="700" b="1" dirty="0">
                    <a:latin typeface="+mj-ea"/>
                    <a:ea typeface="+mj-ea"/>
                  </a:rPr>
                  <a:t>58</a:t>
                </a:r>
                <a:endParaRPr lang="ko-KR" altLang="en-US" sz="700" b="1" dirty="0">
                  <a:latin typeface="+mj-ea"/>
                  <a:ea typeface="+mj-ea"/>
                </a:endParaRPr>
              </a:p>
            </p:txBody>
          </p:sp>
          <p:sp>
            <p:nvSpPr>
              <p:cNvPr id="545" name="TextBox 544">
                <a:extLst>
                  <a:ext uri="{FF2B5EF4-FFF2-40B4-BE49-F238E27FC236}">
                    <a16:creationId xmlns:a16="http://schemas.microsoft.com/office/drawing/2014/main" id="{3896FE03-09BB-8B9D-BA72-A4083C907226}"/>
                  </a:ext>
                </a:extLst>
              </p:cNvPr>
              <p:cNvSpPr txBox="1">
                <a:spLocks/>
              </p:cNvSpPr>
              <p:nvPr/>
            </p:nvSpPr>
            <p:spPr>
              <a:xfrm>
                <a:off x="3582715" y="3993600"/>
                <a:ext cx="459432" cy="200055"/>
              </a:xfrm>
              <a:prstGeom prst="rect">
                <a:avLst/>
              </a:prstGeom>
              <a:noFill/>
            </p:spPr>
            <p:txBody>
              <a:bodyPr wrap="square" rtlCol="0">
                <a:spAutoFit/>
              </a:bodyPr>
              <a:lstStyle/>
              <a:p>
                <a:pPr algn="r"/>
                <a:r>
                  <a:rPr lang="en-US" altLang="ko-KR" sz="700" b="1" dirty="0">
                    <a:latin typeface="+mj-ea"/>
                    <a:ea typeface="+mj-ea"/>
                  </a:rPr>
                  <a:t>57</a:t>
                </a:r>
                <a:endParaRPr lang="ko-KR" altLang="en-US" sz="700" b="1" dirty="0">
                  <a:latin typeface="+mj-ea"/>
                  <a:ea typeface="+mj-ea"/>
                </a:endParaRPr>
              </a:p>
            </p:txBody>
          </p:sp>
          <p:sp>
            <p:nvSpPr>
              <p:cNvPr id="546" name="TextBox 545">
                <a:extLst>
                  <a:ext uri="{FF2B5EF4-FFF2-40B4-BE49-F238E27FC236}">
                    <a16:creationId xmlns:a16="http://schemas.microsoft.com/office/drawing/2014/main" id="{9A788566-6BAB-958B-2CD5-3570C0249091}"/>
                  </a:ext>
                </a:extLst>
              </p:cNvPr>
              <p:cNvSpPr txBox="1">
                <a:spLocks/>
              </p:cNvSpPr>
              <p:nvPr/>
            </p:nvSpPr>
            <p:spPr>
              <a:xfrm>
                <a:off x="3582714" y="4181637"/>
                <a:ext cx="459432" cy="200055"/>
              </a:xfrm>
              <a:prstGeom prst="rect">
                <a:avLst/>
              </a:prstGeom>
              <a:noFill/>
            </p:spPr>
            <p:txBody>
              <a:bodyPr wrap="square" rtlCol="0">
                <a:spAutoFit/>
              </a:bodyPr>
              <a:lstStyle/>
              <a:p>
                <a:pPr algn="r"/>
                <a:r>
                  <a:rPr lang="en-US" altLang="ko-KR" sz="700" b="1" dirty="0">
                    <a:latin typeface="+mj-ea"/>
                    <a:ea typeface="+mj-ea"/>
                  </a:rPr>
                  <a:t>56</a:t>
                </a:r>
                <a:endParaRPr lang="ko-KR" altLang="en-US" sz="700" b="1" dirty="0">
                  <a:latin typeface="+mj-ea"/>
                  <a:ea typeface="+mj-ea"/>
                </a:endParaRPr>
              </a:p>
            </p:txBody>
          </p:sp>
          <p:sp>
            <p:nvSpPr>
              <p:cNvPr id="547" name="TextBox 546">
                <a:extLst>
                  <a:ext uri="{FF2B5EF4-FFF2-40B4-BE49-F238E27FC236}">
                    <a16:creationId xmlns:a16="http://schemas.microsoft.com/office/drawing/2014/main" id="{A06622A7-BC97-F8F2-FF75-36F462A44C8B}"/>
                  </a:ext>
                </a:extLst>
              </p:cNvPr>
              <p:cNvSpPr txBox="1">
                <a:spLocks/>
              </p:cNvSpPr>
              <p:nvPr/>
            </p:nvSpPr>
            <p:spPr>
              <a:xfrm>
                <a:off x="3582711" y="4369674"/>
                <a:ext cx="459432" cy="200055"/>
              </a:xfrm>
              <a:prstGeom prst="rect">
                <a:avLst/>
              </a:prstGeom>
              <a:noFill/>
            </p:spPr>
            <p:txBody>
              <a:bodyPr wrap="square" rtlCol="0">
                <a:spAutoFit/>
              </a:bodyPr>
              <a:lstStyle/>
              <a:p>
                <a:pPr algn="r"/>
                <a:r>
                  <a:rPr lang="en-US" altLang="ko-KR" sz="700" b="1" dirty="0">
                    <a:latin typeface="+mj-ea"/>
                    <a:ea typeface="+mj-ea"/>
                  </a:rPr>
                  <a:t>55</a:t>
                </a:r>
                <a:endParaRPr lang="ko-KR" altLang="en-US" sz="700" b="1" dirty="0">
                  <a:latin typeface="+mj-ea"/>
                  <a:ea typeface="+mj-ea"/>
                </a:endParaRPr>
              </a:p>
            </p:txBody>
          </p:sp>
          <p:sp>
            <p:nvSpPr>
              <p:cNvPr id="548" name="TextBox 547">
                <a:extLst>
                  <a:ext uri="{FF2B5EF4-FFF2-40B4-BE49-F238E27FC236}">
                    <a16:creationId xmlns:a16="http://schemas.microsoft.com/office/drawing/2014/main" id="{C8284D44-181C-CCCC-CD67-4ECE6BF05BA7}"/>
                  </a:ext>
                </a:extLst>
              </p:cNvPr>
              <p:cNvSpPr txBox="1">
                <a:spLocks/>
              </p:cNvSpPr>
              <p:nvPr/>
            </p:nvSpPr>
            <p:spPr>
              <a:xfrm>
                <a:off x="3582713" y="4557710"/>
                <a:ext cx="459432" cy="200055"/>
              </a:xfrm>
              <a:prstGeom prst="rect">
                <a:avLst/>
              </a:prstGeom>
              <a:noFill/>
            </p:spPr>
            <p:txBody>
              <a:bodyPr wrap="square" rtlCol="0">
                <a:spAutoFit/>
              </a:bodyPr>
              <a:lstStyle/>
              <a:p>
                <a:pPr algn="r"/>
                <a:r>
                  <a:rPr lang="en-US" altLang="ko-KR" sz="700" b="1" dirty="0">
                    <a:latin typeface="+mj-ea"/>
                    <a:ea typeface="+mj-ea"/>
                  </a:rPr>
                  <a:t>54</a:t>
                </a:r>
                <a:endParaRPr lang="ko-KR" altLang="en-US" sz="700" b="1" dirty="0">
                  <a:latin typeface="+mj-ea"/>
                  <a:ea typeface="+mj-ea"/>
                </a:endParaRPr>
              </a:p>
            </p:txBody>
          </p:sp>
          <p:sp>
            <p:nvSpPr>
              <p:cNvPr id="549" name="TextBox 548">
                <a:extLst>
                  <a:ext uri="{FF2B5EF4-FFF2-40B4-BE49-F238E27FC236}">
                    <a16:creationId xmlns:a16="http://schemas.microsoft.com/office/drawing/2014/main" id="{255152F6-A0AD-5138-14F2-CE59CD2B3B1D}"/>
                  </a:ext>
                </a:extLst>
              </p:cNvPr>
              <p:cNvSpPr txBox="1">
                <a:spLocks/>
              </p:cNvSpPr>
              <p:nvPr/>
            </p:nvSpPr>
            <p:spPr>
              <a:xfrm>
                <a:off x="3582717" y="4745743"/>
                <a:ext cx="459430" cy="200055"/>
              </a:xfrm>
              <a:prstGeom prst="rect">
                <a:avLst/>
              </a:prstGeom>
              <a:noFill/>
            </p:spPr>
            <p:txBody>
              <a:bodyPr wrap="square" rtlCol="0">
                <a:spAutoFit/>
              </a:bodyPr>
              <a:lstStyle/>
              <a:p>
                <a:pPr algn="r"/>
                <a:r>
                  <a:rPr lang="en-US" altLang="ko-KR" sz="700" b="1" dirty="0">
                    <a:latin typeface="+mj-ea"/>
                    <a:ea typeface="+mj-ea"/>
                  </a:rPr>
                  <a:t>53</a:t>
                </a:r>
                <a:endParaRPr lang="ko-KR" altLang="en-US" sz="700" b="1" dirty="0">
                  <a:latin typeface="+mj-ea"/>
                  <a:ea typeface="+mj-ea"/>
                </a:endParaRPr>
              </a:p>
            </p:txBody>
          </p:sp>
          <p:sp>
            <p:nvSpPr>
              <p:cNvPr id="550" name="TextBox 549">
                <a:extLst>
                  <a:ext uri="{FF2B5EF4-FFF2-40B4-BE49-F238E27FC236}">
                    <a16:creationId xmlns:a16="http://schemas.microsoft.com/office/drawing/2014/main" id="{9B519CF1-D846-2810-EA1F-43252079081F}"/>
                  </a:ext>
                </a:extLst>
              </p:cNvPr>
              <p:cNvSpPr txBox="1">
                <a:spLocks/>
              </p:cNvSpPr>
              <p:nvPr/>
            </p:nvSpPr>
            <p:spPr>
              <a:xfrm>
                <a:off x="3582718" y="4933775"/>
                <a:ext cx="459429" cy="200055"/>
              </a:xfrm>
              <a:prstGeom prst="rect">
                <a:avLst/>
              </a:prstGeom>
              <a:noFill/>
            </p:spPr>
            <p:txBody>
              <a:bodyPr wrap="square" rtlCol="0">
                <a:spAutoFit/>
              </a:bodyPr>
              <a:lstStyle/>
              <a:p>
                <a:pPr algn="r"/>
                <a:r>
                  <a:rPr lang="en-US" altLang="ko-KR" sz="700" b="1" dirty="0">
                    <a:latin typeface="+mj-ea"/>
                    <a:ea typeface="+mj-ea"/>
                  </a:rPr>
                  <a:t>52</a:t>
                </a:r>
                <a:endParaRPr lang="ko-KR" altLang="en-US" sz="700" b="1" dirty="0">
                  <a:latin typeface="+mj-ea"/>
                  <a:ea typeface="+mj-ea"/>
                </a:endParaRPr>
              </a:p>
            </p:txBody>
          </p:sp>
        </p:grpSp>
        <p:grpSp>
          <p:nvGrpSpPr>
            <p:cNvPr id="462" name="그룹 461">
              <a:extLst>
                <a:ext uri="{FF2B5EF4-FFF2-40B4-BE49-F238E27FC236}">
                  <a16:creationId xmlns:a16="http://schemas.microsoft.com/office/drawing/2014/main" id="{5E148EAE-27BB-4C3D-82A0-5B3E09C4CC99}"/>
                </a:ext>
              </a:extLst>
            </p:cNvPr>
            <p:cNvGrpSpPr>
              <a:grpSpLocks/>
            </p:cNvGrpSpPr>
            <p:nvPr/>
          </p:nvGrpSpPr>
          <p:grpSpPr>
            <a:xfrm>
              <a:off x="870850" y="1128360"/>
              <a:ext cx="676648" cy="3208634"/>
              <a:chOff x="3582714" y="1917500"/>
              <a:chExt cx="459434" cy="3208634"/>
            </a:xfrm>
          </p:grpSpPr>
          <p:sp>
            <p:nvSpPr>
              <p:cNvPr id="517" name="TextBox 516">
                <a:extLst>
                  <a:ext uri="{FF2B5EF4-FFF2-40B4-BE49-F238E27FC236}">
                    <a16:creationId xmlns:a16="http://schemas.microsoft.com/office/drawing/2014/main" id="{3113F94E-4DCB-1F67-6859-A8EEC68C6F66}"/>
                  </a:ext>
                </a:extLst>
              </p:cNvPr>
              <p:cNvSpPr txBox="1">
                <a:spLocks/>
              </p:cNvSpPr>
              <p:nvPr/>
            </p:nvSpPr>
            <p:spPr>
              <a:xfrm>
                <a:off x="3733185" y="1917500"/>
                <a:ext cx="308962" cy="200055"/>
              </a:xfrm>
              <a:prstGeom prst="rect">
                <a:avLst/>
              </a:prstGeom>
              <a:noFill/>
            </p:spPr>
            <p:txBody>
              <a:bodyPr wrap="square" rtlCol="0">
                <a:spAutoFit/>
              </a:bodyPr>
              <a:lstStyle/>
              <a:p>
                <a:pPr algn="r"/>
                <a:r>
                  <a:rPr lang="en-US" altLang="ko-KR" sz="700" b="1" dirty="0">
                    <a:latin typeface="+mj-ea"/>
                    <a:ea typeface="+mj-ea"/>
                  </a:rPr>
                  <a:t>SVO6</a:t>
                </a:r>
                <a:endParaRPr lang="ko-KR" altLang="en-US" sz="700" b="1" dirty="0">
                  <a:latin typeface="+mj-ea"/>
                  <a:ea typeface="+mj-ea"/>
                </a:endParaRPr>
              </a:p>
            </p:txBody>
          </p:sp>
          <p:sp>
            <p:nvSpPr>
              <p:cNvPr id="518" name="TextBox 517">
                <a:extLst>
                  <a:ext uri="{FF2B5EF4-FFF2-40B4-BE49-F238E27FC236}">
                    <a16:creationId xmlns:a16="http://schemas.microsoft.com/office/drawing/2014/main" id="{F2A14ADB-D96E-493A-5812-00BCF0744213}"/>
                  </a:ext>
                </a:extLst>
              </p:cNvPr>
              <p:cNvSpPr txBox="1">
                <a:spLocks/>
              </p:cNvSpPr>
              <p:nvPr/>
            </p:nvSpPr>
            <p:spPr>
              <a:xfrm>
                <a:off x="3733185" y="2105537"/>
                <a:ext cx="308962" cy="200055"/>
              </a:xfrm>
              <a:prstGeom prst="rect">
                <a:avLst/>
              </a:prstGeom>
              <a:noFill/>
            </p:spPr>
            <p:txBody>
              <a:bodyPr wrap="square" rtlCol="0">
                <a:spAutoFit/>
              </a:bodyPr>
              <a:lstStyle/>
              <a:p>
                <a:pPr algn="r"/>
                <a:r>
                  <a:rPr lang="en-US" altLang="ko-KR" sz="700" b="1" dirty="0">
                    <a:latin typeface="+mj-ea"/>
                    <a:ea typeface="+mj-ea"/>
                  </a:rPr>
                  <a:t>TEST</a:t>
                </a:r>
                <a:endParaRPr lang="ko-KR" altLang="en-US" sz="700" b="1" dirty="0">
                  <a:latin typeface="+mj-ea"/>
                  <a:ea typeface="+mj-ea"/>
                </a:endParaRPr>
              </a:p>
            </p:txBody>
          </p:sp>
          <p:sp>
            <p:nvSpPr>
              <p:cNvPr id="519" name="TextBox 518">
                <a:extLst>
                  <a:ext uri="{FF2B5EF4-FFF2-40B4-BE49-F238E27FC236}">
                    <a16:creationId xmlns:a16="http://schemas.microsoft.com/office/drawing/2014/main" id="{C7BBAA3C-F984-17EB-EC80-7D865E98CA9D}"/>
                  </a:ext>
                </a:extLst>
              </p:cNvPr>
              <p:cNvSpPr txBox="1">
                <a:spLocks/>
              </p:cNvSpPr>
              <p:nvPr/>
            </p:nvSpPr>
            <p:spPr>
              <a:xfrm>
                <a:off x="3626358" y="2293574"/>
                <a:ext cx="415790" cy="200055"/>
              </a:xfrm>
              <a:prstGeom prst="rect">
                <a:avLst/>
              </a:prstGeom>
              <a:noFill/>
            </p:spPr>
            <p:txBody>
              <a:bodyPr wrap="square" rtlCol="0">
                <a:spAutoFit/>
              </a:bodyPr>
              <a:lstStyle/>
              <a:p>
                <a:pPr algn="r"/>
                <a:r>
                  <a:rPr lang="en-US" altLang="ko-KR" sz="700" b="1" dirty="0">
                    <a:latin typeface="+mj-ea"/>
                    <a:ea typeface="+mj-ea"/>
                  </a:rPr>
                  <a:t>FLLSYNC</a:t>
                </a:r>
                <a:endParaRPr lang="ko-KR" altLang="en-US" sz="700" b="1" dirty="0">
                  <a:latin typeface="+mj-ea"/>
                  <a:ea typeface="+mj-ea"/>
                </a:endParaRPr>
              </a:p>
            </p:txBody>
          </p:sp>
          <p:sp>
            <p:nvSpPr>
              <p:cNvPr id="520" name="TextBox 519">
                <a:extLst>
                  <a:ext uri="{FF2B5EF4-FFF2-40B4-BE49-F238E27FC236}">
                    <a16:creationId xmlns:a16="http://schemas.microsoft.com/office/drawing/2014/main" id="{250D1DA8-3EEB-F5FD-28D5-F58E007A5D40}"/>
                  </a:ext>
                </a:extLst>
              </p:cNvPr>
              <p:cNvSpPr txBox="1">
                <a:spLocks/>
              </p:cNvSpPr>
              <p:nvPr/>
            </p:nvSpPr>
            <p:spPr>
              <a:xfrm>
                <a:off x="3626358" y="2481611"/>
                <a:ext cx="415790" cy="200055"/>
              </a:xfrm>
              <a:prstGeom prst="rect">
                <a:avLst/>
              </a:prstGeom>
              <a:noFill/>
            </p:spPr>
            <p:txBody>
              <a:bodyPr wrap="square" rtlCol="0">
                <a:spAutoFit/>
              </a:bodyPr>
              <a:lstStyle/>
              <a:p>
                <a:pPr algn="r"/>
                <a:r>
                  <a:rPr lang="en-US" altLang="ko-KR" sz="700" b="1" dirty="0">
                    <a:latin typeface="+mj-ea"/>
                    <a:ea typeface="+mj-ea"/>
                  </a:rPr>
                  <a:t>VSYNCI</a:t>
                </a:r>
                <a:endParaRPr lang="ko-KR" altLang="en-US" sz="700" b="1" dirty="0">
                  <a:latin typeface="+mj-ea"/>
                  <a:ea typeface="+mj-ea"/>
                </a:endParaRPr>
              </a:p>
            </p:txBody>
          </p:sp>
          <p:sp>
            <p:nvSpPr>
              <p:cNvPr id="521" name="TextBox 520">
                <a:extLst>
                  <a:ext uri="{FF2B5EF4-FFF2-40B4-BE49-F238E27FC236}">
                    <a16:creationId xmlns:a16="http://schemas.microsoft.com/office/drawing/2014/main" id="{8006C1F7-05BC-E588-5BF1-1031653A0BD4}"/>
                  </a:ext>
                </a:extLst>
              </p:cNvPr>
              <p:cNvSpPr txBox="1">
                <a:spLocks/>
              </p:cNvSpPr>
              <p:nvPr/>
            </p:nvSpPr>
            <p:spPr>
              <a:xfrm>
                <a:off x="3733185" y="2669648"/>
                <a:ext cx="308962" cy="200055"/>
              </a:xfrm>
              <a:prstGeom prst="rect">
                <a:avLst/>
              </a:prstGeom>
              <a:noFill/>
            </p:spPr>
            <p:txBody>
              <a:bodyPr wrap="square" rtlCol="0">
                <a:spAutoFit/>
              </a:bodyPr>
              <a:lstStyle/>
              <a:p>
                <a:pPr algn="r"/>
                <a:r>
                  <a:rPr lang="en-US" altLang="ko-KR" sz="700" b="1" dirty="0">
                    <a:latin typeface="+mj-ea"/>
                    <a:ea typeface="+mj-ea"/>
                  </a:rPr>
                  <a:t>NSCS</a:t>
                </a:r>
                <a:endParaRPr lang="ko-KR" altLang="en-US" sz="700" b="1" dirty="0">
                  <a:latin typeface="+mj-ea"/>
                  <a:ea typeface="+mj-ea"/>
                </a:endParaRPr>
              </a:p>
            </p:txBody>
          </p:sp>
          <p:sp>
            <p:nvSpPr>
              <p:cNvPr id="522" name="TextBox 521">
                <a:extLst>
                  <a:ext uri="{FF2B5EF4-FFF2-40B4-BE49-F238E27FC236}">
                    <a16:creationId xmlns:a16="http://schemas.microsoft.com/office/drawing/2014/main" id="{A65AD026-F8D3-544B-F46C-CE2F4AAF498F}"/>
                  </a:ext>
                </a:extLst>
              </p:cNvPr>
              <p:cNvSpPr txBox="1">
                <a:spLocks/>
              </p:cNvSpPr>
              <p:nvPr/>
            </p:nvSpPr>
            <p:spPr>
              <a:xfrm>
                <a:off x="3733185" y="2857685"/>
                <a:ext cx="308962" cy="200055"/>
              </a:xfrm>
              <a:prstGeom prst="rect">
                <a:avLst/>
              </a:prstGeom>
              <a:noFill/>
            </p:spPr>
            <p:txBody>
              <a:bodyPr wrap="square" rtlCol="0">
                <a:spAutoFit/>
              </a:bodyPr>
              <a:lstStyle/>
              <a:p>
                <a:pPr algn="r"/>
                <a:r>
                  <a:rPr lang="en-US" altLang="ko-KR" sz="700" b="1" dirty="0">
                    <a:latin typeface="+mj-ea"/>
                    <a:ea typeface="+mj-ea"/>
                  </a:rPr>
                  <a:t>VSS1</a:t>
                </a:r>
                <a:endParaRPr lang="ko-KR" altLang="en-US" sz="700" b="1" dirty="0">
                  <a:latin typeface="+mj-ea"/>
                  <a:ea typeface="+mj-ea"/>
                </a:endParaRPr>
              </a:p>
            </p:txBody>
          </p:sp>
          <p:sp>
            <p:nvSpPr>
              <p:cNvPr id="523" name="TextBox 522">
                <a:extLst>
                  <a:ext uri="{FF2B5EF4-FFF2-40B4-BE49-F238E27FC236}">
                    <a16:creationId xmlns:a16="http://schemas.microsoft.com/office/drawing/2014/main" id="{F68F434C-EA7E-A0D6-5FB4-7C6C05C12DA2}"/>
                  </a:ext>
                </a:extLst>
              </p:cNvPr>
              <p:cNvSpPr txBox="1">
                <a:spLocks/>
              </p:cNvSpPr>
              <p:nvPr/>
            </p:nvSpPr>
            <p:spPr>
              <a:xfrm>
                <a:off x="3733185" y="3045722"/>
                <a:ext cx="308962" cy="200055"/>
              </a:xfrm>
              <a:prstGeom prst="rect">
                <a:avLst/>
              </a:prstGeom>
              <a:noFill/>
            </p:spPr>
            <p:txBody>
              <a:bodyPr wrap="square" rtlCol="0">
                <a:spAutoFit/>
              </a:bodyPr>
              <a:lstStyle/>
              <a:p>
                <a:pPr algn="r"/>
                <a:r>
                  <a:rPr lang="en-US" altLang="ko-KR" sz="700" b="1" dirty="0">
                    <a:latin typeface="+mj-ea"/>
                    <a:ea typeface="+mj-ea"/>
                  </a:rPr>
                  <a:t>SCLK</a:t>
                </a:r>
                <a:endParaRPr lang="ko-KR" altLang="en-US" sz="700" b="1" dirty="0">
                  <a:latin typeface="+mj-ea"/>
                  <a:ea typeface="+mj-ea"/>
                </a:endParaRPr>
              </a:p>
            </p:txBody>
          </p:sp>
          <p:sp>
            <p:nvSpPr>
              <p:cNvPr id="524" name="TextBox 523">
                <a:extLst>
                  <a:ext uri="{FF2B5EF4-FFF2-40B4-BE49-F238E27FC236}">
                    <a16:creationId xmlns:a16="http://schemas.microsoft.com/office/drawing/2014/main" id="{7A1FF467-C9A4-83C0-E73B-CA3C921D06B1}"/>
                  </a:ext>
                </a:extLst>
              </p:cNvPr>
              <p:cNvSpPr txBox="1">
                <a:spLocks/>
              </p:cNvSpPr>
              <p:nvPr/>
            </p:nvSpPr>
            <p:spPr>
              <a:xfrm>
                <a:off x="3733185" y="3233759"/>
                <a:ext cx="308962" cy="200055"/>
              </a:xfrm>
              <a:prstGeom prst="rect">
                <a:avLst/>
              </a:prstGeom>
              <a:noFill/>
            </p:spPr>
            <p:txBody>
              <a:bodyPr wrap="square" rtlCol="0">
                <a:spAutoFit/>
              </a:bodyPr>
              <a:lstStyle/>
              <a:p>
                <a:pPr algn="r"/>
                <a:r>
                  <a:rPr lang="en-US" altLang="ko-KR" sz="700" b="1" dirty="0">
                    <a:latin typeface="+mj-ea"/>
                    <a:ea typeface="+mj-ea"/>
                  </a:rPr>
                  <a:t>MISO</a:t>
                </a:r>
                <a:endParaRPr lang="ko-KR" altLang="en-US" sz="700" b="1" dirty="0">
                  <a:latin typeface="+mj-ea"/>
                  <a:ea typeface="+mj-ea"/>
                </a:endParaRPr>
              </a:p>
            </p:txBody>
          </p:sp>
          <p:sp>
            <p:nvSpPr>
              <p:cNvPr id="525" name="TextBox 524">
                <a:extLst>
                  <a:ext uri="{FF2B5EF4-FFF2-40B4-BE49-F238E27FC236}">
                    <a16:creationId xmlns:a16="http://schemas.microsoft.com/office/drawing/2014/main" id="{4748880E-56D3-F275-FEE9-D9898793926F}"/>
                  </a:ext>
                </a:extLst>
              </p:cNvPr>
              <p:cNvSpPr txBox="1">
                <a:spLocks/>
              </p:cNvSpPr>
              <p:nvPr/>
            </p:nvSpPr>
            <p:spPr>
              <a:xfrm>
                <a:off x="3733185" y="3421796"/>
                <a:ext cx="308962" cy="200055"/>
              </a:xfrm>
              <a:prstGeom prst="rect">
                <a:avLst/>
              </a:prstGeom>
              <a:noFill/>
            </p:spPr>
            <p:txBody>
              <a:bodyPr wrap="square" rtlCol="0">
                <a:spAutoFit/>
              </a:bodyPr>
              <a:lstStyle/>
              <a:p>
                <a:pPr algn="r"/>
                <a:r>
                  <a:rPr lang="en-US" altLang="ko-KR" sz="700" b="1" dirty="0">
                    <a:latin typeface="+mj-ea"/>
                    <a:ea typeface="+mj-ea"/>
                  </a:rPr>
                  <a:t>MOSI</a:t>
                </a:r>
                <a:endParaRPr lang="ko-KR" altLang="en-US" sz="700" b="1" dirty="0">
                  <a:latin typeface="+mj-ea"/>
                  <a:ea typeface="+mj-ea"/>
                </a:endParaRPr>
              </a:p>
            </p:txBody>
          </p:sp>
          <p:sp>
            <p:nvSpPr>
              <p:cNvPr id="526" name="TextBox 525">
                <a:extLst>
                  <a:ext uri="{FF2B5EF4-FFF2-40B4-BE49-F238E27FC236}">
                    <a16:creationId xmlns:a16="http://schemas.microsoft.com/office/drawing/2014/main" id="{76E4E768-D8A7-8398-798C-F39206EB1F87}"/>
                  </a:ext>
                </a:extLst>
              </p:cNvPr>
              <p:cNvSpPr txBox="1">
                <a:spLocks/>
              </p:cNvSpPr>
              <p:nvPr/>
            </p:nvSpPr>
            <p:spPr>
              <a:xfrm>
                <a:off x="3582714" y="3609833"/>
                <a:ext cx="459433" cy="200055"/>
              </a:xfrm>
              <a:prstGeom prst="rect">
                <a:avLst/>
              </a:prstGeom>
              <a:noFill/>
            </p:spPr>
            <p:txBody>
              <a:bodyPr wrap="square" rtlCol="0">
                <a:spAutoFit/>
              </a:bodyPr>
              <a:lstStyle/>
              <a:p>
                <a:pPr algn="r"/>
                <a:r>
                  <a:rPr lang="en-US" altLang="ko-KR" sz="700" b="1" dirty="0">
                    <a:latin typeface="+mj-ea"/>
                    <a:ea typeface="+mj-ea"/>
                  </a:rPr>
                  <a:t>NINT_FT</a:t>
                </a:r>
              </a:p>
            </p:txBody>
          </p:sp>
          <p:sp>
            <p:nvSpPr>
              <p:cNvPr id="527" name="TextBox 526">
                <a:extLst>
                  <a:ext uri="{FF2B5EF4-FFF2-40B4-BE49-F238E27FC236}">
                    <a16:creationId xmlns:a16="http://schemas.microsoft.com/office/drawing/2014/main" id="{65043243-8B46-E32C-D567-3B23EAD75460}"/>
                  </a:ext>
                </a:extLst>
              </p:cNvPr>
              <p:cNvSpPr txBox="1">
                <a:spLocks/>
              </p:cNvSpPr>
              <p:nvPr/>
            </p:nvSpPr>
            <p:spPr>
              <a:xfrm>
                <a:off x="3582715" y="3797869"/>
                <a:ext cx="459432" cy="200055"/>
              </a:xfrm>
              <a:prstGeom prst="rect">
                <a:avLst/>
              </a:prstGeom>
              <a:noFill/>
            </p:spPr>
            <p:txBody>
              <a:bodyPr wrap="square" rtlCol="0">
                <a:spAutoFit/>
              </a:bodyPr>
              <a:lstStyle/>
              <a:p>
                <a:pPr algn="r"/>
                <a:r>
                  <a:rPr lang="en-US" altLang="ko-KR" sz="700" b="1" dirty="0">
                    <a:latin typeface="+mj-ea"/>
                    <a:ea typeface="+mj-ea"/>
                  </a:rPr>
                  <a:t>NINT_LD</a:t>
                </a:r>
              </a:p>
            </p:txBody>
          </p:sp>
          <p:sp>
            <p:nvSpPr>
              <p:cNvPr id="528" name="TextBox 527">
                <a:extLst>
                  <a:ext uri="{FF2B5EF4-FFF2-40B4-BE49-F238E27FC236}">
                    <a16:creationId xmlns:a16="http://schemas.microsoft.com/office/drawing/2014/main" id="{928E0A05-E739-EE5A-559E-94538F850F56}"/>
                  </a:ext>
                </a:extLst>
              </p:cNvPr>
              <p:cNvSpPr txBox="1">
                <a:spLocks/>
              </p:cNvSpPr>
              <p:nvPr/>
            </p:nvSpPr>
            <p:spPr>
              <a:xfrm>
                <a:off x="3582715" y="3985905"/>
                <a:ext cx="459432" cy="200055"/>
              </a:xfrm>
              <a:prstGeom prst="rect">
                <a:avLst/>
              </a:prstGeom>
              <a:noFill/>
            </p:spPr>
            <p:txBody>
              <a:bodyPr wrap="square" rtlCol="0">
                <a:spAutoFit/>
              </a:bodyPr>
              <a:lstStyle/>
              <a:p>
                <a:pPr algn="r"/>
                <a:r>
                  <a:rPr lang="en-US" altLang="ko-KR" sz="700" b="1" dirty="0">
                    <a:latin typeface="+mj-ea"/>
                    <a:ea typeface="+mj-ea"/>
                  </a:rPr>
                  <a:t>VDD1</a:t>
                </a:r>
                <a:endParaRPr lang="ko-KR" altLang="en-US" sz="700" b="1" dirty="0">
                  <a:latin typeface="+mj-ea"/>
                  <a:ea typeface="+mj-ea"/>
                </a:endParaRPr>
              </a:p>
            </p:txBody>
          </p:sp>
          <p:sp>
            <p:nvSpPr>
              <p:cNvPr id="529" name="TextBox 528">
                <a:extLst>
                  <a:ext uri="{FF2B5EF4-FFF2-40B4-BE49-F238E27FC236}">
                    <a16:creationId xmlns:a16="http://schemas.microsoft.com/office/drawing/2014/main" id="{C9A9C73B-EEBC-0533-A99B-438D892F9499}"/>
                  </a:ext>
                </a:extLst>
              </p:cNvPr>
              <p:cNvSpPr txBox="1">
                <a:spLocks/>
              </p:cNvSpPr>
              <p:nvPr/>
            </p:nvSpPr>
            <p:spPr>
              <a:xfrm>
                <a:off x="3582715" y="4173942"/>
                <a:ext cx="459432" cy="200055"/>
              </a:xfrm>
              <a:prstGeom prst="rect">
                <a:avLst/>
              </a:prstGeom>
              <a:noFill/>
            </p:spPr>
            <p:txBody>
              <a:bodyPr wrap="square" rtlCol="0">
                <a:spAutoFit/>
              </a:bodyPr>
              <a:lstStyle/>
              <a:p>
                <a:pPr algn="r"/>
                <a:r>
                  <a:rPr lang="en-US" altLang="ko-KR" sz="700" b="1" dirty="0">
                    <a:latin typeface="+mj-ea"/>
                    <a:ea typeface="+mj-ea"/>
                  </a:rPr>
                  <a:t>MCLK</a:t>
                </a:r>
                <a:endParaRPr lang="ko-KR" altLang="en-US" sz="700" b="1" dirty="0">
                  <a:latin typeface="+mj-ea"/>
                  <a:ea typeface="+mj-ea"/>
                </a:endParaRPr>
              </a:p>
            </p:txBody>
          </p:sp>
          <p:sp>
            <p:nvSpPr>
              <p:cNvPr id="530" name="TextBox 529">
                <a:extLst>
                  <a:ext uri="{FF2B5EF4-FFF2-40B4-BE49-F238E27FC236}">
                    <a16:creationId xmlns:a16="http://schemas.microsoft.com/office/drawing/2014/main" id="{61EC8CF6-375C-1F61-4995-E9B0962F7B66}"/>
                  </a:ext>
                </a:extLst>
              </p:cNvPr>
              <p:cNvSpPr txBox="1">
                <a:spLocks/>
              </p:cNvSpPr>
              <p:nvPr/>
            </p:nvSpPr>
            <p:spPr>
              <a:xfrm>
                <a:off x="3582715" y="4361978"/>
                <a:ext cx="459432" cy="215196"/>
              </a:xfrm>
              <a:prstGeom prst="rect">
                <a:avLst/>
              </a:prstGeom>
              <a:noFill/>
            </p:spPr>
            <p:txBody>
              <a:bodyPr wrap="square" rtlCol="0">
                <a:spAutoFit/>
              </a:bodyPr>
              <a:lstStyle/>
              <a:p>
                <a:pPr algn="r"/>
                <a:r>
                  <a:rPr lang="en-US" altLang="ko-KR" sz="700" b="1" dirty="0">
                    <a:latin typeface="+mj-ea"/>
                    <a:ea typeface="+mj-ea"/>
                  </a:rPr>
                  <a:t>D24</a:t>
                </a:r>
                <a:endParaRPr lang="ko-KR" altLang="en-US" sz="700" b="1" dirty="0">
                  <a:latin typeface="+mj-ea"/>
                  <a:ea typeface="+mj-ea"/>
                </a:endParaRPr>
              </a:p>
            </p:txBody>
          </p:sp>
          <p:sp>
            <p:nvSpPr>
              <p:cNvPr id="531" name="TextBox 530">
                <a:extLst>
                  <a:ext uri="{FF2B5EF4-FFF2-40B4-BE49-F238E27FC236}">
                    <a16:creationId xmlns:a16="http://schemas.microsoft.com/office/drawing/2014/main" id="{0B7A24F2-DFB1-3D05-93A2-5B7080B87989}"/>
                  </a:ext>
                </a:extLst>
              </p:cNvPr>
              <p:cNvSpPr txBox="1">
                <a:spLocks/>
              </p:cNvSpPr>
              <p:nvPr/>
            </p:nvSpPr>
            <p:spPr>
              <a:xfrm>
                <a:off x="3582715" y="4550014"/>
                <a:ext cx="459432" cy="215196"/>
              </a:xfrm>
              <a:prstGeom prst="rect">
                <a:avLst/>
              </a:prstGeom>
              <a:noFill/>
            </p:spPr>
            <p:txBody>
              <a:bodyPr wrap="square" rtlCol="0">
                <a:spAutoFit/>
              </a:bodyPr>
              <a:lstStyle/>
              <a:p>
                <a:pPr algn="r"/>
                <a:r>
                  <a:rPr lang="en-US" altLang="ko-KR" sz="700" b="1" dirty="0">
                    <a:latin typeface="+mj-ea"/>
                    <a:ea typeface="+mj-ea"/>
                  </a:rPr>
                  <a:t>D23</a:t>
                </a:r>
                <a:endParaRPr lang="ko-KR" altLang="en-US" sz="700" b="1" dirty="0">
                  <a:latin typeface="+mj-ea"/>
                  <a:ea typeface="+mj-ea"/>
                </a:endParaRPr>
              </a:p>
            </p:txBody>
          </p:sp>
          <p:sp>
            <p:nvSpPr>
              <p:cNvPr id="532" name="TextBox 531">
                <a:extLst>
                  <a:ext uri="{FF2B5EF4-FFF2-40B4-BE49-F238E27FC236}">
                    <a16:creationId xmlns:a16="http://schemas.microsoft.com/office/drawing/2014/main" id="{62FC2AB7-DC28-054F-B4F4-284E6B4851B1}"/>
                  </a:ext>
                </a:extLst>
              </p:cNvPr>
              <p:cNvSpPr txBox="1">
                <a:spLocks/>
              </p:cNvSpPr>
              <p:nvPr/>
            </p:nvSpPr>
            <p:spPr>
              <a:xfrm>
                <a:off x="3582718" y="4738050"/>
                <a:ext cx="459430" cy="215196"/>
              </a:xfrm>
              <a:prstGeom prst="rect">
                <a:avLst/>
              </a:prstGeom>
              <a:noFill/>
            </p:spPr>
            <p:txBody>
              <a:bodyPr wrap="square" rtlCol="0">
                <a:spAutoFit/>
              </a:bodyPr>
              <a:lstStyle/>
              <a:p>
                <a:pPr algn="r"/>
                <a:r>
                  <a:rPr lang="en-US" altLang="ko-KR" sz="700" b="1" dirty="0">
                    <a:latin typeface="+mj-ea"/>
                    <a:ea typeface="+mj-ea"/>
                  </a:rPr>
                  <a:t>SVO9</a:t>
                </a:r>
                <a:endParaRPr lang="ko-KR" altLang="en-US" sz="700" b="1" dirty="0">
                  <a:latin typeface="+mj-ea"/>
                  <a:ea typeface="+mj-ea"/>
                </a:endParaRPr>
              </a:p>
            </p:txBody>
          </p:sp>
          <p:sp>
            <p:nvSpPr>
              <p:cNvPr id="533" name="TextBox 532">
                <a:extLst>
                  <a:ext uri="{FF2B5EF4-FFF2-40B4-BE49-F238E27FC236}">
                    <a16:creationId xmlns:a16="http://schemas.microsoft.com/office/drawing/2014/main" id="{B8CADE0C-8888-A75F-38B3-2712348B31C1}"/>
                  </a:ext>
                </a:extLst>
              </p:cNvPr>
              <p:cNvSpPr txBox="1">
                <a:spLocks/>
              </p:cNvSpPr>
              <p:nvPr/>
            </p:nvSpPr>
            <p:spPr>
              <a:xfrm>
                <a:off x="3582718" y="4926079"/>
                <a:ext cx="459429" cy="200055"/>
              </a:xfrm>
              <a:prstGeom prst="rect">
                <a:avLst/>
              </a:prstGeom>
              <a:noFill/>
            </p:spPr>
            <p:txBody>
              <a:bodyPr wrap="square" rtlCol="0">
                <a:spAutoFit/>
              </a:bodyPr>
              <a:lstStyle/>
              <a:p>
                <a:pPr algn="r"/>
                <a:r>
                  <a:rPr lang="en-US" altLang="ko-KR" sz="700" b="1" dirty="0">
                    <a:latin typeface="+mj-ea"/>
                    <a:ea typeface="+mj-ea"/>
                  </a:rPr>
                  <a:t>D22</a:t>
                </a:r>
                <a:endParaRPr lang="ko-KR" altLang="en-US" sz="700" b="1" dirty="0">
                  <a:latin typeface="+mj-ea"/>
                  <a:ea typeface="+mj-ea"/>
                </a:endParaRPr>
              </a:p>
            </p:txBody>
          </p:sp>
        </p:grpSp>
        <p:grpSp>
          <p:nvGrpSpPr>
            <p:cNvPr id="463" name="그룹 462">
              <a:extLst>
                <a:ext uri="{FF2B5EF4-FFF2-40B4-BE49-F238E27FC236}">
                  <a16:creationId xmlns:a16="http://schemas.microsoft.com/office/drawing/2014/main" id="{57814BAB-A79B-6EA0-3D47-BFAAEADBD825}"/>
                </a:ext>
              </a:extLst>
            </p:cNvPr>
            <p:cNvGrpSpPr>
              <a:grpSpLocks/>
            </p:cNvGrpSpPr>
            <p:nvPr/>
          </p:nvGrpSpPr>
          <p:grpSpPr>
            <a:xfrm rot="16200000">
              <a:off x="3027387" y="3321621"/>
              <a:ext cx="702068" cy="3223772"/>
              <a:chOff x="3582715" y="1917626"/>
              <a:chExt cx="459437" cy="3223772"/>
            </a:xfrm>
          </p:grpSpPr>
          <p:sp>
            <p:nvSpPr>
              <p:cNvPr id="500" name="TextBox 499">
                <a:extLst>
                  <a:ext uri="{FF2B5EF4-FFF2-40B4-BE49-F238E27FC236}">
                    <a16:creationId xmlns:a16="http://schemas.microsoft.com/office/drawing/2014/main" id="{5FB06BA0-1C66-2646-C04E-91265447B9AB}"/>
                  </a:ext>
                </a:extLst>
              </p:cNvPr>
              <p:cNvSpPr txBox="1">
                <a:spLocks/>
              </p:cNvSpPr>
              <p:nvPr/>
            </p:nvSpPr>
            <p:spPr>
              <a:xfrm>
                <a:off x="3733186" y="1917626"/>
                <a:ext cx="308962" cy="215196"/>
              </a:xfrm>
              <a:prstGeom prst="rect">
                <a:avLst/>
              </a:prstGeom>
              <a:noFill/>
            </p:spPr>
            <p:txBody>
              <a:bodyPr wrap="square" rtlCol="0">
                <a:spAutoFit/>
              </a:bodyPr>
              <a:lstStyle/>
              <a:p>
                <a:pPr algn="r"/>
                <a:r>
                  <a:rPr lang="en-US" altLang="ko-KR" sz="700" b="1" dirty="0">
                    <a:latin typeface="+mj-ea"/>
                    <a:ea typeface="+mj-ea"/>
                  </a:rPr>
                  <a:t>D21</a:t>
                </a:r>
                <a:endParaRPr lang="ko-KR" altLang="en-US" sz="700" b="1" dirty="0">
                  <a:latin typeface="+mj-ea"/>
                  <a:ea typeface="+mj-ea"/>
                </a:endParaRPr>
              </a:p>
            </p:txBody>
          </p:sp>
          <p:sp>
            <p:nvSpPr>
              <p:cNvPr id="501" name="TextBox 500">
                <a:extLst>
                  <a:ext uri="{FF2B5EF4-FFF2-40B4-BE49-F238E27FC236}">
                    <a16:creationId xmlns:a16="http://schemas.microsoft.com/office/drawing/2014/main" id="{C5453844-348C-0D36-C7B8-4D5FDC1737F3}"/>
                  </a:ext>
                </a:extLst>
              </p:cNvPr>
              <p:cNvSpPr txBox="1">
                <a:spLocks/>
              </p:cNvSpPr>
              <p:nvPr/>
            </p:nvSpPr>
            <p:spPr>
              <a:xfrm>
                <a:off x="3673771" y="2105664"/>
                <a:ext cx="368381" cy="215196"/>
              </a:xfrm>
              <a:prstGeom prst="rect">
                <a:avLst/>
              </a:prstGeom>
              <a:noFill/>
            </p:spPr>
            <p:txBody>
              <a:bodyPr wrap="square" rtlCol="0">
                <a:spAutoFit/>
              </a:bodyPr>
              <a:lstStyle/>
              <a:p>
                <a:pPr algn="r"/>
                <a:r>
                  <a:rPr lang="en-US" altLang="ko-KR" sz="700" b="1" dirty="0">
                    <a:latin typeface="+mj-ea"/>
                    <a:ea typeface="+mj-ea"/>
                  </a:rPr>
                  <a:t>D20</a:t>
                </a:r>
                <a:endParaRPr lang="ko-KR" altLang="en-US" sz="700" b="1" dirty="0">
                  <a:latin typeface="+mj-ea"/>
                  <a:ea typeface="+mj-ea"/>
                </a:endParaRPr>
              </a:p>
            </p:txBody>
          </p:sp>
          <p:sp>
            <p:nvSpPr>
              <p:cNvPr id="502" name="TextBox 501">
                <a:extLst>
                  <a:ext uri="{FF2B5EF4-FFF2-40B4-BE49-F238E27FC236}">
                    <a16:creationId xmlns:a16="http://schemas.microsoft.com/office/drawing/2014/main" id="{4E7C3025-E7D5-C835-77EA-929DF9B38F8F}"/>
                  </a:ext>
                </a:extLst>
              </p:cNvPr>
              <p:cNvSpPr txBox="1">
                <a:spLocks/>
              </p:cNvSpPr>
              <p:nvPr/>
            </p:nvSpPr>
            <p:spPr>
              <a:xfrm>
                <a:off x="3733187" y="2293699"/>
                <a:ext cx="308962" cy="215196"/>
              </a:xfrm>
              <a:prstGeom prst="rect">
                <a:avLst/>
              </a:prstGeom>
              <a:noFill/>
            </p:spPr>
            <p:txBody>
              <a:bodyPr wrap="square" rtlCol="0">
                <a:spAutoFit/>
              </a:bodyPr>
              <a:lstStyle/>
              <a:p>
                <a:pPr algn="r"/>
                <a:r>
                  <a:rPr lang="en-US" altLang="ko-KR" sz="700" b="1" dirty="0">
                    <a:latin typeface="+mj-ea"/>
                    <a:ea typeface="+mj-ea"/>
                  </a:rPr>
                  <a:t>D19</a:t>
                </a:r>
                <a:endParaRPr lang="ko-KR" altLang="en-US" sz="700" b="1" dirty="0">
                  <a:latin typeface="+mj-ea"/>
                  <a:ea typeface="+mj-ea"/>
                </a:endParaRPr>
              </a:p>
            </p:txBody>
          </p:sp>
          <p:sp>
            <p:nvSpPr>
              <p:cNvPr id="503" name="TextBox 502">
                <a:extLst>
                  <a:ext uri="{FF2B5EF4-FFF2-40B4-BE49-F238E27FC236}">
                    <a16:creationId xmlns:a16="http://schemas.microsoft.com/office/drawing/2014/main" id="{E6277345-C575-A618-71BF-C0AB5FD539D2}"/>
                  </a:ext>
                </a:extLst>
              </p:cNvPr>
              <p:cNvSpPr txBox="1">
                <a:spLocks/>
              </p:cNvSpPr>
              <p:nvPr/>
            </p:nvSpPr>
            <p:spPr>
              <a:xfrm>
                <a:off x="3733187" y="2481735"/>
                <a:ext cx="308962" cy="215196"/>
              </a:xfrm>
              <a:prstGeom prst="rect">
                <a:avLst/>
              </a:prstGeom>
              <a:noFill/>
            </p:spPr>
            <p:txBody>
              <a:bodyPr wrap="square" rtlCol="0">
                <a:spAutoFit/>
              </a:bodyPr>
              <a:lstStyle/>
              <a:p>
                <a:pPr algn="r"/>
                <a:r>
                  <a:rPr lang="en-US" altLang="ko-KR" sz="700" b="1" dirty="0">
                    <a:latin typeface="+mj-ea"/>
                    <a:ea typeface="+mj-ea"/>
                  </a:rPr>
                  <a:t>D18</a:t>
                </a:r>
                <a:endParaRPr lang="ko-KR" altLang="en-US" sz="700" b="1" dirty="0">
                  <a:latin typeface="+mj-ea"/>
                  <a:ea typeface="+mj-ea"/>
                </a:endParaRPr>
              </a:p>
            </p:txBody>
          </p:sp>
          <p:sp>
            <p:nvSpPr>
              <p:cNvPr id="504" name="TextBox 503">
                <a:extLst>
                  <a:ext uri="{FF2B5EF4-FFF2-40B4-BE49-F238E27FC236}">
                    <a16:creationId xmlns:a16="http://schemas.microsoft.com/office/drawing/2014/main" id="{8224E423-A9A8-60D4-59D5-46C69A38DB06}"/>
                  </a:ext>
                </a:extLst>
              </p:cNvPr>
              <p:cNvSpPr txBox="1">
                <a:spLocks/>
              </p:cNvSpPr>
              <p:nvPr/>
            </p:nvSpPr>
            <p:spPr>
              <a:xfrm>
                <a:off x="3733187" y="2669774"/>
                <a:ext cx="308962" cy="215196"/>
              </a:xfrm>
              <a:prstGeom prst="rect">
                <a:avLst/>
              </a:prstGeom>
              <a:noFill/>
            </p:spPr>
            <p:txBody>
              <a:bodyPr wrap="square" rtlCol="0">
                <a:spAutoFit/>
              </a:bodyPr>
              <a:lstStyle/>
              <a:p>
                <a:pPr algn="r"/>
                <a:r>
                  <a:rPr lang="en-US" altLang="ko-KR" sz="700" b="1" dirty="0">
                    <a:latin typeface="+mj-ea"/>
                    <a:ea typeface="+mj-ea"/>
                  </a:rPr>
                  <a:t>VSS2</a:t>
                </a:r>
                <a:endParaRPr lang="ko-KR" altLang="en-US" sz="700" b="1" dirty="0">
                  <a:latin typeface="+mj-ea"/>
                  <a:ea typeface="+mj-ea"/>
                </a:endParaRPr>
              </a:p>
            </p:txBody>
          </p:sp>
          <p:sp>
            <p:nvSpPr>
              <p:cNvPr id="505" name="TextBox 504">
                <a:extLst>
                  <a:ext uri="{FF2B5EF4-FFF2-40B4-BE49-F238E27FC236}">
                    <a16:creationId xmlns:a16="http://schemas.microsoft.com/office/drawing/2014/main" id="{3FE5D671-2B79-9A60-E334-C75E6FC195C3}"/>
                  </a:ext>
                </a:extLst>
              </p:cNvPr>
              <p:cNvSpPr txBox="1">
                <a:spLocks/>
              </p:cNvSpPr>
              <p:nvPr/>
            </p:nvSpPr>
            <p:spPr>
              <a:xfrm>
                <a:off x="3709492" y="2857811"/>
                <a:ext cx="332658" cy="215196"/>
              </a:xfrm>
              <a:prstGeom prst="rect">
                <a:avLst/>
              </a:prstGeom>
              <a:noFill/>
            </p:spPr>
            <p:txBody>
              <a:bodyPr wrap="square" rtlCol="0">
                <a:spAutoFit/>
              </a:bodyPr>
              <a:lstStyle/>
              <a:p>
                <a:pPr algn="r"/>
                <a:r>
                  <a:rPr lang="en-US" altLang="ko-KR" sz="700" b="1" dirty="0">
                    <a:latin typeface="+mj-ea"/>
                    <a:ea typeface="+mj-ea"/>
                  </a:rPr>
                  <a:t>D17</a:t>
                </a:r>
                <a:endParaRPr lang="ko-KR" altLang="en-US" sz="700" b="1" dirty="0">
                  <a:latin typeface="+mj-ea"/>
                  <a:ea typeface="+mj-ea"/>
                </a:endParaRPr>
              </a:p>
            </p:txBody>
          </p:sp>
          <p:sp>
            <p:nvSpPr>
              <p:cNvPr id="506" name="TextBox 505">
                <a:extLst>
                  <a:ext uri="{FF2B5EF4-FFF2-40B4-BE49-F238E27FC236}">
                    <a16:creationId xmlns:a16="http://schemas.microsoft.com/office/drawing/2014/main" id="{DAD7F883-3B99-199A-5448-C874BF00F54D}"/>
                  </a:ext>
                </a:extLst>
              </p:cNvPr>
              <p:cNvSpPr txBox="1">
                <a:spLocks/>
              </p:cNvSpPr>
              <p:nvPr/>
            </p:nvSpPr>
            <p:spPr>
              <a:xfrm>
                <a:off x="3733187" y="3045848"/>
                <a:ext cx="308962" cy="215196"/>
              </a:xfrm>
              <a:prstGeom prst="rect">
                <a:avLst/>
              </a:prstGeom>
              <a:noFill/>
            </p:spPr>
            <p:txBody>
              <a:bodyPr wrap="square" rtlCol="0">
                <a:spAutoFit/>
              </a:bodyPr>
              <a:lstStyle/>
              <a:p>
                <a:pPr algn="r"/>
                <a:r>
                  <a:rPr lang="en-US" altLang="ko-KR" sz="700" b="1" dirty="0">
                    <a:latin typeface="+mj-ea"/>
                    <a:ea typeface="+mj-ea"/>
                  </a:rPr>
                  <a:t>D16</a:t>
                </a:r>
                <a:endParaRPr lang="ko-KR" altLang="en-US" sz="700" b="1" dirty="0">
                  <a:latin typeface="+mj-ea"/>
                  <a:ea typeface="+mj-ea"/>
                </a:endParaRPr>
              </a:p>
            </p:txBody>
          </p:sp>
          <p:sp>
            <p:nvSpPr>
              <p:cNvPr id="507" name="TextBox 506">
                <a:extLst>
                  <a:ext uri="{FF2B5EF4-FFF2-40B4-BE49-F238E27FC236}">
                    <a16:creationId xmlns:a16="http://schemas.microsoft.com/office/drawing/2014/main" id="{FA7794E9-5C53-864A-7DD3-EB72999AE90D}"/>
                  </a:ext>
                </a:extLst>
              </p:cNvPr>
              <p:cNvSpPr txBox="1">
                <a:spLocks/>
              </p:cNvSpPr>
              <p:nvPr/>
            </p:nvSpPr>
            <p:spPr>
              <a:xfrm>
                <a:off x="3733187" y="3233883"/>
                <a:ext cx="308962" cy="215196"/>
              </a:xfrm>
              <a:prstGeom prst="rect">
                <a:avLst/>
              </a:prstGeom>
              <a:noFill/>
            </p:spPr>
            <p:txBody>
              <a:bodyPr wrap="square" rtlCol="0">
                <a:spAutoFit/>
              </a:bodyPr>
              <a:lstStyle/>
              <a:p>
                <a:pPr algn="r"/>
                <a:r>
                  <a:rPr lang="en-US" altLang="ko-KR" sz="700" b="1" dirty="0">
                    <a:latin typeface="+mj-ea"/>
                    <a:ea typeface="+mj-ea"/>
                  </a:rPr>
                  <a:t>SVO8</a:t>
                </a:r>
                <a:endParaRPr lang="ko-KR" altLang="en-US" sz="700" b="1" dirty="0">
                  <a:latin typeface="+mj-ea"/>
                  <a:ea typeface="+mj-ea"/>
                </a:endParaRPr>
              </a:p>
            </p:txBody>
          </p:sp>
          <p:sp>
            <p:nvSpPr>
              <p:cNvPr id="508" name="TextBox 507">
                <a:extLst>
                  <a:ext uri="{FF2B5EF4-FFF2-40B4-BE49-F238E27FC236}">
                    <a16:creationId xmlns:a16="http://schemas.microsoft.com/office/drawing/2014/main" id="{6BB45F50-219B-C181-6F53-7ED3EC20BA3A}"/>
                  </a:ext>
                </a:extLst>
              </p:cNvPr>
              <p:cNvSpPr txBox="1">
                <a:spLocks/>
              </p:cNvSpPr>
              <p:nvPr/>
            </p:nvSpPr>
            <p:spPr>
              <a:xfrm>
                <a:off x="3733187" y="3421922"/>
                <a:ext cx="308962" cy="215196"/>
              </a:xfrm>
              <a:prstGeom prst="rect">
                <a:avLst/>
              </a:prstGeom>
              <a:noFill/>
            </p:spPr>
            <p:txBody>
              <a:bodyPr wrap="square" rtlCol="0">
                <a:spAutoFit/>
              </a:bodyPr>
              <a:lstStyle/>
              <a:p>
                <a:pPr algn="r"/>
                <a:r>
                  <a:rPr lang="en-US" altLang="ko-KR" sz="700" b="1" dirty="0">
                    <a:latin typeface="+mj-ea"/>
                    <a:ea typeface="+mj-ea"/>
                  </a:rPr>
                  <a:t>D15</a:t>
                </a:r>
                <a:endParaRPr lang="ko-KR" altLang="en-US" sz="700" b="1" dirty="0">
                  <a:latin typeface="+mj-ea"/>
                  <a:ea typeface="+mj-ea"/>
                </a:endParaRPr>
              </a:p>
            </p:txBody>
          </p:sp>
          <p:sp>
            <p:nvSpPr>
              <p:cNvPr id="509" name="TextBox 508">
                <a:extLst>
                  <a:ext uri="{FF2B5EF4-FFF2-40B4-BE49-F238E27FC236}">
                    <a16:creationId xmlns:a16="http://schemas.microsoft.com/office/drawing/2014/main" id="{09A5F440-73D9-38AE-D824-DD82CE51B4E0}"/>
                  </a:ext>
                </a:extLst>
              </p:cNvPr>
              <p:cNvSpPr txBox="1">
                <a:spLocks/>
              </p:cNvSpPr>
              <p:nvPr/>
            </p:nvSpPr>
            <p:spPr>
              <a:xfrm>
                <a:off x="3582716" y="3609958"/>
                <a:ext cx="459433" cy="215196"/>
              </a:xfrm>
              <a:prstGeom prst="rect">
                <a:avLst/>
              </a:prstGeom>
              <a:noFill/>
            </p:spPr>
            <p:txBody>
              <a:bodyPr wrap="square" rtlCol="0">
                <a:spAutoFit/>
              </a:bodyPr>
              <a:lstStyle/>
              <a:p>
                <a:pPr algn="r"/>
                <a:r>
                  <a:rPr lang="en-US" altLang="ko-KR" sz="700" b="1" dirty="0">
                    <a:latin typeface="+mj-ea"/>
                    <a:ea typeface="+mj-ea"/>
                  </a:rPr>
                  <a:t>D14</a:t>
                </a:r>
                <a:endParaRPr lang="ko-KR" altLang="en-US" sz="700" b="1" dirty="0">
                  <a:latin typeface="+mj-ea"/>
                  <a:ea typeface="+mj-ea"/>
                </a:endParaRPr>
              </a:p>
            </p:txBody>
          </p:sp>
          <p:sp>
            <p:nvSpPr>
              <p:cNvPr id="510" name="TextBox 509">
                <a:extLst>
                  <a:ext uri="{FF2B5EF4-FFF2-40B4-BE49-F238E27FC236}">
                    <a16:creationId xmlns:a16="http://schemas.microsoft.com/office/drawing/2014/main" id="{193BA234-EEFA-26BE-A775-893940343E03}"/>
                  </a:ext>
                </a:extLst>
              </p:cNvPr>
              <p:cNvSpPr txBox="1">
                <a:spLocks/>
              </p:cNvSpPr>
              <p:nvPr/>
            </p:nvSpPr>
            <p:spPr>
              <a:xfrm>
                <a:off x="3582717" y="3797993"/>
                <a:ext cx="459432" cy="215196"/>
              </a:xfrm>
              <a:prstGeom prst="rect">
                <a:avLst/>
              </a:prstGeom>
              <a:noFill/>
            </p:spPr>
            <p:txBody>
              <a:bodyPr wrap="square" rtlCol="0">
                <a:spAutoFit/>
              </a:bodyPr>
              <a:lstStyle/>
              <a:p>
                <a:pPr algn="r"/>
                <a:r>
                  <a:rPr lang="en-US" altLang="ko-KR" sz="700" b="1" dirty="0">
                    <a:latin typeface="+mj-ea"/>
                    <a:ea typeface="+mj-ea"/>
                  </a:rPr>
                  <a:t>D13</a:t>
                </a:r>
                <a:endParaRPr lang="ko-KR" altLang="en-US" sz="700" b="1" dirty="0">
                  <a:latin typeface="+mj-ea"/>
                  <a:ea typeface="+mj-ea"/>
                </a:endParaRPr>
              </a:p>
            </p:txBody>
          </p:sp>
          <p:sp>
            <p:nvSpPr>
              <p:cNvPr id="511" name="TextBox 510">
                <a:extLst>
                  <a:ext uri="{FF2B5EF4-FFF2-40B4-BE49-F238E27FC236}">
                    <a16:creationId xmlns:a16="http://schemas.microsoft.com/office/drawing/2014/main" id="{D4235F52-E51F-B2F5-6287-721C5AC48DE6}"/>
                  </a:ext>
                </a:extLst>
              </p:cNvPr>
              <p:cNvSpPr txBox="1">
                <a:spLocks/>
              </p:cNvSpPr>
              <p:nvPr/>
            </p:nvSpPr>
            <p:spPr>
              <a:xfrm>
                <a:off x="3582715" y="3986030"/>
                <a:ext cx="459432" cy="215196"/>
              </a:xfrm>
              <a:prstGeom prst="rect">
                <a:avLst/>
              </a:prstGeom>
              <a:noFill/>
            </p:spPr>
            <p:txBody>
              <a:bodyPr wrap="square" rtlCol="0">
                <a:spAutoFit/>
              </a:bodyPr>
              <a:lstStyle/>
              <a:p>
                <a:pPr algn="r"/>
                <a:r>
                  <a:rPr lang="en-US" altLang="ko-KR" sz="700" b="1" dirty="0">
                    <a:latin typeface="+mj-ea"/>
                    <a:ea typeface="+mj-ea"/>
                  </a:rPr>
                  <a:t>VDD2</a:t>
                </a:r>
                <a:endParaRPr lang="ko-KR" altLang="en-US" sz="700" b="1" dirty="0">
                  <a:latin typeface="+mj-ea"/>
                  <a:ea typeface="+mj-ea"/>
                </a:endParaRPr>
              </a:p>
            </p:txBody>
          </p:sp>
          <p:sp>
            <p:nvSpPr>
              <p:cNvPr id="512" name="TextBox 511">
                <a:extLst>
                  <a:ext uri="{FF2B5EF4-FFF2-40B4-BE49-F238E27FC236}">
                    <a16:creationId xmlns:a16="http://schemas.microsoft.com/office/drawing/2014/main" id="{41B4EBDC-9D22-A313-46A2-D05E69C7972C}"/>
                  </a:ext>
                </a:extLst>
              </p:cNvPr>
              <p:cNvSpPr txBox="1">
                <a:spLocks/>
              </p:cNvSpPr>
              <p:nvPr/>
            </p:nvSpPr>
            <p:spPr>
              <a:xfrm>
                <a:off x="3582717" y="4174065"/>
                <a:ext cx="459432" cy="215196"/>
              </a:xfrm>
              <a:prstGeom prst="rect">
                <a:avLst/>
              </a:prstGeom>
              <a:noFill/>
            </p:spPr>
            <p:txBody>
              <a:bodyPr wrap="square" rtlCol="0">
                <a:spAutoFit/>
              </a:bodyPr>
              <a:lstStyle/>
              <a:p>
                <a:pPr algn="r"/>
                <a:r>
                  <a:rPr lang="en-US" altLang="ko-KR" sz="700" b="1" dirty="0">
                    <a:latin typeface="+mj-ea"/>
                    <a:ea typeface="+mj-ea"/>
                  </a:rPr>
                  <a:t>SVO7</a:t>
                </a:r>
                <a:endParaRPr lang="ko-KR" altLang="en-US" sz="700" b="1" dirty="0">
                  <a:latin typeface="+mj-ea"/>
                  <a:ea typeface="+mj-ea"/>
                </a:endParaRPr>
              </a:p>
            </p:txBody>
          </p:sp>
          <p:sp>
            <p:nvSpPr>
              <p:cNvPr id="513" name="TextBox 512">
                <a:extLst>
                  <a:ext uri="{FF2B5EF4-FFF2-40B4-BE49-F238E27FC236}">
                    <a16:creationId xmlns:a16="http://schemas.microsoft.com/office/drawing/2014/main" id="{095E44C6-23C9-E224-5219-985D6E026615}"/>
                  </a:ext>
                </a:extLst>
              </p:cNvPr>
              <p:cNvSpPr txBox="1">
                <a:spLocks/>
              </p:cNvSpPr>
              <p:nvPr/>
            </p:nvSpPr>
            <p:spPr>
              <a:xfrm>
                <a:off x="3582717" y="4362102"/>
                <a:ext cx="459432" cy="215196"/>
              </a:xfrm>
              <a:prstGeom prst="rect">
                <a:avLst/>
              </a:prstGeom>
              <a:noFill/>
            </p:spPr>
            <p:txBody>
              <a:bodyPr wrap="square" rtlCol="0">
                <a:spAutoFit/>
              </a:bodyPr>
              <a:lstStyle/>
              <a:p>
                <a:pPr algn="r"/>
                <a:r>
                  <a:rPr lang="en-US" altLang="ko-KR" sz="700" b="1" dirty="0">
                    <a:latin typeface="+mj-ea"/>
                    <a:ea typeface="+mj-ea"/>
                  </a:rPr>
                  <a:t>L_G3</a:t>
                </a:r>
              </a:p>
            </p:txBody>
          </p:sp>
          <p:sp>
            <p:nvSpPr>
              <p:cNvPr id="514" name="TextBox 513">
                <a:extLst>
                  <a:ext uri="{FF2B5EF4-FFF2-40B4-BE49-F238E27FC236}">
                    <a16:creationId xmlns:a16="http://schemas.microsoft.com/office/drawing/2014/main" id="{C58B152B-A3A1-909E-E565-6E00E3418E75}"/>
                  </a:ext>
                </a:extLst>
              </p:cNvPr>
              <p:cNvSpPr txBox="1">
                <a:spLocks/>
              </p:cNvSpPr>
              <p:nvPr/>
            </p:nvSpPr>
            <p:spPr>
              <a:xfrm>
                <a:off x="3582717" y="4550138"/>
                <a:ext cx="459432" cy="215196"/>
              </a:xfrm>
              <a:prstGeom prst="rect">
                <a:avLst/>
              </a:prstGeom>
              <a:noFill/>
            </p:spPr>
            <p:txBody>
              <a:bodyPr wrap="square" rtlCol="0">
                <a:spAutoFit/>
              </a:bodyPr>
              <a:lstStyle/>
              <a:p>
                <a:pPr algn="r"/>
                <a:r>
                  <a:rPr lang="en-US" altLang="ko-KR" sz="700" b="1" dirty="0">
                    <a:latin typeface="+mj-ea"/>
                    <a:ea typeface="+mj-ea"/>
                  </a:rPr>
                  <a:t>H_G3</a:t>
                </a:r>
              </a:p>
            </p:txBody>
          </p:sp>
          <p:sp>
            <p:nvSpPr>
              <p:cNvPr id="515" name="TextBox 514">
                <a:extLst>
                  <a:ext uri="{FF2B5EF4-FFF2-40B4-BE49-F238E27FC236}">
                    <a16:creationId xmlns:a16="http://schemas.microsoft.com/office/drawing/2014/main" id="{AD751E49-3A55-A976-8712-4453CEA9B45D}"/>
                  </a:ext>
                </a:extLst>
              </p:cNvPr>
              <p:cNvSpPr txBox="1">
                <a:spLocks/>
              </p:cNvSpPr>
              <p:nvPr/>
            </p:nvSpPr>
            <p:spPr>
              <a:xfrm>
                <a:off x="3582716" y="4738175"/>
                <a:ext cx="459430" cy="215196"/>
              </a:xfrm>
              <a:prstGeom prst="rect">
                <a:avLst/>
              </a:prstGeom>
              <a:noFill/>
            </p:spPr>
            <p:txBody>
              <a:bodyPr wrap="square" rtlCol="0">
                <a:spAutoFit/>
              </a:bodyPr>
              <a:lstStyle/>
              <a:p>
                <a:pPr algn="r"/>
                <a:r>
                  <a:rPr lang="en-US" altLang="ko-KR" sz="700" b="1" dirty="0">
                    <a:latin typeface="+mj-ea"/>
                    <a:ea typeface="+mj-ea"/>
                  </a:rPr>
                  <a:t>L_G2</a:t>
                </a:r>
              </a:p>
            </p:txBody>
          </p:sp>
          <p:sp>
            <p:nvSpPr>
              <p:cNvPr id="516" name="TextBox 515">
                <a:extLst>
                  <a:ext uri="{FF2B5EF4-FFF2-40B4-BE49-F238E27FC236}">
                    <a16:creationId xmlns:a16="http://schemas.microsoft.com/office/drawing/2014/main" id="{773882AD-8A10-1E24-9D60-3AD6D2D5E4D0}"/>
                  </a:ext>
                </a:extLst>
              </p:cNvPr>
              <p:cNvSpPr txBox="1">
                <a:spLocks/>
              </p:cNvSpPr>
              <p:nvPr/>
            </p:nvSpPr>
            <p:spPr>
              <a:xfrm>
                <a:off x="3582719" y="4926202"/>
                <a:ext cx="459429" cy="215196"/>
              </a:xfrm>
              <a:prstGeom prst="rect">
                <a:avLst/>
              </a:prstGeom>
              <a:noFill/>
            </p:spPr>
            <p:txBody>
              <a:bodyPr wrap="square" rtlCol="0">
                <a:spAutoFit/>
              </a:bodyPr>
              <a:lstStyle/>
              <a:p>
                <a:pPr algn="r"/>
                <a:r>
                  <a:rPr lang="en-US" altLang="ko-KR" sz="700" b="1" dirty="0">
                    <a:latin typeface="+mj-ea"/>
                    <a:ea typeface="+mj-ea"/>
                  </a:rPr>
                  <a:t>H_G2</a:t>
                </a:r>
              </a:p>
            </p:txBody>
          </p:sp>
        </p:grpSp>
        <p:grpSp>
          <p:nvGrpSpPr>
            <p:cNvPr id="464" name="그룹 463">
              <a:extLst>
                <a:ext uri="{FF2B5EF4-FFF2-40B4-BE49-F238E27FC236}">
                  <a16:creationId xmlns:a16="http://schemas.microsoft.com/office/drawing/2014/main" id="{086CC9B4-761B-07C7-F170-26C68911D6E0}"/>
                </a:ext>
              </a:extLst>
            </p:cNvPr>
            <p:cNvGrpSpPr/>
            <p:nvPr/>
          </p:nvGrpSpPr>
          <p:grpSpPr>
            <a:xfrm>
              <a:off x="5208182" y="1128771"/>
              <a:ext cx="778968" cy="3223774"/>
              <a:chOff x="5126531" y="1078667"/>
              <a:chExt cx="778968" cy="3223774"/>
            </a:xfrm>
          </p:grpSpPr>
          <p:sp>
            <p:nvSpPr>
              <p:cNvPr id="483" name="TextBox 482">
                <a:extLst>
                  <a:ext uri="{FF2B5EF4-FFF2-40B4-BE49-F238E27FC236}">
                    <a16:creationId xmlns:a16="http://schemas.microsoft.com/office/drawing/2014/main" id="{7DCC7F68-D994-F409-3C79-F935B0B5899A}"/>
                  </a:ext>
                </a:extLst>
              </p:cNvPr>
              <p:cNvSpPr txBox="1">
                <a:spLocks/>
              </p:cNvSpPr>
              <p:nvPr/>
            </p:nvSpPr>
            <p:spPr>
              <a:xfrm>
                <a:off x="5126531" y="1078667"/>
                <a:ext cx="523844" cy="200055"/>
              </a:xfrm>
              <a:prstGeom prst="rect">
                <a:avLst/>
              </a:prstGeom>
              <a:noFill/>
            </p:spPr>
            <p:txBody>
              <a:bodyPr wrap="square" rtlCol="0">
                <a:spAutoFit/>
              </a:bodyPr>
              <a:lstStyle/>
              <a:p>
                <a:r>
                  <a:rPr lang="en-US" altLang="ko-KR" sz="700" b="1" dirty="0">
                    <a:latin typeface="+mj-ea"/>
                    <a:ea typeface="+mj-ea"/>
                  </a:rPr>
                  <a:t>D2</a:t>
                </a:r>
                <a:endParaRPr lang="ko-KR" altLang="en-US" sz="700" b="1" dirty="0">
                  <a:latin typeface="+mj-ea"/>
                  <a:ea typeface="+mj-ea"/>
                </a:endParaRPr>
              </a:p>
            </p:txBody>
          </p:sp>
          <p:sp>
            <p:nvSpPr>
              <p:cNvPr id="484" name="TextBox 483">
                <a:extLst>
                  <a:ext uri="{FF2B5EF4-FFF2-40B4-BE49-F238E27FC236}">
                    <a16:creationId xmlns:a16="http://schemas.microsoft.com/office/drawing/2014/main" id="{E8C24F86-2FEE-3A10-82FA-1208788762EF}"/>
                  </a:ext>
                </a:extLst>
              </p:cNvPr>
              <p:cNvSpPr txBox="1">
                <a:spLocks/>
              </p:cNvSpPr>
              <p:nvPr/>
            </p:nvSpPr>
            <p:spPr>
              <a:xfrm>
                <a:off x="5126531" y="1266293"/>
                <a:ext cx="523844" cy="200055"/>
              </a:xfrm>
              <a:prstGeom prst="rect">
                <a:avLst/>
              </a:prstGeom>
              <a:noFill/>
            </p:spPr>
            <p:txBody>
              <a:bodyPr wrap="square" rtlCol="0">
                <a:spAutoFit/>
              </a:bodyPr>
              <a:lstStyle/>
              <a:p>
                <a:r>
                  <a:rPr lang="en-US" altLang="ko-KR" sz="700" b="1" dirty="0">
                    <a:latin typeface="+mj-ea"/>
                    <a:ea typeface="+mj-ea"/>
                  </a:rPr>
                  <a:t>D1</a:t>
                </a:r>
                <a:endParaRPr lang="ko-KR" altLang="en-US" sz="700" b="1" dirty="0">
                  <a:latin typeface="+mj-ea"/>
                  <a:ea typeface="+mj-ea"/>
                </a:endParaRPr>
              </a:p>
            </p:txBody>
          </p:sp>
          <p:sp>
            <p:nvSpPr>
              <p:cNvPr id="485" name="TextBox 484">
                <a:extLst>
                  <a:ext uri="{FF2B5EF4-FFF2-40B4-BE49-F238E27FC236}">
                    <a16:creationId xmlns:a16="http://schemas.microsoft.com/office/drawing/2014/main" id="{7BBF4D33-D41A-0E21-75CB-B248795504B6}"/>
                  </a:ext>
                </a:extLst>
              </p:cNvPr>
              <p:cNvSpPr txBox="1">
                <a:spLocks/>
              </p:cNvSpPr>
              <p:nvPr/>
            </p:nvSpPr>
            <p:spPr>
              <a:xfrm>
                <a:off x="5126531" y="1454330"/>
                <a:ext cx="523844" cy="200055"/>
              </a:xfrm>
              <a:prstGeom prst="rect">
                <a:avLst/>
              </a:prstGeom>
              <a:noFill/>
            </p:spPr>
            <p:txBody>
              <a:bodyPr wrap="square" rtlCol="0">
                <a:spAutoFit/>
              </a:bodyPr>
              <a:lstStyle/>
              <a:p>
                <a:r>
                  <a:rPr lang="en-US" altLang="ko-KR" sz="700" b="1" dirty="0">
                    <a:latin typeface="+mj-ea"/>
                    <a:ea typeface="+mj-ea"/>
                  </a:rPr>
                  <a:t>FBO1</a:t>
                </a:r>
                <a:endParaRPr lang="ko-KR" altLang="en-US" sz="700" b="1" dirty="0">
                  <a:latin typeface="+mj-ea"/>
                  <a:ea typeface="+mj-ea"/>
                </a:endParaRPr>
              </a:p>
            </p:txBody>
          </p:sp>
          <p:sp>
            <p:nvSpPr>
              <p:cNvPr id="486" name="TextBox 485">
                <a:extLst>
                  <a:ext uri="{FF2B5EF4-FFF2-40B4-BE49-F238E27FC236}">
                    <a16:creationId xmlns:a16="http://schemas.microsoft.com/office/drawing/2014/main" id="{B802F67E-1459-585B-CB17-48E81F1A1AB8}"/>
                  </a:ext>
                </a:extLst>
              </p:cNvPr>
              <p:cNvSpPr txBox="1">
                <a:spLocks/>
              </p:cNvSpPr>
              <p:nvPr/>
            </p:nvSpPr>
            <p:spPr>
              <a:xfrm>
                <a:off x="5126531" y="1642367"/>
                <a:ext cx="523844" cy="200055"/>
              </a:xfrm>
              <a:prstGeom prst="rect">
                <a:avLst/>
              </a:prstGeom>
              <a:noFill/>
            </p:spPr>
            <p:txBody>
              <a:bodyPr wrap="square" rtlCol="0">
                <a:spAutoFit/>
              </a:bodyPr>
              <a:lstStyle/>
              <a:p>
                <a:r>
                  <a:rPr lang="en-US" altLang="ko-KR" sz="700" b="1" dirty="0">
                    <a:latin typeface="+mj-ea"/>
                    <a:ea typeface="+mj-ea"/>
                  </a:rPr>
                  <a:t>FBI1</a:t>
                </a:r>
                <a:endParaRPr lang="ko-KR" altLang="en-US" sz="700" b="1" dirty="0">
                  <a:latin typeface="+mj-ea"/>
                  <a:ea typeface="+mj-ea"/>
                </a:endParaRPr>
              </a:p>
            </p:txBody>
          </p:sp>
          <p:sp>
            <p:nvSpPr>
              <p:cNvPr id="487" name="TextBox 486">
                <a:extLst>
                  <a:ext uri="{FF2B5EF4-FFF2-40B4-BE49-F238E27FC236}">
                    <a16:creationId xmlns:a16="http://schemas.microsoft.com/office/drawing/2014/main" id="{B146BB62-FB22-BCF8-78C9-582CE77BBC25}"/>
                  </a:ext>
                </a:extLst>
              </p:cNvPr>
              <p:cNvSpPr txBox="1">
                <a:spLocks/>
              </p:cNvSpPr>
              <p:nvPr/>
            </p:nvSpPr>
            <p:spPr>
              <a:xfrm>
                <a:off x="5126531" y="1830404"/>
                <a:ext cx="578943" cy="200055"/>
              </a:xfrm>
              <a:prstGeom prst="rect">
                <a:avLst/>
              </a:prstGeom>
              <a:noFill/>
            </p:spPr>
            <p:txBody>
              <a:bodyPr wrap="square" rtlCol="0">
                <a:spAutoFit/>
              </a:bodyPr>
              <a:lstStyle/>
              <a:p>
                <a:r>
                  <a:rPr lang="en-US" altLang="ko-KR" sz="700" b="1" dirty="0">
                    <a:latin typeface="+mj-ea"/>
                    <a:ea typeface="+mj-ea"/>
                  </a:rPr>
                  <a:t>DACO1</a:t>
                </a:r>
                <a:endParaRPr lang="ko-KR" altLang="en-US" sz="700" b="1" dirty="0">
                  <a:latin typeface="+mj-ea"/>
                  <a:ea typeface="+mj-ea"/>
                </a:endParaRPr>
              </a:p>
            </p:txBody>
          </p:sp>
          <p:sp>
            <p:nvSpPr>
              <p:cNvPr id="488" name="TextBox 487">
                <a:extLst>
                  <a:ext uri="{FF2B5EF4-FFF2-40B4-BE49-F238E27FC236}">
                    <a16:creationId xmlns:a16="http://schemas.microsoft.com/office/drawing/2014/main" id="{27CA78CB-667F-4FB6-8F71-4C6CF037F091}"/>
                  </a:ext>
                </a:extLst>
              </p:cNvPr>
              <p:cNvSpPr txBox="1">
                <a:spLocks/>
              </p:cNvSpPr>
              <p:nvPr/>
            </p:nvSpPr>
            <p:spPr>
              <a:xfrm>
                <a:off x="5126531" y="2018441"/>
                <a:ext cx="523844" cy="200055"/>
              </a:xfrm>
              <a:prstGeom prst="rect">
                <a:avLst/>
              </a:prstGeom>
              <a:noFill/>
            </p:spPr>
            <p:txBody>
              <a:bodyPr wrap="square" rtlCol="0">
                <a:spAutoFit/>
              </a:bodyPr>
              <a:lstStyle/>
              <a:p>
                <a:r>
                  <a:rPr lang="en-US" altLang="ko-KR" sz="700" b="1" dirty="0">
                    <a:latin typeface="+mj-ea"/>
                    <a:ea typeface="+mj-ea"/>
                  </a:rPr>
                  <a:t>VDD3</a:t>
                </a:r>
                <a:endParaRPr lang="ko-KR" altLang="en-US" sz="700" b="1" dirty="0">
                  <a:latin typeface="+mj-ea"/>
                  <a:ea typeface="+mj-ea"/>
                </a:endParaRPr>
              </a:p>
            </p:txBody>
          </p:sp>
          <p:sp>
            <p:nvSpPr>
              <p:cNvPr id="489" name="TextBox 488">
                <a:extLst>
                  <a:ext uri="{FF2B5EF4-FFF2-40B4-BE49-F238E27FC236}">
                    <a16:creationId xmlns:a16="http://schemas.microsoft.com/office/drawing/2014/main" id="{C563FB61-4FF7-8978-5075-AA8D0CCFE158}"/>
                  </a:ext>
                </a:extLst>
              </p:cNvPr>
              <p:cNvSpPr txBox="1">
                <a:spLocks/>
              </p:cNvSpPr>
              <p:nvPr/>
            </p:nvSpPr>
            <p:spPr>
              <a:xfrm>
                <a:off x="5126531" y="2206478"/>
                <a:ext cx="523844" cy="200055"/>
              </a:xfrm>
              <a:prstGeom prst="rect">
                <a:avLst/>
              </a:prstGeom>
              <a:noFill/>
            </p:spPr>
            <p:txBody>
              <a:bodyPr wrap="square" rtlCol="0">
                <a:spAutoFit/>
              </a:bodyPr>
              <a:lstStyle/>
              <a:p>
                <a:r>
                  <a:rPr lang="en-US" altLang="ko-KR" sz="700" b="1" dirty="0">
                    <a:latin typeface="+mj-ea"/>
                    <a:ea typeface="+mj-ea"/>
                  </a:rPr>
                  <a:t>FBO2</a:t>
                </a:r>
                <a:endParaRPr lang="ko-KR" altLang="en-US" sz="700" b="1" dirty="0">
                  <a:latin typeface="+mj-ea"/>
                  <a:ea typeface="+mj-ea"/>
                </a:endParaRPr>
              </a:p>
            </p:txBody>
          </p:sp>
          <p:sp>
            <p:nvSpPr>
              <p:cNvPr id="490" name="TextBox 489">
                <a:extLst>
                  <a:ext uri="{FF2B5EF4-FFF2-40B4-BE49-F238E27FC236}">
                    <a16:creationId xmlns:a16="http://schemas.microsoft.com/office/drawing/2014/main" id="{11FE2E68-DBA7-BE75-2202-DDBDA870FB67}"/>
                  </a:ext>
                </a:extLst>
              </p:cNvPr>
              <p:cNvSpPr txBox="1">
                <a:spLocks/>
              </p:cNvSpPr>
              <p:nvPr/>
            </p:nvSpPr>
            <p:spPr>
              <a:xfrm>
                <a:off x="5126531" y="2394515"/>
                <a:ext cx="523844" cy="200055"/>
              </a:xfrm>
              <a:prstGeom prst="rect">
                <a:avLst/>
              </a:prstGeom>
              <a:noFill/>
            </p:spPr>
            <p:txBody>
              <a:bodyPr wrap="square" rtlCol="0">
                <a:spAutoFit/>
              </a:bodyPr>
              <a:lstStyle/>
              <a:p>
                <a:r>
                  <a:rPr lang="en-US" altLang="ko-KR" sz="700" b="1" dirty="0">
                    <a:latin typeface="+mj-ea"/>
                    <a:ea typeface="+mj-ea"/>
                  </a:rPr>
                  <a:t>FBI2</a:t>
                </a:r>
                <a:endParaRPr lang="ko-KR" altLang="en-US" sz="700" b="1" dirty="0">
                  <a:latin typeface="+mj-ea"/>
                  <a:ea typeface="+mj-ea"/>
                </a:endParaRPr>
              </a:p>
            </p:txBody>
          </p:sp>
          <p:sp>
            <p:nvSpPr>
              <p:cNvPr id="491" name="TextBox 490">
                <a:extLst>
                  <a:ext uri="{FF2B5EF4-FFF2-40B4-BE49-F238E27FC236}">
                    <a16:creationId xmlns:a16="http://schemas.microsoft.com/office/drawing/2014/main" id="{4D5813C8-AC62-17C2-E0DE-75FE9A451BCC}"/>
                  </a:ext>
                </a:extLst>
              </p:cNvPr>
              <p:cNvSpPr txBox="1">
                <a:spLocks/>
              </p:cNvSpPr>
              <p:nvPr/>
            </p:nvSpPr>
            <p:spPr>
              <a:xfrm>
                <a:off x="5126531" y="2582552"/>
                <a:ext cx="672002" cy="200055"/>
              </a:xfrm>
              <a:prstGeom prst="rect">
                <a:avLst/>
              </a:prstGeom>
              <a:noFill/>
            </p:spPr>
            <p:txBody>
              <a:bodyPr wrap="square" rtlCol="0">
                <a:spAutoFit/>
              </a:bodyPr>
              <a:lstStyle/>
              <a:p>
                <a:r>
                  <a:rPr lang="en-US" altLang="ko-KR" sz="700" b="1" dirty="0">
                    <a:latin typeface="+mj-ea"/>
                    <a:ea typeface="+mj-ea"/>
                  </a:rPr>
                  <a:t>DACO2</a:t>
                </a:r>
                <a:endParaRPr lang="ko-KR" altLang="en-US" sz="700" b="1" dirty="0">
                  <a:latin typeface="+mj-ea"/>
                  <a:ea typeface="+mj-ea"/>
                </a:endParaRPr>
              </a:p>
            </p:txBody>
          </p:sp>
          <p:sp>
            <p:nvSpPr>
              <p:cNvPr id="492" name="TextBox 491">
                <a:extLst>
                  <a:ext uri="{FF2B5EF4-FFF2-40B4-BE49-F238E27FC236}">
                    <a16:creationId xmlns:a16="http://schemas.microsoft.com/office/drawing/2014/main" id="{137AFD2B-1683-B273-DD47-D485E4B95889}"/>
                  </a:ext>
                </a:extLst>
              </p:cNvPr>
              <p:cNvSpPr txBox="1">
                <a:spLocks/>
              </p:cNvSpPr>
              <p:nvPr/>
            </p:nvSpPr>
            <p:spPr>
              <a:xfrm>
                <a:off x="5126531" y="2770589"/>
                <a:ext cx="778968" cy="200055"/>
              </a:xfrm>
              <a:prstGeom prst="rect">
                <a:avLst/>
              </a:prstGeom>
              <a:noFill/>
            </p:spPr>
            <p:txBody>
              <a:bodyPr wrap="square" rtlCol="0">
                <a:spAutoFit/>
              </a:bodyPr>
              <a:lstStyle/>
              <a:p>
                <a:r>
                  <a:rPr lang="en-US" altLang="ko-KR" sz="700" b="1" dirty="0">
                    <a:latin typeface="+mj-ea"/>
                    <a:ea typeface="+mj-ea"/>
                  </a:rPr>
                  <a:t>FBO3</a:t>
                </a:r>
                <a:endParaRPr lang="ko-KR" altLang="en-US" sz="700" b="1" dirty="0">
                  <a:latin typeface="+mj-ea"/>
                  <a:ea typeface="+mj-ea"/>
                </a:endParaRPr>
              </a:p>
            </p:txBody>
          </p:sp>
          <p:sp>
            <p:nvSpPr>
              <p:cNvPr id="493" name="TextBox 492">
                <a:extLst>
                  <a:ext uri="{FF2B5EF4-FFF2-40B4-BE49-F238E27FC236}">
                    <a16:creationId xmlns:a16="http://schemas.microsoft.com/office/drawing/2014/main" id="{8196B1E5-5886-085F-5894-58623522C3A0}"/>
                  </a:ext>
                </a:extLst>
              </p:cNvPr>
              <p:cNvSpPr txBox="1">
                <a:spLocks/>
              </p:cNvSpPr>
              <p:nvPr/>
            </p:nvSpPr>
            <p:spPr>
              <a:xfrm>
                <a:off x="5126531" y="2958625"/>
                <a:ext cx="778966" cy="200055"/>
              </a:xfrm>
              <a:prstGeom prst="rect">
                <a:avLst/>
              </a:prstGeom>
              <a:noFill/>
            </p:spPr>
            <p:txBody>
              <a:bodyPr wrap="square" rtlCol="0">
                <a:spAutoFit/>
              </a:bodyPr>
              <a:lstStyle/>
              <a:p>
                <a:r>
                  <a:rPr lang="en-US" altLang="ko-KR" sz="700" b="1" dirty="0">
                    <a:latin typeface="+mj-ea"/>
                    <a:ea typeface="+mj-ea"/>
                  </a:rPr>
                  <a:t>FBI3</a:t>
                </a:r>
              </a:p>
            </p:txBody>
          </p:sp>
          <p:sp>
            <p:nvSpPr>
              <p:cNvPr id="494" name="TextBox 493">
                <a:extLst>
                  <a:ext uri="{FF2B5EF4-FFF2-40B4-BE49-F238E27FC236}">
                    <a16:creationId xmlns:a16="http://schemas.microsoft.com/office/drawing/2014/main" id="{ECDA46A9-ED88-C63D-465F-7CFAE652D444}"/>
                  </a:ext>
                </a:extLst>
              </p:cNvPr>
              <p:cNvSpPr txBox="1">
                <a:spLocks/>
              </p:cNvSpPr>
              <p:nvPr/>
            </p:nvSpPr>
            <p:spPr>
              <a:xfrm>
                <a:off x="5126531" y="3146661"/>
                <a:ext cx="778966" cy="200055"/>
              </a:xfrm>
              <a:prstGeom prst="rect">
                <a:avLst/>
              </a:prstGeom>
              <a:noFill/>
            </p:spPr>
            <p:txBody>
              <a:bodyPr wrap="square" rtlCol="0">
                <a:spAutoFit/>
              </a:bodyPr>
              <a:lstStyle/>
              <a:p>
                <a:r>
                  <a:rPr lang="en-US" altLang="ko-KR" sz="700" b="1" dirty="0">
                    <a:latin typeface="+mj-ea"/>
                    <a:ea typeface="+mj-ea"/>
                  </a:rPr>
                  <a:t>VSS3</a:t>
                </a:r>
                <a:endParaRPr lang="ko-KR" altLang="en-US" sz="700" b="1" dirty="0">
                  <a:latin typeface="+mj-ea"/>
                  <a:ea typeface="+mj-ea"/>
                </a:endParaRPr>
              </a:p>
            </p:txBody>
          </p:sp>
          <p:sp>
            <p:nvSpPr>
              <p:cNvPr id="495" name="TextBox 494">
                <a:extLst>
                  <a:ext uri="{FF2B5EF4-FFF2-40B4-BE49-F238E27FC236}">
                    <a16:creationId xmlns:a16="http://schemas.microsoft.com/office/drawing/2014/main" id="{AE5F019C-FF81-89FD-B208-574A113C400F}"/>
                  </a:ext>
                </a:extLst>
              </p:cNvPr>
              <p:cNvSpPr txBox="1">
                <a:spLocks/>
              </p:cNvSpPr>
              <p:nvPr/>
            </p:nvSpPr>
            <p:spPr>
              <a:xfrm>
                <a:off x="5126531" y="3334698"/>
                <a:ext cx="778966" cy="200055"/>
              </a:xfrm>
              <a:prstGeom prst="rect">
                <a:avLst/>
              </a:prstGeom>
              <a:noFill/>
            </p:spPr>
            <p:txBody>
              <a:bodyPr wrap="square" rtlCol="0">
                <a:spAutoFit/>
              </a:bodyPr>
              <a:lstStyle/>
              <a:p>
                <a:r>
                  <a:rPr lang="en-US" altLang="ko-KR" sz="700" b="1" dirty="0">
                    <a:latin typeface="+mj-ea"/>
                    <a:ea typeface="+mj-ea"/>
                  </a:rPr>
                  <a:t>DACO3</a:t>
                </a:r>
                <a:endParaRPr lang="ko-KR" altLang="en-US" sz="700" b="1" dirty="0">
                  <a:latin typeface="+mj-ea"/>
                  <a:ea typeface="+mj-ea"/>
                </a:endParaRPr>
              </a:p>
            </p:txBody>
          </p:sp>
          <p:sp>
            <p:nvSpPr>
              <p:cNvPr id="496" name="TextBox 495">
                <a:extLst>
                  <a:ext uri="{FF2B5EF4-FFF2-40B4-BE49-F238E27FC236}">
                    <a16:creationId xmlns:a16="http://schemas.microsoft.com/office/drawing/2014/main" id="{97E54557-3978-0415-D139-BAE6EFDE531B}"/>
                  </a:ext>
                </a:extLst>
              </p:cNvPr>
              <p:cNvSpPr txBox="1">
                <a:spLocks/>
              </p:cNvSpPr>
              <p:nvPr/>
            </p:nvSpPr>
            <p:spPr>
              <a:xfrm>
                <a:off x="5126531" y="3522734"/>
                <a:ext cx="778966" cy="200055"/>
              </a:xfrm>
              <a:prstGeom prst="rect">
                <a:avLst/>
              </a:prstGeom>
              <a:noFill/>
            </p:spPr>
            <p:txBody>
              <a:bodyPr wrap="square" rtlCol="0">
                <a:spAutoFit/>
              </a:bodyPr>
              <a:lstStyle/>
              <a:p>
                <a:r>
                  <a:rPr lang="en-US" altLang="ko-KR" sz="700" b="1" dirty="0">
                    <a:latin typeface="+mj-ea"/>
                    <a:ea typeface="+mj-ea"/>
                  </a:rPr>
                  <a:t>LDOO</a:t>
                </a:r>
                <a:endParaRPr lang="ko-KR" altLang="en-US" sz="700" b="1" dirty="0">
                  <a:latin typeface="+mj-ea"/>
                  <a:ea typeface="+mj-ea"/>
                </a:endParaRPr>
              </a:p>
            </p:txBody>
          </p:sp>
          <p:sp>
            <p:nvSpPr>
              <p:cNvPr id="497" name="TextBox 496">
                <a:extLst>
                  <a:ext uri="{FF2B5EF4-FFF2-40B4-BE49-F238E27FC236}">
                    <a16:creationId xmlns:a16="http://schemas.microsoft.com/office/drawing/2014/main" id="{3D183D18-581F-3EB6-E585-E9AB60B5A3AC}"/>
                  </a:ext>
                </a:extLst>
              </p:cNvPr>
              <p:cNvSpPr txBox="1">
                <a:spLocks/>
              </p:cNvSpPr>
              <p:nvPr/>
            </p:nvSpPr>
            <p:spPr>
              <a:xfrm>
                <a:off x="5126531" y="3710770"/>
                <a:ext cx="778966" cy="215196"/>
              </a:xfrm>
              <a:prstGeom prst="rect">
                <a:avLst/>
              </a:prstGeom>
              <a:noFill/>
            </p:spPr>
            <p:txBody>
              <a:bodyPr wrap="square" rtlCol="0">
                <a:spAutoFit/>
              </a:bodyPr>
              <a:lstStyle/>
              <a:p>
                <a:r>
                  <a:rPr lang="en-US" altLang="ko-KR" sz="700" b="1" dirty="0">
                    <a:latin typeface="+mj-ea"/>
                    <a:ea typeface="+mj-ea"/>
                  </a:rPr>
                  <a:t>LDOI</a:t>
                </a:r>
                <a:endParaRPr lang="ko-KR" altLang="en-US" sz="700" b="1" dirty="0">
                  <a:latin typeface="+mj-ea"/>
                  <a:ea typeface="+mj-ea"/>
                </a:endParaRPr>
              </a:p>
            </p:txBody>
          </p:sp>
          <p:sp>
            <p:nvSpPr>
              <p:cNvPr id="498" name="TextBox 497">
                <a:extLst>
                  <a:ext uri="{FF2B5EF4-FFF2-40B4-BE49-F238E27FC236}">
                    <a16:creationId xmlns:a16="http://schemas.microsoft.com/office/drawing/2014/main" id="{23CB4249-6F14-B61C-5E3A-E17C018DCDD2}"/>
                  </a:ext>
                </a:extLst>
              </p:cNvPr>
              <p:cNvSpPr txBox="1">
                <a:spLocks/>
              </p:cNvSpPr>
              <p:nvPr/>
            </p:nvSpPr>
            <p:spPr>
              <a:xfrm>
                <a:off x="5126531" y="3898806"/>
                <a:ext cx="778963" cy="215196"/>
              </a:xfrm>
              <a:prstGeom prst="rect">
                <a:avLst/>
              </a:prstGeom>
              <a:noFill/>
            </p:spPr>
            <p:txBody>
              <a:bodyPr wrap="square" rtlCol="0">
                <a:spAutoFit/>
              </a:bodyPr>
              <a:lstStyle/>
              <a:p>
                <a:r>
                  <a:rPr lang="en-US" altLang="ko-KR" sz="700" b="1" dirty="0">
                    <a:latin typeface="+mj-ea"/>
                    <a:ea typeface="+mj-ea"/>
                  </a:rPr>
                  <a:t>H_G1</a:t>
                </a:r>
              </a:p>
            </p:txBody>
          </p:sp>
          <p:sp>
            <p:nvSpPr>
              <p:cNvPr id="499" name="TextBox 498">
                <a:extLst>
                  <a:ext uri="{FF2B5EF4-FFF2-40B4-BE49-F238E27FC236}">
                    <a16:creationId xmlns:a16="http://schemas.microsoft.com/office/drawing/2014/main" id="{1E0E3D58-C7A0-93DE-9FA7-8F874ABF8FB4}"/>
                  </a:ext>
                </a:extLst>
              </p:cNvPr>
              <p:cNvSpPr txBox="1">
                <a:spLocks/>
              </p:cNvSpPr>
              <p:nvPr/>
            </p:nvSpPr>
            <p:spPr>
              <a:xfrm>
                <a:off x="5126533" y="4087245"/>
                <a:ext cx="778960" cy="215196"/>
              </a:xfrm>
              <a:prstGeom prst="rect">
                <a:avLst/>
              </a:prstGeom>
              <a:noFill/>
            </p:spPr>
            <p:txBody>
              <a:bodyPr wrap="square" rtlCol="0">
                <a:spAutoFit/>
              </a:bodyPr>
              <a:lstStyle/>
              <a:p>
                <a:r>
                  <a:rPr lang="en-US" altLang="ko-KR" sz="700" b="1" dirty="0">
                    <a:latin typeface="+mj-ea"/>
                    <a:ea typeface="+mj-ea"/>
                  </a:rPr>
                  <a:t>L_G1</a:t>
                </a:r>
              </a:p>
            </p:txBody>
          </p:sp>
        </p:grpSp>
        <p:grpSp>
          <p:nvGrpSpPr>
            <p:cNvPr id="465" name="그룹 464">
              <a:extLst>
                <a:ext uri="{FF2B5EF4-FFF2-40B4-BE49-F238E27FC236}">
                  <a16:creationId xmlns:a16="http://schemas.microsoft.com/office/drawing/2014/main" id="{AB904D6C-591D-9C04-A4D2-37195BB28ED1}"/>
                </a:ext>
              </a:extLst>
            </p:cNvPr>
            <p:cNvGrpSpPr/>
            <p:nvPr/>
          </p:nvGrpSpPr>
          <p:grpSpPr>
            <a:xfrm>
              <a:off x="1769495" y="412741"/>
              <a:ext cx="3208636" cy="492669"/>
              <a:chOff x="1769495" y="412741"/>
              <a:chExt cx="3208636" cy="492669"/>
            </a:xfrm>
          </p:grpSpPr>
          <p:sp>
            <p:nvSpPr>
              <p:cNvPr id="466" name="TextBox 465">
                <a:extLst>
                  <a:ext uri="{FF2B5EF4-FFF2-40B4-BE49-F238E27FC236}">
                    <a16:creationId xmlns:a16="http://schemas.microsoft.com/office/drawing/2014/main" id="{36353820-9F7D-7F6E-FB9D-93EA76811E08}"/>
                  </a:ext>
                </a:extLst>
              </p:cNvPr>
              <p:cNvSpPr txBox="1">
                <a:spLocks/>
              </p:cNvSpPr>
              <p:nvPr/>
            </p:nvSpPr>
            <p:spPr>
              <a:xfrm rot="16200000">
                <a:off x="1673994" y="609853"/>
                <a:ext cx="391058" cy="200055"/>
              </a:xfrm>
              <a:prstGeom prst="rect">
                <a:avLst/>
              </a:prstGeom>
              <a:noFill/>
            </p:spPr>
            <p:txBody>
              <a:bodyPr wrap="square" rtlCol="0">
                <a:spAutoFit/>
              </a:bodyPr>
              <a:lstStyle/>
              <a:p>
                <a:r>
                  <a:rPr lang="en-US" altLang="ko-KR" sz="700" b="1" dirty="0">
                    <a:latin typeface="+mj-ea"/>
                    <a:ea typeface="+mj-ea"/>
                  </a:rPr>
                  <a:t>D12</a:t>
                </a:r>
                <a:endParaRPr lang="ko-KR" altLang="en-US" sz="700" b="1" dirty="0">
                  <a:latin typeface="+mj-ea"/>
                  <a:ea typeface="+mj-ea"/>
                </a:endParaRPr>
              </a:p>
            </p:txBody>
          </p:sp>
          <p:sp>
            <p:nvSpPr>
              <p:cNvPr id="467" name="TextBox 466">
                <a:extLst>
                  <a:ext uri="{FF2B5EF4-FFF2-40B4-BE49-F238E27FC236}">
                    <a16:creationId xmlns:a16="http://schemas.microsoft.com/office/drawing/2014/main" id="{A8EFA5A2-4570-16EB-2534-55216EABDA2E}"/>
                  </a:ext>
                </a:extLst>
              </p:cNvPr>
              <p:cNvSpPr txBox="1">
                <a:spLocks/>
              </p:cNvSpPr>
              <p:nvPr/>
            </p:nvSpPr>
            <p:spPr>
              <a:xfrm rot="16200000">
                <a:off x="1862032" y="609851"/>
                <a:ext cx="391058" cy="200055"/>
              </a:xfrm>
              <a:prstGeom prst="rect">
                <a:avLst/>
              </a:prstGeom>
              <a:noFill/>
            </p:spPr>
            <p:txBody>
              <a:bodyPr wrap="square" rtlCol="0">
                <a:spAutoFit/>
              </a:bodyPr>
              <a:lstStyle/>
              <a:p>
                <a:r>
                  <a:rPr lang="en-US" altLang="ko-KR" sz="700" b="1" dirty="0">
                    <a:latin typeface="+mj-ea"/>
                    <a:ea typeface="+mj-ea"/>
                  </a:rPr>
                  <a:t>D11</a:t>
                </a:r>
                <a:endParaRPr lang="ko-KR" altLang="en-US" sz="700" b="1" dirty="0">
                  <a:latin typeface="+mj-ea"/>
                  <a:ea typeface="+mj-ea"/>
                </a:endParaRPr>
              </a:p>
            </p:txBody>
          </p:sp>
          <p:sp>
            <p:nvSpPr>
              <p:cNvPr id="468" name="TextBox 467">
                <a:extLst>
                  <a:ext uri="{FF2B5EF4-FFF2-40B4-BE49-F238E27FC236}">
                    <a16:creationId xmlns:a16="http://schemas.microsoft.com/office/drawing/2014/main" id="{B4F44410-217E-E776-3A2D-52810780C144}"/>
                  </a:ext>
                </a:extLst>
              </p:cNvPr>
              <p:cNvSpPr txBox="1">
                <a:spLocks/>
              </p:cNvSpPr>
              <p:nvPr/>
            </p:nvSpPr>
            <p:spPr>
              <a:xfrm rot="16200000">
                <a:off x="1999269" y="559052"/>
                <a:ext cx="492656" cy="200055"/>
              </a:xfrm>
              <a:prstGeom prst="rect">
                <a:avLst/>
              </a:prstGeom>
              <a:noFill/>
            </p:spPr>
            <p:txBody>
              <a:bodyPr wrap="square" rtlCol="0">
                <a:spAutoFit/>
              </a:bodyPr>
              <a:lstStyle/>
              <a:p>
                <a:r>
                  <a:rPr lang="en-US" altLang="ko-KR" sz="700" b="1" dirty="0">
                    <a:latin typeface="+mj-ea"/>
                    <a:ea typeface="+mj-ea"/>
                  </a:rPr>
                  <a:t>SVO5</a:t>
                </a:r>
                <a:endParaRPr lang="ko-KR" altLang="en-US" sz="700" b="1" dirty="0">
                  <a:latin typeface="+mj-ea"/>
                  <a:ea typeface="+mj-ea"/>
                </a:endParaRPr>
              </a:p>
            </p:txBody>
          </p:sp>
          <p:sp>
            <p:nvSpPr>
              <p:cNvPr id="469" name="TextBox 468">
                <a:extLst>
                  <a:ext uri="{FF2B5EF4-FFF2-40B4-BE49-F238E27FC236}">
                    <a16:creationId xmlns:a16="http://schemas.microsoft.com/office/drawing/2014/main" id="{A2374DD7-5056-C137-2849-4F9B405FD8ED}"/>
                  </a:ext>
                </a:extLst>
              </p:cNvPr>
              <p:cNvSpPr txBox="1">
                <a:spLocks/>
              </p:cNvSpPr>
              <p:nvPr/>
            </p:nvSpPr>
            <p:spPr>
              <a:xfrm rot="16200000">
                <a:off x="2238106" y="609851"/>
                <a:ext cx="391058" cy="200055"/>
              </a:xfrm>
              <a:prstGeom prst="rect">
                <a:avLst/>
              </a:prstGeom>
              <a:noFill/>
            </p:spPr>
            <p:txBody>
              <a:bodyPr wrap="square" rtlCol="0">
                <a:spAutoFit/>
              </a:bodyPr>
              <a:lstStyle/>
              <a:p>
                <a:r>
                  <a:rPr lang="en-US" altLang="ko-KR" sz="700" b="1" dirty="0">
                    <a:latin typeface="+mj-ea"/>
                    <a:ea typeface="+mj-ea"/>
                  </a:rPr>
                  <a:t>D10</a:t>
                </a:r>
                <a:endParaRPr lang="ko-KR" altLang="en-US" sz="700" b="1" dirty="0">
                  <a:latin typeface="+mj-ea"/>
                  <a:ea typeface="+mj-ea"/>
                </a:endParaRPr>
              </a:p>
            </p:txBody>
          </p:sp>
          <p:sp>
            <p:nvSpPr>
              <p:cNvPr id="470" name="TextBox 469">
                <a:extLst>
                  <a:ext uri="{FF2B5EF4-FFF2-40B4-BE49-F238E27FC236}">
                    <a16:creationId xmlns:a16="http://schemas.microsoft.com/office/drawing/2014/main" id="{7667E06D-4260-BCE3-6473-6A471C7EC707}"/>
                  </a:ext>
                </a:extLst>
              </p:cNvPr>
              <p:cNvSpPr txBox="1">
                <a:spLocks/>
              </p:cNvSpPr>
              <p:nvPr/>
            </p:nvSpPr>
            <p:spPr>
              <a:xfrm rot="16200000">
                <a:off x="2426144" y="609851"/>
                <a:ext cx="391058" cy="200055"/>
              </a:xfrm>
              <a:prstGeom prst="rect">
                <a:avLst/>
              </a:prstGeom>
              <a:noFill/>
            </p:spPr>
            <p:txBody>
              <a:bodyPr wrap="square" rtlCol="0">
                <a:spAutoFit/>
              </a:bodyPr>
              <a:lstStyle/>
              <a:p>
                <a:r>
                  <a:rPr lang="en-US" altLang="ko-KR" sz="700" b="1" dirty="0">
                    <a:latin typeface="+mj-ea"/>
                    <a:ea typeface="+mj-ea"/>
                  </a:rPr>
                  <a:t>D9</a:t>
                </a:r>
                <a:endParaRPr lang="ko-KR" altLang="en-US" sz="700" b="1" dirty="0">
                  <a:latin typeface="+mj-ea"/>
                  <a:ea typeface="+mj-ea"/>
                </a:endParaRPr>
              </a:p>
            </p:txBody>
          </p:sp>
          <p:sp>
            <p:nvSpPr>
              <p:cNvPr id="471" name="TextBox 470">
                <a:extLst>
                  <a:ext uri="{FF2B5EF4-FFF2-40B4-BE49-F238E27FC236}">
                    <a16:creationId xmlns:a16="http://schemas.microsoft.com/office/drawing/2014/main" id="{32786ADF-4ED1-0EE0-8681-3F3E2632789A}"/>
                  </a:ext>
                </a:extLst>
              </p:cNvPr>
              <p:cNvSpPr txBox="1">
                <a:spLocks/>
              </p:cNvSpPr>
              <p:nvPr/>
            </p:nvSpPr>
            <p:spPr>
              <a:xfrm rot="16200000">
                <a:off x="2563381" y="559050"/>
                <a:ext cx="492656" cy="200055"/>
              </a:xfrm>
              <a:prstGeom prst="rect">
                <a:avLst/>
              </a:prstGeom>
              <a:noFill/>
            </p:spPr>
            <p:txBody>
              <a:bodyPr wrap="square" rtlCol="0">
                <a:spAutoFit/>
              </a:bodyPr>
              <a:lstStyle/>
              <a:p>
                <a:r>
                  <a:rPr lang="en-US" altLang="ko-KR" sz="700" b="1" dirty="0">
                    <a:latin typeface="+mj-ea"/>
                    <a:ea typeface="+mj-ea"/>
                  </a:rPr>
                  <a:t>VDD4</a:t>
                </a:r>
                <a:endParaRPr lang="ko-KR" altLang="en-US" sz="700" b="1" dirty="0">
                  <a:latin typeface="+mj-ea"/>
                  <a:ea typeface="+mj-ea"/>
                </a:endParaRPr>
              </a:p>
            </p:txBody>
          </p:sp>
          <p:sp>
            <p:nvSpPr>
              <p:cNvPr id="472" name="TextBox 471">
                <a:extLst>
                  <a:ext uri="{FF2B5EF4-FFF2-40B4-BE49-F238E27FC236}">
                    <a16:creationId xmlns:a16="http://schemas.microsoft.com/office/drawing/2014/main" id="{779830BA-B11F-E7FC-7598-C615FFDAB2EC}"/>
                  </a:ext>
                </a:extLst>
              </p:cNvPr>
              <p:cNvSpPr txBox="1">
                <a:spLocks/>
              </p:cNvSpPr>
              <p:nvPr/>
            </p:nvSpPr>
            <p:spPr>
              <a:xfrm rot="16200000">
                <a:off x="2751418" y="559050"/>
                <a:ext cx="492656" cy="200055"/>
              </a:xfrm>
              <a:prstGeom prst="rect">
                <a:avLst/>
              </a:prstGeom>
              <a:noFill/>
            </p:spPr>
            <p:txBody>
              <a:bodyPr wrap="square" rtlCol="0">
                <a:spAutoFit/>
              </a:bodyPr>
              <a:lstStyle/>
              <a:p>
                <a:r>
                  <a:rPr lang="en-US" altLang="ko-KR" sz="700" b="1" dirty="0">
                    <a:latin typeface="+mj-ea"/>
                    <a:ea typeface="+mj-ea"/>
                  </a:rPr>
                  <a:t>SVO4</a:t>
                </a:r>
                <a:endParaRPr lang="ko-KR" altLang="en-US" sz="700" b="1" dirty="0">
                  <a:latin typeface="+mj-ea"/>
                  <a:ea typeface="+mj-ea"/>
                </a:endParaRPr>
              </a:p>
            </p:txBody>
          </p:sp>
          <p:sp>
            <p:nvSpPr>
              <p:cNvPr id="473" name="TextBox 472">
                <a:extLst>
                  <a:ext uri="{FF2B5EF4-FFF2-40B4-BE49-F238E27FC236}">
                    <a16:creationId xmlns:a16="http://schemas.microsoft.com/office/drawing/2014/main" id="{4CB66DE9-6FE2-DE1A-3DAF-9AED71346E68}"/>
                  </a:ext>
                </a:extLst>
              </p:cNvPr>
              <p:cNvSpPr txBox="1">
                <a:spLocks/>
              </p:cNvSpPr>
              <p:nvPr/>
            </p:nvSpPr>
            <p:spPr>
              <a:xfrm rot="16200000">
                <a:off x="2990256" y="609849"/>
                <a:ext cx="391057" cy="200055"/>
              </a:xfrm>
              <a:prstGeom prst="rect">
                <a:avLst/>
              </a:prstGeom>
              <a:noFill/>
            </p:spPr>
            <p:txBody>
              <a:bodyPr wrap="square" rtlCol="0">
                <a:spAutoFit/>
              </a:bodyPr>
              <a:lstStyle/>
              <a:p>
                <a:r>
                  <a:rPr lang="en-US" altLang="ko-KR" sz="700" b="1" dirty="0">
                    <a:latin typeface="+mj-ea"/>
                    <a:ea typeface="+mj-ea"/>
                  </a:rPr>
                  <a:t>D8</a:t>
                </a:r>
                <a:endParaRPr lang="ko-KR" altLang="en-US" sz="700" b="1" dirty="0">
                  <a:latin typeface="+mj-ea"/>
                  <a:ea typeface="+mj-ea"/>
                </a:endParaRPr>
              </a:p>
            </p:txBody>
          </p:sp>
          <p:sp>
            <p:nvSpPr>
              <p:cNvPr id="474" name="TextBox 473">
                <a:extLst>
                  <a:ext uri="{FF2B5EF4-FFF2-40B4-BE49-F238E27FC236}">
                    <a16:creationId xmlns:a16="http://schemas.microsoft.com/office/drawing/2014/main" id="{7325205D-C1D9-BA45-6DFF-DBE797980FB8}"/>
                  </a:ext>
                </a:extLst>
              </p:cNvPr>
              <p:cNvSpPr txBox="1">
                <a:spLocks/>
              </p:cNvSpPr>
              <p:nvPr/>
            </p:nvSpPr>
            <p:spPr>
              <a:xfrm rot="16200000">
                <a:off x="3178293" y="609849"/>
                <a:ext cx="391058" cy="200055"/>
              </a:xfrm>
              <a:prstGeom prst="rect">
                <a:avLst/>
              </a:prstGeom>
              <a:noFill/>
            </p:spPr>
            <p:txBody>
              <a:bodyPr wrap="square" rtlCol="0">
                <a:spAutoFit/>
              </a:bodyPr>
              <a:lstStyle/>
              <a:p>
                <a:r>
                  <a:rPr lang="en-US" altLang="ko-KR" sz="700" b="1" dirty="0">
                    <a:latin typeface="+mj-ea"/>
                    <a:ea typeface="+mj-ea"/>
                  </a:rPr>
                  <a:t>D7</a:t>
                </a:r>
                <a:endParaRPr lang="ko-KR" altLang="en-US" sz="700" b="1" dirty="0">
                  <a:latin typeface="+mj-ea"/>
                  <a:ea typeface="+mj-ea"/>
                </a:endParaRPr>
              </a:p>
            </p:txBody>
          </p:sp>
          <p:sp>
            <p:nvSpPr>
              <p:cNvPr id="475" name="TextBox 474">
                <a:extLst>
                  <a:ext uri="{FF2B5EF4-FFF2-40B4-BE49-F238E27FC236}">
                    <a16:creationId xmlns:a16="http://schemas.microsoft.com/office/drawing/2014/main" id="{FBEDCA68-E54D-3F8E-6290-A818DBBCFB88}"/>
                  </a:ext>
                </a:extLst>
              </p:cNvPr>
              <p:cNvSpPr txBox="1">
                <a:spLocks/>
              </p:cNvSpPr>
              <p:nvPr/>
            </p:nvSpPr>
            <p:spPr>
              <a:xfrm rot="16200000">
                <a:off x="3315527" y="559047"/>
                <a:ext cx="492664" cy="200055"/>
              </a:xfrm>
              <a:prstGeom prst="rect">
                <a:avLst/>
              </a:prstGeom>
              <a:noFill/>
            </p:spPr>
            <p:txBody>
              <a:bodyPr wrap="square" rtlCol="0">
                <a:spAutoFit/>
              </a:bodyPr>
              <a:lstStyle/>
              <a:p>
                <a:r>
                  <a:rPr lang="en-US" altLang="ko-KR" sz="700" b="1" dirty="0">
                    <a:latin typeface="+mj-ea"/>
                    <a:ea typeface="+mj-ea"/>
                  </a:rPr>
                  <a:t>SVO3</a:t>
                </a:r>
                <a:endParaRPr lang="ko-KR" altLang="en-US" sz="700" b="1" dirty="0">
                  <a:latin typeface="+mj-ea"/>
                  <a:ea typeface="+mj-ea"/>
                </a:endParaRPr>
              </a:p>
            </p:txBody>
          </p:sp>
          <p:sp>
            <p:nvSpPr>
              <p:cNvPr id="476" name="TextBox 475">
                <a:extLst>
                  <a:ext uri="{FF2B5EF4-FFF2-40B4-BE49-F238E27FC236}">
                    <a16:creationId xmlns:a16="http://schemas.microsoft.com/office/drawing/2014/main" id="{72B8ACC0-4DDA-7BA1-E0D9-E6A42C9D1048}"/>
                  </a:ext>
                </a:extLst>
              </p:cNvPr>
              <p:cNvSpPr txBox="1">
                <a:spLocks/>
              </p:cNvSpPr>
              <p:nvPr/>
            </p:nvSpPr>
            <p:spPr>
              <a:xfrm rot="16200000">
                <a:off x="3503563" y="559045"/>
                <a:ext cx="492663" cy="200055"/>
              </a:xfrm>
              <a:prstGeom prst="rect">
                <a:avLst/>
              </a:prstGeom>
              <a:noFill/>
            </p:spPr>
            <p:txBody>
              <a:bodyPr wrap="square" rtlCol="0">
                <a:spAutoFit/>
              </a:bodyPr>
              <a:lstStyle/>
              <a:p>
                <a:r>
                  <a:rPr lang="en-US" altLang="ko-KR" sz="700" b="1" dirty="0">
                    <a:latin typeface="+mj-ea"/>
                    <a:ea typeface="+mj-ea"/>
                  </a:rPr>
                  <a:t>D6</a:t>
                </a:r>
              </a:p>
            </p:txBody>
          </p:sp>
          <p:sp>
            <p:nvSpPr>
              <p:cNvPr id="477" name="TextBox 476">
                <a:extLst>
                  <a:ext uri="{FF2B5EF4-FFF2-40B4-BE49-F238E27FC236}">
                    <a16:creationId xmlns:a16="http://schemas.microsoft.com/office/drawing/2014/main" id="{BFF97AD1-1CDB-966A-28CA-3CDC5CFCEB85}"/>
                  </a:ext>
                </a:extLst>
              </p:cNvPr>
              <p:cNvSpPr txBox="1">
                <a:spLocks/>
              </p:cNvSpPr>
              <p:nvPr/>
            </p:nvSpPr>
            <p:spPr>
              <a:xfrm rot="16200000">
                <a:off x="3691599" y="559047"/>
                <a:ext cx="492661" cy="200055"/>
              </a:xfrm>
              <a:prstGeom prst="rect">
                <a:avLst/>
              </a:prstGeom>
              <a:noFill/>
            </p:spPr>
            <p:txBody>
              <a:bodyPr wrap="square" rtlCol="0">
                <a:spAutoFit/>
              </a:bodyPr>
              <a:lstStyle/>
              <a:p>
                <a:r>
                  <a:rPr lang="en-US" altLang="ko-KR" sz="700" b="1" dirty="0">
                    <a:latin typeface="+mj-ea"/>
                    <a:ea typeface="+mj-ea"/>
                  </a:rPr>
                  <a:t>D5</a:t>
                </a:r>
                <a:endParaRPr lang="ko-KR" altLang="en-US" sz="700" b="1" dirty="0">
                  <a:latin typeface="+mj-ea"/>
                  <a:ea typeface="+mj-ea"/>
                </a:endParaRPr>
              </a:p>
            </p:txBody>
          </p:sp>
          <p:sp>
            <p:nvSpPr>
              <p:cNvPr id="478" name="TextBox 477">
                <a:extLst>
                  <a:ext uri="{FF2B5EF4-FFF2-40B4-BE49-F238E27FC236}">
                    <a16:creationId xmlns:a16="http://schemas.microsoft.com/office/drawing/2014/main" id="{F346372E-8ECF-0030-1A7E-1F002944C6CC}"/>
                  </a:ext>
                </a:extLst>
              </p:cNvPr>
              <p:cNvSpPr txBox="1">
                <a:spLocks/>
              </p:cNvSpPr>
              <p:nvPr/>
            </p:nvSpPr>
            <p:spPr>
              <a:xfrm rot="16200000">
                <a:off x="3879636" y="559045"/>
                <a:ext cx="492663" cy="200055"/>
              </a:xfrm>
              <a:prstGeom prst="rect">
                <a:avLst/>
              </a:prstGeom>
              <a:noFill/>
            </p:spPr>
            <p:txBody>
              <a:bodyPr wrap="square" rtlCol="0">
                <a:spAutoFit/>
              </a:bodyPr>
              <a:lstStyle/>
              <a:p>
                <a:r>
                  <a:rPr lang="en-US" altLang="ko-KR" sz="700" b="1" dirty="0">
                    <a:latin typeface="+mj-ea"/>
                    <a:ea typeface="+mj-ea"/>
                  </a:rPr>
                  <a:t>VSS4</a:t>
                </a:r>
                <a:endParaRPr lang="ko-KR" altLang="en-US" sz="700" b="1" dirty="0">
                  <a:latin typeface="+mj-ea"/>
                  <a:ea typeface="+mj-ea"/>
                </a:endParaRPr>
              </a:p>
            </p:txBody>
          </p:sp>
          <p:sp>
            <p:nvSpPr>
              <p:cNvPr id="479" name="TextBox 478">
                <a:extLst>
                  <a:ext uri="{FF2B5EF4-FFF2-40B4-BE49-F238E27FC236}">
                    <a16:creationId xmlns:a16="http://schemas.microsoft.com/office/drawing/2014/main" id="{7ADA9EA2-F66D-0126-D0DB-CBC7396FCF8B}"/>
                  </a:ext>
                </a:extLst>
              </p:cNvPr>
              <p:cNvSpPr txBox="1">
                <a:spLocks/>
              </p:cNvSpPr>
              <p:nvPr/>
            </p:nvSpPr>
            <p:spPr>
              <a:xfrm rot="16200000">
                <a:off x="4067672" y="559045"/>
                <a:ext cx="492663" cy="200055"/>
              </a:xfrm>
              <a:prstGeom prst="rect">
                <a:avLst/>
              </a:prstGeom>
              <a:noFill/>
            </p:spPr>
            <p:txBody>
              <a:bodyPr wrap="square" rtlCol="0">
                <a:spAutoFit/>
              </a:bodyPr>
              <a:lstStyle/>
              <a:p>
                <a:r>
                  <a:rPr lang="en-US" altLang="ko-KR" sz="700" b="1" dirty="0">
                    <a:latin typeface="+mj-ea"/>
                    <a:ea typeface="+mj-ea"/>
                  </a:rPr>
                  <a:t>SVO2</a:t>
                </a:r>
                <a:endParaRPr lang="ko-KR" altLang="en-US" sz="700" b="1" dirty="0">
                  <a:latin typeface="+mj-ea"/>
                  <a:ea typeface="+mj-ea"/>
                </a:endParaRPr>
              </a:p>
            </p:txBody>
          </p:sp>
          <p:sp>
            <p:nvSpPr>
              <p:cNvPr id="480" name="TextBox 479">
                <a:extLst>
                  <a:ext uri="{FF2B5EF4-FFF2-40B4-BE49-F238E27FC236}">
                    <a16:creationId xmlns:a16="http://schemas.microsoft.com/office/drawing/2014/main" id="{0CDEC56D-6645-AC33-80BE-54465C9B260A}"/>
                  </a:ext>
                </a:extLst>
              </p:cNvPr>
              <p:cNvSpPr txBox="1">
                <a:spLocks/>
              </p:cNvSpPr>
              <p:nvPr/>
            </p:nvSpPr>
            <p:spPr>
              <a:xfrm rot="16200000">
                <a:off x="4255708" y="559045"/>
                <a:ext cx="492663" cy="200055"/>
              </a:xfrm>
              <a:prstGeom prst="rect">
                <a:avLst/>
              </a:prstGeom>
              <a:noFill/>
            </p:spPr>
            <p:txBody>
              <a:bodyPr wrap="square" rtlCol="0">
                <a:spAutoFit/>
              </a:bodyPr>
              <a:lstStyle/>
              <a:p>
                <a:r>
                  <a:rPr lang="en-US" altLang="ko-KR" sz="700" b="1" dirty="0">
                    <a:latin typeface="+mj-ea"/>
                    <a:ea typeface="+mj-ea"/>
                  </a:rPr>
                  <a:t>D4</a:t>
                </a:r>
                <a:endParaRPr lang="ko-KR" altLang="en-US" sz="700" b="1" dirty="0">
                  <a:latin typeface="+mj-ea"/>
                  <a:ea typeface="+mj-ea"/>
                </a:endParaRPr>
              </a:p>
            </p:txBody>
          </p:sp>
          <p:sp>
            <p:nvSpPr>
              <p:cNvPr id="481" name="TextBox 480">
                <a:extLst>
                  <a:ext uri="{FF2B5EF4-FFF2-40B4-BE49-F238E27FC236}">
                    <a16:creationId xmlns:a16="http://schemas.microsoft.com/office/drawing/2014/main" id="{773551CB-7276-3826-0D9E-EB5C3A429F67}"/>
                  </a:ext>
                </a:extLst>
              </p:cNvPr>
              <p:cNvSpPr txBox="1">
                <a:spLocks/>
              </p:cNvSpPr>
              <p:nvPr/>
            </p:nvSpPr>
            <p:spPr>
              <a:xfrm rot="16200000">
                <a:off x="4443746" y="559046"/>
                <a:ext cx="492658" cy="200055"/>
              </a:xfrm>
              <a:prstGeom prst="rect">
                <a:avLst/>
              </a:prstGeom>
              <a:noFill/>
            </p:spPr>
            <p:txBody>
              <a:bodyPr wrap="square" rtlCol="0">
                <a:spAutoFit/>
              </a:bodyPr>
              <a:lstStyle/>
              <a:p>
                <a:r>
                  <a:rPr lang="en-US" altLang="ko-KR" sz="700" b="1" dirty="0">
                    <a:latin typeface="+mj-ea"/>
                    <a:ea typeface="+mj-ea"/>
                  </a:rPr>
                  <a:t>D3</a:t>
                </a:r>
                <a:endParaRPr lang="ko-KR" altLang="en-US" sz="700" b="1" dirty="0">
                  <a:latin typeface="+mj-ea"/>
                  <a:ea typeface="+mj-ea"/>
                </a:endParaRPr>
              </a:p>
            </p:txBody>
          </p:sp>
          <p:sp>
            <p:nvSpPr>
              <p:cNvPr id="482" name="TextBox 481">
                <a:extLst>
                  <a:ext uri="{FF2B5EF4-FFF2-40B4-BE49-F238E27FC236}">
                    <a16:creationId xmlns:a16="http://schemas.microsoft.com/office/drawing/2014/main" id="{F056B229-1EDD-0FF1-B88E-47120B677422}"/>
                  </a:ext>
                </a:extLst>
              </p:cNvPr>
              <p:cNvSpPr txBox="1">
                <a:spLocks/>
              </p:cNvSpPr>
              <p:nvPr/>
            </p:nvSpPr>
            <p:spPr>
              <a:xfrm rot="16200000">
                <a:off x="4631775" y="559048"/>
                <a:ext cx="492657" cy="200055"/>
              </a:xfrm>
              <a:prstGeom prst="rect">
                <a:avLst/>
              </a:prstGeom>
              <a:noFill/>
            </p:spPr>
            <p:txBody>
              <a:bodyPr wrap="square" rtlCol="0">
                <a:spAutoFit/>
              </a:bodyPr>
              <a:lstStyle/>
              <a:p>
                <a:r>
                  <a:rPr lang="en-US" altLang="ko-KR" sz="700" b="1" dirty="0">
                    <a:latin typeface="+mj-ea"/>
                    <a:ea typeface="+mj-ea"/>
                  </a:rPr>
                  <a:t>SVO1</a:t>
                </a:r>
                <a:endParaRPr lang="ko-KR" altLang="en-US" sz="700" b="1" dirty="0">
                  <a:latin typeface="+mj-ea"/>
                  <a:ea typeface="+mj-ea"/>
                </a:endParaRPr>
              </a:p>
            </p:txBody>
          </p:sp>
        </p:gr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nvGraphicFramePr>
        <p:xfrm>
          <a:off x="404813" y="6074871"/>
          <a:ext cx="6048374" cy="2544569"/>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SVO6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For only TEST mode</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l-GR" sz="900" b="0" i="0" u="none" strike="noStrike" dirty="0">
                          <a:solidFill>
                            <a:srgbClr val="000000"/>
                          </a:solidFill>
                          <a:effectLst/>
                          <a:latin typeface="Arial" panose="020B0604020202020204" pitchFamily="34" charset="0"/>
                          <a:ea typeface="맑은 고딕" panose="020B0503020000020004" pitchFamily="50" charset="-127"/>
                        </a:rPr>
                        <a:t> </a:t>
                      </a:r>
                      <a:r>
                        <a:rPr lang="el-GR" sz="900" b="0" i="0" u="none" strike="noStrike" kern="12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0Ω </a:t>
                      </a:r>
                      <a:r>
                        <a:rPr lang="en-US" sz="900" b="0" i="0" u="none" strike="noStrike" kern="12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FLLSYNC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Frequency Locked Loop Sync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VSYNCI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Frame synchronization</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l"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Short high pulse</a:t>
                      </a:r>
                      <a:b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b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type recommended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Chip Select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clock</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MISO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4402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sp>
        <p:nvSpPr>
          <p:cNvPr id="4" name="TextBox 3">
            <a:extLst>
              <a:ext uri="{FF2B5EF4-FFF2-40B4-BE49-F238E27FC236}">
                <a16:creationId xmlns:a16="http://schemas.microsoft.com/office/drawing/2014/main" id="{154CB924-A9AF-6870-0213-041B32689978}"/>
              </a:ext>
            </a:extLst>
          </p:cNvPr>
          <p:cNvSpPr txBox="1"/>
          <p:nvPr/>
        </p:nvSpPr>
        <p:spPr>
          <a:xfrm>
            <a:off x="2814320" y="2961640"/>
            <a:ext cx="1414463" cy="646331"/>
          </a:xfrm>
          <a:prstGeom prst="rect">
            <a:avLst/>
          </a:prstGeom>
          <a:noFill/>
        </p:spPr>
        <p:txBody>
          <a:bodyPr wrap="square" rtlCol="0">
            <a:spAutoFit/>
          </a:bodyPr>
          <a:lstStyle/>
          <a:p>
            <a:pPr algn="ctr"/>
            <a:r>
              <a:rPr lang="en-US" altLang="ko-KR" sz="1200" b="1" dirty="0"/>
              <a:t>QFN 68-PIN</a:t>
            </a:r>
          </a:p>
          <a:p>
            <a:pPr algn="ctr"/>
            <a:r>
              <a:rPr lang="en-US" altLang="ko-KR" sz="1200" b="1" dirty="0"/>
              <a:t>8mm x 8mm</a:t>
            </a:r>
          </a:p>
          <a:p>
            <a:pPr algn="ctr"/>
            <a:r>
              <a:rPr lang="en-US" altLang="ko-KR" sz="1200" b="1" dirty="0"/>
              <a:t>(TOP View)</a:t>
            </a:r>
          </a:p>
        </p:txBody>
      </p:sp>
    </p:spTree>
    <p:extLst>
      <p:ext uri="{BB962C8B-B14F-4D97-AF65-F5344CB8AC3E}">
        <p14:creationId xmlns:p14="http://schemas.microsoft.com/office/powerpoint/2010/main" val="4068343544"/>
      </p:ext>
    </p:extLst>
  </p:cSld>
  <p:clrMapOvr>
    <a:masterClrMapping/>
  </p:clrMapOvr>
  <p:extLst>
    <p:ext uri="{6950BFC3-D8DA-4A85-94F7-54DA5524770B}">
      <p188:commentRel xmlns:p188="http://schemas.microsoft.com/office/powerpoint/2018/8/main" r:id="rId2"/>
    </p:ext>
  </p:extLs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nvGraphicFramePr>
        <p:xfrm>
          <a:off x="404813" y="1104628"/>
          <a:ext cx="6048375" cy="7317030"/>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Interrupt for the fault events</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Open-drain, 10k</a:t>
                      </a:r>
                      <a:r>
                        <a:rPr lang="el-G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Ω </a:t>
                      </a: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NINT_LD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Interrupt for the dimming data room</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Open-drain, 10k</a:t>
                      </a:r>
                      <a:r>
                        <a:rPr lang="el-G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Ω </a:t>
                      </a: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dirty="0">
                          <a:solidFill>
                            <a:srgbClr val="000000"/>
                          </a:solidFill>
                          <a:effectLst/>
                          <a:latin typeface="Arial" panose="020B0604020202020204" pitchFamily="34" charset="0"/>
                          <a:ea typeface="맑은 고딕" panose="020B0503020000020004" pitchFamily="50" charset="-127"/>
                        </a:rPr>
                        <a:t>13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Master Clock</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if not used, connect to</a:t>
                      </a:r>
                    </a:p>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GND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D24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D23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D20</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VSS2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VDD2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L_G3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VLED3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VLED3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L_G2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VLED2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VLED2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F6AC44-8869-3BAD-8C0C-239B6639D677}"/>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EF0FD5B-33FD-0392-59A2-4DD92C0BB50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B276BC0-D71D-6FC4-620D-4B2925EE5B10}"/>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A9A3717E-8792-DCF3-2EA7-B68AE7610FEA}"/>
              </a:ext>
            </a:extLst>
          </p:cNvPr>
          <p:cNvGraphicFramePr>
            <a:graphicFrameLocks noGrp="1"/>
          </p:cNvGraphicFramePr>
          <p:nvPr/>
        </p:nvGraphicFramePr>
        <p:xfrm>
          <a:off x="404813" y="1104628"/>
          <a:ext cx="6048375" cy="7347438"/>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L_G1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mn-cs"/>
                        </a:rPr>
                        <a:t>35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VLED1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VLED1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LDOI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LDO feedback from LDOOUT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attach 1uF</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LDOO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Internal LDO out to LDOIN</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connect to LDOIN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DACO3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for Analog test pin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Open-drain, 10k</a:t>
                      </a:r>
                      <a:r>
                        <a:rPr lang="el-GR" sz="900" b="0" i="0" u="none" strike="noStrike" dirty="0">
                          <a:solidFill>
                            <a:srgbClr val="000000"/>
                          </a:solidFill>
                          <a:effectLst/>
                          <a:latin typeface="Arial" panose="020B0604020202020204" pitchFamily="34" charset="0"/>
                          <a:ea typeface="맑은 고딕" panose="020B0503020000020004" pitchFamily="50" charset="-127"/>
                        </a:rPr>
                        <a:t>Ω </a:t>
                      </a:r>
                      <a:r>
                        <a:rPr lang="en-US" sz="900" b="0" i="0" u="none" strike="noStrike" dirty="0">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Open-drain, 10k</a:t>
                      </a:r>
                      <a:r>
                        <a:rPr lang="el-GR" sz="900" b="0" i="0" u="none" strike="noStrike">
                          <a:solidFill>
                            <a:srgbClr val="000000"/>
                          </a:solidFill>
                          <a:effectLst/>
                          <a:latin typeface="Arial" panose="020B0604020202020204" pitchFamily="34" charset="0"/>
                          <a:ea typeface="맑은 고딕" panose="020B0503020000020004" pitchFamily="50" charset="-127"/>
                        </a:rPr>
                        <a:t>Ω </a:t>
                      </a:r>
                      <a:r>
                        <a:rPr lang="en-US" sz="900" b="0" i="0" u="none" strike="noStrike">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Open-drain, 10k</a:t>
                      </a:r>
                      <a:r>
                        <a:rPr lang="el-GR" sz="900" b="0" i="0" u="none" strike="noStrike">
                          <a:solidFill>
                            <a:srgbClr val="000000"/>
                          </a:solidFill>
                          <a:effectLst/>
                          <a:latin typeface="Arial" panose="020B0604020202020204" pitchFamily="34" charset="0"/>
                          <a:ea typeface="맑은 고딕" panose="020B0503020000020004" pitchFamily="50" charset="-127"/>
                        </a:rPr>
                        <a:t>Ω </a:t>
                      </a:r>
                      <a:r>
                        <a:rPr lang="en-US" sz="900" b="0" i="0" u="none" strike="noStrike">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7E86B76-1AD2-2684-B472-EEB1772CA01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759695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169BB5-5B2F-6287-65EF-992BE69C7BC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27908B62-94AA-A100-9A56-06A0EC49CD4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8F723587-FD4E-C6F8-780C-25DFA244C930}"/>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B6BA05B-0899-9F46-97BE-A4517E86EFC8}"/>
              </a:ext>
            </a:extLst>
          </p:cNvPr>
          <p:cNvGraphicFramePr>
            <a:graphicFrameLocks noGrp="1"/>
          </p:cNvGraphicFramePr>
          <p:nvPr/>
        </p:nvGraphicFramePr>
        <p:xfrm>
          <a:off x="404813" y="1104628"/>
          <a:ext cx="6048375" cy="2466288"/>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D10</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2" name="TextBox 1">
            <a:extLst>
              <a:ext uri="{FF2B5EF4-FFF2-40B4-BE49-F238E27FC236}">
                <a16:creationId xmlns:a16="http://schemas.microsoft.com/office/drawing/2014/main" id="{95E1946D-B103-A4A8-FD3E-8957F9C7036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object 11">
            <a:extLst>
              <a:ext uri="{FF2B5EF4-FFF2-40B4-BE49-F238E27FC236}">
                <a16:creationId xmlns:a16="http://schemas.microsoft.com/office/drawing/2014/main" id="{D18423F1-B366-D972-6348-FCCBFA686A16}"/>
              </a:ext>
            </a:extLst>
          </p:cNvPr>
          <p:cNvSpPr txBox="1"/>
          <p:nvPr/>
        </p:nvSpPr>
        <p:spPr>
          <a:xfrm>
            <a:off x="2689489" y="37364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71110208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318349471"/>
              </p:ext>
            </p:extLst>
          </p:nvPr>
        </p:nvGraphicFramePr>
        <p:xfrm>
          <a:off x="413545" y="1111620"/>
          <a:ext cx="6048622" cy="7355456"/>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5408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Daisy 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Daisy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3214034"/>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44799" y="7511672"/>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3"/>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3"/>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3"/>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09" name="그룹 108">
            <a:extLst>
              <a:ext uri="{FF2B5EF4-FFF2-40B4-BE49-F238E27FC236}">
                <a16:creationId xmlns:a16="http://schemas.microsoft.com/office/drawing/2014/main" id="{2A5F17C7-12EB-729A-B21A-6B3F38F832B3}"/>
              </a:ext>
            </a:extLst>
          </p:cNvPr>
          <p:cNvGrpSpPr/>
          <p:nvPr/>
        </p:nvGrpSpPr>
        <p:grpSpPr>
          <a:xfrm>
            <a:off x="3000434" y="5497522"/>
            <a:ext cx="1506137" cy="840533"/>
            <a:chOff x="2730585" y="5848350"/>
            <a:chExt cx="1506137" cy="840533"/>
          </a:xfrm>
        </p:grpSpPr>
        <p:grpSp>
          <p:nvGrpSpPr>
            <p:cNvPr id="106" name="그룹 105">
              <a:extLst>
                <a:ext uri="{FF2B5EF4-FFF2-40B4-BE49-F238E27FC236}">
                  <a16:creationId xmlns:a16="http://schemas.microsoft.com/office/drawing/2014/main" id="{B33CC7BE-B7EF-1D32-8579-37AB0C2C6E1B}"/>
                </a:ext>
              </a:extLst>
            </p:cNvPr>
            <p:cNvGrpSpPr/>
            <p:nvPr/>
          </p:nvGrpSpPr>
          <p:grpSpPr>
            <a:xfrm>
              <a:off x="2774950" y="5848350"/>
              <a:ext cx="1461772" cy="840533"/>
              <a:chOff x="2037980" y="5741633"/>
              <a:chExt cx="1538342" cy="905975"/>
            </a:xfrm>
          </p:grpSpPr>
          <p:grpSp>
            <p:nvGrpSpPr>
              <p:cNvPr id="100" name="그룹 99">
                <a:extLst>
                  <a:ext uri="{FF2B5EF4-FFF2-40B4-BE49-F238E27FC236}">
                    <a16:creationId xmlns:a16="http://schemas.microsoft.com/office/drawing/2014/main" id="{67DA81C9-B4FF-D678-C575-982BF230D463}"/>
                  </a:ext>
                </a:extLst>
              </p:cNvPr>
              <p:cNvGrpSpPr/>
              <p:nvPr/>
            </p:nvGrpSpPr>
            <p:grpSpPr>
              <a:xfrm>
                <a:off x="2037980" y="5741633"/>
                <a:ext cx="1117970" cy="905975"/>
                <a:chOff x="3044799" y="3750061"/>
                <a:chExt cx="1117970" cy="905975"/>
              </a:xfrm>
            </p:grpSpPr>
            <p:pic>
              <p:nvPicPr>
                <p:cNvPr id="101" name="그림 100" descr="화살이(가) 표시된 사진&#10;&#10;자동 생성된 설명">
                  <a:extLst>
                    <a:ext uri="{FF2B5EF4-FFF2-40B4-BE49-F238E27FC236}">
                      <a16:creationId xmlns:a16="http://schemas.microsoft.com/office/drawing/2014/main" id="{5999C71E-CAD1-B620-46E5-58289E266325}"/>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02" name="TextBox 101">
                  <a:extLst>
                    <a:ext uri="{FF2B5EF4-FFF2-40B4-BE49-F238E27FC236}">
                      <a16:creationId xmlns:a16="http://schemas.microsoft.com/office/drawing/2014/main" id="{D185FB2E-0089-661B-6764-2052187BF47D}"/>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05" name="그림 104">
                <a:extLst>
                  <a:ext uri="{FF2B5EF4-FFF2-40B4-BE49-F238E27FC236}">
                    <a16:creationId xmlns:a16="http://schemas.microsoft.com/office/drawing/2014/main" id="{37732F85-A6A2-E50E-B76B-D67EA8ADBE7C}"/>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108" name="그림 107">
              <a:extLst>
                <a:ext uri="{FF2B5EF4-FFF2-40B4-BE49-F238E27FC236}">
                  <a16:creationId xmlns:a16="http://schemas.microsoft.com/office/drawing/2014/main" id="{568DF737-6D2E-7251-4653-0230D18E3065}"/>
                </a:ext>
              </a:extLst>
            </p:cNvPr>
            <p:cNvPicPr>
              <a:picLocks noChangeAspect="1"/>
            </p:cNvPicPr>
            <p:nvPr/>
          </p:nvPicPr>
          <p:blipFill>
            <a:blip r:embed="rId5"/>
            <a:stretch>
              <a:fillRect/>
            </a:stretch>
          </p:blipFill>
          <p:spPr>
            <a:xfrm>
              <a:off x="2730585" y="6194425"/>
              <a:ext cx="174581" cy="193675"/>
            </a:xfrm>
            <a:prstGeom prst="rect">
              <a:avLst/>
            </a:prstGeom>
          </p:spPr>
        </p:pic>
      </p:grpSp>
      <p:grpSp>
        <p:nvGrpSpPr>
          <p:cNvPr id="110" name="그룹 109">
            <a:extLst>
              <a:ext uri="{FF2B5EF4-FFF2-40B4-BE49-F238E27FC236}">
                <a16:creationId xmlns:a16="http://schemas.microsoft.com/office/drawing/2014/main" id="{8157C325-7BC4-FF25-B388-5535B8CCD67A}"/>
              </a:ext>
            </a:extLst>
          </p:cNvPr>
          <p:cNvGrpSpPr/>
          <p:nvPr/>
        </p:nvGrpSpPr>
        <p:grpSpPr>
          <a:xfrm>
            <a:off x="3000434" y="6539713"/>
            <a:ext cx="1506137" cy="840534"/>
            <a:chOff x="2730585" y="5848351"/>
            <a:chExt cx="1506137" cy="840534"/>
          </a:xfrm>
        </p:grpSpPr>
        <p:grpSp>
          <p:nvGrpSpPr>
            <p:cNvPr id="111" name="그룹 110">
              <a:extLst>
                <a:ext uri="{FF2B5EF4-FFF2-40B4-BE49-F238E27FC236}">
                  <a16:creationId xmlns:a16="http://schemas.microsoft.com/office/drawing/2014/main" id="{68E36E53-B998-423E-1978-C669D9D382C5}"/>
                </a:ext>
              </a:extLst>
            </p:cNvPr>
            <p:cNvGrpSpPr/>
            <p:nvPr/>
          </p:nvGrpSpPr>
          <p:grpSpPr>
            <a:xfrm>
              <a:off x="2774950" y="5848351"/>
              <a:ext cx="1461772" cy="840534"/>
              <a:chOff x="2037980" y="5741633"/>
              <a:chExt cx="1538342" cy="905976"/>
            </a:xfrm>
          </p:grpSpPr>
          <p:grpSp>
            <p:nvGrpSpPr>
              <p:cNvPr id="113" name="그룹 112">
                <a:extLst>
                  <a:ext uri="{FF2B5EF4-FFF2-40B4-BE49-F238E27FC236}">
                    <a16:creationId xmlns:a16="http://schemas.microsoft.com/office/drawing/2014/main" id="{1336289F-0021-55D7-F95E-B96DA8683DEE}"/>
                  </a:ext>
                </a:extLst>
              </p:cNvPr>
              <p:cNvGrpSpPr/>
              <p:nvPr/>
            </p:nvGrpSpPr>
            <p:grpSpPr>
              <a:xfrm>
                <a:off x="2037980" y="5741633"/>
                <a:ext cx="1117970" cy="905976"/>
                <a:chOff x="3044799" y="3750061"/>
                <a:chExt cx="1117970" cy="905976"/>
              </a:xfrm>
            </p:grpSpPr>
            <p:pic>
              <p:nvPicPr>
                <p:cNvPr id="115" name="그림 114" descr="화살이(가) 표시된 사진&#10;&#10;자동 생성된 설명">
                  <a:extLst>
                    <a:ext uri="{FF2B5EF4-FFF2-40B4-BE49-F238E27FC236}">
                      <a16:creationId xmlns:a16="http://schemas.microsoft.com/office/drawing/2014/main" id="{94F50FE4-5FE2-64E2-4135-698E7905D92B}"/>
                    </a:ext>
                  </a:extLst>
                </p:cNvPr>
                <p:cNvPicPr>
                  <a:picLocks noChangeAspect="1"/>
                </p:cNvPicPr>
                <p:nvPr/>
              </p:nvPicPr>
              <p:blipFill>
                <a:blip r:embed="rId3"/>
                <a:stretch>
                  <a:fillRect/>
                </a:stretch>
              </p:blipFill>
              <p:spPr>
                <a:xfrm>
                  <a:off x="3044799" y="3756037"/>
                  <a:ext cx="1117970" cy="900000"/>
                </a:xfrm>
                <a:prstGeom prst="rect">
                  <a:avLst/>
                </a:prstGeom>
              </p:spPr>
            </p:pic>
            <p:sp>
              <p:nvSpPr>
                <p:cNvPr id="116" name="TextBox 115">
                  <a:extLst>
                    <a:ext uri="{FF2B5EF4-FFF2-40B4-BE49-F238E27FC236}">
                      <a16:creationId xmlns:a16="http://schemas.microsoft.com/office/drawing/2014/main" id="{C1253F8A-862D-41BD-E386-DE6721F9301E}"/>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14" name="그림 113">
                <a:extLst>
                  <a:ext uri="{FF2B5EF4-FFF2-40B4-BE49-F238E27FC236}">
                    <a16:creationId xmlns:a16="http://schemas.microsoft.com/office/drawing/2014/main" id="{A4F912CD-0B78-D48B-6158-B10600818D0E}"/>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112" name="그림 111">
              <a:extLst>
                <a:ext uri="{FF2B5EF4-FFF2-40B4-BE49-F238E27FC236}">
                  <a16:creationId xmlns:a16="http://schemas.microsoft.com/office/drawing/2014/main" id="{DADD5699-06F5-91BB-0C56-2BEC94015B60}"/>
                </a:ext>
              </a:extLst>
            </p:cNvPr>
            <p:cNvPicPr>
              <a:picLocks noChangeAspect="1"/>
            </p:cNvPicPr>
            <p:nvPr/>
          </p:nvPicPr>
          <p:blipFill>
            <a:blip r:embed="rId5"/>
            <a:stretch>
              <a:fillRect/>
            </a:stretch>
          </p:blipFill>
          <p:spPr>
            <a:xfrm>
              <a:off x="2730585" y="6194425"/>
              <a:ext cx="174581" cy="193675"/>
            </a:xfrm>
            <a:prstGeom prst="rect">
              <a:avLst/>
            </a:prstGeom>
          </p:spPr>
        </p:pic>
      </p:grpSp>
      <p:grpSp>
        <p:nvGrpSpPr>
          <p:cNvPr id="4" name="그룹 3">
            <a:extLst>
              <a:ext uri="{FF2B5EF4-FFF2-40B4-BE49-F238E27FC236}">
                <a16:creationId xmlns:a16="http://schemas.microsoft.com/office/drawing/2014/main" id="{DED6B799-B8AE-7E85-D7C9-DCED7D728E88}"/>
              </a:ext>
            </a:extLst>
          </p:cNvPr>
          <p:cNvGrpSpPr/>
          <p:nvPr/>
        </p:nvGrpSpPr>
        <p:grpSpPr>
          <a:xfrm>
            <a:off x="3000434" y="4449270"/>
            <a:ext cx="1506137" cy="840533"/>
            <a:chOff x="2730585" y="5848350"/>
            <a:chExt cx="1506137" cy="840533"/>
          </a:xfrm>
        </p:grpSpPr>
        <p:grpSp>
          <p:nvGrpSpPr>
            <p:cNvPr id="5" name="그룹 4">
              <a:extLst>
                <a:ext uri="{FF2B5EF4-FFF2-40B4-BE49-F238E27FC236}">
                  <a16:creationId xmlns:a16="http://schemas.microsoft.com/office/drawing/2014/main" id="{9BA906A8-6DEE-16BA-C581-56372705A823}"/>
                </a:ext>
              </a:extLst>
            </p:cNvPr>
            <p:cNvGrpSpPr/>
            <p:nvPr/>
          </p:nvGrpSpPr>
          <p:grpSpPr>
            <a:xfrm>
              <a:off x="2774950" y="5848350"/>
              <a:ext cx="1461772" cy="840533"/>
              <a:chOff x="2037980" y="5741633"/>
              <a:chExt cx="1538342" cy="905975"/>
            </a:xfrm>
          </p:grpSpPr>
          <p:grpSp>
            <p:nvGrpSpPr>
              <p:cNvPr id="8" name="그룹 7">
                <a:extLst>
                  <a:ext uri="{FF2B5EF4-FFF2-40B4-BE49-F238E27FC236}">
                    <a16:creationId xmlns:a16="http://schemas.microsoft.com/office/drawing/2014/main" id="{EFC565D5-578D-6579-F481-47069D965EC2}"/>
                  </a:ext>
                </a:extLst>
              </p:cNvPr>
              <p:cNvGrpSpPr/>
              <p:nvPr/>
            </p:nvGrpSpPr>
            <p:grpSpPr>
              <a:xfrm>
                <a:off x="2037980" y="5741633"/>
                <a:ext cx="1117970" cy="905975"/>
                <a:chOff x="3044799" y="3750061"/>
                <a:chExt cx="1117970" cy="905975"/>
              </a:xfrm>
            </p:grpSpPr>
            <p:pic>
              <p:nvPicPr>
                <p:cNvPr id="10" name="그림 9" descr="화살이(가) 표시된 사진&#10;&#10;자동 생성된 설명">
                  <a:extLst>
                    <a:ext uri="{FF2B5EF4-FFF2-40B4-BE49-F238E27FC236}">
                      <a16:creationId xmlns:a16="http://schemas.microsoft.com/office/drawing/2014/main" id="{E7693BB7-8959-27F0-0934-5CFACD73CB34}"/>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1" name="TextBox 10">
                  <a:extLst>
                    <a:ext uri="{FF2B5EF4-FFF2-40B4-BE49-F238E27FC236}">
                      <a16:creationId xmlns:a16="http://schemas.microsoft.com/office/drawing/2014/main" id="{EAABBE45-4520-5040-E565-377EAB44643B}"/>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9" name="그림 8">
                <a:extLst>
                  <a:ext uri="{FF2B5EF4-FFF2-40B4-BE49-F238E27FC236}">
                    <a16:creationId xmlns:a16="http://schemas.microsoft.com/office/drawing/2014/main" id="{85A2E5EC-57A0-D248-1AFB-CE85D7043640}"/>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6" name="그림 5">
              <a:extLst>
                <a:ext uri="{FF2B5EF4-FFF2-40B4-BE49-F238E27FC236}">
                  <a16:creationId xmlns:a16="http://schemas.microsoft.com/office/drawing/2014/main" id="{60364720-4C28-341C-EACB-157CB8BD1B01}"/>
                </a:ext>
              </a:extLst>
            </p:cNvPr>
            <p:cNvPicPr>
              <a:picLocks noChangeAspect="1"/>
            </p:cNvPicPr>
            <p:nvPr/>
          </p:nvPicPr>
          <p:blipFill>
            <a:blip r:embed="rId5"/>
            <a:stretch>
              <a:fillRect/>
            </a:stretch>
          </p:blipFill>
          <p:spPr>
            <a:xfrm>
              <a:off x="2730585" y="6194425"/>
              <a:ext cx="174581" cy="193675"/>
            </a:xfrm>
            <a:prstGeom prst="rect">
              <a:avLst/>
            </a:prstGeom>
          </p:spPr>
        </p:pic>
      </p:grpSp>
    </p:spTree>
    <p:extLst>
      <p:ext uri="{BB962C8B-B14F-4D97-AF65-F5344CB8AC3E}">
        <p14:creationId xmlns:p14="http://schemas.microsoft.com/office/powerpoint/2010/main" val="2318360436"/>
      </p:ext>
    </p:extLst>
  </p:cSld>
  <p:clrMapOvr>
    <a:masterClrMapping/>
  </p:clrMapOvr>
  <p:extLst>
    <p:ext uri="{6950BFC3-D8DA-4A85-94F7-54DA5524770B}">
      <p188:commentRel xmlns:p188="http://schemas.microsoft.com/office/powerpoint/2018/8/main" r:id="rId2"/>
    </p:ext>
  </p:extLs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804749405"/>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3"/>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4"/>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6"/>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3"/>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extLst>
    <p:ext uri="{6950BFC3-D8DA-4A85-94F7-54DA5524770B}">
      <p188:commentRel xmlns:p188="http://schemas.microsoft.com/office/powerpoint/2018/8/main" r:id="rId2"/>
    </p:ext>
  </p:extLs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2455333081"/>
              </p:ext>
            </p:extLst>
          </p:nvPr>
        </p:nvGraphicFramePr>
        <p:xfrm>
          <a:off x="404812" y="1111214"/>
          <a:ext cx="6048375" cy="4354278"/>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321319">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12261">
                <a:tc>
                  <a:txBody>
                    <a:bodyPr/>
                    <a:lstStyle/>
                    <a:p>
                      <a:pPr algn="ctr" fontAlgn="ctr"/>
                      <a:r>
                        <a:rPr lang="da-DK"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SDO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212261">
                <a:tc gridSpan="4">
                  <a:txBody>
                    <a:bodyPr/>
                    <a:lstStyle/>
                    <a:p>
                      <a:pPr marL="0" indent="0"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Thermal Resistance</a:t>
                      </a:r>
                    </a:p>
                  </a:txBody>
                  <a:tcPr marL="36000" marR="9525" marT="9525" marB="0" anchor="ctr">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7207615"/>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Ambient </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0" marR="7200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68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782142"/>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Case</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9525" marR="72000"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58996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Power Dissipation on package</a:t>
                      </a:r>
                      <a:endParaRPr lang="en-US"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TOT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1.03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710552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Moisture Sensitivity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Level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Maximum Floor Life-time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of 168 </a:t>
                      </a:r>
                      <a:r>
                        <a:rPr kumimoji="0" lang="en-US" altLang="ko-KR" sz="900" b="0" i="0" u="none" strike="noStrike" kern="1200" cap="none" spc="0" normalizeH="0" baseline="0" noProof="0" dirty="0" err="1">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hr</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sp>
        <p:nvSpPr>
          <p:cNvPr id="3" name="TextBox 2">
            <a:extLst>
              <a:ext uri="{FF2B5EF4-FFF2-40B4-BE49-F238E27FC236}">
                <a16:creationId xmlns:a16="http://schemas.microsoft.com/office/drawing/2014/main" id="{A5E3B89D-E592-CB97-F0FA-90157D6545C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5555278"/>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DAB3C624-C751-5737-45EB-52A79F4D74B1}"/>
              </a:ext>
            </a:extLst>
          </p:cNvPr>
          <p:cNvSpPr txBox="1"/>
          <p:nvPr/>
        </p:nvSpPr>
        <p:spPr>
          <a:xfrm>
            <a:off x="400853" y="6950863"/>
            <a:ext cx="60525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ESD  Ratings</a:t>
            </a:r>
          </a:p>
        </p:txBody>
      </p:sp>
      <p:sp>
        <p:nvSpPr>
          <p:cNvPr id="8" name="object 11">
            <a:extLst>
              <a:ext uri="{FF2B5EF4-FFF2-40B4-BE49-F238E27FC236}">
                <a16:creationId xmlns:a16="http://schemas.microsoft.com/office/drawing/2014/main" id="{B70FEA8D-8D38-F760-534E-752DF83C5991}"/>
              </a:ext>
            </a:extLst>
          </p:cNvPr>
          <p:cNvSpPr txBox="1"/>
          <p:nvPr/>
        </p:nvSpPr>
        <p:spPr>
          <a:xfrm>
            <a:off x="2554451" y="8626005"/>
            <a:ext cx="1167756" cy="128240"/>
          </a:xfrm>
          <a:prstGeom prst="rect">
            <a:avLst/>
          </a:prstGeom>
        </p:spPr>
        <p:txBody>
          <a:bodyPr vert="horz" wrap="none" lIns="0" tIns="0"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3</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ESD r</a:t>
            </a:r>
            <a:r>
              <a:rPr lang="en-US" sz="900" b="1" dirty="0">
                <a:solidFill>
                  <a:prstClr val="black"/>
                </a:solidFill>
                <a:latin typeface="Arial" panose="020B0604020202020204" pitchFamily="34" charset="0"/>
                <a:cs typeface="Arial" panose="020B0604020202020204" pitchFamily="34" charset="0"/>
              </a:rPr>
              <a:t>atings</a:t>
            </a:r>
            <a:endParaRPr kumimoji="0" lang="en-US" sz="900" b="1" dirty="0">
              <a:solidFill>
                <a:prstClr val="black"/>
              </a:solidFill>
              <a:latin typeface="Arial" panose="020B0604020202020204" pitchFamily="34" charset="0"/>
              <a:ea typeface="+mn-ea"/>
              <a:cs typeface="Arial" panose="020B0604020202020204" pitchFamily="34" charset="0"/>
            </a:endParaRPr>
          </a:p>
        </p:txBody>
      </p:sp>
      <p:graphicFrame>
        <p:nvGraphicFramePr>
          <p:cNvPr id="9" name="표 8">
            <a:extLst>
              <a:ext uri="{FF2B5EF4-FFF2-40B4-BE49-F238E27FC236}">
                <a16:creationId xmlns:a16="http://schemas.microsoft.com/office/drawing/2014/main" id="{C70E100F-5C07-10E7-39D3-C273A01815EE}"/>
              </a:ext>
            </a:extLst>
          </p:cNvPr>
          <p:cNvGraphicFramePr>
            <a:graphicFrameLocks noGrp="1"/>
          </p:cNvGraphicFramePr>
          <p:nvPr>
            <p:extLst>
              <p:ext uri="{D42A27DB-BD31-4B8C-83A1-F6EECF244321}">
                <p14:modId xmlns:p14="http://schemas.microsoft.com/office/powerpoint/2010/main" val="2782064944"/>
              </p:ext>
            </p:extLst>
          </p:nvPr>
        </p:nvGraphicFramePr>
        <p:xfrm>
          <a:off x="400853" y="7264937"/>
          <a:ext cx="6048621" cy="1122562"/>
        </p:xfrm>
        <a:graphic>
          <a:graphicData uri="http://schemas.openxmlformats.org/drawingml/2006/table">
            <a:tbl>
              <a:tblPr>
                <a:tableStyleId>{5C22544A-7EE6-4342-B048-85BDC9FD1C3A}</a:tableStyleId>
              </a:tblPr>
              <a:tblGrid>
                <a:gridCol w="2424503">
                  <a:extLst>
                    <a:ext uri="{9D8B030D-6E8A-4147-A177-3AD203B41FA5}">
                      <a16:colId xmlns:a16="http://schemas.microsoft.com/office/drawing/2014/main" val="1320303658"/>
                    </a:ext>
                  </a:extLst>
                </a:gridCol>
                <a:gridCol w="941668">
                  <a:extLst>
                    <a:ext uri="{9D8B030D-6E8A-4147-A177-3AD203B41FA5}">
                      <a16:colId xmlns:a16="http://schemas.microsoft.com/office/drawing/2014/main" val="1181630776"/>
                    </a:ext>
                  </a:extLst>
                </a:gridCol>
                <a:gridCol w="805877">
                  <a:extLst>
                    <a:ext uri="{9D8B030D-6E8A-4147-A177-3AD203B41FA5}">
                      <a16:colId xmlns:a16="http://schemas.microsoft.com/office/drawing/2014/main" val="3949318443"/>
                    </a:ext>
                  </a:extLst>
                </a:gridCol>
                <a:gridCol w="401076">
                  <a:extLst>
                    <a:ext uri="{9D8B030D-6E8A-4147-A177-3AD203B41FA5}">
                      <a16:colId xmlns:a16="http://schemas.microsoft.com/office/drawing/2014/main" val="3257084413"/>
                    </a:ext>
                  </a:extLst>
                </a:gridCol>
                <a:gridCol w="1475497">
                  <a:extLst>
                    <a:ext uri="{9D8B030D-6E8A-4147-A177-3AD203B41FA5}">
                      <a16:colId xmlns:a16="http://schemas.microsoft.com/office/drawing/2014/main" val="3840390301"/>
                    </a:ext>
                  </a:extLst>
                </a:gridCol>
              </a:tblGrid>
              <a:tr h="289490">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374962">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HBM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2000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JEDEC JS-001-2017</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58110">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 JEDEC JESD22-C101F Oct 2013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62623322"/>
                  </a:ext>
                </a:extLst>
              </a:tr>
            </a:tbl>
          </a:graphicData>
        </a:graphic>
      </p:graphicFrame>
      <p:sp>
        <p:nvSpPr>
          <p:cNvPr id="2" name="object 16">
            <a:extLst>
              <a:ext uri="{FF2B5EF4-FFF2-40B4-BE49-F238E27FC236}">
                <a16:creationId xmlns:a16="http://schemas.microsoft.com/office/drawing/2014/main" id="{32E10E9E-7FB6-842A-D37D-10F072FACCB2}"/>
              </a:ext>
            </a:extLst>
          </p:cNvPr>
          <p:cNvSpPr txBox="1"/>
          <p:nvPr/>
        </p:nvSpPr>
        <p:spPr>
          <a:xfrm>
            <a:off x="400853" y="5659985"/>
            <a:ext cx="6044661" cy="605294"/>
          </a:xfrm>
          <a:prstGeom prst="rect">
            <a:avLst/>
          </a:prstGeom>
        </p:spPr>
        <p:txBody>
          <a:bodyPr vert="horz" wrap="square" lIns="0" tIns="12700" rIns="0" bIns="0" rtlCol="0">
            <a:spAutoFit/>
          </a:bodyPr>
          <a:lstStyle/>
          <a:p>
            <a:pPr marL="38100">
              <a:spcBef>
                <a:spcPts val="100"/>
              </a:spcBef>
            </a:pPr>
            <a:r>
              <a:rPr lang="en-US" altLang="ko-KR" sz="900" dirty="0">
                <a:latin typeface="Arial" panose="020B0604020202020204" pitchFamily="34" charset="0"/>
                <a:cs typeface="Arial" panose="020B0604020202020204" pitchFamily="34" charset="0"/>
              </a:rPr>
              <a:t>Note :</a:t>
            </a:r>
          </a:p>
          <a:p>
            <a:pPr marL="38100">
              <a:spcBef>
                <a:spcPts val="100"/>
              </a:spcBef>
            </a:pPr>
            <a:r>
              <a:rPr lang="en-US" altLang="ko-KR" sz="900" dirty="0">
                <a:latin typeface="Arial" panose="020B0604020202020204" pitchFamily="34" charset="0"/>
                <a:cs typeface="Arial" panose="020B0604020202020204" pitchFamily="34" charset="0"/>
              </a:rPr>
              <a:t>  1) Surface mounted on FR-4 substrate PC Board 1” x 1” inch 2-oz copper plate, T</a:t>
            </a:r>
            <a:r>
              <a:rPr lang="en-US" altLang="ko-KR" sz="900" baseline="-25000" dirty="0">
                <a:latin typeface="Arial" panose="020B0604020202020204" pitchFamily="34" charset="0"/>
                <a:cs typeface="Arial" panose="020B0604020202020204" pitchFamily="34" charset="0"/>
              </a:rPr>
              <a:t>A </a:t>
            </a:r>
            <a:r>
              <a:rPr lang="en-US" altLang="ko-KR" sz="900" dirty="0">
                <a:latin typeface="Arial" panose="020B0604020202020204" pitchFamily="34" charset="0"/>
                <a:cs typeface="Arial" panose="020B0604020202020204" pitchFamily="34" charset="0"/>
              </a:rPr>
              <a:t>= 55</a:t>
            </a:r>
            <a:r>
              <a:rPr lang="en-US" altLang="ko-KR" sz="900" dirty="0">
                <a:latin typeface="맑은 고딕" panose="020B0503020000020004" pitchFamily="50" charset="-127"/>
                <a:cs typeface="Arial" panose="020B0604020202020204" pitchFamily="34" charset="0"/>
              </a:rPr>
              <a:t>℃</a:t>
            </a:r>
            <a:endParaRPr lang="en-US" altLang="ko-KR" sz="900" spc="-5" dirty="0">
              <a:latin typeface="Arial" panose="020B0604020202020204" pitchFamily="34" charset="0"/>
              <a:cs typeface="Arial" panose="020B0604020202020204" pitchFamily="34" charset="0"/>
            </a:endParaRPr>
          </a:p>
          <a:p>
            <a:pPr marL="38100">
              <a:lnSpc>
                <a:spcPct val="100000"/>
              </a:lnSpc>
              <a:spcBef>
                <a:spcPts val="100"/>
              </a:spcBef>
            </a:pPr>
            <a:r>
              <a:rPr lang="en-US" sz="900" dirty="0">
                <a:latin typeface="Arial" panose="020B0604020202020204" pitchFamily="34" charset="0"/>
                <a:cs typeface="Arial" panose="020B0604020202020204" pitchFamily="34" charset="0"/>
              </a:rPr>
              <a:t>  2) Stresses beyond the Maximum Absolute ratings may cause permanent damage to the device</a:t>
            </a:r>
          </a:p>
          <a:p>
            <a:pPr marL="38100">
              <a:spcBef>
                <a:spcPts val="100"/>
              </a:spcBef>
            </a:pPr>
            <a:r>
              <a:rPr lang="en-US" altLang="ko-KR" sz="900" dirty="0">
                <a:latin typeface="Arial" panose="020B0604020202020204" pitchFamily="34" charset="0"/>
                <a:cs typeface="Arial" panose="020B0604020202020204" pitchFamily="34" charset="0"/>
              </a:rPr>
              <a:t>  3) Exposure to absolute maximum rating conditions for extended periods may affect device reliability.</a:t>
            </a:r>
            <a:r>
              <a:rPr lang="en-US" sz="900" dirty="0">
                <a:latin typeface="Arial" panose="020B0604020202020204" pitchFamily="34" charset="0"/>
                <a:cs typeface="Arial" panose="020B0604020202020204" pitchFamily="34" charset="0"/>
              </a:rPr>
              <a:t> </a:t>
            </a:r>
          </a:p>
        </p:txBody>
      </p:sp>
      <p:sp>
        <p:nvSpPr>
          <p:cNvPr id="4" name="TextBox 3">
            <a:extLst>
              <a:ext uri="{FF2B5EF4-FFF2-40B4-BE49-F238E27FC236}">
                <a16:creationId xmlns:a16="http://schemas.microsoft.com/office/drawing/2014/main" id="{46FDFF8F-CF86-A506-59A4-CAA125579B28}"/>
              </a:ext>
            </a:extLst>
          </p:cNvPr>
          <p:cNvSpPr txBox="1"/>
          <p:nvPr/>
        </p:nvSpPr>
        <p:spPr>
          <a:xfrm>
            <a:off x="40085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Absolute Maximum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93712496"/>
      </p:ext>
    </p:extLst>
  </p:cSld>
  <p:clrMapOvr>
    <a:masterClrMapping/>
  </p:clrMapOvr>
  <p:extLst>
    <p:ext uri="{6950BFC3-D8DA-4A85-94F7-54DA5524770B}">
      <p188:commentRel xmlns:p188="http://schemas.microsoft.com/office/powerpoint/2018/8/main" r:id="rId2"/>
    </p:ext>
  </p:extLs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1394745034"/>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6.95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2.80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9155081"/>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478538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216774"/>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657C8506-A81A-75DB-C29B-18C98DF1BD98}"/>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E76F075D-726C-BC46-E025-A57D02803A85}"/>
              </a:ext>
            </a:extLst>
          </p:cNvPr>
          <p:cNvSpPr txBox="1"/>
          <p:nvPr/>
        </p:nvSpPr>
        <p:spPr>
          <a:xfrm>
            <a:off x="4269996" y="1509083"/>
            <a:ext cx="1593908" cy="261610"/>
          </a:xfrm>
          <a:prstGeom prst="rect">
            <a:avLst/>
          </a:prstGeom>
          <a:noFill/>
        </p:spPr>
        <p:txBody>
          <a:bodyPr wrap="square" rtlCol="0">
            <a:spAutoFit/>
          </a:bodyPr>
          <a:lstStyle/>
          <a:p>
            <a:pPr algn="ctr"/>
            <a:r>
              <a:rPr lang="en-US" altLang="ko-KR" sz="1100" err="1">
                <a:solidFill>
                  <a:srgbClr val="FF00FF"/>
                </a:solidFill>
              </a:rPr>
              <a:t>Vdd</a:t>
            </a:r>
            <a:r>
              <a:rPr lang="ko-KR" altLang="en-US" sz="1100" dirty="0">
                <a:solidFill>
                  <a:srgbClr val="FF00FF"/>
                </a:solidFill>
              </a:rPr>
              <a:t> 확인필요</a:t>
            </a:r>
          </a:p>
        </p:txBody>
      </p:sp>
    </p:spTree>
    <p:extLst>
      <p:ext uri="{BB962C8B-B14F-4D97-AF65-F5344CB8AC3E}">
        <p14:creationId xmlns:p14="http://schemas.microsoft.com/office/powerpoint/2010/main" val="512741435"/>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1286323250"/>
              </p:ext>
            </p:extLst>
          </p:nvPr>
        </p:nvGraphicFramePr>
        <p:xfrm>
          <a:off x="404812" y="1103055"/>
          <a:ext cx="6048376" cy="6083882"/>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long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short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rgbClr val="FF00FF"/>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FF00FF"/>
                          </a:solidFill>
                          <a:effectLst/>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FF00FF"/>
                          </a:solidFill>
                          <a:effectLst/>
                          <a:latin typeface="Arial" panose="020B0604020202020204" pitchFamily="34" charset="0"/>
                          <a:ea typeface="굴림" panose="020B0600000101010101" pitchFamily="50" charset="-127"/>
                          <a:cs typeface="Arial" panose="020B0604020202020204" pitchFamily="34" charset="0"/>
                        </a:rPr>
                        <a:t>3.6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Min value decimal 100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Max value decimal 4,000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dirty="0"/>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a:txBody>
                    <a:bodyPr/>
                    <a:lstStyle/>
                    <a:p>
                      <a:pPr marL="0" marR="0" lvl="0" indent="0" algn="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LED </a:t>
                      </a:r>
                      <a:r>
                        <a:rPr lang="en-US" altLang="ko-KR" sz="900" baseline="0" dirty="0">
                          <a:latin typeface="Arial" panose="020B0604020202020204" pitchFamily="34" charset="0"/>
                          <a:cs typeface="Arial" panose="020B0604020202020204" pitchFamily="34" charset="0"/>
                        </a:rPr>
                        <a:t>Start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8061129"/>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5V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100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45"/>
              <a:ext cx="248268"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6" y="5795242"/>
              <a:ext cx="262123"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6" name="object 11">
            <a:extLst>
              <a:ext uri="{FF2B5EF4-FFF2-40B4-BE49-F238E27FC236}">
                <a16:creationId xmlns:a16="http://schemas.microsoft.com/office/drawing/2014/main" id="{3E134670-5B14-7388-EE3F-5C6E92436339}"/>
              </a:ext>
            </a:extLst>
          </p:cNvPr>
          <p:cNvSpPr txBox="1"/>
          <p:nvPr/>
        </p:nvSpPr>
        <p:spPr>
          <a:xfrm>
            <a:off x="2426121" y="7304037"/>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sp>
        <p:nvSpPr>
          <p:cNvPr id="37" name="TextBox 36">
            <a:extLst>
              <a:ext uri="{FF2B5EF4-FFF2-40B4-BE49-F238E27FC236}">
                <a16:creationId xmlns:a16="http://schemas.microsoft.com/office/drawing/2014/main" id="{D39AEEAC-0223-5870-2785-924142526F22}"/>
              </a:ext>
            </a:extLst>
          </p:cNvPr>
          <p:cNvSpPr txBox="1"/>
          <p:nvPr/>
        </p:nvSpPr>
        <p:spPr>
          <a:xfrm>
            <a:off x="404812" y="7581182"/>
            <a:ext cx="6048376" cy="907941"/>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r>
              <a:rPr lang="en-US" altLang="ko-KR" dirty="0"/>
              <a:t>Note :  1) It is recommended the minimum MCLK should not be more than twice as slow as the SCLK for stable fast-</a:t>
            </a:r>
          </a:p>
          <a:p>
            <a:r>
              <a:rPr lang="en-US" altLang="ko-KR" dirty="0"/>
              <a:t>                readout. If MCLK will be more than twice as slow as SCLK, then an appropriate latency is needed between</a:t>
            </a:r>
          </a:p>
          <a:p>
            <a:r>
              <a:rPr lang="en-US" altLang="ko-KR" dirty="0"/>
              <a:t>                the first 16 SCLKs for a command and the second 16 SCLKs for readout.</a:t>
            </a:r>
          </a:p>
          <a:p>
            <a:pPr algn="just"/>
            <a:r>
              <a:rPr lang="en-US" altLang="ko-KR" dirty="0"/>
              <a:t>            2) The conditions,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2,</a:t>
            </a:r>
            <a:r>
              <a:rPr lang="en-US" altLang="ko-KR" baseline="-25000" dirty="0">
                <a:solidFill>
                  <a:srgbClr val="000000"/>
                </a:solidFill>
                <a:ea typeface="굴림" panose="020B0600000101010101" pitchFamily="50" charset="-127"/>
              </a:rPr>
              <a:t>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 2,  (T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&lt; 80 are normally recommended.</a:t>
            </a:r>
          </a:p>
          <a:p>
            <a:pPr algn="just"/>
            <a:r>
              <a:rPr lang="en-US" altLang="ko-KR" dirty="0">
                <a:solidFill>
                  <a:srgbClr val="000000"/>
                </a:solidFill>
                <a:ea typeface="굴림" panose="020B0600000101010101" pitchFamily="50" charset="-127"/>
              </a:rPr>
              <a:t>                 However, the value depends on the baud-rate of the XD..</a:t>
            </a:r>
          </a:p>
          <a:p>
            <a:pPr algn="just"/>
            <a:r>
              <a:rPr lang="en-US" altLang="ko-KR" dirty="0">
                <a:solidFill>
                  <a:srgbClr val="000000"/>
                </a:solidFill>
                <a:ea typeface="굴림" panose="020B0600000101010101" pitchFamily="50" charset="-127"/>
              </a:rPr>
              <a:t>            3) The time depends on the system configuration, the daisied XD number, SCLK, MCLK and Baud-rate.</a:t>
            </a:r>
            <a:endParaRPr lang="en-US" altLang="ko-KR" dirty="0"/>
          </a:p>
        </p:txBody>
      </p:sp>
      <p:sp>
        <p:nvSpPr>
          <p:cNvPr id="38" name="object 8">
            <a:extLst>
              <a:ext uri="{FF2B5EF4-FFF2-40B4-BE49-F238E27FC236}">
                <a16:creationId xmlns:a16="http://schemas.microsoft.com/office/drawing/2014/main" id="{AF88FA11-CF17-4E46-6A46-8295373DACC6}"/>
              </a:ext>
            </a:extLst>
          </p:cNvPr>
          <p:cNvSpPr txBox="1"/>
          <p:nvPr/>
        </p:nvSpPr>
        <p:spPr>
          <a:xfrm>
            <a:off x="404566" y="8633453"/>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
        <p:nvSpPr>
          <p:cNvPr id="3" name="TextBox 2">
            <a:extLst>
              <a:ext uri="{FF2B5EF4-FFF2-40B4-BE49-F238E27FC236}">
                <a16:creationId xmlns:a16="http://schemas.microsoft.com/office/drawing/2014/main" id="{EAB714ED-4CC7-37D1-9DA3-2D07A464F3C8}"/>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34" name="TextBox 33">
            <a:extLst>
              <a:ext uri="{FF2B5EF4-FFF2-40B4-BE49-F238E27FC236}">
                <a16:creationId xmlns:a16="http://schemas.microsoft.com/office/drawing/2014/main" id="{0EEFD537-98AD-312F-0BF8-BAA121841875}"/>
              </a:ext>
            </a:extLst>
          </p:cNvPr>
          <p:cNvSpPr txBox="1"/>
          <p:nvPr/>
        </p:nvSpPr>
        <p:spPr>
          <a:xfrm>
            <a:off x="4269996" y="4479722"/>
            <a:ext cx="1593908" cy="261610"/>
          </a:xfrm>
          <a:prstGeom prst="rect">
            <a:avLst/>
          </a:prstGeom>
          <a:noFill/>
        </p:spPr>
        <p:txBody>
          <a:bodyPr wrap="square" rtlCol="0">
            <a:spAutoFit/>
          </a:bodyPr>
          <a:lstStyle/>
          <a:p>
            <a:pPr algn="ctr"/>
            <a:r>
              <a:rPr lang="en-US" altLang="ko-KR" sz="1100" err="1">
                <a:solidFill>
                  <a:srgbClr val="FF00FF"/>
                </a:solidFill>
              </a:rPr>
              <a:t>Vdd</a:t>
            </a:r>
            <a:r>
              <a:rPr lang="ko-KR" altLang="en-US" sz="1100" dirty="0">
                <a:solidFill>
                  <a:srgbClr val="FF00FF"/>
                </a:solidFill>
              </a:rPr>
              <a:t> 확인필요</a:t>
            </a:r>
          </a:p>
        </p:txBody>
      </p:sp>
    </p:spTree>
    <p:extLst>
      <p:ext uri="{BB962C8B-B14F-4D97-AF65-F5344CB8AC3E}">
        <p14:creationId xmlns:p14="http://schemas.microsoft.com/office/powerpoint/2010/main" val="354881068"/>
      </p:ext>
    </p:extLst>
  </p:cSld>
  <p:clrMapOvr>
    <a:masterClrMapping/>
  </p:clrMapOvr>
  <p:extLst>
    <p:ext uri="{6950BFC3-D8DA-4A85-94F7-54DA5524770B}">
      <p188:commentRel xmlns:p188="http://schemas.microsoft.com/office/powerpoint/2018/8/main" r:id="rId2"/>
    </p:ext>
  </p:extLs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05514" cy="138499"/>
            </a:xfrm>
            <a:prstGeom prst="rect">
              <a:avLst/>
            </a:prstGeom>
            <a:solidFill>
              <a:schemeClr val="bg1"/>
            </a:solidFill>
          </p:spPr>
          <p:txBody>
            <a:bodyPr wrap="none" lIns="36000" tIns="0" rIns="36000" bIns="0" rtlCol="0" anchor="ctr" anchorCtr="0">
              <a:spAutoFit/>
            </a:bodyPr>
            <a:lstStyle/>
            <a:p>
              <a:r>
                <a:rPr lang="en-US" altLang="ko-KR" sz="900" dirty="0"/>
                <a:t>5V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cs typeface="Arial" panose="020B0604020202020204" pitchFamily="34" charset="0"/>
                </a:rPr>
                <a:t>accessible</a:t>
              </a:r>
              <a:endParaRPr lang="ko-KR" altLang="en-US" sz="900" dirty="0">
                <a:solidFill>
                  <a:schemeClr val="tx1"/>
                </a:solidFill>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19556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181140"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1961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1258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SU</a:t>
              </a:r>
              <a:r>
                <a:rPr lang="en-US" altLang="ko-KR" sz="900" baseline="-25000" dirty="0">
                  <a:solidFill>
                    <a:srgbClr val="000000"/>
                  </a:solidFill>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771365" cy="230832"/>
            </a:xfrm>
            <a:prstGeom prst="rect">
              <a:avLst/>
            </a:prstGeom>
            <a:noFill/>
          </p:spPr>
          <p:txBody>
            <a:bodyPr wrap="none" rtlCol="0">
              <a:spAutoFit/>
            </a:bodyPr>
            <a:lstStyle/>
            <a:p>
              <a:r>
                <a:rPr lang="en-US" altLang="ko-KR" sz="900" dirty="0"/>
                <a:t>Set-up to XD</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cs typeface="Arial" panose="020B0604020202020204" pitchFamily="34" charset="0"/>
                </a:rPr>
                <a:t>XD setup for dimming</a:t>
              </a:r>
              <a:endParaRPr lang="ko-KR" altLang="en-US" sz="900" dirty="0">
                <a:solidFill>
                  <a:schemeClr val="tx1"/>
                </a:solidFill>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cs typeface="Arial" panose="020B0604020202020204" pitchFamily="34" charset="0"/>
              </a:endParaRPr>
            </a:p>
          </p:txBody>
        </p:sp>
      </p:grpSp>
      <p:sp>
        <p:nvSpPr>
          <p:cNvPr id="4" name="TextBox 3">
            <a:extLst>
              <a:ext uri="{FF2B5EF4-FFF2-40B4-BE49-F238E27FC236}">
                <a16:creationId xmlns:a16="http://schemas.microsoft.com/office/drawing/2014/main" id="{89012F0F-9E2D-249B-B4AC-400813B7673A}"/>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9572783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1575810961"/>
              </p:ext>
            </p:extLst>
          </p:nvPr>
        </p:nvGraphicFramePr>
        <p:xfrm>
          <a:off x="404814" y="1109403"/>
          <a:ext cx="6032329" cy="4264674"/>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 to SCLKO delay</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10.5 </a:t>
                      </a:r>
                      <a:r>
                        <a:rPr lang="en-US" altLang="ko-KR" sz="900" kern="100" baseline="30000" dirty="0">
                          <a:effectLst/>
                          <a:latin typeface="Arial" panose="020B0604020202020204" pitchFamily="34" charset="0"/>
                          <a:ea typeface="+mn-ea"/>
                          <a:cs typeface="Arial" panose="020B0604020202020204" pitchFamily="34" charset="0"/>
                        </a:rPr>
                        <a:t>(3)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ns</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The skew between SCLKO to SDO</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- 1.5 </a:t>
                      </a:r>
                      <a:r>
                        <a:rPr lang="en-US" altLang="ko-KR" sz="900" kern="100" baseline="30000" dirty="0">
                          <a:effectLst/>
                          <a:latin typeface="Arial" panose="020B0604020202020204" pitchFamily="34" charset="0"/>
                          <a:ea typeface="+mn-ea"/>
                          <a:cs typeface="Arial" panose="020B0604020202020204" pitchFamily="34" charset="0"/>
                        </a:rPr>
                        <a:t>(3)</a:t>
                      </a:r>
                      <a:endParaRPr lang="ko-KR" altLang="ko-KR" sz="900" kern="100" baseline="30000" dirty="0">
                        <a:effectLst/>
                        <a:latin typeface="Arial" panose="020B0604020202020204" pitchFamily="34" charset="0"/>
                        <a:ea typeface="+mn-ea"/>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high time</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 </a:t>
                      </a:r>
                      <a:r>
                        <a:rPr lang="en-US" altLang="ko-KR" sz="900" b="0" i="0" u="none" strike="noStrike" baseline="0" dirty="0">
                          <a:solidFill>
                            <a:schemeClr val="tx1"/>
                          </a:solidFill>
                          <a:effectLst/>
                          <a:latin typeface="Arial" panose="020B0604020202020204" pitchFamily="34" charset="0"/>
                          <a:ea typeface="굴림" panose="020B0600000101010101" pitchFamily="50" charset="-127"/>
                          <a:cs typeface="Arial" panose="020B0604020202020204" pitchFamily="34" charset="0"/>
                        </a:rPr>
                        <a:t>- 1</a:t>
                      </a:r>
                      <a:r>
                        <a:rPr lang="en-US" altLang="ko-KR" sz="900" kern="100" baseline="30000" dirty="0">
                          <a:effectLst/>
                          <a:latin typeface="Arial" panose="020B0604020202020204" pitchFamily="34" charset="0"/>
                          <a:ea typeface="+mn-ea"/>
                          <a:cs typeface="Arial" panose="020B0604020202020204" pitchFamily="34" charset="0"/>
                        </a:rPr>
                        <a:t>(3)</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a:t>
                      </a:r>
                      <a:endParaRPr lang="ko-KR" altLang="ko-KR" sz="900" kern="100" baseline="30000" dirty="0">
                        <a:effectLst/>
                        <a:latin typeface="Arial" panose="020B0604020202020204" pitchFamily="34" charset="0"/>
                        <a:ea typeface="+mn-ea"/>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grpSp>
        <p:nvGrpSpPr>
          <p:cNvPr id="4" name="그룹 3">
            <a:extLst>
              <a:ext uri="{FF2B5EF4-FFF2-40B4-BE49-F238E27FC236}">
                <a16:creationId xmlns:a16="http://schemas.microsoft.com/office/drawing/2014/main" id="{43381941-45BB-08DD-805C-9636912A38D9}"/>
              </a:ext>
            </a:extLst>
          </p:cNvPr>
          <p:cNvGrpSpPr/>
          <p:nvPr/>
        </p:nvGrpSpPr>
        <p:grpSpPr>
          <a:xfrm>
            <a:off x="1177749" y="6477424"/>
            <a:ext cx="4752000" cy="1996014"/>
            <a:chOff x="1177749" y="6477424"/>
            <a:chExt cx="4752000" cy="1996014"/>
          </a:xfrm>
        </p:grpSpPr>
        <p:pic>
          <p:nvPicPr>
            <p:cNvPr id="6" name="그림 5">
              <a:extLst>
                <a:ext uri="{FF2B5EF4-FFF2-40B4-BE49-F238E27FC236}">
                  <a16:creationId xmlns:a16="http://schemas.microsoft.com/office/drawing/2014/main" id="{82067DB7-4E02-1462-01FA-0009B1607AAF}"/>
                </a:ext>
              </a:extLst>
            </p:cNvPr>
            <p:cNvPicPr>
              <a:picLocks noChangeAspect="1"/>
            </p:cNvPicPr>
            <p:nvPr/>
          </p:nvPicPr>
          <p:blipFill>
            <a:blip r:embed="rId3"/>
            <a:stretch>
              <a:fillRect/>
            </a:stretch>
          </p:blipFill>
          <p:spPr>
            <a:xfrm>
              <a:off x="1177749" y="6477424"/>
              <a:ext cx="4752000" cy="1996014"/>
            </a:xfrm>
            <a:prstGeom prst="rect">
              <a:avLst/>
            </a:prstGeom>
          </p:spPr>
        </p:pic>
        <p:grpSp>
          <p:nvGrpSpPr>
            <p:cNvPr id="7" name="그룹 6">
              <a:extLst>
                <a:ext uri="{FF2B5EF4-FFF2-40B4-BE49-F238E27FC236}">
                  <a16:creationId xmlns:a16="http://schemas.microsoft.com/office/drawing/2014/main" id="{8FD461F9-3A0C-E5F9-AE74-5291663BC161}"/>
                </a:ext>
              </a:extLst>
            </p:cNvPr>
            <p:cNvGrpSpPr/>
            <p:nvPr/>
          </p:nvGrpSpPr>
          <p:grpSpPr>
            <a:xfrm>
              <a:off x="1977886" y="7127880"/>
              <a:ext cx="106280" cy="180000"/>
              <a:chOff x="1977886" y="7127880"/>
              <a:chExt cx="106280" cy="180000"/>
            </a:xfrm>
          </p:grpSpPr>
          <p:sp>
            <p:nvSpPr>
              <p:cNvPr id="8" name="직사각형 7">
                <a:extLst>
                  <a:ext uri="{FF2B5EF4-FFF2-40B4-BE49-F238E27FC236}">
                    <a16:creationId xmlns:a16="http://schemas.microsoft.com/office/drawing/2014/main" id="{D66E7962-1237-8274-AF89-4DCDB6F0F333}"/>
                  </a:ext>
                </a:extLst>
              </p:cNvPr>
              <p:cNvSpPr/>
              <p:nvPr/>
            </p:nvSpPr>
            <p:spPr>
              <a:xfrm>
                <a:off x="1977886" y="7136294"/>
                <a:ext cx="72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 name="이등변 삼각형 8">
                <a:extLst>
                  <a:ext uri="{FF2B5EF4-FFF2-40B4-BE49-F238E27FC236}">
                    <a16:creationId xmlns:a16="http://schemas.microsoft.com/office/drawing/2014/main" id="{42B1509F-74A9-CDEF-42F7-813B87D8AE40}"/>
                  </a:ext>
                </a:extLst>
              </p:cNvPr>
              <p:cNvSpPr/>
              <p:nvPr/>
            </p:nvSpPr>
            <p:spPr>
              <a:xfrm rot="16200000">
                <a:off x="2033766" y="7147094"/>
                <a:ext cx="50400" cy="50400"/>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 name="직선 연결선 9">
                <a:extLst>
                  <a:ext uri="{FF2B5EF4-FFF2-40B4-BE49-F238E27FC236}">
                    <a16:creationId xmlns:a16="http://schemas.microsoft.com/office/drawing/2014/main" id="{E873BBC9-F057-67D9-4093-2839D21043EE}"/>
                  </a:ext>
                </a:extLst>
              </p:cNvPr>
              <p:cNvCxnSpPr/>
              <p:nvPr/>
            </p:nvCxnSpPr>
            <p:spPr>
              <a:xfrm>
                <a:off x="2036442" y="7127880"/>
                <a:ext cx="0" cy="180000"/>
              </a:xfrm>
              <a:prstGeom prst="line">
                <a:avLst/>
              </a:prstGeom>
              <a:ln w="63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61681503"/>
      </p:ext>
    </p:extLst>
  </p:cSld>
  <p:clrMapOvr>
    <a:masterClrMapping/>
  </p:clrMapOvr>
  <p:extLst>
    <p:ext uri="{6950BFC3-D8DA-4A85-94F7-54DA5524770B}">
      <p188:commentRel xmlns:p188="http://schemas.microsoft.com/office/powerpoint/2018/8/main" r:id="rId2"/>
    </p:ext>
  </p:extLs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415498"/>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For the local dimming data transmit a Serial Peripheral Interface is used. The SPI is configurated to work as SPI slave.</a:t>
            </a:r>
          </a:p>
          <a:p>
            <a:pPr algn="just"/>
            <a:r>
              <a:rPr lang="en-US" altLang="ko-KR" sz="900" dirty="0">
                <a:latin typeface="Arial" panose="020B0604020202020204" pitchFamily="34" charset="0"/>
                <a:cs typeface="Arial" panose="020B0604020202020204" pitchFamily="34" charset="0"/>
              </a:rPr>
              <a:t>A Daisy Chain structure can be used to support large scale blocks array with several devices and operated up to 30MHz.</a:t>
            </a: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Daisy Chain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All SPI slaves share the Chip select signal, and these devices in Daisy chain can be treated as one big shift register.  The devices can be enumerated as described below.</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XC24R has 3 types of the SPI Interface protocol, the register-read, the register-write and the LD data-transfer. The SPI protocol’s format consists of a 16-bit command and a 16-bit register data or a series of 24(or 16)-bit LD data following the 16-bit command.</a:t>
            </a:r>
          </a:p>
        </p:txBody>
      </p:sp>
      <p:pic>
        <p:nvPicPr>
          <p:cNvPr id="12" name="그림 11">
            <a:extLst>
              <a:ext uri="{FF2B5EF4-FFF2-40B4-BE49-F238E27FC236}">
                <a16:creationId xmlns:a16="http://schemas.microsoft.com/office/drawing/2014/main" id="{737CA705-B144-02CC-515F-8ED9F8138806}"/>
              </a:ext>
            </a:extLst>
          </p:cNvPr>
          <p:cNvPicPr>
            <a:picLocks noChangeAspect="1"/>
          </p:cNvPicPr>
          <p:nvPr/>
        </p:nvPicPr>
        <p:blipFill>
          <a:blip r:embed="rId2"/>
          <a:stretch>
            <a:fillRect/>
          </a:stretch>
        </p:blipFill>
        <p:spPr>
          <a:xfrm>
            <a:off x="1365326" y="3112490"/>
            <a:ext cx="4147897" cy="1147431"/>
          </a:xfrm>
          <a:prstGeom prst="rect">
            <a:avLst/>
          </a:prstGeom>
        </p:spPr>
      </p:pic>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2106179250"/>
              </p:ext>
            </p:extLst>
          </p:nvPr>
        </p:nvGraphicFramePr>
        <p:xfrm>
          <a:off x="413545" y="7206466"/>
          <a:ext cx="6039871" cy="1360352"/>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LD1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 = 2’b00 : 24 bits /block</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LD2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2’b01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LD3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2’b10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11212327"/>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LD4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2’b11 : 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556966" y="4431562"/>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daisy connection</a:t>
            </a:r>
          </a:p>
        </p:txBody>
      </p:sp>
    </p:spTree>
    <p:extLst>
      <p:ext uri="{BB962C8B-B14F-4D97-AF65-F5344CB8AC3E}">
        <p14:creationId xmlns:p14="http://schemas.microsoft.com/office/powerpoint/2010/main" val="403961826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3"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12" y="1612565"/>
            <a:ext cx="6048622" cy="276999"/>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access sequence is as follows, depending on the type of access. There is no difference between a single and</a:t>
            </a:r>
          </a:p>
          <a:p>
            <a:pPr algn="just"/>
            <a:r>
              <a:rPr lang="en-US" altLang="ko-KR" sz="900" b="0" i="0" dirty="0">
                <a:solidFill>
                  <a:srgbClr val="000000"/>
                </a:solidFill>
                <a:effectLst/>
                <a:latin typeface="Arial" panose="020B0604020202020204" pitchFamily="34" charset="0"/>
                <a:cs typeface="Arial" panose="020B0604020202020204" pitchFamily="34" charset="0"/>
              </a:rPr>
              <a:t>a burst access except for the number of data due to the burst size.</a:t>
            </a:r>
            <a:endParaRPr lang="en-US" altLang="ko-KR" sz="900"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02CAB0E2-A84E-3B86-8889-B8AE86A3934F}"/>
              </a:ext>
            </a:extLst>
          </p:cNvPr>
          <p:cNvSpPr txBox="1"/>
          <p:nvPr/>
        </p:nvSpPr>
        <p:spPr>
          <a:xfrm>
            <a:off x="404812"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read/write sequence in burst</a:t>
            </a:r>
          </a:p>
        </p:txBody>
      </p:sp>
      <p:grpSp>
        <p:nvGrpSpPr>
          <p:cNvPr id="760" name="그룹 759">
            <a:extLst>
              <a:ext uri="{FF2B5EF4-FFF2-40B4-BE49-F238E27FC236}">
                <a16:creationId xmlns:a16="http://schemas.microsoft.com/office/drawing/2014/main" id="{6449BAE1-EB49-DFB3-1D7F-40F3DD7AF835}"/>
              </a:ext>
            </a:extLst>
          </p:cNvPr>
          <p:cNvGrpSpPr/>
          <p:nvPr/>
        </p:nvGrpSpPr>
        <p:grpSpPr>
          <a:xfrm>
            <a:off x="1100033" y="2313333"/>
            <a:ext cx="4551129" cy="1930058"/>
            <a:chOff x="843431" y="2457395"/>
            <a:chExt cx="4551129" cy="1930058"/>
          </a:xfrm>
        </p:grpSpPr>
        <p:cxnSp>
          <p:nvCxnSpPr>
            <p:cNvPr id="8" name="직선 연결선 7">
              <a:extLst>
                <a:ext uri="{FF2B5EF4-FFF2-40B4-BE49-F238E27FC236}">
                  <a16:creationId xmlns:a16="http://schemas.microsoft.com/office/drawing/2014/main" id="{7B6C0DA2-E1CB-9162-BD52-B7C4445B33B9}"/>
                </a:ext>
              </a:extLst>
            </p:cNvPr>
            <p:cNvCxnSpPr/>
            <p:nvPr/>
          </p:nvCxnSpPr>
          <p:spPr>
            <a:xfrm>
              <a:off x="1217796" y="245739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E5382371-2682-C386-24F5-A312427FF71D}"/>
                </a:ext>
              </a:extLst>
            </p:cNvPr>
            <p:cNvCxnSpPr>
              <a:cxnSpLocks/>
            </p:cNvCxnSpPr>
            <p:nvPr/>
          </p:nvCxnSpPr>
          <p:spPr>
            <a:xfrm>
              <a:off x="1395596"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C292E7B0-0E9E-D816-3CDC-2DB3F51CD495}"/>
                </a:ext>
              </a:extLst>
            </p:cNvPr>
            <p:cNvCxnSpPr>
              <a:cxnSpLocks/>
            </p:cNvCxnSpPr>
            <p:nvPr/>
          </p:nvCxnSpPr>
          <p:spPr>
            <a:xfrm flipV="1">
              <a:off x="1395596" y="260486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C5F4F57A-65FA-9302-46F9-233A2719668B}"/>
                </a:ext>
              </a:extLst>
            </p:cNvPr>
            <p:cNvCxnSpPr/>
            <p:nvPr/>
          </p:nvCxnSpPr>
          <p:spPr>
            <a:xfrm>
              <a:off x="5212082" y="246109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F01395E6-39B2-15B5-5BAE-C10AAEA88108}"/>
                </a:ext>
              </a:extLst>
            </p:cNvPr>
            <p:cNvCxnSpPr>
              <a:cxnSpLocks/>
            </p:cNvCxnSpPr>
            <p:nvPr/>
          </p:nvCxnSpPr>
          <p:spPr>
            <a:xfrm>
              <a:off x="5211058"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378C10FB-3223-5FC2-8C56-0A58CDD0630C}"/>
                </a:ext>
              </a:extLst>
            </p:cNvPr>
            <p:cNvSpPr/>
            <p:nvPr/>
          </p:nvSpPr>
          <p:spPr>
            <a:xfrm>
              <a:off x="1396360" y="3353626"/>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28" name="직선 연결선 27">
              <a:extLst>
                <a:ext uri="{FF2B5EF4-FFF2-40B4-BE49-F238E27FC236}">
                  <a16:creationId xmlns:a16="http://schemas.microsoft.com/office/drawing/2014/main" id="{D8D7349A-C489-1181-BDC5-3675976A8FAA}"/>
                </a:ext>
              </a:extLst>
            </p:cNvPr>
            <p:cNvCxnSpPr>
              <a:cxnSpLocks/>
            </p:cNvCxnSpPr>
            <p:nvPr/>
          </p:nvCxnSpPr>
          <p:spPr>
            <a:xfrm flipV="1">
              <a:off x="1218560" y="349762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885AC4CD-FB48-7656-28F6-E51DE2F39A62}"/>
                </a:ext>
              </a:extLst>
            </p:cNvPr>
            <p:cNvSpPr/>
            <p:nvPr/>
          </p:nvSpPr>
          <p:spPr>
            <a:xfrm>
              <a:off x="182862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1" name="직사각형 30">
              <a:extLst>
                <a:ext uri="{FF2B5EF4-FFF2-40B4-BE49-F238E27FC236}">
                  <a16:creationId xmlns:a16="http://schemas.microsoft.com/office/drawing/2014/main" id="{1136883C-336C-B6EB-7698-01F7CFC114FA}"/>
                </a:ext>
              </a:extLst>
            </p:cNvPr>
            <p:cNvSpPr/>
            <p:nvPr/>
          </p:nvSpPr>
          <p:spPr>
            <a:xfrm>
              <a:off x="2260424"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2" name="직사각형 31">
              <a:extLst>
                <a:ext uri="{FF2B5EF4-FFF2-40B4-BE49-F238E27FC236}">
                  <a16:creationId xmlns:a16="http://schemas.microsoft.com/office/drawing/2014/main" id="{25FE195A-72CA-9EAD-1406-7BE5B67F7D20}"/>
                </a:ext>
              </a:extLst>
            </p:cNvPr>
            <p:cNvSpPr/>
            <p:nvPr/>
          </p:nvSpPr>
          <p:spPr>
            <a:xfrm>
              <a:off x="1981632" y="32514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358ABD42-F8E7-61B3-76AB-157D516289B1}"/>
                </a:ext>
              </a:extLst>
            </p:cNvPr>
            <p:cNvSpPr/>
            <p:nvPr/>
          </p:nvSpPr>
          <p:spPr>
            <a:xfrm>
              <a:off x="237390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4" name="직사각형 33">
              <a:extLst>
                <a:ext uri="{FF2B5EF4-FFF2-40B4-BE49-F238E27FC236}">
                  <a16:creationId xmlns:a16="http://schemas.microsoft.com/office/drawing/2014/main" id="{EC3D221B-B6AB-AF2C-E08C-B7AF451348BC}"/>
                </a:ext>
              </a:extLst>
            </p:cNvPr>
            <p:cNvSpPr/>
            <p:nvPr/>
          </p:nvSpPr>
          <p:spPr>
            <a:xfrm>
              <a:off x="284206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5" name="직사각형 34">
              <a:extLst>
                <a:ext uri="{FF2B5EF4-FFF2-40B4-BE49-F238E27FC236}">
                  <a16:creationId xmlns:a16="http://schemas.microsoft.com/office/drawing/2014/main" id="{E15FE438-DC8C-ADFA-E8CF-B5EBCFC0EC2B}"/>
                </a:ext>
              </a:extLst>
            </p:cNvPr>
            <p:cNvSpPr/>
            <p:nvPr/>
          </p:nvSpPr>
          <p:spPr>
            <a:xfrm>
              <a:off x="292849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7" name="직사각형 36">
              <a:extLst>
                <a:ext uri="{FF2B5EF4-FFF2-40B4-BE49-F238E27FC236}">
                  <a16:creationId xmlns:a16="http://schemas.microsoft.com/office/drawing/2014/main" id="{F30F0B48-BE9E-BBD2-AD71-CEB4724E1407}"/>
                </a:ext>
              </a:extLst>
            </p:cNvPr>
            <p:cNvSpPr/>
            <p:nvPr/>
          </p:nvSpPr>
          <p:spPr>
            <a:xfrm>
              <a:off x="3705887"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 name="직사각형 38">
              <a:extLst>
                <a:ext uri="{FF2B5EF4-FFF2-40B4-BE49-F238E27FC236}">
                  <a16:creationId xmlns:a16="http://schemas.microsoft.com/office/drawing/2014/main" id="{66F47065-43D3-31EE-B467-082F545745C3}"/>
                </a:ext>
              </a:extLst>
            </p:cNvPr>
            <p:cNvSpPr/>
            <p:nvPr/>
          </p:nvSpPr>
          <p:spPr>
            <a:xfrm>
              <a:off x="4139263"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0" name="직사각형 39">
              <a:extLst>
                <a:ext uri="{FF2B5EF4-FFF2-40B4-BE49-F238E27FC236}">
                  <a16:creationId xmlns:a16="http://schemas.microsoft.com/office/drawing/2014/main" id="{0AB3C92C-8462-9EF6-120F-B18666CBC392}"/>
                </a:ext>
              </a:extLst>
            </p:cNvPr>
            <p:cNvSpPr/>
            <p:nvPr/>
          </p:nvSpPr>
          <p:spPr>
            <a:xfrm>
              <a:off x="3831148" y="3274573"/>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1" name="직사각형 40">
              <a:extLst>
                <a:ext uri="{FF2B5EF4-FFF2-40B4-BE49-F238E27FC236}">
                  <a16:creationId xmlns:a16="http://schemas.microsoft.com/office/drawing/2014/main" id="{BB56412E-8013-ECDD-BD18-D86CD796E9B9}"/>
                </a:ext>
              </a:extLst>
            </p:cNvPr>
            <p:cNvSpPr/>
            <p:nvPr/>
          </p:nvSpPr>
          <p:spPr>
            <a:xfrm>
              <a:off x="4245541" y="3257533"/>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2" name="직사각형 41">
              <a:extLst>
                <a:ext uri="{FF2B5EF4-FFF2-40B4-BE49-F238E27FC236}">
                  <a16:creationId xmlns:a16="http://schemas.microsoft.com/office/drawing/2014/main" id="{E1F5A46B-9FD8-F744-554F-353C7E5E56EE}"/>
                </a:ext>
              </a:extLst>
            </p:cNvPr>
            <p:cNvSpPr/>
            <p:nvPr/>
          </p:nvSpPr>
          <p:spPr>
            <a:xfrm>
              <a:off x="4716079" y="3353311"/>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3" name="직사각형 42">
              <a:extLst>
                <a:ext uri="{FF2B5EF4-FFF2-40B4-BE49-F238E27FC236}">
                  <a16:creationId xmlns:a16="http://schemas.microsoft.com/office/drawing/2014/main" id="{94D7C417-FC65-913B-FAA7-D3A602150747}"/>
                </a:ext>
              </a:extLst>
            </p:cNvPr>
            <p:cNvSpPr/>
            <p:nvPr/>
          </p:nvSpPr>
          <p:spPr>
            <a:xfrm>
              <a:off x="4824079" y="3253654"/>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4" name="직사각형 43">
              <a:extLst>
                <a:ext uri="{FF2B5EF4-FFF2-40B4-BE49-F238E27FC236}">
                  <a16:creationId xmlns:a16="http://schemas.microsoft.com/office/drawing/2014/main" id="{37429EBC-6156-A95F-AA04-8AD66EC3156C}"/>
                </a:ext>
              </a:extLst>
            </p:cNvPr>
            <p:cNvSpPr/>
            <p:nvPr/>
          </p:nvSpPr>
          <p:spPr>
            <a:xfrm>
              <a:off x="3273342" y="335338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6" name="직선 연결선 45">
              <a:extLst>
                <a:ext uri="{FF2B5EF4-FFF2-40B4-BE49-F238E27FC236}">
                  <a16:creationId xmlns:a16="http://schemas.microsoft.com/office/drawing/2014/main" id="{B38F836D-4C44-DB24-F8E5-9A3D8DAD1E26}"/>
                </a:ext>
              </a:extLst>
            </p:cNvPr>
            <p:cNvCxnSpPr>
              <a:cxnSpLocks/>
            </p:cNvCxnSpPr>
            <p:nvPr/>
          </p:nvCxnSpPr>
          <p:spPr>
            <a:xfrm flipV="1">
              <a:off x="1217796" y="432658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46AC3D6A-0D7D-3EDB-2DFB-A04FF9988924}"/>
                </a:ext>
              </a:extLst>
            </p:cNvPr>
            <p:cNvSpPr/>
            <p:nvPr/>
          </p:nvSpPr>
          <p:spPr>
            <a:xfrm>
              <a:off x="3698700"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7" name="직사각형 56">
              <a:extLst>
                <a:ext uri="{FF2B5EF4-FFF2-40B4-BE49-F238E27FC236}">
                  <a16:creationId xmlns:a16="http://schemas.microsoft.com/office/drawing/2014/main" id="{FE8EF9C1-2E7B-DA32-E7E0-2D35DEA22EF6}"/>
                </a:ext>
              </a:extLst>
            </p:cNvPr>
            <p:cNvSpPr/>
            <p:nvPr/>
          </p:nvSpPr>
          <p:spPr>
            <a:xfrm>
              <a:off x="4131344"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8" name="직사각형 57">
              <a:extLst>
                <a:ext uri="{FF2B5EF4-FFF2-40B4-BE49-F238E27FC236}">
                  <a16:creationId xmlns:a16="http://schemas.microsoft.com/office/drawing/2014/main" id="{E0EC9CA2-5B64-EFD2-F917-85CC3491BA77}"/>
                </a:ext>
              </a:extLst>
            </p:cNvPr>
            <p:cNvSpPr/>
            <p:nvPr/>
          </p:nvSpPr>
          <p:spPr>
            <a:xfrm>
              <a:off x="3830384" y="4074469"/>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59" name="직사각형 58">
              <a:extLst>
                <a:ext uri="{FF2B5EF4-FFF2-40B4-BE49-F238E27FC236}">
                  <a16:creationId xmlns:a16="http://schemas.microsoft.com/office/drawing/2014/main" id="{C2AE3FB7-89F9-F83C-A3F5-F2776A6C848B}"/>
                </a:ext>
              </a:extLst>
            </p:cNvPr>
            <p:cNvSpPr/>
            <p:nvPr/>
          </p:nvSpPr>
          <p:spPr>
            <a:xfrm>
              <a:off x="424477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0" name="직사각형 59">
              <a:extLst>
                <a:ext uri="{FF2B5EF4-FFF2-40B4-BE49-F238E27FC236}">
                  <a16:creationId xmlns:a16="http://schemas.microsoft.com/office/drawing/2014/main" id="{1510142A-2ADB-BB0D-4271-66636F308591}"/>
                </a:ext>
              </a:extLst>
            </p:cNvPr>
            <p:cNvSpPr/>
            <p:nvPr/>
          </p:nvSpPr>
          <p:spPr>
            <a:xfrm>
              <a:off x="4715315" y="4183005"/>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1" name="직사각형 60">
              <a:extLst>
                <a:ext uri="{FF2B5EF4-FFF2-40B4-BE49-F238E27FC236}">
                  <a16:creationId xmlns:a16="http://schemas.microsoft.com/office/drawing/2014/main" id="{79B2B43D-7550-CDE6-4F27-E45E127B3902}"/>
                </a:ext>
              </a:extLst>
            </p:cNvPr>
            <p:cNvSpPr/>
            <p:nvPr/>
          </p:nvSpPr>
          <p:spPr>
            <a:xfrm>
              <a:off x="482773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2" name="직사각형 61">
              <a:extLst>
                <a:ext uri="{FF2B5EF4-FFF2-40B4-BE49-F238E27FC236}">
                  <a16:creationId xmlns:a16="http://schemas.microsoft.com/office/drawing/2014/main" id="{A749BFDF-75A5-AB7A-2B90-3E0929E66817}"/>
                </a:ext>
              </a:extLst>
            </p:cNvPr>
            <p:cNvSpPr/>
            <p:nvPr/>
          </p:nvSpPr>
          <p:spPr>
            <a:xfrm>
              <a:off x="3266820" y="418270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3" name="직사각형 62">
              <a:extLst>
                <a:ext uri="{FF2B5EF4-FFF2-40B4-BE49-F238E27FC236}">
                  <a16:creationId xmlns:a16="http://schemas.microsoft.com/office/drawing/2014/main" id="{47B1A8A3-9F86-E43E-EA0D-E3EA6E45B375}"/>
                </a:ext>
              </a:extLst>
            </p:cNvPr>
            <p:cNvSpPr/>
            <p:nvPr/>
          </p:nvSpPr>
          <p:spPr>
            <a:xfrm>
              <a:off x="843432" y="250660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 name="그룹 66">
              <a:extLst>
                <a:ext uri="{FF2B5EF4-FFF2-40B4-BE49-F238E27FC236}">
                  <a16:creationId xmlns:a16="http://schemas.microsoft.com/office/drawing/2014/main" id="{D507EADE-F402-F49A-7311-C75E7953B6C1}"/>
                </a:ext>
              </a:extLst>
            </p:cNvPr>
            <p:cNvGrpSpPr/>
            <p:nvPr/>
          </p:nvGrpSpPr>
          <p:grpSpPr>
            <a:xfrm>
              <a:off x="2745731" y="3419592"/>
              <a:ext cx="54000" cy="144000"/>
              <a:chOff x="2402600" y="3979676"/>
              <a:chExt cx="64467" cy="147702"/>
            </a:xfrm>
          </p:grpSpPr>
          <p:sp>
            <p:nvSpPr>
              <p:cNvPr id="65" name="자유형: 도형 64">
                <a:extLst>
                  <a:ext uri="{FF2B5EF4-FFF2-40B4-BE49-F238E27FC236}">
                    <a16:creationId xmlns:a16="http://schemas.microsoft.com/office/drawing/2014/main" id="{8D5836AB-3A88-B221-C337-64439104A479}"/>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자유형: 도형 65">
                <a:extLst>
                  <a:ext uri="{FF2B5EF4-FFF2-40B4-BE49-F238E27FC236}">
                    <a16:creationId xmlns:a16="http://schemas.microsoft.com/office/drawing/2014/main" id="{D3C098B2-DA05-5AA2-5FDC-0EA879E3A7D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8" name="그룹 67">
              <a:extLst>
                <a:ext uri="{FF2B5EF4-FFF2-40B4-BE49-F238E27FC236}">
                  <a16:creationId xmlns:a16="http://schemas.microsoft.com/office/drawing/2014/main" id="{514C4BEC-D330-C89A-9448-68C5A9A9D6F2}"/>
                </a:ext>
              </a:extLst>
            </p:cNvPr>
            <p:cNvGrpSpPr/>
            <p:nvPr/>
          </p:nvGrpSpPr>
          <p:grpSpPr>
            <a:xfrm>
              <a:off x="4623276" y="3415890"/>
              <a:ext cx="54000" cy="144000"/>
              <a:chOff x="2402600" y="3979676"/>
              <a:chExt cx="64467" cy="147702"/>
            </a:xfrm>
          </p:grpSpPr>
          <p:sp>
            <p:nvSpPr>
              <p:cNvPr id="69" name="자유형: 도형 68">
                <a:extLst>
                  <a:ext uri="{FF2B5EF4-FFF2-40B4-BE49-F238E27FC236}">
                    <a16:creationId xmlns:a16="http://schemas.microsoft.com/office/drawing/2014/main" id="{D8ECBCA6-1DE4-5AD1-5D1A-FCD0F003821F}"/>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자유형: 도형 69">
                <a:extLst>
                  <a:ext uri="{FF2B5EF4-FFF2-40B4-BE49-F238E27FC236}">
                    <a16:creationId xmlns:a16="http://schemas.microsoft.com/office/drawing/2014/main" id="{E2C87E4D-EA09-A899-BBD9-64595BFC2E43}"/>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1" name="그룹 70">
              <a:extLst>
                <a:ext uri="{FF2B5EF4-FFF2-40B4-BE49-F238E27FC236}">
                  <a16:creationId xmlns:a16="http://schemas.microsoft.com/office/drawing/2014/main" id="{9D21A3AD-8B69-870E-04DE-AC2D2ACD44CD}"/>
                </a:ext>
              </a:extLst>
            </p:cNvPr>
            <p:cNvGrpSpPr/>
            <p:nvPr/>
          </p:nvGrpSpPr>
          <p:grpSpPr>
            <a:xfrm>
              <a:off x="4610755" y="4243453"/>
              <a:ext cx="54000" cy="144000"/>
              <a:chOff x="2402600" y="3979676"/>
              <a:chExt cx="64467" cy="147702"/>
            </a:xfrm>
          </p:grpSpPr>
          <p:sp>
            <p:nvSpPr>
              <p:cNvPr id="72" name="자유형: 도형 71">
                <a:extLst>
                  <a:ext uri="{FF2B5EF4-FFF2-40B4-BE49-F238E27FC236}">
                    <a16:creationId xmlns:a16="http://schemas.microsoft.com/office/drawing/2014/main" id="{CDC12D0C-71E5-F576-0408-79CD14F303A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3" name="자유형: 도형 72">
                <a:extLst>
                  <a:ext uri="{FF2B5EF4-FFF2-40B4-BE49-F238E27FC236}">
                    <a16:creationId xmlns:a16="http://schemas.microsoft.com/office/drawing/2014/main" id="{1CDE2CD4-3E6A-A214-0FBC-F825BD8F003B}"/>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74" name="직사각형 73">
              <a:extLst>
                <a:ext uri="{FF2B5EF4-FFF2-40B4-BE49-F238E27FC236}">
                  <a16:creationId xmlns:a16="http://schemas.microsoft.com/office/drawing/2014/main" id="{8F932D25-FC54-DA9A-6DAE-B3097B567082}"/>
                </a:ext>
              </a:extLst>
            </p:cNvPr>
            <p:cNvSpPr/>
            <p:nvPr/>
          </p:nvSpPr>
          <p:spPr>
            <a:xfrm>
              <a:off x="844196" y="33946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5" name="직사각형 74">
              <a:extLst>
                <a:ext uri="{FF2B5EF4-FFF2-40B4-BE49-F238E27FC236}">
                  <a16:creationId xmlns:a16="http://schemas.microsoft.com/office/drawing/2014/main" id="{D2A17D37-201E-5837-7923-318460091E3D}"/>
                </a:ext>
              </a:extLst>
            </p:cNvPr>
            <p:cNvSpPr/>
            <p:nvPr/>
          </p:nvSpPr>
          <p:spPr>
            <a:xfrm>
              <a:off x="843431" y="423309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6" name="직선 연결선 75">
              <a:extLst>
                <a:ext uri="{FF2B5EF4-FFF2-40B4-BE49-F238E27FC236}">
                  <a16:creationId xmlns:a16="http://schemas.microsoft.com/office/drawing/2014/main" id="{1762BC49-DD62-82C5-B760-D4CF18D2EA60}"/>
                </a:ext>
              </a:extLst>
            </p:cNvPr>
            <p:cNvCxnSpPr>
              <a:cxnSpLocks/>
            </p:cNvCxnSpPr>
            <p:nvPr/>
          </p:nvCxnSpPr>
          <p:spPr>
            <a:xfrm flipV="1">
              <a:off x="1829598" y="30930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7" name="직선 연결선 76">
              <a:extLst>
                <a:ext uri="{FF2B5EF4-FFF2-40B4-BE49-F238E27FC236}">
                  <a16:creationId xmlns:a16="http://schemas.microsoft.com/office/drawing/2014/main" id="{1D98F6F3-8F02-59F8-DB87-3211A7E7D008}"/>
                </a:ext>
              </a:extLst>
            </p:cNvPr>
            <p:cNvCxnSpPr>
              <a:cxnSpLocks/>
            </p:cNvCxnSpPr>
            <p:nvPr/>
          </p:nvCxnSpPr>
          <p:spPr>
            <a:xfrm>
              <a:off x="1828360" y="29925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492C7A14-6863-D52A-061E-82DC8E09040B}"/>
                </a:ext>
              </a:extLst>
            </p:cNvPr>
            <p:cNvCxnSpPr>
              <a:cxnSpLocks/>
            </p:cNvCxnSpPr>
            <p:nvPr/>
          </p:nvCxnSpPr>
          <p:spPr>
            <a:xfrm>
              <a:off x="3263500" y="30150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4A4933C-7AA0-ACDB-3F4F-E200416F7FA5}"/>
                </a:ext>
              </a:extLst>
            </p:cNvPr>
            <p:cNvSpPr/>
            <p:nvPr/>
          </p:nvSpPr>
          <p:spPr>
            <a:xfrm>
              <a:off x="2222527" y="30278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4" name="직선 연결선 153">
              <a:extLst>
                <a:ext uri="{FF2B5EF4-FFF2-40B4-BE49-F238E27FC236}">
                  <a16:creationId xmlns:a16="http://schemas.microsoft.com/office/drawing/2014/main" id="{42274F1D-D946-9F09-BB89-0814FA428579}"/>
                </a:ext>
              </a:extLst>
            </p:cNvPr>
            <p:cNvCxnSpPr>
              <a:cxnSpLocks/>
            </p:cNvCxnSpPr>
            <p:nvPr/>
          </p:nvCxnSpPr>
          <p:spPr>
            <a:xfrm flipV="1">
              <a:off x="1214259" y="288845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0C384C4A-1F09-0CFF-8B18-4A7C622DE8D3}"/>
                </a:ext>
              </a:extLst>
            </p:cNvPr>
            <p:cNvSpPr/>
            <p:nvPr/>
          </p:nvSpPr>
          <p:spPr>
            <a:xfrm>
              <a:off x="843432" y="27897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58" name="직사각형 157">
              <a:extLst>
                <a:ext uri="{FF2B5EF4-FFF2-40B4-BE49-F238E27FC236}">
                  <a16:creationId xmlns:a16="http://schemas.microsoft.com/office/drawing/2014/main" id="{5781F99B-786C-1A32-DBDE-4B13ADA5177B}"/>
                </a:ext>
              </a:extLst>
            </p:cNvPr>
            <p:cNvSpPr/>
            <p:nvPr/>
          </p:nvSpPr>
          <p:spPr>
            <a:xfrm>
              <a:off x="1395596" y="2743224"/>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80" name="그룹 179">
              <a:extLst>
                <a:ext uri="{FF2B5EF4-FFF2-40B4-BE49-F238E27FC236}">
                  <a16:creationId xmlns:a16="http://schemas.microsoft.com/office/drawing/2014/main" id="{81F9D7EC-8761-B298-0619-340EC07A6A6D}"/>
                </a:ext>
              </a:extLst>
            </p:cNvPr>
            <p:cNvGrpSpPr/>
            <p:nvPr/>
          </p:nvGrpSpPr>
          <p:grpSpPr>
            <a:xfrm>
              <a:off x="1430856" y="2741794"/>
              <a:ext cx="496830" cy="148744"/>
              <a:chOff x="1430856" y="2741794"/>
              <a:chExt cx="496830" cy="148744"/>
            </a:xfrm>
          </p:grpSpPr>
          <p:cxnSp>
            <p:nvCxnSpPr>
              <p:cNvPr id="153" name="직선 연결선 152">
                <a:extLst>
                  <a:ext uri="{FF2B5EF4-FFF2-40B4-BE49-F238E27FC236}">
                    <a16:creationId xmlns:a16="http://schemas.microsoft.com/office/drawing/2014/main" id="{AAB2EE13-948C-5E76-A933-DA2776855D5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직선 연결선 158">
                <a:extLst>
                  <a:ext uri="{FF2B5EF4-FFF2-40B4-BE49-F238E27FC236}">
                    <a16:creationId xmlns:a16="http://schemas.microsoft.com/office/drawing/2014/main" id="{49B974F2-5476-8B9C-FE21-9F358409931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직선 연결선 159">
                <a:extLst>
                  <a:ext uri="{FF2B5EF4-FFF2-40B4-BE49-F238E27FC236}">
                    <a16:creationId xmlns:a16="http://schemas.microsoft.com/office/drawing/2014/main" id="{A108907B-132B-39C7-26C4-8386054C3D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직선 연결선 160">
                <a:extLst>
                  <a:ext uri="{FF2B5EF4-FFF2-40B4-BE49-F238E27FC236}">
                    <a16:creationId xmlns:a16="http://schemas.microsoft.com/office/drawing/2014/main" id="{4A4604D4-81D8-7F46-DCFF-1946AC3A446E}"/>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직선 연결선 163">
                <a:extLst>
                  <a:ext uri="{FF2B5EF4-FFF2-40B4-BE49-F238E27FC236}">
                    <a16:creationId xmlns:a16="http://schemas.microsoft.com/office/drawing/2014/main" id="{6ADA874A-160B-85B3-103A-4FAF98C502D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직선 연결선 164">
                <a:extLst>
                  <a:ext uri="{FF2B5EF4-FFF2-40B4-BE49-F238E27FC236}">
                    <a16:creationId xmlns:a16="http://schemas.microsoft.com/office/drawing/2014/main" id="{F8CB0709-EB7B-04E3-C588-94456D201885}"/>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D443A016-8278-449A-F50E-F035448F18B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직선 연결선 166">
                <a:extLst>
                  <a:ext uri="{FF2B5EF4-FFF2-40B4-BE49-F238E27FC236}">
                    <a16:creationId xmlns:a16="http://schemas.microsoft.com/office/drawing/2014/main" id="{58A192BD-7565-DCE4-52FE-7D68FB20759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직선 연결선 175">
                <a:extLst>
                  <a:ext uri="{FF2B5EF4-FFF2-40B4-BE49-F238E27FC236}">
                    <a16:creationId xmlns:a16="http://schemas.microsoft.com/office/drawing/2014/main" id="{03215874-AEA9-0B4D-BA7C-F509181C806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직선 연결선 176">
                <a:extLst>
                  <a:ext uri="{FF2B5EF4-FFF2-40B4-BE49-F238E27FC236}">
                    <a16:creationId xmlns:a16="http://schemas.microsoft.com/office/drawing/2014/main" id="{07F9A948-C077-15EE-BBC3-6CFE2F4847B1}"/>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7F6B981-A3BA-36A5-04B3-7FC8109108B2}"/>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C010271C-8822-1BF4-6580-BFEFAD78F7C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7553948A-A749-2725-E06A-4750AED353D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E726173D-1773-D588-925C-C1A248D9D24A}"/>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7A37B353-89B0-185F-CA02-B5A4C9930E8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BD8F65EF-8931-5F60-A964-F2B97F762E3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그룹 180">
              <a:extLst>
                <a:ext uri="{FF2B5EF4-FFF2-40B4-BE49-F238E27FC236}">
                  <a16:creationId xmlns:a16="http://schemas.microsoft.com/office/drawing/2014/main" id="{1564881E-EEF4-2C15-1D3B-CB473D3248F1}"/>
                </a:ext>
              </a:extLst>
            </p:cNvPr>
            <p:cNvGrpSpPr/>
            <p:nvPr/>
          </p:nvGrpSpPr>
          <p:grpSpPr>
            <a:xfrm>
              <a:off x="1964451" y="2740646"/>
              <a:ext cx="496830" cy="148744"/>
              <a:chOff x="1430856" y="2741794"/>
              <a:chExt cx="496830" cy="148744"/>
            </a:xfrm>
          </p:grpSpPr>
          <p:cxnSp>
            <p:nvCxnSpPr>
              <p:cNvPr id="182" name="직선 연결선 181">
                <a:extLst>
                  <a:ext uri="{FF2B5EF4-FFF2-40B4-BE49-F238E27FC236}">
                    <a16:creationId xmlns:a16="http://schemas.microsoft.com/office/drawing/2014/main" id="{E54AC171-C2B9-4FBC-E8A5-31C934E7F85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직선 연결선 182">
                <a:extLst>
                  <a:ext uri="{FF2B5EF4-FFF2-40B4-BE49-F238E27FC236}">
                    <a16:creationId xmlns:a16="http://schemas.microsoft.com/office/drawing/2014/main" id="{F4F16978-4649-8AC5-FCA4-145150387472}"/>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직선 연결선 183">
                <a:extLst>
                  <a:ext uri="{FF2B5EF4-FFF2-40B4-BE49-F238E27FC236}">
                    <a16:creationId xmlns:a16="http://schemas.microsoft.com/office/drawing/2014/main" id="{3A4287EA-7B5A-8978-8CA1-4EA282E57BC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직선 연결선 184">
                <a:extLst>
                  <a:ext uri="{FF2B5EF4-FFF2-40B4-BE49-F238E27FC236}">
                    <a16:creationId xmlns:a16="http://schemas.microsoft.com/office/drawing/2014/main" id="{02305FBA-E028-11E1-C97F-4BBDA9A62EC4}"/>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직선 연결선 185">
                <a:extLst>
                  <a:ext uri="{FF2B5EF4-FFF2-40B4-BE49-F238E27FC236}">
                    <a16:creationId xmlns:a16="http://schemas.microsoft.com/office/drawing/2014/main" id="{B8832E36-6D77-791B-F3D0-BE6C806BE5A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직선 연결선 186">
                <a:extLst>
                  <a:ext uri="{FF2B5EF4-FFF2-40B4-BE49-F238E27FC236}">
                    <a16:creationId xmlns:a16="http://schemas.microsoft.com/office/drawing/2014/main" id="{439A414C-6E95-4900-0824-F309E0A762A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직선 연결선 187">
                <a:extLst>
                  <a:ext uri="{FF2B5EF4-FFF2-40B4-BE49-F238E27FC236}">
                    <a16:creationId xmlns:a16="http://schemas.microsoft.com/office/drawing/2014/main" id="{D94206FF-8DA8-3002-DD25-5B01DE552B7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직선 연결선 188">
                <a:extLst>
                  <a:ext uri="{FF2B5EF4-FFF2-40B4-BE49-F238E27FC236}">
                    <a16:creationId xmlns:a16="http://schemas.microsoft.com/office/drawing/2014/main" id="{BEC23FDC-2D96-6526-216C-D99B57092E0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직선 연결선 189">
                <a:extLst>
                  <a:ext uri="{FF2B5EF4-FFF2-40B4-BE49-F238E27FC236}">
                    <a16:creationId xmlns:a16="http://schemas.microsoft.com/office/drawing/2014/main" id="{A79A8A3C-4DCB-219C-33CC-4C24FC291CE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직선 연결선 190">
                <a:extLst>
                  <a:ext uri="{FF2B5EF4-FFF2-40B4-BE49-F238E27FC236}">
                    <a16:creationId xmlns:a16="http://schemas.microsoft.com/office/drawing/2014/main" id="{D19D7676-0026-66FF-8164-609A586F35D8}"/>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A083E3B3-9FB8-CEF6-60C9-03B925D2C4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2883EC42-EAFF-65EA-4070-74402A4753E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03FB6831-A765-DC53-DC1D-E60137582BAE}"/>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E9E77251-9AC2-A895-45CA-FF2E85902DC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688190F4-AFEA-236E-0DCB-355BACB0E8EB}"/>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8AAF3D12-C594-184D-FDE8-9AC8EE752577}"/>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 name="그룹 197">
              <a:extLst>
                <a:ext uri="{FF2B5EF4-FFF2-40B4-BE49-F238E27FC236}">
                  <a16:creationId xmlns:a16="http://schemas.microsoft.com/office/drawing/2014/main" id="{5026C631-FB65-0F0C-AF6D-0B5336349425}"/>
                </a:ext>
              </a:extLst>
            </p:cNvPr>
            <p:cNvGrpSpPr/>
            <p:nvPr/>
          </p:nvGrpSpPr>
          <p:grpSpPr>
            <a:xfrm>
              <a:off x="2494584" y="2743439"/>
              <a:ext cx="496830" cy="148744"/>
              <a:chOff x="1430856" y="2741794"/>
              <a:chExt cx="496830" cy="148744"/>
            </a:xfrm>
          </p:grpSpPr>
          <p:cxnSp>
            <p:nvCxnSpPr>
              <p:cNvPr id="199" name="직선 연결선 198">
                <a:extLst>
                  <a:ext uri="{FF2B5EF4-FFF2-40B4-BE49-F238E27FC236}">
                    <a16:creationId xmlns:a16="http://schemas.microsoft.com/office/drawing/2014/main" id="{1BE9FBB9-FAF0-A95C-98C3-B330C5D15097}"/>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247F1E19-735A-BB63-CE09-9CAF8E8DFA85}"/>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09194F90-AD40-F231-82FF-E5932141EA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4380D6D4-E233-E6BA-7246-D23E73179E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3144E955-DBF5-62DE-8D13-2FA3F236B7B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AB9A4E4F-4697-7862-9993-A15ADE9304FD}"/>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3D6A2053-EBF3-91F0-EB56-6F10C5D7F2FE}"/>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3B57900A-96AB-3E7D-112C-670744D50CB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818309C7-800E-D0A2-9810-0D632F11FC9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CB6AC2D6-3183-EF90-7674-D9226BD7BB9D}"/>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009B6E79-624D-796C-24CD-2B444CC4D4A1}"/>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1F3B65E1-F0E8-CB40-E3BF-77672D214B2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12409421-7A41-A937-8BD8-8D467A503E9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660E191A-5148-5056-F0AF-EAC47C5F464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BAEA15AE-91A6-3E16-78E9-1F8DEE9D40A7}"/>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직선 연결선 213">
                <a:extLst>
                  <a:ext uri="{FF2B5EF4-FFF2-40B4-BE49-F238E27FC236}">
                    <a16:creationId xmlns:a16="http://schemas.microsoft.com/office/drawing/2014/main" id="{7AE4F85F-A9C5-8864-E11F-3BEDE06FD900}"/>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그룹 214">
              <a:extLst>
                <a:ext uri="{FF2B5EF4-FFF2-40B4-BE49-F238E27FC236}">
                  <a16:creationId xmlns:a16="http://schemas.microsoft.com/office/drawing/2014/main" id="{6E82216E-94FC-A691-5682-645753635856}"/>
                </a:ext>
              </a:extLst>
            </p:cNvPr>
            <p:cNvGrpSpPr/>
            <p:nvPr/>
          </p:nvGrpSpPr>
          <p:grpSpPr>
            <a:xfrm>
              <a:off x="3028179" y="2742291"/>
              <a:ext cx="496830" cy="148744"/>
              <a:chOff x="1430856" y="2741794"/>
              <a:chExt cx="496830" cy="148744"/>
            </a:xfrm>
          </p:grpSpPr>
          <p:cxnSp>
            <p:nvCxnSpPr>
              <p:cNvPr id="216" name="직선 연결선 215">
                <a:extLst>
                  <a:ext uri="{FF2B5EF4-FFF2-40B4-BE49-F238E27FC236}">
                    <a16:creationId xmlns:a16="http://schemas.microsoft.com/office/drawing/2014/main" id="{C4C68F9D-9696-C3E9-36DB-D08979DB23B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직선 연결선 216">
                <a:extLst>
                  <a:ext uri="{FF2B5EF4-FFF2-40B4-BE49-F238E27FC236}">
                    <a16:creationId xmlns:a16="http://schemas.microsoft.com/office/drawing/2014/main" id="{96954FE0-BCEC-EF28-76AA-9E5B688E05C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직선 연결선 217">
                <a:extLst>
                  <a:ext uri="{FF2B5EF4-FFF2-40B4-BE49-F238E27FC236}">
                    <a16:creationId xmlns:a16="http://schemas.microsoft.com/office/drawing/2014/main" id="{4D9EE3BB-ECF6-33CA-86CC-9CBC9D6D472A}"/>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직선 연결선 218">
                <a:extLst>
                  <a:ext uri="{FF2B5EF4-FFF2-40B4-BE49-F238E27FC236}">
                    <a16:creationId xmlns:a16="http://schemas.microsoft.com/office/drawing/2014/main" id="{29F7786B-4C1C-A89B-3C20-612A550B0B3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직선 연결선 219">
                <a:extLst>
                  <a:ext uri="{FF2B5EF4-FFF2-40B4-BE49-F238E27FC236}">
                    <a16:creationId xmlns:a16="http://schemas.microsoft.com/office/drawing/2014/main" id="{13758A18-6699-C576-6765-EAC95E7E79A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직선 연결선 220">
                <a:extLst>
                  <a:ext uri="{FF2B5EF4-FFF2-40B4-BE49-F238E27FC236}">
                    <a16:creationId xmlns:a16="http://schemas.microsoft.com/office/drawing/2014/main" id="{D1F22E12-4D86-B269-803A-36CCBA8C6AA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직선 연결선 221">
                <a:extLst>
                  <a:ext uri="{FF2B5EF4-FFF2-40B4-BE49-F238E27FC236}">
                    <a16:creationId xmlns:a16="http://schemas.microsoft.com/office/drawing/2014/main" id="{C07202BB-B903-99E8-B857-4CDDCA5D6BFD}"/>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직선 연결선 222">
                <a:extLst>
                  <a:ext uri="{FF2B5EF4-FFF2-40B4-BE49-F238E27FC236}">
                    <a16:creationId xmlns:a16="http://schemas.microsoft.com/office/drawing/2014/main" id="{EA21E701-DEE0-4270-1869-82E7D4B69A7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직선 연결선 223">
                <a:extLst>
                  <a:ext uri="{FF2B5EF4-FFF2-40B4-BE49-F238E27FC236}">
                    <a16:creationId xmlns:a16="http://schemas.microsoft.com/office/drawing/2014/main" id="{DB940F62-BCE2-FCEC-0F18-382A5AE4785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직선 연결선 224">
                <a:extLst>
                  <a:ext uri="{FF2B5EF4-FFF2-40B4-BE49-F238E27FC236}">
                    <a16:creationId xmlns:a16="http://schemas.microsoft.com/office/drawing/2014/main" id="{879526A2-932B-ACED-D77A-CA965247918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C7F063-6D39-59B0-ACF7-7BA13647D02F}"/>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직선 연결선 226">
                <a:extLst>
                  <a:ext uri="{FF2B5EF4-FFF2-40B4-BE49-F238E27FC236}">
                    <a16:creationId xmlns:a16="http://schemas.microsoft.com/office/drawing/2014/main" id="{8BCF4A87-4F3F-0CE3-FB75-A6C58379CC9C}"/>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직선 연결선 227">
                <a:extLst>
                  <a:ext uri="{FF2B5EF4-FFF2-40B4-BE49-F238E27FC236}">
                    <a16:creationId xmlns:a16="http://schemas.microsoft.com/office/drawing/2014/main" id="{B90DE9BB-FEC8-C48C-04A8-9CC7E406CA2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직선 연결선 228">
                <a:extLst>
                  <a:ext uri="{FF2B5EF4-FFF2-40B4-BE49-F238E27FC236}">
                    <a16:creationId xmlns:a16="http://schemas.microsoft.com/office/drawing/2014/main" id="{92E43E19-8566-883B-D2DF-5E202C28EDB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9904DCC8-E0A8-6A74-09D0-DB6A97FC2964}"/>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직선 연결선 230">
                <a:extLst>
                  <a:ext uri="{FF2B5EF4-FFF2-40B4-BE49-F238E27FC236}">
                    <a16:creationId xmlns:a16="http://schemas.microsoft.com/office/drawing/2014/main" id="{99146DEE-977D-460A-8EC6-8584F8C437B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 name="그룹 231">
              <a:extLst>
                <a:ext uri="{FF2B5EF4-FFF2-40B4-BE49-F238E27FC236}">
                  <a16:creationId xmlns:a16="http://schemas.microsoft.com/office/drawing/2014/main" id="{025A13ED-9F56-F191-4780-8F43F892E6B4}"/>
                </a:ext>
              </a:extLst>
            </p:cNvPr>
            <p:cNvGrpSpPr/>
            <p:nvPr/>
          </p:nvGrpSpPr>
          <p:grpSpPr>
            <a:xfrm>
              <a:off x="3562260" y="2746538"/>
              <a:ext cx="496830" cy="148744"/>
              <a:chOff x="1430856" y="2741794"/>
              <a:chExt cx="496830" cy="148744"/>
            </a:xfrm>
          </p:grpSpPr>
          <p:cxnSp>
            <p:nvCxnSpPr>
              <p:cNvPr id="233" name="직선 연결선 232">
                <a:extLst>
                  <a:ext uri="{FF2B5EF4-FFF2-40B4-BE49-F238E27FC236}">
                    <a16:creationId xmlns:a16="http://schemas.microsoft.com/office/drawing/2014/main" id="{5152708D-7D15-76BD-81BF-4D402A53EEB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직선 연결선 233">
                <a:extLst>
                  <a:ext uri="{FF2B5EF4-FFF2-40B4-BE49-F238E27FC236}">
                    <a16:creationId xmlns:a16="http://schemas.microsoft.com/office/drawing/2014/main" id="{F699BA75-B2B2-2028-15A5-2C1AE2B06B3A}"/>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직선 연결선 234">
                <a:extLst>
                  <a:ext uri="{FF2B5EF4-FFF2-40B4-BE49-F238E27FC236}">
                    <a16:creationId xmlns:a16="http://schemas.microsoft.com/office/drawing/2014/main" id="{0A347411-DBF1-2A37-F144-41765FDF0BD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직선 연결선 235">
                <a:extLst>
                  <a:ext uri="{FF2B5EF4-FFF2-40B4-BE49-F238E27FC236}">
                    <a16:creationId xmlns:a16="http://schemas.microsoft.com/office/drawing/2014/main" id="{733C3117-DE16-304D-E77E-E11D8430ADF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직선 연결선 236">
                <a:extLst>
                  <a:ext uri="{FF2B5EF4-FFF2-40B4-BE49-F238E27FC236}">
                    <a16:creationId xmlns:a16="http://schemas.microsoft.com/office/drawing/2014/main" id="{353B79B8-22AE-0020-018B-B9899AF2E43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6CC20AF1-F338-B5DD-6B4F-F44AB23D5FB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직선 연결선 238">
                <a:extLst>
                  <a:ext uri="{FF2B5EF4-FFF2-40B4-BE49-F238E27FC236}">
                    <a16:creationId xmlns:a16="http://schemas.microsoft.com/office/drawing/2014/main" id="{7C240EE5-B7C8-9C5F-DBA4-C48EEA75EFF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직선 연결선 239">
                <a:extLst>
                  <a:ext uri="{FF2B5EF4-FFF2-40B4-BE49-F238E27FC236}">
                    <a16:creationId xmlns:a16="http://schemas.microsoft.com/office/drawing/2014/main" id="{87EF9ED9-E8F8-A14F-CC34-3DA547D0325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직선 연결선 240">
                <a:extLst>
                  <a:ext uri="{FF2B5EF4-FFF2-40B4-BE49-F238E27FC236}">
                    <a16:creationId xmlns:a16="http://schemas.microsoft.com/office/drawing/2014/main" id="{EA0ECD6F-E9E7-955E-2975-AD2AA9C1E44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AFC07FD9-6C08-A706-7B53-D848348AC6B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직선 연결선 242">
                <a:extLst>
                  <a:ext uri="{FF2B5EF4-FFF2-40B4-BE49-F238E27FC236}">
                    <a16:creationId xmlns:a16="http://schemas.microsoft.com/office/drawing/2014/main" id="{4598F982-436D-3AE5-9813-37BFB87AFFF9}"/>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직선 연결선 243">
                <a:extLst>
                  <a:ext uri="{FF2B5EF4-FFF2-40B4-BE49-F238E27FC236}">
                    <a16:creationId xmlns:a16="http://schemas.microsoft.com/office/drawing/2014/main" id="{11EB741D-3946-954C-B912-D6D21278F1F8}"/>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직선 연결선 244">
                <a:extLst>
                  <a:ext uri="{FF2B5EF4-FFF2-40B4-BE49-F238E27FC236}">
                    <a16:creationId xmlns:a16="http://schemas.microsoft.com/office/drawing/2014/main" id="{77C174E8-D70C-D5A8-5EC4-9D3C998BB0C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직선 연결선 245">
                <a:extLst>
                  <a:ext uri="{FF2B5EF4-FFF2-40B4-BE49-F238E27FC236}">
                    <a16:creationId xmlns:a16="http://schemas.microsoft.com/office/drawing/2014/main" id="{22BE4436-3BCA-9300-BDED-C2D577FF88E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직선 연결선 246">
                <a:extLst>
                  <a:ext uri="{FF2B5EF4-FFF2-40B4-BE49-F238E27FC236}">
                    <a16:creationId xmlns:a16="http://schemas.microsoft.com/office/drawing/2014/main" id="{025B0EE9-E8EE-AA53-F7A5-A126B421D01A}"/>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직선 연결선 247">
                <a:extLst>
                  <a:ext uri="{FF2B5EF4-FFF2-40B4-BE49-F238E27FC236}">
                    <a16:creationId xmlns:a16="http://schemas.microsoft.com/office/drawing/2014/main" id="{F29B7F0F-54A8-BA98-9873-E04A563FB92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그룹 248">
              <a:extLst>
                <a:ext uri="{FF2B5EF4-FFF2-40B4-BE49-F238E27FC236}">
                  <a16:creationId xmlns:a16="http://schemas.microsoft.com/office/drawing/2014/main" id="{C1478497-D324-1026-E327-C9A63201B4B2}"/>
                </a:ext>
              </a:extLst>
            </p:cNvPr>
            <p:cNvGrpSpPr/>
            <p:nvPr/>
          </p:nvGrpSpPr>
          <p:grpSpPr>
            <a:xfrm>
              <a:off x="4095855" y="2745390"/>
              <a:ext cx="496830" cy="148744"/>
              <a:chOff x="1430856" y="2741794"/>
              <a:chExt cx="496830" cy="148744"/>
            </a:xfrm>
          </p:grpSpPr>
          <p:cxnSp>
            <p:nvCxnSpPr>
              <p:cNvPr id="250" name="직선 연결선 249">
                <a:extLst>
                  <a:ext uri="{FF2B5EF4-FFF2-40B4-BE49-F238E27FC236}">
                    <a16:creationId xmlns:a16="http://schemas.microsoft.com/office/drawing/2014/main" id="{8B1DA54C-EC81-7CEC-ED35-1AEFFD6B69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직선 연결선 250">
                <a:extLst>
                  <a:ext uri="{FF2B5EF4-FFF2-40B4-BE49-F238E27FC236}">
                    <a16:creationId xmlns:a16="http://schemas.microsoft.com/office/drawing/2014/main" id="{2D363217-E5C8-FF2F-DD2F-2D28766C631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직선 연결선 251">
                <a:extLst>
                  <a:ext uri="{FF2B5EF4-FFF2-40B4-BE49-F238E27FC236}">
                    <a16:creationId xmlns:a16="http://schemas.microsoft.com/office/drawing/2014/main" id="{3971536D-4857-2B94-637B-A6CC23611B2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직선 연결선 252">
                <a:extLst>
                  <a:ext uri="{FF2B5EF4-FFF2-40B4-BE49-F238E27FC236}">
                    <a16:creationId xmlns:a16="http://schemas.microsoft.com/office/drawing/2014/main" id="{1AE3722D-3D49-EC64-1E7F-39015DC64CF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CD7D44DC-65EA-D7D6-C63B-2BAC9EAD48F2}"/>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직선 연결선 254">
                <a:extLst>
                  <a:ext uri="{FF2B5EF4-FFF2-40B4-BE49-F238E27FC236}">
                    <a16:creationId xmlns:a16="http://schemas.microsoft.com/office/drawing/2014/main" id="{9EB293A0-1649-0C76-9A9D-BC2B904562A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직선 연결선 255">
                <a:extLst>
                  <a:ext uri="{FF2B5EF4-FFF2-40B4-BE49-F238E27FC236}">
                    <a16:creationId xmlns:a16="http://schemas.microsoft.com/office/drawing/2014/main" id="{A0517CF5-384F-F016-61E6-3CFAA20D94B2}"/>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직선 연결선 256">
                <a:extLst>
                  <a:ext uri="{FF2B5EF4-FFF2-40B4-BE49-F238E27FC236}">
                    <a16:creationId xmlns:a16="http://schemas.microsoft.com/office/drawing/2014/main" id="{A3906284-BCF5-38EE-4C85-507D93D0C85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D4FC1E96-E79D-A3C0-90A5-F98A2783FA6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직선 연결선 258">
                <a:extLst>
                  <a:ext uri="{FF2B5EF4-FFF2-40B4-BE49-F238E27FC236}">
                    <a16:creationId xmlns:a16="http://schemas.microsoft.com/office/drawing/2014/main" id="{03578A91-77EE-4F83-E0CC-BB5C59EAC0C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489F1A33-A167-1F63-2BA7-D018C50C051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직선 연결선 260">
                <a:extLst>
                  <a:ext uri="{FF2B5EF4-FFF2-40B4-BE49-F238E27FC236}">
                    <a16:creationId xmlns:a16="http://schemas.microsoft.com/office/drawing/2014/main" id="{1F037F6D-E048-6B39-4817-95B3F98686E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직선 연결선 261">
                <a:extLst>
                  <a:ext uri="{FF2B5EF4-FFF2-40B4-BE49-F238E27FC236}">
                    <a16:creationId xmlns:a16="http://schemas.microsoft.com/office/drawing/2014/main" id="{E4A78AC0-9A50-2764-4722-8F3CFBAE2F8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직선 연결선 262">
                <a:extLst>
                  <a:ext uri="{FF2B5EF4-FFF2-40B4-BE49-F238E27FC236}">
                    <a16:creationId xmlns:a16="http://schemas.microsoft.com/office/drawing/2014/main" id="{3075667E-5333-260D-3CEF-6C4CD48F130C}"/>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직선 연결선 263">
                <a:extLst>
                  <a:ext uri="{FF2B5EF4-FFF2-40B4-BE49-F238E27FC236}">
                    <a16:creationId xmlns:a16="http://schemas.microsoft.com/office/drawing/2014/main" id="{43C74E45-49B5-2AE7-3DED-DB666BF0D3E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EB77102D-FBC8-62D1-D7A4-CE73752F4B55}"/>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6" name="그룹 265">
              <a:extLst>
                <a:ext uri="{FF2B5EF4-FFF2-40B4-BE49-F238E27FC236}">
                  <a16:creationId xmlns:a16="http://schemas.microsoft.com/office/drawing/2014/main" id="{19C80301-E458-A48F-4748-C0C7E5EC0086}"/>
                </a:ext>
              </a:extLst>
            </p:cNvPr>
            <p:cNvGrpSpPr/>
            <p:nvPr/>
          </p:nvGrpSpPr>
          <p:grpSpPr>
            <a:xfrm>
              <a:off x="4625988" y="2746680"/>
              <a:ext cx="490299" cy="149433"/>
              <a:chOff x="1430856" y="2740291"/>
              <a:chExt cx="490299" cy="149433"/>
            </a:xfrm>
          </p:grpSpPr>
          <p:cxnSp>
            <p:nvCxnSpPr>
              <p:cNvPr id="267" name="직선 연결선 266">
                <a:extLst>
                  <a:ext uri="{FF2B5EF4-FFF2-40B4-BE49-F238E27FC236}">
                    <a16:creationId xmlns:a16="http://schemas.microsoft.com/office/drawing/2014/main" id="{E3193BF5-94B5-5D56-F82B-FD382ED182B3}"/>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8EB4EEF9-0CD2-7D40-56BC-DB9ADB6D15D7}"/>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직선 연결선 268">
                <a:extLst>
                  <a:ext uri="{FF2B5EF4-FFF2-40B4-BE49-F238E27FC236}">
                    <a16:creationId xmlns:a16="http://schemas.microsoft.com/office/drawing/2014/main" id="{5707A5A1-0226-FB7C-0880-3F934559FAD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E65A6F9F-1987-A1D5-D632-E9789D9BA761}"/>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A354138-FC6E-CA3C-F0E0-39994031245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연결선 271">
                <a:extLst>
                  <a:ext uri="{FF2B5EF4-FFF2-40B4-BE49-F238E27FC236}">
                    <a16:creationId xmlns:a16="http://schemas.microsoft.com/office/drawing/2014/main" id="{6BACDE6C-AD9A-682A-2C93-6B4E363A55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직선 연결선 272">
                <a:extLst>
                  <a:ext uri="{FF2B5EF4-FFF2-40B4-BE49-F238E27FC236}">
                    <a16:creationId xmlns:a16="http://schemas.microsoft.com/office/drawing/2014/main" id="{EB6199C0-4CE2-0CC1-1B66-CD1657748EA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직선 연결선 273">
                <a:extLst>
                  <a:ext uri="{FF2B5EF4-FFF2-40B4-BE49-F238E27FC236}">
                    <a16:creationId xmlns:a16="http://schemas.microsoft.com/office/drawing/2014/main" id="{8A6E1258-DD75-2559-4192-20B2AAB0E2E2}"/>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직선 연결선 274">
                <a:extLst>
                  <a:ext uri="{FF2B5EF4-FFF2-40B4-BE49-F238E27FC236}">
                    <a16:creationId xmlns:a16="http://schemas.microsoft.com/office/drawing/2014/main" id="{5D8C88A1-E5E6-E7F8-A5E2-54C2EB70D167}"/>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ED6D108E-B897-E254-D89B-90012C95C0D3}"/>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연결선 276">
                <a:extLst>
                  <a:ext uri="{FF2B5EF4-FFF2-40B4-BE49-F238E27FC236}">
                    <a16:creationId xmlns:a16="http://schemas.microsoft.com/office/drawing/2014/main" id="{CDA6E6DF-E466-0C81-4703-A8543E11198F}"/>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직선 연결선 277">
                <a:extLst>
                  <a:ext uri="{FF2B5EF4-FFF2-40B4-BE49-F238E27FC236}">
                    <a16:creationId xmlns:a16="http://schemas.microsoft.com/office/drawing/2014/main" id="{CE142BB0-8D1F-8151-9155-8103EBDBEAAF}"/>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0262D444-2B7B-22B9-2064-61C1ABEEB6B3}"/>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A6CC7F48-BB92-4B7B-4ACB-049EA0910371}"/>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CAA4C9F8-E5AA-D124-EDD9-926AB29758E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연결선 281">
                <a:extLst>
                  <a:ext uri="{FF2B5EF4-FFF2-40B4-BE49-F238E27FC236}">
                    <a16:creationId xmlns:a16="http://schemas.microsoft.com/office/drawing/2014/main" id="{D09F16B5-A1BE-E15C-B66D-7919B7D8B27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4" name="직선 연결선 423">
              <a:extLst>
                <a:ext uri="{FF2B5EF4-FFF2-40B4-BE49-F238E27FC236}">
                  <a16:creationId xmlns:a16="http://schemas.microsoft.com/office/drawing/2014/main" id="{E75DAF21-7A9B-F322-5638-168B4E3EE3D1}"/>
                </a:ext>
              </a:extLst>
            </p:cNvPr>
            <p:cNvCxnSpPr>
              <a:cxnSpLocks/>
            </p:cNvCxnSpPr>
            <p:nvPr/>
          </p:nvCxnSpPr>
          <p:spPr>
            <a:xfrm flipV="1">
              <a:off x="1212050" y="3956933"/>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25" name="직사각형 424">
              <a:extLst>
                <a:ext uri="{FF2B5EF4-FFF2-40B4-BE49-F238E27FC236}">
                  <a16:creationId xmlns:a16="http://schemas.microsoft.com/office/drawing/2014/main" id="{8C42ECDD-B485-F4AB-66BF-B21EBAF9BCE0}"/>
                </a:ext>
              </a:extLst>
            </p:cNvPr>
            <p:cNvSpPr/>
            <p:nvPr/>
          </p:nvSpPr>
          <p:spPr>
            <a:xfrm>
              <a:off x="843432" y="38587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46" name="그룹 545">
              <a:extLst>
                <a:ext uri="{FF2B5EF4-FFF2-40B4-BE49-F238E27FC236}">
                  <a16:creationId xmlns:a16="http://schemas.microsoft.com/office/drawing/2014/main" id="{AEAB2E41-EE45-6DED-18B8-0D21ACAD07C8}"/>
                </a:ext>
              </a:extLst>
            </p:cNvPr>
            <p:cNvGrpSpPr/>
            <p:nvPr/>
          </p:nvGrpSpPr>
          <p:grpSpPr>
            <a:xfrm>
              <a:off x="3269598" y="3810808"/>
              <a:ext cx="1877715" cy="152482"/>
              <a:chOff x="3269598" y="3775469"/>
              <a:chExt cx="1877715" cy="152482"/>
            </a:xfrm>
          </p:grpSpPr>
          <p:sp>
            <p:nvSpPr>
              <p:cNvPr id="426" name="직사각형 425">
                <a:extLst>
                  <a:ext uri="{FF2B5EF4-FFF2-40B4-BE49-F238E27FC236}">
                    <a16:creationId xmlns:a16="http://schemas.microsoft.com/office/drawing/2014/main" id="{CA0863E5-6830-9C84-85C1-5196F4261C6E}"/>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7" name="직선 연결선 486">
                <a:extLst>
                  <a:ext uri="{FF2B5EF4-FFF2-40B4-BE49-F238E27FC236}">
                    <a16:creationId xmlns:a16="http://schemas.microsoft.com/office/drawing/2014/main" id="{1FAE1A7E-AEFE-AC8E-EC5E-E6B1D8B1314C}"/>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BF0197CA-FED9-886A-A13D-C6252AEDDCB8}"/>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직선 연결선 488">
                <a:extLst>
                  <a:ext uri="{FF2B5EF4-FFF2-40B4-BE49-F238E27FC236}">
                    <a16:creationId xmlns:a16="http://schemas.microsoft.com/office/drawing/2014/main" id="{EEDF0E3C-851C-E264-9203-3194862E4435}"/>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직선 연결선 489">
                <a:extLst>
                  <a:ext uri="{FF2B5EF4-FFF2-40B4-BE49-F238E27FC236}">
                    <a16:creationId xmlns:a16="http://schemas.microsoft.com/office/drawing/2014/main" id="{91A7CCE7-CF35-2BA9-1E4E-7090CE7D0EE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직선 연결선 490">
                <a:extLst>
                  <a:ext uri="{FF2B5EF4-FFF2-40B4-BE49-F238E27FC236}">
                    <a16:creationId xmlns:a16="http://schemas.microsoft.com/office/drawing/2014/main" id="{3C27D077-FE31-1A5B-5AED-C2E4D1229C8F}"/>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377185A3-8DB9-0199-8166-B963286F00C0}"/>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직선 연결선 492">
                <a:extLst>
                  <a:ext uri="{FF2B5EF4-FFF2-40B4-BE49-F238E27FC236}">
                    <a16:creationId xmlns:a16="http://schemas.microsoft.com/office/drawing/2014/main" id="{6FB01C34-BAB5-EF11-D248-B34D9FB552B5}"/>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직선 연결선 493">
                <a:extLst>
                  <a:ext uri="{FF2B5EF4-FFF2-40B4-BE49-F238E27FC236}">
                    <a16:creationId xmlns:a16="http://schemas.microsoft.com/office/drawing/2014/main" id="{33C98922-9D72-87F6-98FB-A72F154A5D75}"/>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5" name="그룹 494">
                <a:extLst>
                  <a:ext uri="{FF2B5EF4-FFF2-40B4-BE49-F238E27FC236}">
                    <a16:creationId xmlns:a16="http://schemas.microsoft.com/office/drawing/2014/main" id="{916999BC-53D7-135D-C8D8-505A23A73B02}"/>
                  </a:ext>
                </a:extLst>
              </p:cNvPr>
              <p:cNvGrpSpPr/>
              <p:nvPr/>
            </p:nvGrpSpPr>
            <p:grpSpPr>
              <a:xfrm>
                <a:off x="3562260" y="3776507"/>
                <a:ext cx="496830" cy="148150"/>
                <a:chOff x="1430856" y="2738068"/>
                <a:chExt cx="496830" cy="148150"/>
              </a:xfrm>
            </p:grpSpPr>
            <p:cxnSp>
              <p:nvCxnSpPr>
                <p:cNvPr id="496" name="직선 연결선 495">
                  <a:extLst>
                    <a:ext uri="{FF2B5EF4-FFF2-40B4-BE49-F238E27FC236}">
                      <a16:creationId xmlns:a16="http://schemas.microsoft.com/office/drawing/2014/main" id="{09FA13F5-D795-55B8-9A21-A558DD7F1078}"/>
                    </a:ext>
                  </a:extLst>
                </p:cNvPr>
                <p:cNvCxnSpPr>
                  <a:cxnSpLocks/>
                </p:cNvCxnSpPr>
                <p:nvPr/>
              </p:nvCxnSpPr>
              <p:spPr>
                <a:xfrm>
                  <a:off x="1430856" y="2739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직선 연결선 496">
                  <a:extLst>
                    <a:ext uri="{FF2B5EF4-FFF2-40B4-BE49-F238E27FC236}">
                      <a16:creationId xmlns:a16="http://schemas.microsoft.com/office/drawing/2014/main" id="{6F5AC430-4576-20E7-0E8A-6EEA9CC1591E}"/>
                    </a:ext>
                  </a:extLst>
                </p:cNvPr>
                <p:cNvCxnSpPr>
                  <a:cxnSpLocks/>
                </p:cNvCxnSpPr>
                <p:nvPr/>
              </p:nvCxnSpPr>
              <p:spPr>
                <a:xfrm>
                  <a:off x="1463267" y="274028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직선 연결선 497">
                  <a:extLst>
                    <a:ext uri="{FF2B5EF4-FFF2-40B4-BE49-F238E27FC236}">
                      <a16:creationId xmlns:a16="http://schemas.microsoft.com/office/drawing/2014/main" id="{87B1D897-68EF-1F93-A5ED-90FB68100FBF}"/>
                    </a:ext>
                  </a:extLst>
                </p:cNvPr>
                <p:cNvCxnSpPr>
                  <a:cxnSpLocks/>
                </p:cNvCxnSpPr>
                <p:nvPr/>
              </p:nvCxnSpPr>
              <p:spPr>
                <a:xfrm>
                  <a:off x="1496584" y="27394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직선 연결선 498">
                  <a:extLst>
                    <a:ext uri="{FF2B5EF4-FFF2-40B4-BE49-F238E27FC236}">
                      <a16:creationId xmlns:a16="http://schemas.microsoft.com/office/drawing/2014/main" id="{CF1759AD-DDD1-0B9B-6EC3-8F717222F5FF}"/>
                    </a:ext>
                  </a:extLst>
                </p:cNvPr>
                <p:cNvCxnSpPr>
                  <a:cxnSpLocks/>
                </p:cNvCxnSpPr>
                <p:nvPr/>
              </p:nvCxnSpPr>
              <p:spPr>
                <a:xfrm>
                  <a:off x="1528995" y="27402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EBD3DB5E-4141-B777-2B1C-C1AD42A2BECF}"/>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직선 연결선 500">
                  <a:extLst>
                    <a:ext uri="{FF2B5EF4-FFF2-40B4-BE49-F238E27FC236}">
                      <a16:creationId xmlns:a16="http://schemas.microsoft.com/office/drawing/2014/main" id="{D64EEE0B-7BD5-DB2A-A229-EB10ACCD7D5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직선 연결선 501">
                  <a:extLst>
                    <a:ext uri="{FF2B5EF4-FFF2-40B4-BE49-F238E27FC236}">
                      <a16:creationId xmlns:a16="http://schemas.microsoft.com/office/drawing/2014/main" id="{3F33B2A0-8D6E-3963-4A80-73362B4D3B27}"/>
                    </a:ext>
                  </a:extLst>
                </p:cNvPr>
                <p:cNvCxnSpPr>
                  <a:cxnSpLocks/>
                </p:cNvCxnSpPr>
                <p:nvPr/>
              </p:nvCxnSpPr>
              <p:spPr>
                <a:xfrm>
                  <a:off x="1628692" y="27386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직선 연결선 502">
                  <a:extLst>
                    <a:ext uri="{FF2B5EF4-FFF2-40B4-BE49-F238E27FC236}">
                      <a16:creationId xmlns:a16="http://schemas.microsoft.com/office/drawing/2014/main" id="{E69E59D7-5C3D-21C9-C51C-7D4538D71CA6}"/>
                    </a:ext>
                  </a:extLst>
                </p:cNvPr>
                <p:cNvCxnSpPr>
                  <a:cxnSpLocks/>
                </p:cNvCxnSpPr>
                <p:nvPr/>
              </p:nvCxnSpPr>
              <p:spPr>
                <a:xfrm>
                  <a:off x="1660743" y="27396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2C0BB368-66AB-89DB-1DE2-A8DD9D878FD2}"/>
                    </a:ext>
                  </a:extLst>
                </p:cNvPr>
                <p:cNvCxnSpPr>
                  <a:cxnSpLocks/>
                </p:cNvCxnSpPr>
                <p:nvPr/>
              </p:nvCxnSpPr>
              <p:spPr>
                <a:xfrm>
                  <a:off x="1692905" y="27418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직선 연결선 504">
                  <a:extLst>
                    <a:ext uri="{FF2B5EF4-FFF2-40B4-BE49-F238E27FC236}">
                      <a16:creationId xmlns:a16="http://schemas.microsoft.com/office/drawing/2014/main" id="{EFD73C71-01C1-C2D4-D594-A03A8FD8F523}"/>
                    </a:ext>
                  </a:extLst>
                </p:cNvPr>
                <p:cNvCxnSpPr>
                  <a:cxnSpLocks/>
                </p:cNvCxnSpPr>
                <p:nvPr/>
              </p:nvCxnSpPr>
              <p:spPr>
                <a:xfrm>
                  <a:off x="1727673" y="27380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직선 연결선 505">
                  <a:extLst>
                    <a:ext uri="{FF2B5EF4-FFF2-40B4-BE49-F238E27FC236}">
                      <a16:creationId xmlns:a16="http://schemas.microsoft.com/office/drawing/2014/main" id="{EC0EB50E-E0F2-6F95-71E3-62081B19BB1A}"/>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직선 연결선 506">
                  <a:extLst>
                    <a:ext uri="{FF2B5EF4-FFF2-40B4-BE49-F238E27FC236}">
                      <a16:creationId xmlns:a16="http://schemas.microsoft.com/office/drawing/2014/main" id="{DCF7D905-48D0-28DE-D16C-78874C64599D}"/>
                    </a:ext>
                  </a:extLst>
                </p:cNvPr>
                <p:cNvCxnSpPr>
                  <a:cxnSpLocks/>
                </p:cNvCxnSpPr>
                <p:nvPr/>
              </p:nvCxnSpPr>
              <p:spPr>
                <a:xfrm>
                  <a:off x="1791224" y="274053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직선 연결선 507">
                  <a:extLst>
                    <a:ext uri="{FF2B5EF4-FFF2-40B4-BE49-F238E27FC236}">
                      <a16:creationId xmlns:a16="http://schemas.microsoft.com/office/drawing/2014/main" id="{D02727C5-1281-8FE0-1AB9-1E1A4D1647C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직선 연결선 508">
                  <a:extLst>
                    <a:ext uri="{FF2B5EF4-FFF2-40B4-BE49-F238E27FC236}">
                      <a16:creationId xmlns:a16="http://schemas.microsoft.com/office/drawing/2014/main" id="{F056E2FD-5E7E-E1E9-716C-0D64E60C5D7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직선 연결선 509">
                  <a:extLst>
                    <a:ext uri="{FF2B5EF4-FFF2-40B4-BE49-F238E27FC236}">
                      <a16:creationId xmlns:a16="http://schemas.microsoft.com/office/drawing/2014/main" id="{DB05CCC4-AA9D-C68C-EB91-95AEEDACA0E4}"/>
                    </a:ext>
                  </a:extLst>
                </p:cNvPr>
                <p:cNvCxnSpPr>
                  <a:cxnSpLocks/>
                </p:cNvCxnSpPr>
                <p:nvPr/>
              </p:nvCxnSpPr>
              <p:spPr>
                <a:xfrm>
                  <a:off x="1890921" y="27391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직선 연결선 510">
                  <a:extLst>
                    <a:ext uri="{FF2B5EF4-FFF2-40B4-BE49-F238E27FC236}">
                      <a16:creationId xmlns:a16="http://schemas.microsoft.com/office/drawing/2014/main" id="{DAC37068-C727-79E4-3114-E9237C9A0CE2}"/>
                    </a:ext>
                  </a:extLst>
                </p:cNvPr>
                <p:cNvCxnSpPr>
                  <a:cxnSpLocks/>
                </p:cNvCxnSpPr>
                <p:nvPr/>
              </p:nvCxnSpPr>
              <p:spPr>
                <a:xfrm>
                  <a:off x="1927686" y="274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2" name="그룹 511">
                <a:extLst>
                  <a:ext uri="{FF2B5EF4-FFF2-40B4-BE49-F238E27FC236}">
                    <a16:creationId xmlns:a16="http://schemas.microsoft.com/office/drawing/2014/main" id="{6A4E6F71-1518-F68D-CDC8-2439C2FB389B}"/>
                  </a:ext>
                </a:extLst>
              </p:cNvPr>
              <p:cNvGrpSpPr/>
              <p:nvPr/>
            </p:nvGrpSpPr>
            <p:grpSpPr>
              <a:xfrm>
                <a:off x="4095855" y="3775469"/>
                <a:ext cx="496830" cy="150003"/>
                <a:chOff x="1430856" y="2738178"/>
                <a:chExt cx="496830" cy="150003"/>
              </a:xfrm>
            </p:grpSpPr>
            <p:cxnSp>
              <p:nvCxnSpPr>
                <p:cNvPr id="513" name="직선 연결선 512">
                  <a:extLst>
                    <a:ext uri="{FF2B5EF4-FFF2-40B4-BE49-F238E27FC236}">
                      <a16:creationId xmlns:a16="http://schemas.microsoft.com/office/drawing/2014/main" id="{C510FFFD-56EE-1E07-8314-DD3CEBF9F57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직선 연결선 513">
                  <a:extLst>
                    <a:ext uri="{FF2B5EF4-FFF2-40B4-BE49-F238E27FC236}">
                      <a16:creationId xmlns:a16="http://schemas.microsoft.com/office/drawing/2014/main" id="{10398FB6-120E-A4C6-D23E-E59DDEF2725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직선 연결선 514">
                  <a:extLst>
                    <a:ext uri="{FF2B5EF4-FFF2-40B4-BE49-F238E27FC236}">
                      <a16:creationId xmlns:a16="http://schemas.microsoft.com/office/drawing/2014/main" id="{F5175E12-7285-B074-40A3-C87DEAD9C18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직선 연결선 515">
                  <a:extLst>
                    <a:ext uri="{FF2B5EF4-FFF2-40B4-BE49-F238E27FC236}">
                      <a16:creationId xmlns:a16="http://schemas.microsoft.com/office/drawing/2014/main" id="{57253529-AB62-109E-CE2C-1567CF6E34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직선 연결선 516">
                  <a:extLst>
                    <a:ext uri="{FF2B5EF4-FFF2-40B4-BE49-F238E27FC236}">
                      <a16:creationId xmlns:a16="http://schemas.microsoft.com/office/drawing/2014/main" id="{E0984B69-B805-646F-672F-993C2A2D4CFB}"/>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F6818E7-A588-4379-688A-629A9731CBF6}"/>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직선 연결선 518">
                  <a:extLst>
                    <a:ext uri="{FF2B5EF4-FFF2-40B4-BE49-F238E27FC236}">
                      <a16:creationId xmlns:a16="http://schemas.microsoft.com/office/drawing/2014/main" id="{6A4E52A0-4233-707F-D04E-5502076FC6DD}"/>
                    </a:ext>
                  </a:extLst>
                </p:cNvPr>
                <p:cNvCxnSpPr>
                  <a:cxnSpLocks/>
                </p:cNvCxnSpPr>
                <p:nvPr/>
              </p:nvCxnSpPr>
              <p:spPr>
                <a:xfrm>
                  <a:off x="1628692" y="27433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A3CFA741-6DE5-96D6-0E83-00C9D5E5F95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직선 연결선 520">
                  <a:extLst>
                    <a:ext uri="{FF2B5EF4-FFF2-40B4-BE49-F238E27FC236}">
                      <a16:creationId xmlns:a16="http://schemas.microsoft.com/office/drawing/2014/main" id="{90358153-5F2E-0FB7-435D-3AF8159F80DD}"/>
                    </a:ext>
                  </a:extLst>
                </p:cNvPr>
                <p:cNvCxnSpPr>
                  <a:cxnSpLocks/>
                </p:cNvCxnSpPr>
                <p:nvPr/>
              </p:nvCxnSpPr>
              <p:spPr>
                <a:xfrm>
                  <a:off x="1695262" y="2744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직선 연결선 521">
                  <a:extLst>
                    <a:ext uri="{FF2B5EF4-FFF2-40B4-BE49-F238E27FC236}">
                      <a16:creationId xmlns:a16="http://schemas.microsoft.com/office/drawing/2014/main" id="{7D762DF7-E69D-4F4C-72A8-494758D6F2B7}"/>
                    </a:ext>
                  </a:extLst>
                </p:cNvPr>
                <p:cNvCxnSpPr>
                  <a:cxnSpLocks/>
                </p:cNvCxnSpPr>
                <p:nvPr/>
              </p:nvCxnSpPr>
              <p:spPr>
                <a:xfrm>
                  <a:off x="1727673" y="27404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직선 연결선 522">
                  <a:extLst>
                    <a:ext uri="{FF2B5EF4-FFF2-40B4-BE49-F238E27FC236}">
                      <a16:creationId xmlns:a16="http://schemas.microsoft.com/office/drawing/2014/main" id="{999D3C10-B66B-6E37-07DC-2F0018750860}"/>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직선 연결선 523">
                  <a:extLst>
                    <a:ext uri="{FF2B5EF4-FFF2-40B4-BE49-F238E27FC236}">
                      <a16:creationId xmlns:a16="http://schemas.microsoft.com/office/drawing/2014/main" id="{CC93CE91-4466-B316-05C8-9D1C0862135B}"/>
                    </a:ext>
                  </a:extLst>
                </p:cNvPr>
                <p:cNvCxnSpPr>
                  <a:cxnSpLocks/>
                </p:cNvCxnSpPr>
                <p:nvPr/>
              </p:nvCxnSpPr>
              <p:spPr>
                <a:xfrm>
                  <a:off x="1791224" y="273817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직선 연결선 524">
                  <a:extLst>
                    <a:ext uri="{FF2B5EF4-FFF2-40B4-BE49-F238E27FC236}">
                      <a16:creationId xmlns:a16="http://schemas.microsoft.com/office/drawing/2014/main" id="{B3CA2B43-F250-AEAC-73BA-069C2348C04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95F06634-429F-842B-A88E-8AABD7223C6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직선 연결선 526">
                  <a:extLst>
                    <a:ext uri="{FF2B5EF4-FFF2-40B4-BE49-F238E27FC236}">
                      <a16:creationId xmlns:a16="http://schemas.microsoft.com/office/drawing/2014/main" id="{48A2F337-7538-C4C7-6B18-B827B7E5E23E}"/>
                    </a:ext>
                  </a:extLst>
                </p:cNvPr>
                <p:cNvCxnSpPr>
                  <a:cxnSpLocks/>
                </p:cNvCxnSpPr>
                <p:nvPr/>
              </p:nvCxnSpPr>
              <p:spPr>
                <a:xfrm>
                  <a:off x="1890921" y="27415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직선 연결선 527">
                  <a:extLst>
                    <a:ext uri="{FF2B5EF4-FFF2-40B4-BE49-F238E27FC236}">
                      <a16:creationId xmlns:a16="http://schemas.microsoft.com/office/drawing/2014/main" id="{4E59E86A-1148-34FF-41DB-A1B515D115CC}"/>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9" name="그룹 528">
                <a:extLst>
                  <a:ext uri="{FF2B5EF4-FFF2-40B4-BE49-F238E27FC236}">
                    <a16:creationId xmlns:a16="http://schemas.microsoft.com/office/drawing/2014/main" id="{2FF645B5-1B14-3F4F-3E06-D82285174009}"/>
                  </a:ext>
                </a:extLst>
              </p:cNvPr>
              <p:cNvGrpSpPr/>
              <p:nvPr/>
            </p:nvGrpSpPr>
            <p:grpSpPr>
              <a:xfrm>
                <a:off x="4625988" y="3777164"/>
                <a:ext cx="490299" cy="150787"/>
                <a:chOff x="1430856" y="2737080"/>
                <a:chExt cx="490299" cy="150787"/>
              </a:xfrm>
            </p:grpSpPr>
            <p:cxnSp>
              <p:nvCxnSpPr>
                <p:cNvPr id="530" name="직선 연결선 529">
                  <a:extLst>
                    <a:ext uri="{FF2B5EF4-FFF2-40B4-BE49-F238E27FC236}">
                      <a16:creationId xmlns:a16="http://schemas.microsoft.com/office/drawing/2014/main" id="{E15A8CA7-F2D8-A4DD-9E30-22DCB822CBAA}"/>
                    </a:ext>
                  </a:extLst>
                </p:cNvPr>
                <p:cNvCxnSpPr>
                  <a:cxnSpLocks/>
                </p:cNvCxnSpPr>
                <p:nvPr/>
              </p:nvCxnSpPr>
              <p:spPr>
                <a:xfrm>
                  <a:off x="1430856" y="273715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5D98D04D-23A0-3FF6-2855-25ACCA750034}"/>
                    </a:ext>
                  </a:extLst>
                </p:cNvPr>
                <p:cNvCxnSpPr>
                  <a:cxnSpLocks/>
                </p:cNvCxnSpPr>
                <p:nvPr/>
              </p:nvCxnSpPr>
              <p:spPr>
                <a:xfrm>
                  <a:off x="1463267" y="273792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ED98C9A5-7576-26A1-2CD7-EC43B2E4D002}"/>
                    </a:ext>
                  </a:extLst>
                </p:cNvPr>
                <p:cNvCxnSpPr>
                  <a:cxnSpLocks/>
                </p:cNvCxnSpPr>
                <p:nvPr/>
              </p:nvCxnSpPr>
              <p:spPr>
                <a:xfrm>
                  <a:off x="1496584" y="273708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직선 연결선 532">
                  <a:extLst>
                    <a:ext uri="{FF2B5EF4-FFF2-40B4-BE49-F238E27FC236}">
                      <a16:creationId xmlns:a16="http://schemas.microsoft.com/office/drawing/2014/main" id="{EDEEE10A-614C-1AB5-7D46-0836A3D2F755}"/>
                    </a:ext>
                  </a:extLst>
                </p:cNvPr>
                <p:cNvCxnSpPr>
                  <a:cxnSpLocks/>
                </p:cNvCxnSpPr>
                <p:nvPr/>
              </p:nvCxnSpPr>
              <p:spPr>
                <a:xfrm>
                  <a:off x="1528995" y="273785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직선 연결선 533">
                  <a:extLst>
                    <a:ext uri="{FF2B5EF4-FFF2-40B4-BE49-F238E27FC236}">
                      <a16:creationId xmlns:a16="http://schemas.microsoft.com/office/drawing/2014/main" id="{5A04A9AD-2BF0-F546-C6FF-22B08E22AD38}"/>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직선 연결선 534">
                  <a:extLst>
                    <a:ext uri="{FF2B5EF4-FFF2-40B4-BE49-F238E27FC236}">
                      <a16:creationId xmlns:a16="http://schemas.microsoft.com/office/drawing/2014/main" id="{E3D10B76-F136-4818-68EF-2B5789972A03}"/>
                    </a:ext>
                  </a:extLst>
                </p:cNvPr>
                <p:cNvCxnSpPr>
                  <a:cxnSpLocks/>
                </p:cNvCxnSpPr>
                <p:nvPr/>
              </p:nvCxnSpPr>
              <p:spPr>
                <a:xfrm>
                  <a:off x="1560539" y="27375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직선 연결선 535">
                  <a:extLst>
                    <a:ext uri="{FF2B5EF4-FFF2-40B4-BE49-F238E27FC236}">
                      <a16:creationId xmlns:a16="http://schemas.microsoft.com/office/drawing/2014/main" id="{B1ED818D-C872-FE22-EF5D-40FDF532842D}"/>
                    </a:ext>
                  </a:extLst>
                </p:cNvPr>
                <p:cNvCxnSpPr>
                  <a:cxnSpLocks/>
                </p:cNvCxnSpPr>
                <p:nvPr/>
              </p:nvCxnSpPr>
              <p:spPr>
                <a:xfrm>
                  <a:off x="1628692" y="27410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직선 연결선 536">
                  <a:extLst>
                    <a:ext uri="{FF2B5EF4-FFF2-40B4-BE49-F238E27FC236}">
                      <a16:creationId xmlns:a16="http://schemas.microsoft.com/office/drawing/2014/main" id="{96BBB458-442B-FA75-D6C1-B8178D80FE7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ECF9DA26-9A36-6F33-848B-5FFC5CDBBC62}"/>
                    </a:ext>
                  </a:extLst>
                </p:cNvPr>
                <p:cNvCxnSpPr>
                  <a:cxnSpLocks/>
                </p:cNvCxnSpPr>
                <p:nvPr/>
              </p:nvCxnSpPr>
              <p:spPr>
                <a:xfrm>
                  <a:off x="1695262" y="27420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직선 연결선 538">
                  <a:extLst>
                    <a:ext uri="{FF2B5EF4-FFF2-40B4-BE49-F238E27FC236}">
                      <a16:creationId xmlns:a16="http://schemas.microsoft.com/office/drawing/2014/main" id="{F67B9966-D5B6-FC5F-E4BE-61B72DA0D91F}"/>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직선 연결선 539">
                  <a:extLst>
                    <a:ext uri="{FF2B5EF4-FFF2-40B4-BE49-F238E27FC236}">
                      <a16:creationId xmlns:a16="http://schemas.microsoft.com/office/drawing/2014/main" id="{8A2A725C-38F8-4C72-B96C-CF2ED221991D}"/>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직선 연결선 540">
                  <a:extLst>
                    <a:ext uri="{FF2B5EF4-FFF2-40B4-BE49-F238E27FC236}">
                      <a16:creationId xmlns:a16="http://schemas.microsoft.com/office/drawing/2014/main" id="{9AB6E5D1-F3A4-902F-3530-EDCB6806B9CE}"/>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06D91694-FC8F-2ABD-94B2-6472BB6A6D36}"/>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직선 연결선 542">
                  <a:extLst>
                    <a:ext uri="{FF2B5EF4-FFF2-40B4-BE49-F238E27FC236}">
                      <a16:creationId xmlns:a16="http://schemas.microsoft.com/office/drawing/2014/main" id="{18F0E567-4006-091C-3585-F7944C0B33A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직선 연결선 543">
                  <a:extLst>
                    <a:ext uri="{FF2B5EF4-FFF2-40B4-BE49-F238E27FC236}">
                      <a16:creationId xmlns:a16="http://schemas.microsoft.com/office/drawing/2014/main" id="{3BFFA98D-F251-A60C-B01A-DAA5DB01CEA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직선 연결선 544">
                  <a:extLst>
                    <a:ext uri="{FF2B5EF4-FFF2-40B4-BE49-F238E27FC236}">
                      <a16:creationId xmlns:a16="http://schemas.microsoft.com/office/drawing/2014/main" id="{4A1593D1-93A4-911D-2924-6B6508DD09EF}"/>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 name="그룹 3">
            <a:extLst>
              <a:ext uri="{FF2B5EF4-FFF2-40B4-BE49-F238E27FC236}">
                <a16:creationId xmlns:a16="http://schemas.microsoft.com/office/drawing/2014/main" id="{C23D65B1-506F-AC6F-B6ED-80E27FE99CE7}"/>
              </a:ext>
            </a:extLst>
          </p:cNvPr>
          <p:cNvGrpSpPr/>
          <p:nvPr/>
        </p:nvGrpSpPr>
        <p:grpSpPr>
          <a:xfrm>
            <a:off x="1081754" y="5310805"/>
            <a:ext cx="4573441" cy="2419517"/>
            <a:chOff x="1081754" y="5310805"/>
            <a:chExt cx="4573441" cy="2419517"/>
          </a:xfrm>
        </p:grpSpPr>
        <p:cxnSp>
          <p:nvCxnSpPr>
            <p:cNvPr id="80" name="직선 연결선 79">
              <a:extLst>
                <a:ext uri="{FF2B5EF4-FFF2-40B4-BE49-F238E27FC236}">
                  <a16:creationId xmlns:a16="http://schemas.microsoft.com/office/drawing/2014/main" id="{8C10A405-A701-C0FD-DBA0-56F5B3413BDA}"/>
                </a:ext>
              </a:extLst>
            </p:cNvPr>
            <p:cNvCxnSpPr/>
            <p:nvPr/>
          </p:nvCxnSpPr>
          <p:spPr>
            <a:xfrm>
              <a:off x="1472756" y="531080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50556"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50556" y="545827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67042" y="531450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66018"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2934" y="58944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87" name="직선 연결선 86">
              <a:extLst>
                <a:ext uri="{FF2B5EF4-FFF2-40B4-BE49-F238E27FC236}">
                  <a16:creationId xmlns:a16="http://schemas.microsoft.com/office/drawing/2014/main" id="{C87C0059-1F6C-50AB-D213-B45896A97FF7}"/>
                </a:ext>
              </a:extLst>
            </p:cNvPr>
            <p:cNvCxnSpPr>
              <a:cxnSpLocks/>
            </p:cNvCxnSpPr>
            <p:nvPr/>
          </p:nvCxnSpPr>
          <p:spPr>
            <a:xfrm flipV="1">
              <a:off x="1477343" y="603842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50FC53A7-BDD3-1212-D76E-42777138AAAC}"/>
                </a:ext>
              </a:extLst>
            </p:cNvPr>
            <p:cNvSpPr/>
            <p:nvPr/>
          </p:nvSpPr>
          <p:spPr>
            <a:xfrm>
              <a:off x="3524158" y="5895469"/>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1" name="직선 연결선 100">
              <a:extLst>
                <a:ext uri="{FF2B5EF4-FFF2-40B4-BE49-F238E27FC236}">
                  <a16:creationId xmlns:a16="http://schemas.microsoft.com/office/drawing/2014/main" id="{4E429884-CB60-F989-E88F-245F2D39753C}"/>
                </a:ext>
              </a:extLst>
            </p:cNvPr>
            <p:cNvCxnSpPr>
              <a:cxnSpLocks/>
              <a:endCxn id="102" idx="1"/>
            </p:cNvCxnSpPr>
            <p:nvPr/>
          </p:nvCxnSpPr>
          <p:spPr>
            <a:xfrm>
              <a:off x="1474905" y="7600106"/>
              <a:ext cx="2473078" cy="2207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직사각형 101">
              <a:extLst>
                <a:ext uri="{FF2B5EF4-FFF2-40B4-BE49-F238E27FC236}">
                  <a16:creationId xmlns:a16="http://schemas.microsoft.com/office/drawing/2014/main" id="{00718AD5-6A34-37AA-3B55-8141B9BCC235}"/>
                </a:ext>
              </a:extLst>
            </p:cNvPr>
            <p:cNvSpPr/>
            <p:nvPr/>
          </p:nvSpPr>
          <p:spPr>
            <a:xfrm>
              <a:off x="3947983"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3" name="직사각형 102">
              <a:extLst>
                <a:ext uri="{FF2B5EF4-FFF2-40B4-BE49-F238E27FC236}">
                  <a16:creationId xmlns:a16="http://schemas.microsoft.com/office/drawing/2014/main" id="{3EF00E3E-5D80-2BDC-960A-702305614383}"/>
                </a:ext>
              </a:extLst>
            </p:cNvPr>
            <p:cNvSpPr/>
            <p:nvPr/>
          </p:nvSpPr>
          <p:spPr>
            <a:xfrm>
              <a:off x="4380835"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4" name="직사각형 103">
              <a:extLst>
                <a:ext uri="{FF2B5EF4-FFF2-40B4-BE49-F238E27FC236}">
                  <a16:creationId xmlns:a16="http://schemas.microsoft.com/office/drawing/2014/main" id="{4E675387-6F0D-6FF3-4586-C96E613BE6B8}"/>
                </a:ext>
              </a:extLst>
            </p:cNvPr>
            <p:cNvSpPr/>
            <p:nvPr/>
          </p:nvSpPr>
          <p:spPr>
            <a:xfrm>
              <a:off x="4079727" y="7442644"/>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5" name="직사각형 104">
              <a:extLst>
                <a:ext uri="{FF2B5EF4-FFF2-40B4-BE49-F238E27FC236}">
                  <a16:creationId xmlns:a16="http://schemas.microsoft.com/office/drawing/2014/main" id="{839C1055-A798-A6D7-56DB-6011AD0EF488}"/>
                </a:ext>
              </a:extLst>
            </p:cNvPr>
            <p:cNvSpPr/>
            <p:nvPr/>
          </p:nvSpPr>
          <p:spPr>
            <a:xfrm>
              <a:off x="4494120"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6" name="직사각형 105">
              <a:extLst>
                <a:ext uri="{FF2B5EF4-FFF2-40B4-BE49-F238E27FC236}">
                  <a16:creationId xmlns:a16="http://schemas.microsoft.com/office/drawing/2014/main" id="{E26E0559-E475-F9FA-222B-AC4A602F43D8}"/>
                </a:ext>
              </a:extLst>
            </p:cNvPr>
            <p:cNvSpPr/>
            <p:nvPr/>
          </p:nvSpPr>
          <p:spPr>
            <a:xfrm>
              <a:off x="4946405" y="7551769"/>
              <a:ext cx="450093"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00C0FB68-0287-2A1B-B79C-022EE3BDCE8E}"/>
                </a:ext>
              </a:extLst>
            </p:cNvPr>
            <p:cNvSpPr/>
            <p:nvPr/>
          </p:nvSpPr>
          <p:spPr>
            <a:xfrm>
              <a:off x="5068244"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8392" y="536001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19" name="직사각형 118">
              <a:extLst>
                <a:ext uri="{FF2B5EF4-FFF2-40B4-BE49-F238E27FC236}">
                  <a16:creationId xmlns:a16="http://schemas.microsoft.com/office/drawing/2014/main" id="{1CF7DF6F-387F-7DF8-086B-F1C11779B72C}"/>
                </a:ext>
              </a:extLst>
            </p:cNvPr>
            <p:cNvSpPr/>
            <p:nvPr/>
          </p:nvSpPr>
          <p:spPr>
            <a:xfrm>
              <a:off x="1100770" y="59354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0" name="직사각형 119">
              <a:extLst>
                <a:ext uri="{FF2B5EF4-FFF2-40B4-BE49-F238E27FC236}">
                  <a16:creationId xmlns:a16="http://schemas.microsoft.com/office/drawing/2014/main" id="{C36D6E80-EF11-7B71-39D4-BA8A196B4D85}"/>
                </a:ext>
              </a:extLst>
            </p:cNvPr>
            <p:cNvSpPr/>
            <p:nvPr/>
          </p:nvSpPr>
          <p:spPr>
            <a:xfrm>
              <a:off x="1081754" y="7456007"/>
              <a:ext cx="358750" cy="226647"/>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p>
            <a:p>
              <a:pPr algn="r"/>
              <a:r>
                <a:rPr lang="en-US" altLang="ko-KR" sz="600" dirty="0">
                  <a:solidFill>
                    <a:schemeClr val="tx1"/>
                  </a:solidFill>
                  <a:latin typeface="Arial" panose="020B0604020202020204" pitchFamily="34" charset="0"/>
                  <a:cs typeface="Arial" panose="020B0604020202020204" pitchFamily="34" charset="0"/>
                </a:rPr>
                <a:t>(dev#2)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127" name="직선 연결선 126">
              <a:extLst>
                <a:ext uri="{FF2B5EF4-FFF2-40B4-BE49-F238E27FC236}">
                  <a16:creationId xmlns:a16="http://schemas.microsoft.com/office/drawing/2014/main" id="{70FCFC21-D5F4-3392-6BEE-F1CCB6A1C14B}"/>
                </a:ext>
              </a:extLst>
            </p:cNvPr>
            <p:cNvCxnSpPr>
              <a:cxnSpLocks/>
            </p:cNvCxnSpPr>
            <p:nvPr/>
          </p:nvCxnSpPr>
          <p:spPr>
            <a:xfrm>
              <a:off x="1479195" y="6567110"/>
              <a:ext cx="61320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6C2954B5-62DB-CB19-AD11-4D28F6B9F4FA}"/>
                </a:ext>
              </a:extLst>
            </p:cNvPr>
            <p:cNvSpPr/>
            <p:nvPr/>
          </p:nvSpPr>
          <p:spPr>
            <a:xfrm>
              <a:off x="2098631"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9" name="직사각형 128">
              <a:extLst>
                <a:ext uri="{FF2B5EF4-FFF2-40B4-BE49-F238E27FC236}">
                  <a16:creationId xmlns:a16="http://schemas.microsoft.com/office/drawing/2014/main" id="{B2B26579-7323-58CE-E423-A736516708C8}"/>
                </a:ext>
              </a:extLst>
            </p:cNvPr>
            <p:cNvSpPr/>
            <p:nvPr/>
          </p:nvSpPr>
          <p:spPr>
            <a:xfrm>
              <a:off x="2529286"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0" name="직사각형 129">
              <a:extLst>
                <a:ext uri="{FF2B5EF4-FFF2-40B4-BE49-F238E27FC236}">
                  <a16:creationId xmlns:a16="http://schemas.microsoft.com/office/drawing/2014/main" id="{E1796645-F640-EBE6-9AEC-86B3626C2908}"/>
                </a:ext>
              </a:extLst>
            </p:cNvPr>
            <p:cNvSpPr/>
            <p:nvPr/>
          </p:nvSpPr>
          <p:spPr>
            <a:xfrm>
              <a:off x="2243205" y="63945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1" name="직사각형 130">
              <a:extLst>
                <a:ext uri="{FF2B5EF4-FFF2-40B4-BE49-F238E27FC236}">
                  <a16:creationId xmlns:a16="http://schemas.microsoft.com/office/drawing/2014/main" id="{D123A0C4-450E-4EB4-6316-A053423A8E43}"/>
                </a:ext>
              </a:extLst>
            </p:cNvPr>
            <p:cNvSpPr/>
            <p:nvPr/>
          </p:nvSpPr>
          <p:spPr>
            <a:xfrm>
              <a:off x="263547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2" name="직사각형 131">
              <a:extLst>
                <a:ext uri="{FF2B5EF4-FFF2-40B4-BE49-F238E27FC236}">
                  <a16:creationId xmlns:a16="http://schemas.microsoft.com/office/drawing/2014/main" id="{53B8AD47-8694-956F-1D64-52914547A05F}"/>
                </a:ext>
              </a:extLst>
            </p:cNvPr>
            <p:cNvSpPr/>
            <p:nvPr/>
          </p:nvSpPr>
          <p:spPr>
            <a:xfrm>
              <a:off x="3098090"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3" name="직사각형 132">
              <a:extLst>
                <a:ext uri="{FF2B5EF4-FFF2-40B4-BE49-F238E27FC236}">
                  <a16:creationId xmlns:a16="http://schemas.microsoft.com/office/drawing/2014/main" id="{17B0FEAD-4865-2300-CC09-DEC423B135BE}"/>
                </a:ext>
              </a:extLst>
            </p:cNvPr>
            <p:cNvSpPr/>
            <p:nvPr/>
          </p:nvSpPr>
          <p:spPr>
            <a:xfrm>
              <a:off x="319006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5769" y="65377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91171" y="62361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a:off x="2089933" y="61356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3525073" y="61581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484100" y="61709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47" name="직선 연결선 546">
              <a:extLst>
                <a:ext uri="{FF2B5EF4-FFF2-40B4-BE49-F238E27FC236}">
                  <a16:creationId xmlns:a16="http://schemas.microsoft.com/office/drawing/2014/main" id="{C0A5DE84-FA6A-CEA4-EA89-6425ACC86C52}"/>
                </a:ext>
              </a:extLst>
            </p:cNvPr>
            <p:cNvCxnSpPr>
              <a:cxnSpLocks/>
            </p:cNvCxnSpPr>
            <p:nvPr/>
          </p:nvCxnSpPr>
          <p:spPr>
            <a:xfrm flipV="1">
              <a:off x="1479195" y="5747039"/>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8" name="직사각형 547">
              <a:extLst>
                <a:ext uri="{FF2B5EF4-FFF2-40B4-BE49-F238E27FC236}">
                  <a16:creationId xmlns:a16="http://schemas.microsoft.com/office/drawing/2014/main" id="{AC8A0FD8-A29D-5591-5EBA-F2D9F86579B8}"/>
                </a:ext>
              </a:extLst>
            </p:cNvPr>
            <p:cNvSpPr/>
            <p:nvPr/>
          </p:nvSpPr>
          <p:spPr>
            <a:xfrm>
              <a:off x="1097323" y="56443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49" name="직사각형 548">
              <a:extLst>
                <a:ext uri="{FF2B5EF4-FFF2-40B4-BE49-F238E27FC236}">
                  <a16:creationId xmlns:a16="http://schemas.microsoft.com/office/drawing/2014/main" id="{BE1A323C-CD60-623A-9B47-72478B8D3577}"/>
                </a:ext>
              </a:extLst>
            </p:cNvPr>
            <p:cNvSpPr/>
            <p:nvPr/>
          </p:nvSpPr>
          <p:spPr>
            <a:xfrm>
              <a:off x="1649487" y="5603011"/>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0" name="그룹 549">
              <a:extLst>
                <a:ext uri="{FF2B5EF4-FFF2-40B4-BE49-F238E27FC236}">
                  <a16:creationId xmlns:a16="http://schemas.microsoft.com/office/drawing/2014/main" id="{ABCE79B8-E61A-474E-306E-0186B4469169}"/>
                </a:ext>
              </a:extLst>
            </p:cNvPr>
            <p:cNvGrpSpPr/>
            <p:nvPr/>
          </p:nvGrpSpPr>
          <p:grpSpPr>
            <a:xfrm>
              <a:off x="1684747" y="5596444"/>
              <a:ext cx="496830" cy="148744"/>
              <a:chOff x="1430856" y="2741794"/>
              <a:chExt cx="496830" cy="148744"/>
            </a:xfrm>
          </p:grpSpPr>
          <p:cxnSp>
            <p:nvCxnSpPr>
              <p:cNvPr id="551" name="직선 연결선 550">
                <a:extLst>
                  <a:ext uri="{FF2B5EF4-FFF2-40B4-BE49-F238E27FC236}">
                    <a16:creationId xmlns:a16="http://schemas.microsoft.com/office/drawing/2014/main" id="{732CCDC7-4AB4-4745-4186-E13DDF5D508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직선 연결선 551">
                <a:extLst>
                  <a:ext uri="{FF2B5EF4-FFF2-40B4-BE49-F238E27FC236}">
                    <a16:creationId xmlns:a16="http://schemas.microsoft.com/office/drawing/2014/main" id="{03D36101-974E-516D-6179-E861BF4F21B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5308FF51-1466-B843-9400-2105CE052A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직선 연결선 553">
                <a:extLst>
                  <a:ext uri="{FF2B5EF4-FFF2-40B4-BE49-F238E27FC236}">
                    <a16:creationId xmlns:a16="http://schemas.microsoft.com/office/drawing/2014/main" id="{9F23EEE1-6B9A-87EE-4D38-C5C2A300D25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직선 연결선 554">
                <a:extLst>
                  <a:ext uri="{FF2B5EF4-FFF2-40B4-BE49-F238E27FC236}">
                    <a16:creationId xmlns:a16="http://schemas.microsoft.com/office/drawing/2014/main" id="{A27A01BC-BFF4-6DF1-D27C-F062518A023D}"/>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직선 연결선 555">
                <a:extLst>
                  <a:ext uri="{FF2B5EF4-FFF2-40B4-BE49-F238E27FC236}">
                    <a16:creationId xmlns:a16="http://schemas.microsoft.com/office/drawing/2014/main" id="{FB95DCB6-A7B8-EE0C-DD7C-9A242FD8EBF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직선 연결선 556">
                <a:extLst>
                  <a:ext uri="{FF2B5EF4-FFF2-40B4-BE49-F238E27FC236}">
                    <a16:creationId xmlns:a16="http://schemas.microsoft.com/office/drawing/2014/main" id="{97988AF8-471C-A756-BCE3-E006243F1AB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직선 연결선 557">
                <a:extLst>
                  <a:ext uri="{FF2B5EF4-FFF2-40B4-BE49-F238E27FC236}">
                    <a16:creationId xmlns:a16="http://schemas.microsoft.com/office/drawing/2014/main" id="{0DDE86E0-D064-A607-1DE4-96FD67F11D9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D8328BC5-267B-9C91-D7F1-1F078C971EA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직선 연결선 559">
                <a:extLst>
                  <a:ext uri="{FF2B5EF4-FFF2-40B4-BE49-F238E27FC236}">
                    <a16:creationId xmlns:a16="http://schemas.microsoft.com/office/drawing/2014/main" id="{1E367924-9D91-D10F-90C9-37AFBA32CB0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직선 연결선 560">
                <a:extLst>
                  <a:ext uri="{FF2B5EF4-FFF2-40B4-BE49-F238E27FC236}">
                    <a16:creationId xmlns:a16="http://schemas.microsoft.com/office/drawing/2014/main" id="{8DDED8B1-CD6B-1132-9FCB-55DFC5AB5046}"/>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직선 연결선 561">
                <a:extLst>
                  <a:ext uri="{FF2B5EF4-FFF2-40B4-BE49-F238E27FC236}">
                    <a16:creationId xmlns:a16="http://schemas.microsoft.com/office/drawing/2014/main" id="{85E899EB-7E5C-4644-D70C-504777EB67A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직선 연결선 562">
                <a:extLst>
                  <a:ext uri="{FF2B5EF4-FFF2-40B4-BE49-F238E27FC236}">
                    <a16:creationId xmlns:a16="http://schemas.microsoft.com/office/drawing/2014/main" id="{8F2CC04A-236D-A94E-1F73-812920B91A1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직선 연결선 563">
                <a:extLst>
                  <a:ext uri="{FF2B5EF4-FFF2-40B4-BE49-F238E27FC236}">
                    <a16:creationId xmlns:a16="http://schemas.microsoft.com/office/drawing/2014/main" id="{CDD3F55E-6E09-AD12-DB15-5F7D589C8D9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DD52B502-C021-8C48-083F-A8DE6DF25F2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직선 연결선 565">
                <a:extLst>
                  <a:ext uri="{FF2B5EF4-FFF2-40B4-BE49-F238E27FC236}">
                    <a16:creationId xmlns:a16="http://schemas.microsoft.com/office/drawing/2014/main" id="{6FBCD9A7-1863-2593-BC0F-34D6DBCD0DF3}"/>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그룹 566">
              <a:extLst>
                <a:ext uri="{FF2B5EF4-FFF2-40B4-BE49-F238E27FC236}">
                  <a16:creationId xmlns:a16="http://schemas.microsoft.com/office/drawing/2014/main" id="{AD25EFB8-5069-244D-2682-DA332A681C25}"/>
                </a:ext>
              </a:extLst>
            </p:cNvPr>
            <p:cNvGrpSpPr/>
            <p:nvPr/>
          </p:nvGrpSpPr>
          <p:grpSpPr>
            <a:xfrm>
              <a:off x="2218342" y="5595296"/>
              <a:ext cx="496830" cy="148744"/>
              <a:chOff x="1430856" y="2741794"/>
              <a:chExt cx="496830" cy="148744"/>
            </a:xfrm>
          </p:grpSpPr>
          <p:cxnSp>
            <p:nvCxnSpPr>
              <p:cNvPr id="568" name="직선 연결선 567">
                <a:extLst>
                  <a:ext uri="{FF2B5EF4-FFF2-40B4-BE49-F238E27FC236}">
                    <a16:creationId xmlns:a16="http://schemas.microsoft.com/office/drawing/2014/main" id="{942EED47-E430-A0F8-CF47-CCBB8F007156}"/>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51D338E1-C96A-F630-AE5C-DDFDA0930F0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직선 연결선 569">
                <a:extLst>
                  <a:ext uri="{FF2B5EF4-FFF2-40B4-BE49-F238E27FC236}">
                    <a16:creationId xmlns:a16="http://schemas.microsoft.com/office/drawing/2014/main" id="{1AE18FC4-BCF3-11E7-4F69-C316208E47A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직선 연결선 570">
                <a:extLst>
                  <a:ext uri="{FF2B5EF4-FFF2-40B4-BE49-F238E27FC236}">
                    <a16:creationId xmlns:a16="http://schemas.microsoft.com/office/drawing/2014/main" id="{8ED015C9-DD7E-9AFA-A161-3D83241CF27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직선 연결선 571">
                <a:extLst>
                  <a:ext uri="{FF2B5EF4-FFF2-40B4-BE49-F238E27FC236}">
                    <a16:creationId xmlns:a16="http://schemas.microsoft.com/office/drawing/2014/main" id="{FA9C1BCF-DB22-A159-CB81-773B226DC1A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직선 연결선 572">
                <a:extLst>
                  <a:ext uri="{FF2B5EF4-FFF2-40B4-BE49-F238E27FC236}">
                    <a16:creationId xmlns:a16="http://schemas.microsoft.com/office/drawing/2014/main" id="{89E3C499-18AF-A317-8D29-2B75FDF5D77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0CAF38D0-967A-2573-188E-35A09C2D5C6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직선 연결선 574">
                <a:extLst>
                  <a:ext uri="{FF2B5EF4-FFF2-40B4-BE49-F238E27FC236}">
                    <a16:creationId xmlns:a16="http://schemas.microsoft.com/office/drawing/2014/main" id="{945879EF-9ECA-7CE9-EDA1-8D4A1A78C9E3}"/>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직선 연결선 575">
                <a:extLst>
                  <a:ext uri="{FF2B5EF4-FFF2-40B4-BE49-F238E27FC236}">
                    <a16:creationId xmlns:a16="http://schemas.microsoft.com/office/drawing/2014/main" id="{4840CF04-E6A6-E8C3-5C02-1B52C966BCD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직선 연결선 576">
                <a:extLst>
                  <a:ext uri="{FF2B5EF4-FFF2-40B4-BE49-F238E27FC236}">
                    <a16:creationId xmlns:a16="http://schemas.microsoft.com/office/drawing/2014/main" id="{FFED73C2-095D-25BF-EFC4-BD441CADDED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직선 연결선 577">
                <a:extLst>
                  <a:ext uri="{FF2B5EF4-FFF2-40B4-BE49-F238E27FC236}">
                    <a16:creationId xmlns:a16="http://schemas.microsoft.com/office/drawing/2014/main" id="{9F15F3A2-A774-70ED-E25F-7A4D3761588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직선 연결선 578">
                <a:extLst>
                  <a:ext uri="{FF2B5EF4-FFF2-40B4-BE49-F238E27FC236}">
                    <a16:creationId xmlns:a16="http://schemas.microsoft.com/office/drawing/2014/main" id="{BB384D51-1072-8354-B1A1-B657F9C9015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AEA43224-50BC-A57A-D863-2E412DA8082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직선 연결선 580">
                <a:extLst>
                  <a:ext uri="{FF2B5EF4-FFF2-40B4-BE49-F238E27FC236}">
                    <a16:creationId xmlns:a16="http://schemas.microsoft.com/office/drawing/2014/main" id="{6C31FA02-7A21-F673-25B6-3EA6D24DF4E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직선 연결선 581">
                <a:extLst>
                  <a:ext uri="{FF2B5EF4-FFF2-40B4-BE49-F238E27FC236}">
                    <a16:creationId xmlns:a16="http://schemas.microsoft.com/office/drawing/2014/main" id="{2C1EAEA5-CED0-61CE-1079-F3D12EB3F3F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직선 연결선 582">
                <a:extLst>
                  <a:ext uri="{FF2B5EF4-FFF2-40B4-BE49-F238E27FC236}">
                    <a16:creationId xmlns:a16="http://schemas.microsoft.com/office/drawing/2014/main" id="{273B34AA-0ACE-C2DB-5AA5-DDBCF48BC72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4" name="그룹 583">
              <a:extLst>
                <a:ext uri="{FF2B5EF4-FFF2-40B4-BE49-F238E27FC236}">
                  <a16:creationId xmlns:a16="http://schemas.microsoft.com/office/drawing/2014/main" id="{FD8E8A81-5DCE-AAC9-5869-3964CCD956E1}"/>
                </a:ext>
              </a:extLst>
            </p:cNvPr>
            <p:cNvGrpSpPr/>
            <p:nvPr/>
          </p:nvGrpSpPr>
          <p:grpSpPr>
            <a:xfrm>
              <a:off x="2748475" y="5598089"/>
              <a:ext cx="496830" cy="148744"/>
              <a:chOff x="1430856" y="2741794"/>
              <a:chExt cx="496830" cy="148744"/>
            </a:xfrm>
          </p:grpSpPr>
          <p:cxnSp>
            <p:nvCxnSpPr>
              <p:cNvPr id="585" name="직선 연결선 584">
                <a:extLst>
                  <a:ext uri="{FF2B5EF4-FFF2-40B4-BE49-F238E27FC236}">
                    <a16:creationId xmlns:a16="http://schemas.microsoft.com/office/drawing/2014/main" id="{88FB796A-98CF-F6D8-C32D-DB92F299BF8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475F8E6A-E999-5736-A00A-F5B8EDAEF71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직선 연결선 586">
                <a:extLst>
                  <a:ext uri="{FF2B5EF4-FFF2-40B4-BE49-F238E27FC236}">
                    <a16:creationId xmlns:a16="http://schemas.microsoft.com/office/drawing/2014/main" id="{614E129F-3AF7-0A1F-79D4-5EC593EFF24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직선 연결선 587">
                <a:extLst>
                  <a:ext uri="{FF2B5EF4-FFF2-40B4-BE49-F238E27FC236}">
                    <a16:creationId xmlns:a16="http://schemas.microsoft.com/office/drawing/2014/main" id="{91734F6A-0139-E53D-16B2-D980176C74EB}"/>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직선 연결선 588">
                <a:extLst>
                  <a:ext uri="{FF2B5EF4-FFF2-40B4-BE49-F238E27FC236}">
                    <a16:creationId xmlns:a16="http://schemas.microsoft.com/office/drawing/2014/main" id="{FFD8CA68-6393-F41C-DA95-0C1B9B10CFE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직선 연결선 589">
                <a:extLst>
                  <a:ext uri="{FF2B5EF4-FFF2-40B4-BE49-F238E27FC236}">
                    <a16:creationId xmlns:a16="http://schemas.microsoft.com/office/drawing/2014/main" id="{2814ADE5-E5D1-9019-C779-F588B8498A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직선 연결선 590">
                <a:extLst>
                  <a:ext uri="{FF2B5EF4-FFF2-40B4-BE49-F238E27FC236}">
                    <a16:creationId xmlns:a16="http://schemas.microsoft.com/office/drawing/2014/main" id="{2A52B9D8-E3BB-C8DE-5458-30C214B9E434}"/>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2E7605C6-8EA5-A08F-EF3D-E47724B0212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직선 연결선 592">
                <a:extLst>
                  <a:ext uri="{FF2B5EF4-FFF2-40B4-BE49-F238E27FC236}">
                    <a16:creationId xmlns:a16="http://schemas.microsoft.com/office/drawing/2014/main" id="{A6019E49-8283-3996-FDB7-8956C6AC7BB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직선 연결선 593">
                <a:extLst>
                  <a:ext uri="{FF2B5EF4-FFF2-40B4-BE49-F238E27FC236}">
                    <a16:creationId xmlns:a16="http://schemas.microsoft.com/office/drawing/2014/main" id="{4EBAF38B-8005-8AE8-161A-01411D3D44C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직선 연결선 594">
                <a:extLst>
                  <a:ext uri="{FF2B5EF4-FFF2-40B4-BE49-F238E27FC236}">
                    <a16:creationId xmlns:a16="http://schemas.microsoft.com/office/drawing/2014/main" id="{83BDA3E3-9D75-F3CD-7281-BF6B46314927}"/>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EABADD65-9F65-AB53-F148-1B868E742F3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직선 연결선 596">
                <a:extLst>
                  <a:ext uri="{FF2B5EF4-FFF2-40B4-BE49-F238E27FC236}">
                    <a16:creationId xmlns:a16="http://schemas.microsoft.com/office/drawing/2014/main" id="{58B7390B-D2AB-3B4A-FB20-F8C96901B88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직선 연결선 597">
                <a:extLst>
                  <a:ext uri="{FF2B5EF4-FFF2-40B4-BE49-F238E27FC236}">
                    <a16:creationId xmlns:a16="http://schemas.microsoft.com/office/drawing/2014/main" id="{856A5EB3-2A67-2EEB-2574-447F78D3CAB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직선 연결선 598">
                <a:extLst>
                  <a:ext uri="{FF2B5EF4-FFF2-40B4-BE49-F238E27FC236}">
                    <a16:creationId xmlns:a16="http://schemas.microsoft.com/office/drawing/2014/main" id="{44297B3E-6A0E-C912-1BA0-8B19A2B4BF6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B7ABF4BE-6526-4747-8D26-2523551C3F8B}"/>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1" name="그룹 600">
              <a:extLst>
                <a:ext uri="{FF2B5EF4-FFF2-40B4-BE49-F238E27FC236}">
                  <a16:creationId xmlns:a16="http://schemas.microsoft.com/office/drawing/2014/main" id="{69201C14-9AB2-2F0B-8CDA-CAAC5FB9F758}"/>
                </a:ext>
              </a:extLst>
            </p:cNvPr>
            <p:cNvGrpSpPr/>
            <p:nvPr/>
          </p:nvGrpSpPr>
          <p:grpSpPr>
            <a:xfrm>
              <a:off x="3282070" y="5596941"/>
              <a:ext cx="496830" cy="148744"/>
              <a:chOff x="1430856" y="2741794"/>
              <a:chExt cx="496830" cy="148744"/>
            </a:xfrm>
          </p:grpSpPr>
          <p:cxnSp>
            <p:nvCxnSpPr>
              <p:cNvPr id="602" name="직선 연결선 601">
                <a:extLst>
                  <a:ext uri="{FF2B5EF4-FFF2-40B4-BE49-F238E27FC236}">
                    <a16:creationId xmlns:a16="http://schemas.microsoft.com/office/drawing/2014/main" id="{1DC01AAF-25BC-BFBC-2F4F-07183D4AA265}"/>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직선 연결선 602">
                <a:extLst>
                  <a:ext uri="{FF2B5EF4-FFF2-40B4-BE49-F238E27FC236}">
                    <a16:creationId xmlns:a16="http://schemas.microsoft.com/office/drawing/2014/main" id="{15F79CD3-BA3D-8853-D432-83A703B5FCED}"/>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직선 연결선 603">
                <a:extLst>
                  <a:ext uri="{FF2B5EF4-FFF2-40B4-BE49-F238E27FC236}">
                    <a16:creationId xmlns:a16="http://schemas.microsoft.com/office/drawing/2014/main" id="{835F73F7-355C-B171-D60F-6FC491465318}"/>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직선 연결선 604">
                <a:extLst>
                  <a:ext uri="{FF2B5EF4-FFF2-40B4-BE49-F238E27FC236}">
                    <a16:creationId xmlns:a16="http://schemas.microsoft.com/office/drawing/2014/main" id="{DFDDC83E-633E-8D94-9086-DD5AF4287EA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직선 연결선 605">
                <a:extLst>
                  <a:ext uri="{FF2B5EF4-FFF2-40B4-BE49-F238E27FC236}">
                    <a16:creationId xmlns:a16="http://schemas.microsoft.com/office/drawing/2014/main" id="{7C8EC649-CAAA-3720-9D24-91671F7256E6}"/>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직선 연결선 606">
                <a:extLst>
                  <a:ext uri="{FF2B5EF4-FFF2-40B4-BE49-F238E27FC236}">
                    <a16:creationId xmlns:a16="http://schemas.microsoft.com/office/drawing/2014/main" id="{87DD194F-1EA3-00D0-FA80-36C55ADE374B}"/>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738FE76-6B87-4DC2-1641-38812E74B26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직선 연결선 608">
                <a:extLst>
                  <a:ext uri="{FF2B5EF4-FFF2-40B4-BE49-F238E27FC236}">
                    <a16:creationId xmlns:a16="http://schemas.microsoft.com/office/drawing/2014/main" id="{8430EABE-0003-6D57-AC4F-DD06D165B6D6}"/>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직선 연결선 609">
                <a:extLst>
                  <a:ext uri="{FF2B5EF4-FFF2-40B4-BE49-F238E27FC236}">
                    <a16:creationId xmlns:a16="http://schemas.microsoft.com/office/drawing/2014/main" id="{C1F9D459-6C25-18B3-943D-D4274623C153}"/>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A6B630B0-2AF9-51CD-3F4E-CA7329889DAB}"/>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4F6D1181-3317-0DA5-BF3C-B024F001D815}"/>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직선 연결선 612">
                <a:extLst>
                  <a:ext uri="{FF2B5EF4-FFF2-40B4-BE49-F238E27FC236}">
                    <a16:creationId xmlns:a16="http://schemas.microsoft.com/office/drawing/2014/main" id="{AC39E24F-BCE4-AEA3-3E5B-A45603A06A4A}"/>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5257D897-B154-794F-525A-3256D5180A87}"/>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직선 연결선 614">
                <a:extLst>
                  <a:ext uri="{FF2B5EF4-FFF2-40B4-BE49-F238E27FC236}">
                    <a16:creationId xmlns:a16="http://schemas.microsoft.com/office/drawing/2014/main" id="{2AB75880-A37C-56AB-23B2-C6F92572D56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600DA55B-FAC5-5818-BD5B-CD14AD24C0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직선 연결선 616">
                <a:extLst>
                  <a:ext uri="{FF2B5EF4-FFF2-40B4-BE49-F238E27FC236}">
                    <a16:creationId xmlns:a16="http://schemas.microsoft.com/office/drawing/2014/main" id="{798892F7-3B5E-9788-0EA3-BEE2EF6242C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그룹 617">
              <a:extLst>
                <a:ext uri="{FF2B5EF4-FFF2-40B4-BE49-F238E27FC236}">
                  <a16:creationId xmlns:a16="http://schemas.microsoft.com/office/drawing/2014/main" id="{619DB5FA-6512-CE66-84DB-C7EDBBE80E0A}"/>
                </a:ext>
              </a:extLst>
            </p:cNvPr>
            <p:cNvGrpSpPr/>
            <p:nvPr/>
          </p:nvGrpSpPr>
          <p:grpSpPr>
            <a:xfrm>
              <a:off x="3816151" y="5601188"/>
              <a:ext cx="496830" cy="148744"/>
              <a:chOff x="1430856" y="2741794"/>
              <a:chExt cx="496830" cy="148744"/>
            </a:xfrm>
          </p:grpSpPr>
          <p:cxnSp>
            <p:nvCxnSpPr>
              <p:cNvPr id="619" name="직선 연결선 618">
                <a:extLst>
                  <a:ext uri="{FF2B5EF4-FFF2-40B4-BE49-F238E27FC236}">
                    <a16:creationId xmlns:a16="http://schemas.microsoft.com/office/drawing/2014/main" id="{B266AA08-6487-00AF-4476-C7F97193E2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F327CF5-5E40-D514-24C0-A1565DEC299C}"/>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730A06FA-3D63-95AC-B98E-CD233AA5924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직선 연결선 621">
                <a:extLst>
                  <a:ext uri="{FF2B5EF4-FFF2-40B4-BE49-F238E27FC236}">
                    <a16:creationId xmlns:a16="http://schemas.microsoft.com/office/drawing/2014/main" id="{A12134A3-3FB8-CC31-8D6A-E6CD69B3073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37A8982-16DB-9A0D-18E9-1B9E1F10104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7A2536A3-4287-09FE-FC7E-184557BDF1B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직선 연결선 624">
                <a:extLst>
                  <a:ext uri="{FF2B5EF4-FFF2-40B4-BE49-F238E27FC236}">
                    <a16:creationId xmlns:a16="http://schemas.microsoft.com/office/drawing/2014/main" id="{713162F3-D5AA-04D2-C2B0-03A548EBB13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직선 연결선 625">
                <a:extLst>
                  <a:ext uri="{FF2B5EF4-FFF2-40B4-BE49-F238E27FC236}">
                    <a16:creationId xmlns:a16="http://schemas.microsoft.com/office/drawing/2014/main" id="{FAFA9CF7-1E82-B5D6-8595-A6B14D146DD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직선 연결선 626">
                <a:extLst>
                  <a:ext uri="{FF2B5EF4-FFF2-40B4-BE49-F238E27FC236}">
                    <a16:creationId xmlns:a16="http://schemas.microsoft.com/office/drawing/2014/main" id="{5ED2E21C-DCB0-A1A5-59B9-472402AEE8D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직선 연결선 627">
                <a:extLst>
                  <a:ext uri="{FF2B5EF4-FFF2-40B4-BE49-F238E27FC236}">
                    <a16:creationId xmlns:a16="http://schemas.microsoft.com/office/drawing/2014/main" id="{56113EBA-CF74-5038-E70E-3E0777C8A1D9}"/>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직선 연결선 628">
                <a:extLst>
                  <a:ext uri="{FF2B5EF4-FFF2-40B4-BE49-F238E27FC236}">
                    <a16:creationId xmlns:a16="http://schemas.microsoft.com/office/drawing/2014/main" id="{2A576045-EEE3-DDDF-A7A9-9D8E6E4BA1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직선 연결선 629">
                <a:extLst>
                  <a:ext uri="{FF2B5EF4-FFF2-40B4-BE49-F238E27FC236}">
                    <a16:creationId xmlns:a16="http://schemas.microsoft.com/office/drawing/2014/main" id="{D1FD245D-B2AC-A0A2-DF80-F806983232C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직선 연결선 630">
                <a:extLst>
                  <a:ext uri="{FF2B5EF4-FFF2-40B4-BE49-F238E27FC236}">
                    <a16:creationId xmlns:a16="http://schemas.microsoft.com/office/drawing/2014/main" id="{C1909EF1-AF0D-18E2-B075-0CDAF565DF40}"/>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직선 연결선 631">
                <a:extLst>
                  <a:ext uri="{FF2B5EF4-FFF2-40B4-BE49-F238E27FC236}">
                    <a16:creationId xmlns:a16="http://schemas.microsoft.com/office/drawing/2014/main" id="{6FCFCA54-38BF-230B-E654-8252B80B711B}"/>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5672537D-C049-FA79-5261-F5EE1F7BA12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직선 연결선 633">
                <a:extLst>
                  <a:ext uri="{FF2B5EF4-FFF2-40B4-BE49-F238E27FC236}">
                    <a16:creationId xmlns:a16="http://schemas.microsoft.com/office/drawing/2014/main" id="{260B9853-3897-188D-84B4-55368024814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그룹 634">
              <a:extLst>
                <a:ext uri="{FF2B5EF4-FFF2-40B4-BE49-F238E27FC236}">
                  <a16:creationId xmlns:a16="http://schemas.microsoft.com/office/drawing/2014/main" id="{6AA677EE-6E03-C7FF-BA18-BA8CA999797E}"/>
                </a:ext>
              </a:extLst>
            </p:cNvPr>
            <p:cNvGrpSpPr/>
            <p:nvPr/>
          </p:nvGrpSpPr>
          <p:grpSpPr>
            <a:xfrm>
              <a:off x="4349746" y="5600040"/>
              <a:ext cx="496830" cy="148744"/>
              <a:chOff x="1430856" y="2741794"/>
              <a:chExt cx="496830" cy="148744"/>
            </a:xfrm>
          </p:grpSpPr>
          <p:cxnSp>
            <p:nvCxnSpPr>
              <p:cNvPr id="636" name="직선 연결선 635">
                <a:extLst>
                  <a:ext uri="{FF2B5EF4-FFF2-40B4-BE49-F238E27FC236}">
                    <a16:creationId xmlns:a16="http://schemas.microsoft.com/office/drawing/2014/main" id="{C7C6F063-7761-ACD2-91B1-A112688E472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직선 연결선 636">
                <a:extLst>
                  <a:ext uri="{FF2B5EF4-FFF2-40B4-BE49-F238E27FC236}">
                    <a16:creationId xmlns:a16="http://schemas.microsoft.com/office/drawing/2014/main" id="{B6F9FB1D-2F53-B2FE-825E-F5ED8943DC0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직선 연결선 637">
                <a:extLst>
                  <a:ext uri="{FF2B5EF4-FFF2-40B4-BE49-F238E27FC236}">
                    <a16:creationId xmlns:a16="http://schemas.microsoft.com/office/drawing/2014/main" id="{F319895A-0EE8-80B6-A685-C63B3D4A82AC}"/>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직선 연결선 638">
                <a:extLst>
                  <a:ext uri="{FF2B5EF4-FFF2-40B4-BE49-F238E27FC236}">
                    <a16:creationId xmlns:a16="http://schemas.microsoft.com/office/drawing/2014/main" id="{DD579CB0-22AE-2C38-B02B-95EDD562956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A189D250-4D56-80D2-5DB8-B43D94777D9A}"/>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직선 연결선 640">
                <a:extLst>
                  <a:ext uri="{FF2B5EF4-FFF2-40B4-BE49-F238E27FC236}">
                    <a16:creationId xmlns:a16="http://schemas.microsoft.com/office/drawing/2014/main" id="{F8902D30-54AF-0315-5AF9-D7572EE3EB0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직선 연결선 641">
                <a:extLst>
                  <a:ext uri="{FF2B5EF4-FFF2-40B4-BE49-F238E27FC236}">
                    <a16:creationId xmlns:a16="http://schemas.microsoft.com/office/drawing/2014/main" id="{83D7F039-3043-D53A-1079-06F55601977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직선 연결선 642">
                <a:extLst>
                  <a:ext uri="{FF2B5EF4-FFF2-40B4-BE49-F238E27FC236}">
                    <a16:creationId xmlns:a16="http://schemas.microsoft.com/office/drawing/2014/main" id="{C98B0B41-BE27-69AE-BF35-29045F1F4F8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31392634-1E9F-41B7-BBFF-0924FB7AC6C0}"/>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CDCAD522-FDA6-80E3-78EA-BD7B4A7B8BB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직선 연결선 645">
                <a:extLst>
                  <a:ext uri="{FF2B5EF4-FFF2-40B4-BE49-F238E27FC236}">
                    <a16:creationId xmlns:a16="http://schemas.microsoft.com/office/drawing/2014/main" id="{808264E9-5A1B-2794-6680-1B3A9207565C}"/>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직선 연결선 646">
                <a:extLst>
                  <a:ext uri="{FF2B5EF4-FFF2-40B4-BE49-F238E27FC236}">
                    <a16:creationId xmlns:a16="http://schemas.microsoft.com/office/drawing/2014/main" id="{121AF42D-9259-70F7-5AEE-8CC28BB3C12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직선 연결선 647">
                <a:extLst>
                  <a:ext uri="{FF2B5EF4-FFF2-40B4-BE49-F238E27FC236}">
                    <a16:creationId xmlns:a16="http://schemas.microsoft.com/office/drawing/2014/main" id="{3071738C-F8BD-88EC-F90C-3D215AFA3F0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직선 연결선 648">
                <a:extLst>
                  <a:ext uri="{FF2B5EF4-FFF2-40B4-BE49-F238E27FC236}">
                    <a16:creationId xmlns:a16="http://schemas.microsoft.com/office/drawing/2014/main" id="{45AEBAD0-9F82-5E7D-7936-C2ABB1755D1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직선 연결선 649">
                <a:extLst>
                  <a:ext uri="{FF2B5EF4-FFF2-40B4-BE49-F238E27FC236}">
                    <a16:creationId xmlns:a16="http://schemas.microsoft.com/office/drawing/2014/main" id="{F0D9ABC2-D9CE-1207-D71B-F8ED7B3F180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직선 연결선 650">
                <a:extLst>
                  <a:ext uri="{FF2B5EF4-FFF2-40B4-BE49-F238E27FC236}">
                    <a16:creationId xmlns:a16="http://schemas.microsoft.com/office/drawing/2014/main" id="{5BB8FC8B-8811-68F1-81F9-9FC0B4234A28}"/>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2" name="그룹 651">
              <a:extLst>
                <a:ext uri="{FF2B5EF4-FFF2-40B4-BE49-F238E27FC236}">
                  <a16:creationId xmlns:a16="http://schemas.microsoft.com/office/drawing/2014/main" id="{64D2B07B-3715-2871-18BE-FFCF85A80451}"/>
                </a:ext>
              </a:extLst>
            </p:cNvPr>
            <p:cNvGrpSpPr/>
            <p:nvPr/>
          </p:nvGrpSpPr>
          <p:grpSpPr>
            <a:xfrm>
              <a:off x="4879879" y="5601330"/>
              <a:ext cx="490299" cy="149433"/>
              <a:chOff x="1430856" y="2740291"/>
              <a:chExt cx="490299" cy="149433"/>
            </a:xfrm>
          </p:grpSpPr>
          <p:cxnSp>
            <p:nvCxnSpPr>
              <p:cNvPr id="653" name="직선 연결선 652">
                <a:extLst>
                  <a:ext uri="{FF2B5EF4-FFF2-40B4-BE49-F238E27FC236}">
                    <a16:creationId xmlns:a16="http://schemas.microsoft.com/office/drawing/2014/main" id="{95D32125-CC15-76F0-C4ED-1393C4C3159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직선 연결선 653">
                <a:extLst>
                  <a:ext uri="{FF2B5EF4-FFF2-40B4-BE49-F238E27FC236}">
                    <a16:creationId xmlns:a16="http://schemas.microsoft.com/office/drawing/2014/main" id="{CB193820-1B96-9F0F-D3F3-A3215E65DB3B}"/>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직선 연결선 654">
                <a:extLst>
                  <a:ext uri="{FF2B5EF4-FFF2-40B4-BE49-F238E27FC236}">
                    <a16:creationId xmlns:a16="http://schemas.microsoft.com/office/drawing/2014/main" id="{EA6078F6-80B7-4413-7E80-B5A69C0B4C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직선 연결선 655">
                <a:extLst>
                  <a:ext uri="{FF2B5EF4-FFF2-40B4-BE49-F238E27FC236}">
                    <a16:creationId xmlns:a16="http://schemas.microsoft.com/office/drawing/2014/main" id="{3A2BA63D-636B-16E7-AE93-A9FC7954AD5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직선 연결선 656">
                <a:extLst>
                  <a:ext uri="{FF2B5EF4-FFF2-40B4-BE49-F238E27FC236}">
                    <a16:creationId xmlns:a16="http://schemas.microsoft.com/office/drawing/2014/main" id="{8D497CA3-C408-E83D-CDDE-E03E4AF7A5C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직선 연결선 657">
                <a:extLst>
                  <a:ext uri="{FF2B5EF4-FFF2-40B4-BE49-F238E27FC236}">
                    <a16:creationId xmlns:a16="http://schemas.microsoft.com/office/drawing/2014/main" id="{349F76CE-6D2F-378B-B5DB-1E34E2CFEEB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직선 연결선 658">
                <a:extLst>
                  <a:ext uri="{FF2B5EF4-FFF2-40B4-BE49-F238E27FC236}">
                    <a16:creationId xmlns:a16="http://schemas.microsoft.com/office/drawing/2014/main" id="{B27E1094-36E8-BBC2-AFF9-061A3499E30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직선 연결선 659">
                <a:extLst>
                  <a:ext uri="{FF2B5EF4-FFF2-40B4-BE49-F238E27FC236}">
                    <a16:creationId xmlns:a16="http://schemas.microsoft.com/office/drawing/2014/main" id="{644E7C4D-ABAF-0918-AF41-C25AA7B149EF}"/>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직선 연결선 660">
                <a:extLst>
                  <a:ext uri="{FF2B5EF4-FFF2-40B4-BE49-F238E27FC236}">
                    <a16:creationId xmlns:a16="http://schemas.microsoft.com/office/drawing/2014/main" id="{EC9292EB-72C3-FB7E-408B-17F54582855F}"/>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2" name="직선 연결선 661">
                <a:extLst>
                  <a:ext uri="{FF2B5EF4-FFF2-40B4-BE49-F238E27FC236}">
                    <a16:creationId xmlns:a16="http://schemas.microsoft.com/office/drawing/2014/main" id="{FA194E73-23F3-D108-BD75-79C4FDED7DF8}"/>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직선 연결선 662">
                <a:extLst>
                  <a:ext uri="{FF2B5EF4-FFF2-40B4-BE49-F238E27FC236}">
                    <a16:creationId xmlns:a16="http://schemas.microsoft.com/office/drawing/2014/main" id="{93510E12-3CF5-C01A-DA3B-8F142EE3821B}"/>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4" name="직선 연결선 663">
                <a:extLst>
                  <a:ext uri="{FF2B5EF4-FFF2-40B4-BE49-F238E27FC236}">
                    <a16:creationId xmlns:a16="http://schemas.microsoft.com/office/drawing/2014/main" id="{D7A2F83A-6A71-C0F1-E1B2-CC5F827080BD}"/>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5" name="직선 연결선 664">
                <a:extLst>
                  <a:ext uri="{FF2B5EF4-FFF2-40B4-BE49-F238E27FC236}">
                    <a16:creationId xmlns:a16="http://schemas.microsoft.com/office/drawing/2014/main" id="{F999584F-CA3B-2805-3F2C-C2992E06B414}"/>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직선 연결선 665">
                <a:extLst>
                  <a:ext uri="{FF2B5EF4-FFF2-40B4-BE49-F238E27FC236}">
                    <a16:creationId xmlns:a16="http://schemas.microsoft.com/office/drawing/2014/main" id="{DE891244-96C5-3F41-C634-E4E529EE7A1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7" name="직선 연결선 666">
                <a:extLst>
                  <a:ext uri="{FF2B5EF4-FFF2-40B4-BE49-F238E27FC236}">
                    <a16:creationId xmlns:a16="http://schemas.microsoft.com/office/drawing/2014/main" id="{C89487C9-FB2D-A8AC-1503-D454EA6724C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8" name="직선 연결선 667">
                <a:extLst>
                  <a:ext uri="{FF2B5EF4-FFF2-40B4-BE49-F238E27FC236}">
                    <a16:creationId xmlns:a16="http://schemas.microsoft.com/office/drawing/2014/main" id="{614347AA-BF06-EBE8-76E1-D698E64BFD22}"/>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6E74E716-5E20-FDAE-0D9D-8B159769EFE2}"/>
                </a:ext>
              </a:extLst>
            </p:cNvPr>
            <p:cNvCxnSpPr>
              <a:cxnSpLocks/>
            </p:cNvCxnSpPr>
            <p:nvPr/>
          </p:nvCxnSpPr>
          <p:spPr>
            <a:xfrm flipV="1">
              <a:off x="1477678" y="701853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72" name="직사각형 671">
              <a:extLst>
                <a:ext uri="{FF2B5EF4-FFF2-40B4-BE49-F238E27FC236}">
                  <a16:creationId xmlns:a16="http://schemas.microsoft.com/office/drawing/2014/main" id="{94E6C9DD-82AE-0160-A4F5-180635AEF62C}"/>
                </a:ext>
              </a:extLst>
            </p:cNvPr>
            <p:cNvSpPr/>
            <p:nvPr/>
          </p:nvSpPr>
          <p:spPr>
            <a:xfrm>
              <a:off x="1109015" y="692154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3" name="그룹 672">
              <a:extLst>
                <a:ext uri="{FF2B5EF4-FFF2-40B4-BE49-F238E27FC236}">
                  <a16:creationId xmlns:a16="http://schemas.microsoft.com/office/drawing/2014/main" id="{C5EFD178-AFD7-4FBA-6041-8622226E7129}"/>
                </a:ext>
              </a:extLst>
            </p:cNvPr>
            <p:cNvGrpSpPr/>
            <p:nvPr/>
          </p:nvGrpSpPr>
          <p:grpSpPr>
            <a:xfrm>
              <a:off x="3521927" y="6874804"/>
              <a:ext cx="1877715" cy="153148"/>
              <a:chOff x="3269598" y="3776660"/>
              <a:chExt cx="1877715" cy="153148"/>
            </a:xfrm>
          </p:grpSpPr>
          <p:sp>
            <p:nvSpPr>
              <p:cNvPr id="674" name="직사각형 673">
                <a:extLst>
                  <a:ext uri="{FF2B5EF4-FFF2-40B4-BE49-F238E27FC236}">
                    <a16:creationId xmlns:a16="http://schemas.microsoft.com/office/drawing/2014/main" id="{E317D598-C480-5973-036A-582FD5AC6CAF}"/>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75" name="직선 연결선 674">
                <a:extLst>
                  <a:ext uri="{FF2B5EF4-FFF2-40B4-BE49-F238E27FC236}">
                    <a16:creationId xmlns:a16="http://schemas.microsoft.com/office/drawing/2014/main" id="{9B4D7605-B247-BD67-7BD6-9A64238181F8}"/>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6" name="직선 연결선 675">
                <a:extLst>
                  <a:ext uri="{FF2B5EF4-FFF2-40B4-BE49-F238E27FC236}">
                    <a16:creationId xmlns:a16="http://schemas.microsoft.com/office/drawing/2014/main" id="{DCFB0B74-ED79-C7FE-877A-D5EE9DE76695}"/>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7" name="직선 연결선 676">
                <a:extLst>
                  <a:ext uri="{FF2B5EF4-FFF2-40B4-BE49-F238E27FC236}">
                    <a16:creationId xmlns:a16="http://schemas.microsoft.com/office/drawing/2014/main" id="{6A7D8637-E58C-4004-25A9-6905B145E542}"/>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직선 연결선 677">
                <a:extLst>
                  <a:ext uri="{FF2B5EF4-FFF2-40B4-BE49-F238E27FC236}">
                    <a16:creationId xmlns:a16="http://schemas.microsoft.com/office/drawing/2014/main" id="{312B1E0A-FD30-951B-5809-B9770338369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595FAD51-5321-3DB4-ACD6-D1C2DE72B5CB}"/>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0" name="직선 연결선 679">
                <a:extLst>
                  <a:ext uri="{FF2B5EF4-FFF2-40B4-BE49-F238E27FC236}">
                    <a16:creationId xmlns:a16="http://schemas.microsoft.com/office/drawing/2014/main" id="{86DB26B0-1261-A00E-1EEE-5A1FBBC6B804}"/>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직선 연결선 680">
                <a:extLst>
                  <a:ext uri="{FF2B5EF4-FFF2-40B4-BE49-F238E27FC236}">
                    <a16:creationId xmlns:a16="http://schemas.microsoft.com/office/drawing/2014/main" id="{CDE12A84-6090-F4F4-41B0-F0B0EE29CF66}"/>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직선 연결선 681">
                <a:extLst>
                  <a:ext uri="{FF2B5EF4-FFF2-40B4-BE49-F238E27FC236}">
                    <a16:creationId xmlns:a16="http://schemas.microsoft.com/office/drawing/2014/main" id="{73DD4FFE-ACA0-0CAB-D189-F111D06C5040}"/>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3" name="그룹 682">
                <a:extLst>
                  <a:ext uri="{FF2B5EF4-FFF2-40B4-BE49-F238E27FC236}">
                    <a16:creationId xmlns:a16="http://schemas.microsoft.com/office/drawing/2014/main" id="{F4B11792-FAE9-132C-1319-BC944FD28657}"/>
                  </a:ext>
                </a:extLst>
              </p:cNvPr>
              <p:cNvGrpSpPr/>
              <p:nvPr/>
            </p:nvGrpSpPr>
            <p:grpSpPr>
              <a:xfrm>
                <a:off x="3562260" y="3780233"/>
                <a:ext cx="496830" cy="148744"/>
                <a:chOff x="1430856" y="2741794"/>
                <a:chExt cx="496830" cy="148744"/>
              </a:xfrm>
            </p:grpSpPr>
            <p:cxnSp>
              <p:nvCxnSpPr>
                <p:cNvPr id="718" name="직선 연결선 717">
                  <a:extLst>
                    <a:ext uri="{FF2B5EF4-FFF2-40B4-BE49-F238E27FC236}">
                      <a16:creationId xmlns:a16="http://schemas.microsoft.com/office/drawing/2014/main" id="{B8C04C01-48D3-34B4-507B-62C3D8E409D4}"/>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9" name="직선 연결선 718">
                  <a:extLst>
                    <a:ext uri="{FF2B5EF4-FFF2-40B4-BE49-F238E27FC236}">
                      <a16:creationId xmlns:a16="http://schemas.microsoft.com/office/drawing/2014/main" id="{53085DA1-DEFA-AB46-C749-267E102BFD24}"/>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0" name="직선 연결선 719">
                  <a:extLst>
                    <a:ext uri="{FF2B5EF4-FFF2-40B4-BE49-F238E27FC236}">
                      <a16:creationId xmlns:a16="http://schemas.microsoft.com/office/drawing/2014/main" id="{E3211A32-0F98-6456-6F2A-FF5C98A7FE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1" name="직선 연결선 720">
                  <a:extLst>
                    <a:ext uri="{FF2B5EF4-FFF2-40B4-BE49-F238E27FC236}">
                      <a16:creationId xmlns:a16="http://schemas.microsoft.com/office/drawing/2014/main" id="{C2F88E8E-0939-95F9-72A6-C059E92A8780}"/>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2" name="직선 연결선 721">
                  <a:extLst>
                    <a:ext uri="{FF2B5EF4-FFF2-40B4-BE49-F238E27FC236}">
                      <a16:creationId xmlns:a16="http://schemas.microsoft.com/office/drawing/2014/main" id="{EBCB9624-1050-3548-B76D-68C5D8E91B6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직선 연결선 722">
                  <a:extLst>
                    <a:ext uri="{FF2B5EF4-FFF2-40B4-BE49-F238E27FC236}">
                      <a16:creationId xmlns:a16="http://schemas.microsoft.com/office/drawing/2014/main" id="{9A828441-FCFA-C4B5-DB0D-E265A07EDC19}"/>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직선 연결선 723">
                  <a:extLst>
                    <a:ext uri="{FF2B5EF4-FFF2-40B4-BE49-F238E27FC236}">
                      <a16:creationId xmlns:a16="http://schemas.microsoft.com/office/drawing/2014/main" id="{875C436C-2273-1769-E938-94A64FB22611}"/>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5" name="직선 연결선 724">
                  <a:extLst>
                    <a:ext uri="{FF2B5EF4-FFF2-40B4-BE49-F238E27FC236}">
                      <a16:creationId xmlns:a16="http://schemas.microsoft.com/office/drawing/2014/main" id="{08F89D69-60C2-013D-183C-2A817DB8899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6" name="직선 연결선 725">
                  <a:extLst>
                    <a:ext uri="{FF2B5EF4-FFF2-40B4-BE49-F238E27FC236}">
                      <a16:creationId xmlns:a16="http://schemas.microsoft.com/office/drawing/2014/main" id="{E85F42BF-60A9-99B0-9D5C-43E94C16BBED}"/>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직선 연결선 726">
                  <a:extLst>
                    <a:ext uri="{FF2B5EF4-FFF2-40B4-BE49-F238E27FC236}">
                      <a16:creationId xmlns:a16="http://schemas.microsoft.com/office/drawing/2014/main" id="{ABEA6886-E4F4-A577-8283-537D92D1525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직선 연결선 727">
                  <a:extLst>
                    <a:ext uri="{FF2B5EF4-FFF2-40B4-BE49-F238E27FC236}">
                      <a16:creationId xmlns:a16="http://schemas.microsoft.com/office/drawing/2014/main" id="{67F08B7C-06B3-710D-2AC2-CDE02E4F0FB0}"/>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직선 연결선 728">
                  <a:extLst>
                    <a:ext uri="{FF2B5EF4-FFF2-40B4-BE49-F238E27FC236}">
                      <a16:creationId xmlns:a16="http://schemas.microsoft.com/office/drawing/2014/main" id="{FEF37569-0040-A62E-0D7A-65B04358E3F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직선 연결선 729">
                  <a:extLst>
                    <a:ext uri="{FF2B5EF4-FFF2-40B4-BE49-F238E27FC236}">
                      <a16:creationId xmlns:a16="http://schemas.microsoft.com/office/drawing/2014/main" id="{D6BE9374-D395-7855-19F4-B8AC8645B67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1" name="직선 연결선 730">
                  <a:extLst>
                    <a:ext uri="{FF2B5EF4-FFF2-40B4-BE49-F238E27FC236}">
                      <a16:creationId xmlns:a16="http://schemas.microsoft.com/office/drawing/2014/main" id="{9C4B6020-481A-0421-5BE6-DD88B6FA0B5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2" name="직선 연결선 731">
                  <a:extLst>
                    <a:ext uri="{FF2B5EF4-FFF2-40B4-BE49-F238E27FC236}">
                      <a16:creationId xmlns:a16="http://schemas.microsoft.com/office/drawing/2014/main" id="{C22D60F7-0725-7717-75F9-AD85E7AD537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직선 연결선 732">
                  <a:extLst>
                    <a:ext uri="{FF2B5EF4-FFF2-40B4-BE49-F238E27FC236}">
                      <a16:creationId xmlns:a16="http://schemas.microsoft.com/office/drawing/2014/main" id="{F09B4F0D-52B4-C4A6-9081-A0F996366F4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4" name="그룹 683">
                <a:extLst>
                  <a:ext uri="{FF2B5EF4-FFF2-40B4-BE49-F238E27FC236}">
                    <a16:creationId xmlns:a16="http://schemas.microsoft.com/office/drawing/2014/main" id="{67B6391C-8E86-7C91-467A-9A357FBE6D9E}"/>
                  </a:ext>
                </a:extLst>
              </p:cNvPr>
              <p:cNvGrpSpPr/>
              <p:nvPr/>
            </p:nvGrpSpPr>
            <p:grpSpPr>
              <a:xfrm>
                <a:off x="4095855" y="3779085"/>
                <a:ext cx="496830" cy="148744"/>
                <a:chOff x="1430856" y="2741794"/>
                <a:chExt cx="496830" cy="148744"/>
              </a:xfrm>
            </p:grpSpPr>
            <p:cxnSp>
              <p:nvCxnSpPr>
                <p:cNvPr id="702" name="직선 연결선 701">
                  <a:extLst>
                    <a:ext uri="{FF2B5EF4-FFF2-40B4-BE49-F238E27FC236}">
                      <a16:creationId xmlns:a16="http://schemas.microsoft.com/office/drawing/2014/main" id="{FD3D7C34-A507-25BE-09D0-B09353942642}"/>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직선 연결선 702">
                  <a:extLst>
                    <a:ext uri="{FF2B5EF4-FFF2-40B4-BE49-F238E27FC236}">
                      <a16:creationId xmlns:a16="http://schemas.microsoft.com/office/drawing/2014/main" id="{20741C44-138B-5579-8536-8B068A0A42F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직선 연결선 703">
                  <a:extLst>
                    <a:ext uri="{FF2B5EF4-FFF2-40B4-BE49-F238E27FC236}">
                      <a16:creationId xmlns:a16="http://schemas.microsoft.com/office/drawing/2014/main" id="{660DCEF5-4F15-3153-2CF7-2C7165E481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직선 연결선 704">
                  <a:extLst>
                    <a:ext uri="{FF2B5EF4-FFF2-40B4-BE49-F238E27FC236}">
                      <a16:creationId xmlns:a16="http://schemas.microsoft.com/office/drawing/2014/main" id="{77E7416C-8E1B-6E7B-ED33-E964882BE7E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직선 연결선 705">
                  <a:extLst>
                    <a:ext uri="{FF2B5EF4-FFF2-40B4-BE49-F238E27FC236}">
                      <a16:creationId xmlns:a16="http://schemas.microsoft.com/office/drawing/2014/main" id="{125E05BB-3E94-25A8-AB38-27E3119F77F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직선 연결선 706">
                  <a:extLst>
                    <a:ext uri="{FF2B5EF4-FFF2-40B4-BE49-F238E27FC236}">
                      <a16:creationId xmlns:a16="http://schemas.microsoft.com/office/drawing/2014/main" id="{B7B8007D-1ADC-82FD-0EDE-284631DB2CB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직선 연결선 707">
                  <a:extLst>
                    <a:ext uri="{FF2B5EF4-FFF2-40B4-BE49-F238E27FC236}">
                      <a16:creationId xmlns:a16="http://schemas.microsoft.com/office/drawing/2014/main" id="{C190EA8F-4D3F-7BD4-A1B1-527D1420F016}"/>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62710A66-C669-CF61-66D6-387ED939F97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0" name="직선 연결선 709">
                  <a:extLst>
                    <a:ext uri="{FF2B5EF4-FFF2-40B4-BE49-F238E27FC236}">
                      <a16:creationId xmlns:a16="http://schemas.microsoft.com/office/drawing/2014/main" id="{47C5302F-DEF0-83E7-9EEC-16B033D4E36F}"/>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직선 연결선 710">
                  <a:extLst>
                    <a:ext uri="{FF2B5EF4-FFF2-40B4-BE49-F238E27FC236}">
                      <a16:creationId xmlns:a16="http://schemas.microsoft.com/office/drawing/2014/main" id="{A9B5BBF2-6315-58E4-0A44-6797ED53697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2" name="직선 연결선 711">
                  <a:extLst>
                    <a:ext uri="{FF2B5EF4-FFF2-40B4-BE49-F238E27FC236}">
                      <a16:creationId xmlns:a16="http://schemas.microsoft.com/office/drawing/2014/main" id="{B24F2A1B-689A-E5D6-5983-947CEB144AD4}"/>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3" name="직선 연결선 712">
                  <a:extLst>
                    <a:ext uri="{FF2B5EF4-FFF2-40B4-BE49-F238E27FC236}">
                      <a16:creationId xmlns:a16="http://schemas.microsoft.com/office/drawing/2014/main" id="{D2CBC5AA-2868-4F91-1494-CAA4BD6A7E4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직선 연결선 713">
                  <a:extLst>
                    <a:ext uri="{FF2B5EF4-FFF2-40B4-BE49-F238E27FC236}">
                      <a16:creationId xmlns:a16="http://schemas.microsoft.com/office/drawing/2014/main" id="{BF6D63D5-E15F-549C-74EE-DC4951C7EB7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5" name="직선 연결선 714">
                  <a:extLst>
                    <a:ext uri="{FF2B5EF4-FFF2-40B4-BE49-F238E27FC236}">
                      <a16:creationId xmlns:a16="http://schemas.microsoft.com/office/drawing/2014/main" id="{B23C9AF0-73DD-431E-5F69-E4CFA6DC787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6" name="직선 연결선 715">
                  <a:extLst>
                    <a:ext uri="{FF2B5EF4-FFF2-40B4-BE49-F238E27FC236}">
                      <a16:creationId xmlns:a16="http://schemas.microsoft.com/office/drawing/2014/main" id="{81376079-3570-ADD2-4BDD-466FAEB1C8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직선 연결선 716">
                  <a:extLst>
                    <a:ext uri="{FF2B5EF4-FFF2-40B4-BE49-F238E27FC236}">
                      <a16:creationId xmlns:a16="http://schemas.microsoft.com/office/drawing/2014/main" id="{3553772A-4B19-206B-3F1B-C8275A5A6626}"/>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그룹 684">
                <a:extLst>
                  <a:ext uri="{FF2B5EF4-FFF2-40B4-BE49-F238E27FC236}">
                    <a16:creationId xmlns:a16="http://schemas.microsoft.com/office/drawing/2014/main" id="{6481B412-21D5-9D57-88AE-677D35D2AC63}"/>
                  </a:ext>
                </a:extLst>
              </p:cNvPr>
              <p:cNvGrpSpPr/>
              <p:nvPr/>
            </p:nvGrpSpPr>
            <p:grpSpPr>
              <a:xfrm>
                <a:off x="4625988" y="3780375"/>
                <a:ext cx="490299" cy="149433"/>
                <a:chOff x="1430856" y="2740291"/>
                <a:chExt cx="490299" cy="149433"/>
              </a:xfrm>
            </p:grpSpPr>
            <p:cxnSp>
              <p:nvCxnSpPr>
                <p:cNvPr id="686" name="직선 연결선 685">
                  <a:extLst>
                    <a:ext uri="{FF2B5EF4-FFF2-40B4-BE49-F238E27FC236}">
                      <a16:creationId xmlns:a16="http://schemas.microsoft.com/office/drawing/2014/main" id="{D1B987B1-6000-5283-5062-EEC70550B8E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직선 연결선 686">
                  <a:extLst>
                    <a:ext uri="{FF2B5EF4-FFF2-40B4-BE49-F238E27FC236}">
                      <a16:creationId xmlns:a16="http://schemas.microsoft.com/office/drawing/2014/main" id="{A5D1624F-DB44-35B8-C82E-37BB798C1B03}"/>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8" name="직선 연결선 687">
                  <a:extLst>
                    <a:ext uri="{FF2B5EF4-FFF2-40B4-BE49-F238E27FC236}">
                      <a16:creationId xmlns:a16="http://schemas.microsoft.com/office/drawing/2014/main" id="{DE0F848C-0F84-0EE8-23F3-5E493AA883D7}"/>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80CF6097-6ECA-79CB-1A8D-98311CAD76B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직선 연결선 689">
                  <a:extLst>
                    <a:ext uri="{FF2B5EF4-FFF2-40B4-BE49-F238E27FC236}">
                      <a16:creationId xmlns:a16="http://schemas.microsoft.com/office/drawing/2014/main" id="{993B04E7-EECC-8773-4103-7705D36063F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1" name="직선 연결선 690">
                  <a:extLst>
                    <a:ext uri="{FF2B5EF4-FFF2-40B4-BE49-F238E27FC236}">
                      <a16:creationId xmlns:a16="http://schemas.microsoft.com/office/drawing/2014/main" id="{1698407A-2E61-B564-1191-9EF54D6023A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2" name="직선 연결선 691">
                  <a:extLst>
                    <a:ext uri="{FF2B5EF4-FFF2-40B4-BE49-F238E27FC236}">
                      <a16:creationId xmlns:a16="http://schemas.microsoft.com/office/drawing/2014/main" id="{2ED312D1-D767-6F7D-1080-288D3535115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직선 연결선 692">
                  <a:extLst>
                    <a:ext uri="{FF2B5EF4-FFF2-40B4-BE49-F238E27FC236}">
                      <a16:creationId xmlns:a16="http://schemas.microsoft.com/office/drawing/2014/main" id="{DF6F0BED-3E56-698C-A7C2-F897A0B8BC4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직선 연결선 693">
                  <a:extLst>
                    <a:ext uri="{FF2B5EF4-FFF2-40B4-BE49-F238E27FC236}">
                      <a16:creationId xmlns:a16="http://schemas.microsoft.com/office/drawing/2014/main" id="{1A116DAA-0E94-F942-A9F5-F50316B14096}"/>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5" name="직선 연결선 694">
                  <a:extLst>
                    <a:ext uri="{FF2B5EF4-FFF2-40B4-BE49-F238E27FC236}">
                      <a16:creationId xmlns:a16="http://schemas.microsoft.com/office/drawing/2014/main" id="{78FF2073-85DA-831F-6931-82F0FC00A15E}"/>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직선 연결선 695">
                  <a:extLst>
                    <a:ext uri="{FF2B5EF4-FFF2-40B4-BE49-F238E27FC236}">
                      <a16:creationId xmlns:a16="http://schemas.microsoft.com/office/drawing/2014/main" id="{8EC32DE0-4C9F-FDD6-C816-033B33BBBB77}"/>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7" name="직선 연결선 696">
                  <a:extLst>
                    <a:ext uri="{FF2B5EF4-FFF2-40B4-BE49-F238E27FC236}">
                      <a16:creationId xmlns:a16="http://schemas.microsoft.com/office/drawing/2014/main" id="{E48A0728-7419-54F6-09BA-00204AC760B3}"/>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8" name="직선 연결선 697">
                  <a:extLst>
                    <a:ext uri="{FF2B5EF4-FFF2-40B4-BE49-F238E27FC236}">
                      <a16:creationId xmlns:a16="http://schemas.microsoft.com/office/drawing/2014/main" id="{D5940197-F8C6-1B53-711B-7E5A38CF70E0}"/>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직선 연결선 698">
                  <a:extLst>
                    <a:ext uri="{FF2B5EF4-FFF2-40B4-BE49-F238E27FC236}">
                      <a16:creationId xmlns:a16="http://schemas.microsoft.com/office/drawing/2014/main" id="{BAF3A6BA-8BFC-C58A-C8EC-9D9D91167BD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0" name="직선 연결선 699">
                  <a:extLst>
                    <a:ext uri="{FF2B5EF4-FFF2-40B4-BE49-F238E27FC236}">
                      <a16:creationId xmlns:a16="http://schemas.microsoft.com/office/drawing/2014/main" id="{6ADCE5EC-925C-062D-ABAE-B59CE9023EE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직선 연결선 700">
                  <a:extLst>
                    <a:ext uri="{FF2B5EF4-FFF2-40B4-BE49-F238E27FC236}">
                      <a16:creationId xmlns:a16="http://schemas.microsoft.com/office/drawing/2014/main" id="{1B467A5E-6F86-03BA-4FA1-F59BAF0D142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72887" y="732224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6" name="직사각형 735">
              <a:extLst>
                <a:ext uri="{FF2B5EF4-FFF2-40B4-BE49-F238E27FC236}">
                  <a16:creationId xmlns:a16="http://schemas.microsoft.com/office/drawing/2014/main" id="{7F7ED08E-8166-C9AF-DABB-CA7B9C782F74}"/>
                </a:ext>
              </a:extLst>
            </p:cNvPr>
            <p:cNvSpPr/>
            <p:nvPr/>
          </p:nvSpPr>
          <p:spPr>
            <a:xfrm>
              <a:off x="3521911" y="717919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37" name="직사각형 736">
              <a:extLst>
                <a:ext uri="{FF2B5EF4-FFF2-40B4-BE49-F238E27FC236}">
                  <a16:creationId xmlns:a16="http://schemas.microsoft.com/office/drawing/2014/main" id="{D54C99AA-75D4-CC1B-F1D9-67BB64F08760}"/>
                </a:ext>
              </a:extLst>
            </p:cNvPr>
            <p:cNvSpPr/>
            <p:nvPr/>
          </p:nvSpPr>
          <p:spPr>
            <a:xfrm>
              <a:off x="1098523" y="72192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42" name="직선 연결선 741">
              <a:extLst>
                <a:ext uri="{FF2B5EF4-FFF2-40B4-BE49-F238E27FC236}">
                  <a16:creationId xmlns:a16="http://schemas.microsoft.com/office/drawing/2014/main" id="{02ECCF36-3197-2AFE-25EB-2DA2ADDDC214}"/>
                </a:ext>
              </a:extLst>
            </p:cNvPr>
            <p:cNvCxnSpPr>
              <a:cxnSpLocks/>
            </p:cNvCxnSpPr>
            <p:nvPr/>
          </p:nvCxnSpPr>
          <p:spPr>
            <a:xfrm flipV="1">
              <a:off x="3528393" y="6567110"/>
              <a:ext cx="212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직선 연결선 743">
              <a:extLst>
                <a:ext uri="{FF2B5EF4-FFF2-40B4-BE49-F238E27FC236}">
                  <a16:creationId xmlns:a16="http://schemas.microsoft.com/office/drawing/2014/main" id="{0036D2E5-4365-4F71-3A94-2BB7483B197F}"/>
                </a:ext>
              </a:extLst>
            </p:cNvPr>
            <p:cNvCxnSpPr>
              <a:cxnSpLocks/>
            </p:cNvCxnSpPr>
            <p:nvPr/>
          </p:nvCxnSpPr>
          <p:spPr>
            <a:xfrm>
              <a:off x="5397079" y="7619973"/>
              <a:ext cx="25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2" name="그룹 751">
              <a:extLst>
                <a:ext uri="{FF2B5EF4-FFF2-40B4-BE49-F238E27FC236}">
                  <a16:creationId xmlns:a16="http://schemas.microsoft.com/office/drawing/2014/main" id="{6AC0BBC1-341F-130A-5C8F-098B8EC2F269}"/>
                </a:ext>
              </a:extLst>
            </p:cNvPr>
            <p:cNvGrpSpPr/>
            <p:nvPr/>
          </p:nvGrpSpPr>
          <p:grpSpPr>
            <a:xfrm>
              <a:off x="2961484" y="6459776"/>
              <a:ext cx="136800" cy="216000"/>
              <a:chOff x="2669647"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9647"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7" y="6385964"/>
                <a:ext cx="66526" cy="144000"/>
                <a:chOff x="2402600" y="3979676"/>
                <a:chExt cx="79421"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41137"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53" name="그룹 752">
              <a:extLst>
                <a:ext uri="{FF2B5EF4-FFF2-40B4-BE49-F238E27FC236}">
                  <a16:creationId xmlns:a16="http://schemas.microsoft.com/office/drawing/2014/main" id="{6B77C937-FDC6-2D3E-E3E1-E685B58C7DCF}"/>
                </a:ext>
              </a:extLst>
            </p:cNvPr>
            <p:cNvGrpSpPr/>
            <p:nvPr/>
          </p:nvGrpSpPr>
          <p:grpSpPr>
            <a:xfrm>
              <a:off x="4811297" y="7514322"/>
              <a:ext cx="136800" cy="216000"/>
              <a:chOff x="2665741" y="6344787"/>
              <a:chExt cx="136800" cy="216000"/>
            </a:xfrm>
          </p:grpSpPr>
          <p:sp>
            <p:nvSpPr>
              <p:cNvPr id="754" name="직사각형 753">
                <a:extLst>
                  <a:ext uri="{FF2B5EF4-FFF2-40B4-BE49-F238E27FC236}">
                    <a16:creationId xmlns:a16="http://schemas.microsoft.com/office/drawing/2014/main" id="{1855E7B0-000A-62BC-BB89-46718BE64A76}"/>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5" name="직사각형 754">
                <a:extLst>
                  <a:ext uri="{FF2B5EF4-FFF2-40B4-BE49-F238E27FC236}">
                    <a16:creationId xmlns:a16="http://schemas.microsoft.com/office/drawing/2014/main" id="{6BDC5403-5F7C-0061-698C-6C6A30395937}"/>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6" name="그룹 755">
                <a:extLst>
                  <a:ext uri="{FF2B5EF4-FFF2-40B4-BE49-F238E27FC236}">
                    <a16:creationId xmlns:a16="http://schemas.microsoft.com/office/drawing/2014/main" id="{CE9A9EAD-8FEA-E673-FFC5-7E523139B0B9}"/>
                  </a:ext>
                </a:extLst>
              </p:cNvPr>
              <p:cNvGrpSpPr/>
              <p:nvPr/>
            </p:nvGrpSpPr>
            <p:grpSpPr>
              <a:xfrm>
                <a:off x="2698358" y="6385964"/>
                <a:ext cx="54000" cy="144000"/>
                <a:chOff x="2402600" y="3979676"/>
                <a:chExt cx="64467" cy="147702"/>
              </a:xfrm>
            </p:grpSpPr>
            <p:sp>
              <p:nvSpPr>
                <p:cNvPr id="757" name="자유형: 도형 756">
                  <a:extLst>
                    <a:ext uri="{FF2B5EF4-FFF2-40B4-BE49-F238E27FC236}">
                      <a16:creationId xmlns:a16="http://schemas.microsoft.com/office/drawing/2014/main" id="{8B4A2871-EF6D-EEAD-F059-881650C5DD96}"/>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8" name="자유형: 도형 757">
                  <a:extLst>
                    <a:ext uri="{FF2B5EF4-FFF2-40B4-BE49-F238E27FC236}">
                      <a16:creationId xmlns:a16="http://schemas.microsoft.com/office/drawing/2014/main" id="{20D67905-47DE-5F75-2644-DC95EA05887E}"/>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sp>
        <p:nvSpPr>
          <p:cNvPr id="7" name="object 84">
            <a:extLst>
              <a:ext uri="{FF2B5EF4-FFF2-40B4-BE49-F238E27FC236}">
                <a16:creationId xmlns:a16="http://schemas.microsoft.com/office/drawing/2014/main" id="{5DD4627E-296A-0907-14A7-096F7B4195FC}"/>
              </a:ext>
            </a:extLst>
          </p:cNvPr>
          <p:cNvSpPr txBox="1"/>
          <p:nvPr/>
        </p:nvSpPr>
        <p:spPr>
          <a:xfrm>
            <a:off x="2031181" y="4456181"/>
            <a:ext cx="279563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8. The SPI Burst write in daisied 2 devices</a:t>
            </a:r>
          </a:p>
        </p:txBody>
      </p:sp>
      <p:sp>
        <p:nvSpPr>
          <p:cNvPr id="13" name="object 84">
            <a:extLst>
              <a:ext uri="{FF2B5EF4-FFF2-40B4-BE49-F238E27FC236}">
                <a16:creationId xmlns:a16="http://schemas.microsoft.com/office/drawing/2014/main" id="{5B899968-0B54-8308-B4F0-8DF0C3CEC355}"/>
              </a:ext>
            </a:extLst>
          </p:cNvPr>
          <p:cNvSpPr txBox="1"/>
          <p:nvPr/>
        </p:nvSpPr>
        <p:spPr>
          <a:xfrm>
            <a:off x="2044967" y="8007696"/>
            <a:ext cx="276806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9. The SPI Burst read in daisied 2 devices</a:t>
            </a:r>
          </a:p>
        </p:txBody>
      </p:sp>
    </p:spTree>
    <p:extLst>
      <p:ext uri="{BB962C8B-B14F-4D97-AF65-F5344CB8AC3E}">
        <p14:creationId xmlns:p14="http://schemas.microsoft.com/office/powerpoint/2010/main" val="424219184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77494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592240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77864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75799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8241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7986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51473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03460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44461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06058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54328" y="752628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7" name="직사각형 736">
            <a:extLst>
              <a:ext uri="{FF2B5EF4-FFF2-40B4-BE49-F238E27FC236}">
                <a16:creationId xmlns:a16="http://schemas.microsoft.com/office/drawing/2014/main" id="{D54C99AA-75D4-CC1B-F1D9-67BB64F08760}"/>
              </a:ext>
            </a:extLst>
          </p:cNvPr>
          <p:cNvSpPr/>
          <p:nvPr/>
        </p:nvSpPr>
        <p:spPr>
          <a:xfrm>
            <a:off x="1093218" y="742282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71646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75782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71611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76036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71569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75970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53" name="직사각형 52">
            <a:extLst>
              <a:ext uri="{FF2B5EF4-FFF2-40B4-BE49-F238E27FC236}">
                <a16:creationId xmlns:a16="http://schemas.microsoft.com/office/drawing/2014/main" id="{0AD5F082-3686-9BCA-DAC6-8891B5D2DDD5}"/>
              </a:ext>
            </a:extLst>
          </p:cNvPr>
          <p:cNvSpPr/>
          <p:nvPr/>
        </p:nvSpPr>
        <p:spPr>
          <a:xfrm>
            <a:off x="4256055" y="6759254"/>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5" name="직사각형 54">
            <a:extLst>
              <a:ext uri="{FF2B5EF4-FFF2-40B4-BE49-F238E27FC236}">
                <a16:creationId xmlns:a16="http://schemas.microsoft.com/office/drawing/2014/main" id="{AFDE18CB-7354-4D06-2AD3-5118083EA91E}"/>
              </a:ext>
            </a:extLst>
          </p:cNvPr>
          <p:cNvSpPr/>
          <p:nvPr/>
        </p:nvSpPr>
        <p:spPr>
          <a:xfrm>
            <a:off x="4687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71581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54" name="직사각형 453">
            <a:extLst>
              <a:ext uri="{FF2B5EF4-FFF2-40B4-BE49-F238E27FC236}">
                <a16:creationId xmlns:a16="http://schemas.microsoft.com/office/drawing/2014/main" id="{AD706E41-5F2C-0F6F-E926-8B1CC41190F6}"/>
              </a:ext>
            </a:extLst>
          </p:cNvPr>
          <p:cNvSpPr/>
          <p:nvPr/>
        </p:nvSpPr>
        <p:spPr>
          <a:xfrm>
            <a:off x="4939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693925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57" name="직사각형 456">
            <a:extLst>
              <a:ext uri="{FF2B5EF4-FFF2-40B4-BE49-F238E27FC236}">
                <a16:creationId xmlns:a16="http://schemas.microsoft.com/office/drawing/2014/main" id="{66F23B1F-8CE3-C182-0C6B-ABB9D189EF32}"/>
              </a:ext>
            </a:extLst>
          </p:cNvPr>
          <p:cNvSpPr/>
          <p:nvPr/>
        </p:nvSpPr>
        <p:spPr>
          <a:xfrm>
            <a:off x="4247662" y="734647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58" name="직사각형 457">
            <a:extLst>
              <a:ext uri="{FF2B5EF4-FFF2-40B4-BE49-F238E27FC236}">
                <a16:creationId xmlns:a16="http://schemas.microsoft.com/office/drawing/2014/main" id="{D7C5F81F-E4CA-83BD-C7B1-44CBAC5DBC1E}"/>
              </a:ext>
            </a:extLst>
          </p:cNvPr>
          <p:cNvSpPr/>
          <p:nvPr/>
        </p:nvSpPr>
        <p:spPr>
          <a:xfrm>
            <a:off x="4679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59" name="그룹 458">
            <a:extLst>
              <a:ext uri="{FF2B5EF4-FFF2-40B4-BE49-F238E27FC236}">
                <a16:creationId xmlns:a16="http://schemas.microsoft.com/office/drawing/2014/main" id="{7CA0213B-DB66-C20E-94FA-140624C50FD2}"/>
              </a:ext>
            </a:extLst>
          </p:cNvPr>
          <p:cNvGrpSpPr/>
          <p:nvPr/>
        </p:nvGrpSpPr>
        <p:grpSpPr>
          <a:xfrm>
            <a:off x="5183050" y="7302903"/>
            <a:ext cx="136800" cy="262800"/>
            <a:chOff x="2665741" y="6344787"/>
            <a:chExt cx="136800" cy="216000"/>
          </a:xfrm>
        </p:grpSpPr>
        <p:sp>
          <p:nvSpPr>
            <p:cNvPr id="460" name="직사각형 459">
              <a:extLst>
                <a:ext uri="{FF2B5EF4-FFF2-40B4-BE49-F238E27FC236}">
                  <a16:creationId xmlns:a16="http://schemas.microsoft.com/office/drawing/2014/main" id="{E4EA0CDB-C287-ECBE-5765-AF81E19E566A}"/>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61" name="직사각형 460">
              <a:extLst>
                <a:ext uri="{FF2B5EF4-FFF2-40B4-BE49-F238E27FC236}">
                  <a16:creationId xmlns:a16="http://schemas.microsoft.com/office/drawing/2014/main" id="{645062B6-4F65-9B0D-465E-8ADEDB4EDE80}"/>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62" name="그룹 461">
              <a:extLst>
                <a:ext uri="{FF2B5EF4-FFF2-40B4-BE49-F238E27FC236}">
                  <a16:creationId xmlns:a16="http://schemas.microsoft.com/office/drawing/2014/main" id="{7FF3E38A-596D-8258-50F6-C76C07EAD8D9}"/>
                </a:ext>
              </a:extLst>
            </p:cNvPr>
            <p:cNvGrpSpPr/>
            <p:nvPr/>
          </p:nvGrpSpPr>
          <p:grpSpPr>
            <a:xfrm>
              <a:off x="2698358" y="6385964"/>
              <a:ext cx="54000" cy="144000"/>
              <a:chOff x="2402600" y="3979676"/>
              <a:chExt cx="64467" cy="147702"/>
            </a:xfrm>
          </p:grpSpPr>
          <p:sp>
            <p:nvSpPr>
              <p:cNvPr id="463" name="자유형: 도형 462">
                <a:extLst>
                  <a:ext uri="{FF2B5EF4-FFF2-40B4-BE49-F238E27FC236}">
                    <a16:creationId xmlns:a16="http://schemas.microsoft.com/office/drawing/2014/main" id="{A9E51DEE-55DF-8ED2-2105-40C3F717C0BA}"/>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4" name="자유형: 도형 463">
                <a:extLst>
                  <a:ext uri="{FF2B5EF4-FFF2-40B4-BE49-F238E27FC236}">
                    <a16:creationId xmlns:a16="http://schemas.microsoft.com/office/drawing/2014/main" id="{2D747132-2C13-A3B6-467B-17FB62905307}"/>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65" name="직사각형 464">
            <a:extLst>
              <a:ext uri="{FF2B5EF4-FFF2-40B4-BE49-F238E27FC236}">
                <a16:creationId xmlns:a16="http://schemas.microsoft.com/office/drawing/2014/main" id="{B053925D-5815-B128-3E67-ECA62D65F1FD}"/>
              </a:ext>
            </a:extLst>
          </p:cNvPr>
          <p:cNvSpPr/>
          <p:nvPr/>
        </p:nvSpPr>
        <p:spPr>
          <a:xfrm>
            <a:off x="4931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19583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30542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09508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03459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49830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28795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07326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699803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07353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07217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699803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27895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699973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24946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56957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graphicFrame>
        <p:nvGraphicFramePr>
          <p:cNvPr id="472" name="표 471">
            <a:extLst>
              <a:ext uri="{FF2B5EF4-FFF2-40B4-BE49-F238E27FC236}">
                <a16:creationId xmlns:a16="http://schemas.microsoft.com/office/drawing/2014/main" id="{B01114C5-FD0A-0ECD-3EAF-6D73655063B3}"/>
              </a:ext>
            </a:extLst>
          </p:cNvPr>
          <p:cNvGraphicFramePr>
            <a:graphicFrameLocks noGrp="1"/>
          </p:cNvGraphicFramePr>
          <p:nvPr>
            <p:extLst>
              <p:ext uri="{D42A27DB-BD31-4B8C-83A1-F6EECF244321}">
                <p14:modId xmlns:p14="http://schemas.microsoft.com/office/powerpoint/2010/main" val="2245727349"/>
              </p:ext>
            </p:extLst>
          </p:nvPr>
        </p:nvGraphicFramePr>
        <p:xfrm>
          <a:off x="920750" y="2552700"/>
          <a:ext cx="5280025" cy="108682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width </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format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Valid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14-bit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11-bit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1991619" y="7837660"/>
            <a:ext cx="287450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 in daisied 2 devices</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828496"/>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spTree>
    <p:extLst>
      <p:ext uri="{BB962C8B-B14F-4D97-AF65-F5344CB8AC3E}">
        <p14:creationId xmlns:p14="http://schemas.microsoft.com/office/powerpoint/2010/main" val="34475351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4154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 total of 24 channels for serial daisy connections with a total of 31 XD devices.  </a:t>
            </a:r>
            <a:r>
              <a:rPr lang="en-US" altLang="ko-KR" sz="900" dirty="0">
                <a:latin typeface="Arial" panose="020B0604020202020204" pitchFamily="34" charset="0"/>
                <a:cs typeface="Arial" panose="020B0604020202020204" pitchFamily="34" charset="0"/>
              </a:rPr>
              <a:t>Each channel can transmit the data to the XD and receive the data from the XD through one line daisied to the XD devices. </a:t>
            </a:r>
            <a:r>
              <a:rPr lang="en-US" altLang="ko-KR" sz="900" b="0" i="0" dirty="0">
                <a:solidFill>
                  <a:srgbClr val="000000"/>
                </a:solidFill>
                <a:effectLst/>
                <a:latin typeface="Arial" panose="020B0604020202020204" pitchFamily="34" charset="0"/>
                <a:cs typeface="Arial" panose="020B0604020202020204" pitchFamily="34" charset="0"/>
              </a:rPr>
              <a:t>The XC24R has a total of 6 instructions for transferring the data to the XD and 3 instructions for receiving the data from the XD.</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979616611"/>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7.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16011" cy="200055"/>
            </a:xfrm>
            <a:prstGeom prst="rect">
              <a:avLst/>
            </a:prstGeom>
            <a:noFill/>
          </p:spPr>
          <p:txBody>
            <a:bodyPr wrap="none" rtlCol="0">
              <a:spAutoFit/>
            </a:bodyPr>
            <a:lstStyle/>
            <a:p>
              <a:r>
                <a:rPr lang="en-US" altLang="ko-KR" sz="700" dirty="0"/>
                <a:t>Initialization to the XD-12</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 only if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same register data.  If the register data to be written to the XDs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Global writing command begins issuing simultaneously in all activated channels, and the command streams repeat continuously for the number of daisied XDs.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 in case that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different register data each other. If the register data to be written to the XD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Local-write command begins the execution simultaneously in all activated channels, and the command streams repeat continuously for the number of daisied XD.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 in daisied order and the second data register is mapped to the second located XD, and so on.  Although the data registers in a port are a total 16, the XC24R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308186983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1000813974"/>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81079684"/>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Tree>
    <p:extLst>
      <p:ext uri="{BB962C8B-B14F-4D97-AF65-F5344CB8AC3E}">
        <p14:creationId xmlns:p14="http://schemas.microsoft.com/office/powerpoint/2010/main" val="123835314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 devices may be as late as the number of XD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 devices daisied in a channel of the XC24R.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Local-read command begins the execution simultaneously in all activated channels, and the command streams repeat continuously for the number of daisied XDs.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 in daisied order and the second data register is mapped to the second located XD from the back, and so on.  Although the data registers in a port are a total 16, the XC24R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8. and the Figure 15.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XC24R through the SPI and the XC24R should complete to transfer the LD data to the XD devices before assertion of the next frame sync.  And then, the LD data will be started dimming-out by the XD devices at the next frame sync.  The LD_WR_POINTER of the LD WR POINTER register will be increased one by one in line unit whenever the LD data are written to the XC24R LD data buffers through the SPI and see the Figure 10. for the amount of one line LD.  The LD_RD_POINTER will be increased one by one whenever the XC24R transmits the amount of one LD data to the XD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XC24R starts sending the LD data to the XD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XC24R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2570725697"/>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XC24R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 devices will be daisied in the channel x, and if 10 XD devices are daisied in a channel x, then the DAISY_ SIZE_CHx should be set to 0xA.  The DAISIED_DEV_CH_SIZE determines how many channels of the XD will be used, so if the value is 0x4, the XD devices daisied in a channel x will capture only 4 LD data and then bypass the flowing LD data streams to the next XD devices and the remainder of the multiples of 4 be delivered lastly to a las XD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 devices to control the VLED like below Figure 24.  The internal FB status has a value which is latched for one frame, so if the XD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get from the calculation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  In case of low high ambient temperature, the DAC out will be re-act rapidly according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981798878"/>
              </p:ext>
            </p:extLst>
          </p:nvPr>
        </p:nvGraphicFramePr>
        <p:xfrm>
          <a:off x="399455" y="4947460"/>
          <a:ext cx="6048608" cy="1691112"/>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 daisied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118784678"/>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VSYNC_RST2</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sm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VSYNC_RST1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sm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 to set this bit after POR to ensure XC24R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4160770408"/>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272464">
                  <a:extLst>
                    <a:ext uri="{9D8B030D-6E8A-4147-A177-3AD203B41FA5}">
                      <a16:colId xmlns:a16="http://schemas.microsoft.com/office/drawing/2014/main" val="4213315911"/>
                    </a:ext>
                  </a:extLst>
                </a:gridCol>
                <a:gridCol w="300942">
                  <a:extLst>
                    <a:ext uri="{9D8B030D-6E8A-4147-A177-3AD203B41FA5}">
                      <a16:colId xmlns:a16="http://schemas.microsoft.com/office/drawing/2014/main" val="2769999950"/>
                    </a:ext>
                  </a:extLst>
                </a:gridCol>
                <a:gridCol w="283580">
                  <a:extLst>
                    <a:ext uri="{9D8B030D-6E8A-4147-A177-3AD203B41FA5}">
                      <a16:colId xmlns:a16="http://schemas.microsoft.com/office/drawing/2014/main" val="135637185"/>
                    </a:ext>
                  </a:extLst>
                </a:gridCol>
                <a:gridCol w="283580">
                  <a:extLst>
                    <a:ext uri="{9D8B030D-6E8A-4147-A177-3AD203B41FA5}">
                      <a16:colId xmlns:a16="http://schemas.microsoft.com/office/drawing/2014/main" val="3038050475"/>
                    </a:ext>
                  </a:extLst>
                </a:gridCol>
                <a:gridCol w="260430">
                  <a:extLst>
                    <a:ext uri="{9D8B030D-6E8A-4147-A177-3AD203B41FA5}">
                      <a16:colId xmlns:a16="http://schemas.microsoft.com/office/drawing/2014/main" val="1979433044"/>
                    </a:ext>
                  </a:extLst>
                </a:gridCol>
                <a:gridCol w="584521">
                  <a:extLst>
                    <a:ext uri="{9D8B030D-6E8A-4147-A177-3AD203B41FA5}">
                      <a16:colId xmlns:a16="http://schemas.microsoft.com/office/drawing/2014/main" val="4270661649"/>
                    </a:ext>
                  </a:extLst>
                </a:gridCol>
                <a:gridCol w="584522">
                  <a:extLst>
                    <a:ext uri="{9D8B030D-6E8A-4147-A177-3AD203B41FA5}">
                      <a16:colId xmlns:a16="http://schemas.microsoft.com/office/drawing/2014/main" val="3027041370"/>
                    </a:ext>
                  </a:extLst>
                </a:gridCol>
                <a:gridCol w="265718">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VSYNC_RST2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VSYNC_RST1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RST3</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RST2</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RST1</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691353280"/>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707143489"/>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 daisied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CH_SEG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 1 from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 9 from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 17 from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10697876"/>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4240866652"/>
              </p:ext>
            </p:extLst>
          </p:nvPr>
        </p:nvGraphicFramePr>
        <p:xfrm>
          <a:off x="397328" y="511227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551666533"/>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CH_SEG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 1 from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 9 from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 17 from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849126090"/>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 daisied devices and this bit is auto-cleared after completing this execution. All XD daisied devices connected in each channel will have their own ID number after completing the id-generating command.  This command is needed to read-out the XD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1755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593203653"/>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678805160"/>
              </p:ext>
            </p:extLst>
          </p:nvPr>
        </p:nvGraphicFramePr>
        <p:xfrm>
          <a:off x="399452" y="3778116"/>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FT_MODE[1:0]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1920596515"/>
              </p:ext>
            </p:extLst>
          </p:nvPr>
        </p:nvGraphicFramePr>
        <p:xfrm>
          <a:off x="399452" y="4194577"/>
          <a:ext cx="6034537" cy="4411454"/>
        </p:xfrm>
        <a:graphic>
          <a:graphicData uri="http://schemas.openxmlformats.org/drawingml/2006/table">
            <a:tbl>
              <a:tblPr firstRow="1" bandRow="1">
                <a:tableStyleId>{5C22544A-7EE6-4342-B048-85BDC9FD1C3A}</a:tableStyleId>
              </a:tblPr>
              <a:tblGrid>
                <a:gridCol w="315656">
                  <a:extLst>
                    <a:ext uri="{9D8B030D-6E8A-4147-A177-3AD203B41FA5}">
                      <a16:colId xmlns:a16="http://schemas.microsoft.com/office/drawing/2014/main" val="4170535043"/>
                    </a:ext>
                  </a:extLst>
                </a:gridCol>
                <a:gridCol w="1101969">
                  <a:extLst>
                    <a:ext uri="{9D8B030D-6E8A-4147-A177-3AD203B41FA5}">
                      <a16:colId xmlns:a16="http://schemas.microsoft.com/office/drawing/2014/main" val="2079070694"/>
                    </a:ext>
                  </a:extLst>
                </a:gridCol>
                <a:gridCol w="118469">
                  <a:extLst>
                    <a:ext uri="{9D8B030D-6E8A-4147-A177-3AD203B41FA5}">
                      <a16:colId xmlns:a16="http://schemas.microsoft.com/office/drawing/2014/main" val="32595803"/>
                    </a:ext>
                  </a:extLst>
                </a:gridCol>
                <a:gridCol w="329424">
                  <a:extLst>
                    <a:ext uri="{9D8B030D-6E8A-4147-A177-3AD203B41FA5}">
                      <a16:colId xmlns:a16="http://schemas.microsoft.com/office/drawing/2014/main" val="2741513129"/>
                    </a:ext>
                  </a:extLst>
                </a:gridCol>
                <a:gridCol w="329424">
                  <a:extLst>
                    <a:ext uri="{9D8B030D-6E8A-4147-A177-3AD203B41FA5}">
                      <a16:colId xmlns:a16="http://schemas.microsoft.com/office/drawing/2014/main" val="3487805273"/>
                    </a:ext>
                  </a:extLst>
                </a:gridCol>
                <a:gridCol w="3839595">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 daisied devices to monitor the fault event like as the thermal occurrence, the short status, the open status and the fb status of the XD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FT_MODE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Interrupt</a:t>
                      </a:r>
                      <a:r>
                        <a:rPr lang="ko-KR" altLang="en-US" sz="900" b="0" dirty="0">
                          <a:solidFill>
                            <a:srgbClr val="0000FF"/>
                          </a:solidFill>
                          <a:latin typeface="Arial" panose="020B0604020202020204" pitchFamily="34" charset="0"/>
                          <a:ea typeface="+mn-ea"/>
                          <a:cs typeface="Arial" panose="020B0604020202020204" pitchFamily="34" charset="0"/>
                        </a:rPr>
                        <a:t> </a:t>
                      </a:r>
                      <a:r>
                        <a:rPr lang="en-US" altLang="ko-KR" sz="900" b="0" dirty="0">
                          <a:solidFill>
                            <a:srgbClr val="0000FF"/>
                          </a:solidFill>
                          <a:latin typeface="Arial" panose="020B0604020202020204" pitchFamily="34" charset="0"/>
                          <a:ea typeface="+mn-ea"/>
                          <a:cs typeface="Arial" panose="020B0604020202020204" pitchFamily="34" charset="0"/>
                        </a:rPr>
                        <a:t>source selector for bit2~5 at address ‘h17.</a:t>
                      </a: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8881146"/>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shows the FB status from all XDs daisied to the active channels 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7370084"/>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83891615"/>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506408"/>
                  </a:ext>
                </a:extLst>
              </a:tr>
            </a:tbl>
          </a:graphicData>
        </a:graphic>
      </p:graphicFrame>
      <p:graphicFrame>
        <p:nvGraphicFramePr>
          <p:cNvPr id="4" name="표 3">
            <a:extLst>
              <a:ext uri="{FF2B5EF4-FFF2-40B4-BE49-F238E27FC236}">
                <a16:creationId xmlns:a16="http://schemas.microsoft.com/office/drawing/2014/main" id="{B299C8C5-7180-601D-BBDC-DF4E46841CA0}"/>
              </a:ext>
            </a:extLst>
          </p:cNvPr>
          <p:cNvGraphicFramePr>
            <a:graphicFrameLocks noGrp="1"/>
          </p:cNvGraphicFramePr>
          <p:nvPr>
            <p:extLst>
              <p:ext uri="{D42A27DB-BD31-4B8C-83A1-F6EECF244321}">
                <p14:modId xmlns:p14="http://schemas.microsoft.com/office/powerpoint/2010/main" val="2268462541"/>
              </p:ext>
            </p:extLst>
          </p:nvPr>
        </p:nvGraphicFramePr>
        <p:xfrm>
          <a:off x="2653299" y="5805549"/>
          <a:ext cx="3780690" cy="669496"/>
        </p:xfrm>
        <a:graphic>
          <a:graphicData uri="http://schemas.openxmlformats.org/drawingml/2006/table">
            <a:tbl>
              <a:tblPr>
                <a:tableStyleId>{5C22544A-7EE6-4342-B048-85BDC9FD1C3A}</a:tableStyleId>
              </a:tblPr>
              <a:tblGrid>
                <a:gridCol w="452895">
                  <a:extLst>
                    <a:ext uri="{9D8B030D-6E8A-4147-A177-3AD203B41FA5}">
                      <a16:colId xmlns:a16="http://schemas.microsoft.com/office/drawing/2014/main" val="3256625359"/>
                    </a:ext>
                  </a:extLst>
                </a:gridCol>
                <a:gridCol w="905791">
                  <a:extLst>
                    <a:ext uri="{9D8B030D-6E8A-4147-A177-3AD203B41FA5}">
                      <a16:colId xmlns:a16="http://schemas.microsoft.com/office/drawing/2014/main" val="2075605830"/>
                    </a:ext>
                  </a:extLst>
                </a:gridCol>
                <a:gridCol w="915636">
                  <a:extLst>
                    <a:ext uri="{9D8B030D-6E8A-4147-A177-3AD203B41FA5}">
                      <a16:colId xmlns:a16="http://schemas.microsoft.com/office/drawing/2014/main" val="1731122134"/>
                    </a:ext>
                  </a:extLst>
                </a:gridCol>
                <a:gridCol w="777798">
                  <a:extLst>
                    <a:ext uri="{9D8B030D-6E8A-4147-A177-3AD203B41FA5}">
                      <a16:colId xmlns:a16="http://schemas.microsoft.com/office/drawing/2014/main" val="571130016"/>
                    </a:ext>
                  </a:extLst>
                </a:gridCol>
                <a:gridCol w="728570">
                  <a:extLst>
                    <a:ext uri="{9D8B030D-6E8A-4147-A177-3AD203B41FA5}">
                      <a16:colId xmlns:a16="http://schemas.microsoft.com/office/drawing/2014/main" val="3712566356"/>
                    </a:ext>
                  </a:extLst>
                </a:gridCol>
              </a:tblGrid>
              <a:tr h="167374">
                <a:tc>
                  <a:txBody>
                    <a:bodyPr/>
                    <a:lstStyle/>
                    <a:p>
                      <a:pPr algn="ctr" fontAlgn="ctr">
                        <a:buNone/>
                      </a:pPr>
                      <a:r>
                        <a:rPr lang="en-US" sz="800" u="none" strike="noStrike">
                          <a:effectLst/>
                        </a:rPr>
                        <a:t>ft_mode</a:t>
                      </a:r>
                      <a:endParaRPr lang="en-US"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bit5</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bit4</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bit3</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217637177"/>
                  </a:ext>
                </a:extLst>
              </a:tr>
              <a:tr h="167374">
                <a:tc>
                  <a:txBody>
                    <a:bodyPr/>
                    <a:lstStyle/>
                    <a:p>
                      <a:pPr algn="ctr" fontAlgn="ctr">
                        <a:buNone/>
                      </a:pPr>
                      <a:r>
                        <a:rPr lang="en-US" altLang="ko-KR" sz="800" u="none" strike="noStrike">
                          <a:effectLst/>
                        </a:rPr>
                        <a:t>0</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int_thermal_source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int_short_source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int_open_source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int_fb_source1</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3819557869"/>
                  </a:ext>
                </a:extLst>
              </a:tr>
              <a:tr h="167374">
                <a:tc>
                  <a:txBody>
                    <a:bodyPr/>
                    <a:lstStyle/>
                    <a:p>
                      <a:pPr algn="ctr" fontAlgn="ctr">
                        <a:buNone/>
                      </a:pPr>
                      <a:r>
                        <a:rPr lang="en-US" altLang="ko-KR" sz="800" u="none" strike="noStrike">
                          <a:effectLst/>
                        </a:rPr>
                        <a:t>1</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int_fault_source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int_fb_source3</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int_fb_source1</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4100126746"/>
                  </a:ext>
                </a:extLst>
              </a:tr>
              <a:tr h="167374">
                <a:tc>
                  <a:txBody>
                    <a:bodyPr/>
                    <a:lstStyle/>
                    <a:p>
                      <a:pPr algn="ctr" fontAlgn="ctr">
                        <a:buNone/>
                      </a:pPr>
                      <a:r>
                        <a:rPr lang="en-US" altLang="ko-KR" sz="800" u="none" strike="noStrike">
                          <a:effectLst/>
                        </a:rPr>
                        <a:t>2</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int_fault_source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int_open_source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dirty="0">
                          <a:effectLst/>
                        </a:rPr>
                        <a:t>int_fb_source1</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3559952210"/>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28D9B1AB-AA92-D779-7E04-0B6B8C7D4BDF}"/>
              </a:ext>
            </a:extLst>
          </p:cNvPr>
          <p:cNvSpPr txBox="1"/>
          <p:nvPr/>
        </p:nvSpPr>
        <p:spPr>
          <a:xfrm>
            <a:off x="399452" y="388559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370482706"/>
              </p:ext>
            </p:extLst>
          </p:nvPr>
        </p:nvGraphicFramePr>
        <p:xfrm>
          <a:off x="399452" y="4153540"/>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LD_TYPE[2:0]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492285566"/>
              </p:ext>
            </p:extLst>
          </p:nvPr>
        </p:nvGraphicFramePr>
        <p:xfrm>
          <a:off x="399452" y="4568354"/>
          <a:ext cx="6034536" cy="224424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 daisied devices in order to transfer the LD data in burst from the XC24R to the XD drivers and this bit is auto-cleared after the completion. This command can be also auto-executed immediately after the amount of LD data to be transferred to the XC24R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LD_TYPE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‘h1 : 1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‘h2 : 2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‘h3 : 3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‘h4 : 4 LD type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‘h6 : 6 LD type </a:t>
                      </a: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6637462"/>
                  </a:ext>
                </a:extLst>
              </a:tr>
            </a:tbl>
          </a:graphicData>
        </a:graphic>
      </p:graphicFrame>
      <p:graphicFrame>
        <p:nvGraphicFramePr>
          <p:cNvPr id="5" name="표 4">
            <a:extLst>
              <a:ext uri="{FF2B5EF4-FFF2-40B4-BE49-F238E27FC236}">
                <a16:creationId xmlns:a16="http://schemas.microsoft.com/office/drawing/2014/main" id="{23850479-A741-CF03-066D-021E1DE51063}"/>
              </a:ext>
            </a:extLst>
          </p:cNvPr>
          <p:cNvGraphicFramePr>
            <a:graphicFrameLocks noGrp="1"/>
          </p:cNvGraphicFramePr>
          <p:nvPr>
            <p:extLst>
              <p:ext uri="{D42A27DB-BD31-4B8C-83A1-F6EECF244321}">
                <p14:modId xmlns:p14="http://schemas.microsoft.com/office/powerpoint/2010/main" val="3288263802"/>
              </p:ext>
            </p:extLst>
          </p:nvPr>
        </p:nvGraphicFramePr>
        <p:xfrm>
          <a:off x="399452" y="923965"/>
          <a:ext cx="6034537" cy="2396887"/>
        </p:xfrm>
        <a:graphic>
          <a:graphicData uri="http://schemas.openxmlformats.org/drawingml/2006/table">
            <a:tbl>
              <a:tblPr firstRow="1" bandRow="1">
                <a:tableStyleId>{5C22544A-7EE6-4342-B048-85BDC9FD1C3A}</a:tableStyleId>
              </a:tblPr>
              <a:tblGrid>
                <a:gridCol w="315656">
                  <a:extLst>
                    <a:ext uri="{9D8B030D-6E8A-4147-A177-3AD203B41FA5}">
                      <a16:colId xmlns:a16="http://schemas.microsoft.com/office/drawing/2014/main" val="4170535043"/>
                    </a:ext>
                  </a:extLst>
                </a:gridCol>
                <a:gridCol w="1101969">
                  <a:extLst>
                    <a:ext uri="{9D8B030D-6E8A-4147-A177-3AD203B41FA5}">
                      <a16:colId xmlns:a16="http://schemas.microsoft.com/office/drawing/2014/main" val="2079070694"/>
                    </a:ext>
                  </a:extLst>
                </a:gridCol>
                <a:gridCol w="118469">
                  <a:extLst>
                    <a:ext uri="{9D8B030D-6E8A-4147-A177-3AD203B41FA5}">
                      <a16:colId xmlns:a16="http://schemas.microsoft.com/office/drawing/2014/main" val="32595803"/>
                    </a:ext>
                  </a:extLst>
                </a:gridCol>
                <a:gridCol w="329424">
                  <a:extLst>
                    <a:ext uri="{9D8B030D-6E8A-4147-A177-3AD203B41FA5}">
                      <a16:colId xmlns:a16="http://schemas.microsoft.com/office/drawing/2014/main" val="2741513129"/>
                    </a:ext>
                  </a:extLst>
                </a:gridCol>
                <a:gridCol w="329424">
                  <a:extLst>
                    <a:ext uri="{9D8B030D-6E8A-4147-A177-3AD203B41FA5}">
                      <a16:colId xmlns:a16="http://schemas.microsoft.com/office/drawing/2014/main" val="3487805273"/>
                    </a:ext>
                  </a:extLst>
                </a:gridCol>
                <a:gridCol w="3839595">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667453"/>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6572526"/>
                  </a:ext>
                </a:extLst>
              </a:tr>
            </a:tbl>
          </a:graphicData>
        </a:graphic>
      </p:graphicFrame>
      <p:cxnSp>
        <p:nvCxnSpPr>
          <p:cNvPr id="6" name="직선 연결선 5">
            <a:extLst>
              <a:ext uri="{FF2B5EF4-FFF2-40B4-BE49-F238E27FC236}">
                <a16:creationId xmlns:a16="http://schemas.microsoft.com/office/drawing/2014/main" id="{61B4365B-16C4-55A7-7265-7816622884F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786BAEEC-6851-B5E9-A0C7-4F59893AB5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7219162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93024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661205233"/>
              </p:ext>
            </p:extLst>
          </p:nvPr>
        </p:nvGraphicFramePr>
        <p:xfrm>
          <a:off x="397786" y="1197565"/>
          <a:ext cx="6047995" cy="47928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SYNC_MODE[1:0]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3121838744"/>
              </p:ext>
            </p:extLst>
          </p:nvPr>
        </p:nvGraphicFramePr>
        <p:xfrm>
          <a:off x="397786" y="1729515"/>
          <a:ext cx="6055650" cy="1848247"/>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SVO signal mode selector</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‘h1 : </a:t>
                      </a:r>
                      <a:r>
                        <a:rPr lang="en-US" altLang="ko-KR" sz="900" b="0" dirty="0" err="1">
                          <a:solidFill>
                            <a:srgbClr val="0000FF"/>
                          </a:solidFill>
                          <a:latin typeface="Arial" panose="020B0604020202020204" pitchFamily="34" charset="0"/>
                          <a:ea typeface="+mn-ea"/>
                          <a:cs typeface="Arial" panose="020B0604020202020204" pitchFamily="34" charset="0"/>
                        </a:rPr>
                        <a:t>svo</a:t>
                      </a:r>
                      <a:r>
                        <a:rPr lang="en-US" altLang="ko-KR" sz="900" b="0" dirty="0">
                          <a:solidFill>
                            <a:srgbClr val="0000FF"/>
                          </a:solidFill>
                          <a:latin typeface="Arial" panose="020B0604020202020204" pitchFamily="34" charset="0"/>
                          <a:ea typeface="+mn-ea"/>
                          <a:cs typeface="Arial" panose="020B0604020202020204" pitchFamily="34" charset="0"/>
                        </a:rPr>
                        <a:t> only ( need to turn on </a:t>
                      </a:r>
                      <a:r>
                        <a:rPr lang="en-US" altLang="ko-KR" sz="900" b="0" dirty="0" err="1">
                          <a:solidFill>
                            <a:srgbClr val="0000FF"/>
                          </a:solidFill>
                          <a:latin typeface="Arial" panose="020B0604020202020204" pitchFamily="34" charset="0"/>
                          <a:ea typeface="+mn-ea"/>
                          <a:cs typeface="Arial" panose="020B0604020202020204" pitchFamily="34" charset="0"/>
                        </a:rPr>
                        <a:t>vsync</a:t>
                      </a:r>
                      <a:r>
                        <a:rPr lang="en-US" altLang="ko-KR" sz="900" b="0" dirty="0">
                          <a:solidFill>
                            <a:srgbClr val="0000FF"/>
                          </a:solidFill>
                          <a:latin typeface="Arial" panose="020B0604020202020204" pitchFamily="34" charset="0"/>
                          <a:ea typeface="+mn-ea"/>
                          <a:cs typeface="Arial" panose="020B0604020202020204" pitchFamily="34" charset="0"/>
                        </a:rPr>
                        <a:t> command</a:t>
                      </a:r>
                      <a:r>
                        <a:rPr lang="ko-KR" altLang="en-US" sz="900" b="0" dirty="0">
                          <a:solidFill>
                            <a:srgbClr val="0000FF"/>
                          </a:solidFill>
                          <a:latin typeface="Arial" panose="020B0604020202020204" pitchFamily="34" charset="0"/>
                          <a:ea typeface="+mn-ea"/>
                          <a:cs typeface="Arial" panose="020B0604020202020204" pitchFamily="34" charset="0"/>
                        </a:rPr>
                        <a:t> </a:t>
                      </a:r>
                      <a:r>
                        <a:rPr lang="en-US" altLang="ko-KR" sz="900" b="0" dirty="0">
                          <a:solidFill>
                            <a:srgbClr val="0000FF"/>
                          </a:solidFill>
                          <a:latin typeface="Arial" panose="020B0604020202020204" pitchFamily="34" charset="0"/>
                          <a:ea typeface="+mn-ea"/>
                          <a:cs typeface="Arial" panose="020B0604020202020204" pitchFamily="34" charset="0"/>
                        </a:rPr>
                        <a:t>)</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‘h2 : </a:t>
                      </a:r>
                      <a:r>
                        <a:rPr lang="en-US" altLang="ko-KR" sz="900" b="0" dirty="0" err="1">
                          <a:solidFill>
                            <a:srgbClr val="0000FF"/>
                          </a:solidFill>
                          <a:latin typeface="Arial" panose="020B0604020202020204" pitchFamily="34" charset="0"/>
                          <a:ea typeface="+mn-ea"/>
                          <a:cs typeface="Arial" panose="020B0604020202020204" pitchFamily="34" charset="0"/>
                        </a:rPr>
                        <a:t>vo</a:t>
                      </a:r>
                      <a:r>
                        <a:rPr lang="en-US" altLang="ko-KR" sz="900" b="0" dirty="0">
                          <a:solidFill>
                            <a:srgbClr val="0000FF"/>
                          </a:solidFill>
                          <a:latin typeface="Arial" panose="020B0604020202020204" pitchFamily="34" charset="0"/>
                          <a:ea typeface="+mn-ea"/>
                          <a:cs typeface="Arial" panose="020B0604020202020204" pitchFamily="34" charset="0"/>
                        </a:rPr>
                        <a:t> signal add on </a:t>
                      </a:r>
                      <a:r>
                        <a:rPr lang="en-US" altLang="ko-KR" sz="900" b="0" dirty="0" err="1">
                          <a:solidFill>
                            <a:srgbClr val="0000FF"/>
                          </a:solidFill>
                          <a:latin typeface="Arial" panose="020B0604020202020204" pitchFamily="34" charset="0"/>
                          <a:ea typeface="+mn-ea"/>
                          <a:cs typeface="Arial" panose="020B0604020202020204" pitchFamily="34" charset="0"/>
                        </a:rPr>
                        <a:t>svo</a:t>
                      </a:r>
                      <a:r>
                        <a:rPr lang="en-US" altLang="ko-KR" sz="900" b="0" dirty="0">
                          <a:solidFill>
                            <a:srgbClr val="0000FF"/>
                          </a:solidFill>
                          <a:latin typeface="Arial" panose="020B0604020202020204" pitchFamily="34" charset="0"/>
                          <a:ea typeface="+mn-ea"/>
                          <a:cs typeface="Arial" panose="020B0604020202020204" pitchFamily="34" charset="0"/>
                        </a:rPr>
                        <a:t> signal</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‘h3 : </a:t>
                      </a:r>
                      <a:r>
                        <a:rPr lang="en-US" altLang="ko-KR" sz="900" b="0" dirty="0" err="1">
                          <a:solidFill>
                            <a:srgbClr val="0000FF"/>
                          </a:solidFill>
                          <a:latin typeface="Arial" panose="020B0604020202020204" pitchFamily="34" charset="0"/>
                          <a:ea typeface="+mn-ea"/>
                          <a:cs typeface="Arial" panose="020B0604020202020204" pitchFamily="34" charset="0"/>
                        </a:rPr>
                        <a:t>rso</a:t>
                      </a:r>
                      <a:r>
                        <a:rPr lang="en-US" altLang="ko-KR" sz="900" b="0" dirty="0">
                          <a:solidFill>
                            <a:srgbClr val="0000FF"/>
                          </a:solidFill>
                          <a:latin typeface="Arial" panose="020B0604020202020204" pitchFamily="34" charset="0"/>
                          <a:ea typeface="+mn-ea"/>
                          <a:cs typeface="Arial" panose="020B0604020202020204" pitchFamily="34" charset="0"/>
                        </a:rPr>
                        <a:t> signal only </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27611642"/>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2F6234BB-58D6-2570-D24B-287F1BE56786}"/>
              </a:ext>
            </a:extLst>
          </p:cNvPr>
          <p:cNvSpPr txBox="1"/>
          <p:nvPr/>
        </p:nvSpPr>
        <p:spPr>
          <a:xfrm>
            <a:off x="397786" y="915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3290546264"/>
              </p:ext>
            </p:extLst>
          </p:nvPr>
        </p:nvGraphicFramePr>
        <p:xfrm>
          <a:off x="397786" y="1181619"/>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312894">
                  <a:extLst>
                    <a:ext uri="{9D8B030D-6E8A-4147-A177-3AD203B41FA5}">
                      <a16:colId xmlns:a16="http://schemas.microsoft.com/office/drawing/2014/main" val="4293411712"/>
                    </a:ext>
                  </a:extLst>
                </a:gridCol>
                <a:gridCol w="266218">
                  <a:extLst>
                    <a:ext uri="{9D8B030D-6E8A-4147-A177-3AD203B41FA5}">
                      <a16:colId xmlns:a16="http://schemas.microsoft.com/office/drawing/2014/main" val="657570846"/>
                    </a:ext>
                  </a:extLst>
                </a:gridCol>
                <a:gridCol w="289367">
                  <a:extLst>
                    <a:ext uri="{9D8B030D-6E8A-4147-A177-3AD203B41FA5}">
                      <a16:colId xmlns:a16="http://schemas.microsoft.com/office/drawing/2014/main" val="3259894497"/>
                    </a:ext>
                  </a:extLst>
                </a:gridCol>
                <a:gridCol w="289367">
                  <a:extLst>
                    <a:ext uri="{9D8B030D-6E8A-4147-A177-3AD203B41FA5}">
                      <a16:colId xmlns:a16="http://schemas.microsoft.com/office/drawing/2014/main" val="4170535043"/>
                    </a:ext>
                  </a:extLst>
                </a:gridCol>
                <a:gridCol w="254643">
                  <a:extLst>
                    <a:ext uri="{9D8B030D-6E8A-4147-A177-3AD203B41FA5}">
                      <a16:colId xmlns:a16="http://schemas.microsoft.com/office/drawing/2014/main" val="2079070694"/>
                    </a:ext>
                  </a:extLst>
                </a:gridCol>
                <a:gridCol w="272005">
                  <a:extLst>
                    <a:ext uri="{9D8B030D-6E8A-4147-A177-3AD203B41FA5}">
                      <a16:colId xmlns:a16="http://schemas.microsoft.com/office/drawing/2014/main" val="4213315911"/>
                    </a:ext>
                  </a:extLst>
                </a:gridCol>
                <a:gridCol w="283580">
                  <a:extLst>
                    <a:ext uri="{9D8B030D-6E8A-4147-A177-3AD203B41FA5}">
                      <a16:colId xmlns:a16="http://schemas.microsoft.com/office/drawing/2014/main" val="2769999950"/>
                    </a:ext>
                  </a:extLst>
                </a:gridCol>
                <a:gridCol w="324091">
                  <a:extLst>
                    <a:ext uri="{9D8B030D-6E8A-4147-A177-3AD203B41FA5}">
                      <a16:colId xmlns:a16="http://schemas.microsoft.com/office/drawing/2014/main" val="135637185"/>
                    </a:ext>
                  </a:extLst>
                </a:gridCol>
                <a:gridCol w="300942">
                  <a:extLst>
                    <a:ext uri="{9D8B030D-6E8A-4147-A177-3AD203B41FA5}">
                      <a16:colId xmlns:a16="http://schemas.microsoft.com/office/drawing/2014/main" val="3038050475"/>
                    </a:ext>
                  </a:extLst>
                </a:gridCol>
                <a:gridCol w="277792">
                  <a:extLst>
                    <a:ext uri="{9D8B030D-6E8A-4147-A177-3AD203B41FA5}">
                      <a16:colId xmlns:a16="http://schemas.microsoft.com/office/drawing/2014/main" val="1979433044"/>
                    </a:ext>
                  </a:extLst>
                </a:gridCol>
                <a:gridCol w="254643">
                  <a:extLst>
                    <a:ext uri="{9D8B030D-6E8A-4147-A177-3AD203B41FA5}">
                      <a16:colId xmlns:a16="http://schemas.microsoft.com/office/drawing/2014/main" val="4270661649"/>
                    </a:ext>
                  </a:extLst>
                </a:gridCol>
                <a:gridCol w="842495">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FAULT AUTO_EN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SYNC_AUTO_EN</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434267343"/>
              </p:ext>
            </p:extLst>
          </p:nvPr>
        </p:nvGraphicFramePr>
        <p:xfrm>
          <a:off x="397786" y="1593373"/>
          <a:ext cx="6055642" cy="1731195"/>
        </p:xfrm>
        <a:graphic>
          <a:graphicData uri="http://schemas.openxmlformats.org/drawingml/2006/table">
            <a:tbl>
              <a:tblPr firstRow="1" bandRow="1">
                <a:tableStyleId>{5C22544A-7EE6-4342-B048-85BDC9FD1C3A}</a:tableStyleId>
              </a:tblPr>
              <a:tblGrid>
                <a:gridCol w="300490">
                  <a:extLst>
                    <a:ext uri="{9D8B030D-6E8A-4147-A177-3AD203B41FA5}">
                      <a16:colId xmlns:a16="http://schemas.microsoft.com/office/drawing/2014/main" val="4170535043"/>
                    </a:ext>
                  </a:extLst>
                </a:gridCol>
                <a:gridCol w="1190821">
                  <a:extLst>
                    <a:ext uri="{9D8B030D-6E8A-4147-A177-3AD203B41FA5}">
                      <a16:colId xmlns:a16="http://schemas.microsoft.com/office/drawing/2014/main" val="2079070694"/>
                    </a:ext>
                  </a:extLst>
                </a:gridCol>
                <a:gridCol w="244830">
                  <a:extLst>
                    <a:ext uri="{9D8B030D-6E8A-4147-A177-3AD203B41FA5}">
                      <a16:colId xmlns:a16="http://schemas.microsoft.com/office/drawing/2014/main" val="32595803"/>
                    </a:ext>
                  </a:extLst>
                </a:gridCol>
                <a:gridCol w="4319501">
                  <a:extLst>
                    <a:ext uri="{9D8B030D-6E8A-4147-A177-3AD203B41FA5}">
                      <a16:colId xmlns:a16="http://schemas.microsoft.com/office/drawing/2014/main" val="895228376"/>
                    </a:ext>
                  </a:extLst>
                </a:gridCol>
              </a:tblGrid>
              <a:tr h="29425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630990"/>
                  </a:ext>
                </a:extLst>
              </a:tr>
              <a:tr h="5190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8241496"/>
                  </a:ext>
                </a:extLst>
              </a:tr>
            </a:tbl>
          </a:graphicData>
        </a:graphic>
      </p:graphicFrame>
      <p:sp>
        <p:nvSpPr>
          <p:cNvPr id="4" name="TextBox 3">
            <a:extLst>
              <a:ext uri="{FF2B5EF4-FFF2-40B4-BE49-F238E27FC236}">
                <a16:creationId xmlns:a16="http://schemas.microsoft.com/office/drawing/2014/main" id="{28D9B1AB-AA92-D779-7E04-0B6B8C7D4BDF}"/>
              </a:ext>
            </a:extLst>
          </p:cNvPr>
          <p:cNvSpPr txBox="1"/>
          <p:nvPr/>
        </p:nvSpPr>
        <p:spPr>
          <a:xfrm>
            <a:off x="397786" y="430696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925307841"/>
              </p:ext>
            </p:extLst>
          </p:nvPr>
        </p:nvGraphicFramePr>
        <p:xfrm>
          <a:off x="397786" y="4581968"/>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LD_WR_POINTER [8:0]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4151469704"/>
              </p:ext>
            </p:extLst>
          </p:nvPr>
        </p:nvGraphicFramePr>
        <p:xfrm>
          <a:off x="397786" y="4992875"/>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LD_WR_POINTER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2" name="직선 연결선 1">
            <a:extLst>
              <a:ext uri="{FF2B5EF4-FFF2-40B4-BE49-F238E27FC236}">
                <a16:creationId xmlns:a16="http://schemas.microsoft.com/office/drawing/2014/main" id="{DB076FF5-A371-73E3-03AC-526824E690C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B5216461-C967-37CD-B0E5-2E53E67EBE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2994500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3441328443"/>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LD_RD_POINTER [8:0]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414023101"/>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64097081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1151558544"/>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LD_TRANS_START_POINTER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INT_LD_SIGN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LD_DIFF_THRESHOLD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3245310749"/>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LD_RD_POINTER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 drivers. The number increases one by one whenever the local dimming data corresponding to the one block LD data of the XD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2918749195"/>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LD_TRANS_START_POINTER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INT_LD_SIGN</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LD_DIFF_THRESHOLD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574907100"/>
              </p:ext>
            </p:extLst>
          </p:nvPr>
        </p:nvGraphicFramePr>
        <p:xfrm>
          <a:off x="399457" y="4318759"/>
          <a:ext cx="6048621" cy="1620775"/>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LOCAL_RD_OUT_POINTER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LOCAL_RD_REC_POINTER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628059910"/>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590385270"/>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LOCAL_WR_OUT_POINTER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LOCAL_WR_TRANS_POINTER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2762701583"/>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LOCAL_WR_OUT_POINTER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LOCAL_WR_TRANS_POINTER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40375437"/>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LOCAL_RD_OUT_POINTER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LOCAL_RD_REC_POINTER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2831085291"/>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LOCAL_RD_DIFF_POINTER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LOCAL_WR_DIFF_POINTER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540415513"/>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53662254"/>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FAULT_AUTO_RD_EVENT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82715515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LOCAL_RD_POINTER_RST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LOCAL_WR_POINTER_RST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1451861633"/>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FAULT_AUTO_RD_INTERVAL [15:0]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293242243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cs typeface="Arial" panose="020B0604020202020204" pitchFamily="34" charset="0"/>
                        </a:rPr>
                        <a:t>LOCAL_RD_POINTER_RST</a:t>
                      </a:r>
                      <a:endParaRPr lang="ko-KR" altLang="en-US" sz="6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cs typeface="Arial" panose="020B0604020202020204" pitchFamily="34" charset="0"/>
                        </a:rPr>
                        <a:t>LOCAL_WR_POINTER_RST</a:t>
                      </a:r>
                      <a:endParaRPr lang="ko-KR" altLang="en-US" sz="6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2134021520"/>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FAULT_AUTO_RD_EVENT [7:0]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FAULT_AUTO_RD_INTERVAL[16]</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313596988"/>
              </p:ext>
            </p:extLst>
          </p:nvPr>
        </p:nvGraphicFramePr>
        <p:xfrm>
          <a:off x="398119" y="2392251"/>
          <a:ext cx="6058340" cy="7001298"/>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INT_CMD_PC_EN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issue the interrupt through the </a:t>
                      </a:r>
                      <a:r>
                        <a:rPr kumimoji="0" lang="en-US" altLang="ko-KR" sz="900" b="0" i="0" u="none" strike="noStrike" kern="1200" cap="none" spc="0" normalizeH="0" baseline="0" noProof="0" dirty="0" err="1">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CHx_PAR_ERR</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in case that parity error occurs while XD communication.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5202620"/>
                  </a:ext>
                </a:extLst>
              </a:tr>
              <a:tr h="425379">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10</a:t>
                      </a:r>
                      <a:endParaRPr lang="ko-KR" altLang="en-US"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no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9</a:t>
                      </a:r>
                      <a:endParaRPr lang="ko-KR" altLang="en-US"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INT_SPI_PC_EN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no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to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INT_FAULT_AUTO_RD_FAIL_EN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3589394068"/>
              </p:ext>
            </p:extLst>
          </p:nvPr>
        </p:nvGraphicFramePr>
        <p:xfrm>
          <a:off x="398119" y="1114030"/>
          <a:ext cx="6055317" cy="47928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828957">
                  <a:extLst>
                    <a:ext uri="{9D8B030D-6E8A-4147-A177-3AD203B41FA5}">
                      <a16:colId xmlns:a16="http://schemas.microsoft.com/office/drawing/2014/main" val="135637185"/>
                    </a:ext>
                  </a:extLst>
                </a:gridCol>
                <a:gridCol w="868680">
                  <a:extLst>
                    <a:ext uri="{9D8B030D-6E8A-4147-A177-3AD203B41FA5}">
                      <a16:colId xmlns:a16="http://schemas.microsoft.com/office/drawing/2014/main" val="3460486673"/>
                    </a:ext>
                  </a:extLst>
                </a:gridCol>
                <a:gridCol w="776536">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INT_OV50_EN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INT_UV50_EN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INT_CMD_PC_EN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INT_ACC_CNT_ERR_EN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INT_SPI_PC_EN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4163353484"/>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62263684"/>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extLst>
    <p:ext uri="{6950BFC3-D8DA-4A85-94F7-54DA5524770B}">
      <p188:commentRel xmlns:p188="http://schemas.microsoft.com/office/powerpoint/2018/8/main" r:id="rId2"/>
    </p:ext>
  </p:extLs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2186013673"/>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GLOBAL_WR_DONE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GLOBAL_WR_DOING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1457679216"/>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LOCAL_RD_DONE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LOCAL_RD_DOING</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LOCAL_WR_DONE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LOCAL_WR_DOING</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2147423816"/>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127855">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1987849523"/>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040633379"/>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355997777"/>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1128173913"/>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2695989484"/>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3049108566"/>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1085019009"/>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338406282"/>
              </p:ext>
            </p:extLst>
          </p:nvPr>
        </p:nvGraphicFramePr>
        <p:xfrm>
          <a:off x="399449" y="2382621"/>
          <a:ext cx="6047998" cy="4605575"/>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INT_OVUV_ERR_SRC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INT_ACC_CNT_ERR_SRC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INT_PARITY_ERR_SRC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not been equal to XC internal parity status while the SPI transactions are occurred. This bit is auto-cleared after the readout of INTERRUPT STATUS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XC internal parity is ‘1’ when the number of ‘1’ is odd for SPI write data.</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INT_TIMEOUT_ERR_SRC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INT_FAULT_AUTO_REC_FAIL_SRC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INT_RD_REC_FAIL_SRC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INT_LD_TRAN_SRC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XC24R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3165251936"/>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INT_OVUV_ERR_SRC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INT_ACC_CNT_ERR_SRC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INT_PARITY_ERR_SRC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INT_TIMEOUT_ERR_SRC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4034913030"/>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475568">
                  <a:extLst>
                    <a:ext uri="{9D8B030D-6E8A-4147-A177-3AD203B41FA5}">
                      <a16:colId xmlns:a16="http://schemas.microsoft.com/office/drawing/2014/main" val="135637185"/>
                    </a:ext>
                  </a:extLst>
                </a:gridCol>
                <a:gridCol w="885092">
                  <a:extLst>
                    <a:ext uri="{9D8B030D-6E8A-4147-A177-3AD203B41FA5}">
                      <a16:colId xmlns:a16="http://schemas.microsoft.com/office/drawing/2014/main" val="1937369831"/>
                    </a:ext>
                  </a:extLst>
                </a:gridCol>
                <a:gridCol w="937846">
                  <a:extLst>
                    <a:ext uri="{9D8B030D-6E8A-4147-A177-3AD203B41FA5}">
                      <a16:colId xmlns:a16="http://schemas.microsoft.com/office/drawing/2014/main" val="747813118"/>
                    </a:ext>
                  </a:extLst>
                </a:gridCol>
                <a:gridCol w="920262">
                  <a:extLst>
                    <a:ext uri="{9D8B030D-6E8A-4147-A177-3AD203B41FA5}">
                      <a16:colId xmlns:a16="http://schemas.microsoft.com/office/drawing/2014/main" val="416731006"/>
                    </a:ext>
                  </a:extLst>
                </a:gridCol>
                <a:gridCol w="890953">
                  <a:extLst>
                    <a:ext uri="{9D8B030D-6E8A-4147-A177-3AD203B41FA5}">
                      <a16:colId xmlns:a16="http://schemas.microsoft.com/office/drawing/2014/main" val="4062622099"/>
                    </a:ext>
                  </a:extLst>
                </a:gridCol>
                <a:gridCol w="517698">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INT_SOURCE1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1792714408"/>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extLst>
    <p:ext uri="{6950BFC3-D8DA-4A85-94F7-54DA5524770B}">
      <p188:commentRel xmlns:p188="http://schemas.microsoft.com/office/powerpoint/2018/8/main" r:id="rId2"/>
    </p:ext>
  </p:extLs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4289438670"/>
              </p:ext>
            </p:extLst>
          </p:nvPr>
        </p:nvGraphicFramePr>
        <p:xfrm>
          <a:off x="399446" y="2384479"/>
          <a:ext cx="6047998" cy="3629520"/>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a:t>
                      </a:r>
                      <a:r>
                        <a:rPr lang="en-US" altLang="ko-KR" sz="900" b="0" dirty="0" err="1">
                          <a:solidFill>
                            <a:schemeClr val="tx1"/>
                          </a:solidFill>
                          <a:latin typeface="Arial" panose="020B0604020202020204" pitchFamily="34" charset="0"/>
                          <a:ea typeface="+mn-ea"/>
                          <a:cs typeface="Arial" panose="020B0604020202020204" pitchFamily="34" charset="0"/>
                        </a:rPr>
                        <a:t>int_thermal_source</a:t>
                      </a:r>
                      <a:r>
                        <a:rPr lang="en-US" altLang="ko-KR" sz="900" b="0" dirty="0">
                          <a:solidFill>
                            <a:schemeClr val="tx1"/>
                          </a:solidFill>
                          <a:latin typeface="Arial" panose="020B0604020202020204" pitchFamily="34" charset="0"/>
                          <a:ea typeface="+mn-ea"/>
                          <a:cs typeface="Arial" panose="020B0604020202020204" pitchFamily="34" charset="0"/>
                        </a:rPr>
                        <a:t>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 and </a:t>
                      </a:r>
                      <a:r>
                        <a:rPr lang="en-US" altLang="ko-KR" sz="900" b="0" dirty="0" err="1">
                          <a:solidFill>
                            <a:schemeClr val="tx1"/>
                          </a:solidFill>
                          <a:latin typeface="Arial" panose="020B0604020202020204" pitchFamily="34" charset="0"/>
                          <a:ea typeface="+mn-ea"/>
                          <a:cs typeface="Arial" panose="020B0604020202020204" pitchFamily="34" charset="0"/>
                        </a:rPr>
                        <a:t>int_fault_source</a:t>
                      </a:r>
                      <a:r>
                        <a:rPr lang="en-US" altLang="ko-KR" sz="900" b="0" dirty="0">
                          <a:solidFill>
                            <a:schemeClr val="tx1"/>
                          </a:solidFill>
                          <a:latin typeface="Arial" panose="020B0604020202020204" pitchFamily="34" charset="0"/>
                          <a:ea typeface="+mn-ea"/>
                          <a:cs typeface="Arial" panose="020B0604020202020204" pitchFamily="34" charset="0"/>
                        </a:rPr>
                        <a:t>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6230506"/>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a:t>
                      </a:r>
                      <a:r>
                        <a:rPr lang="en-US" altLang="ko-KR" sz="900" b="0" dirty="0" err="1">
                          <a:solidFill>
                            <a:schemeClr val="tx1"/>
                          </a:solidFill>
                          <a:latin typeface="Arial" panose="020B0604020202020204" pitchFamily="34" charset="0"/>
                          <a:ea typeface="+mn-ea"/>
                          <a:cs typeface="Arial" panose="020B0604020202020204" pitchFamily="34" charset="0"/>
                        </a:rPr>
                        <a:t>int_shour_source</a:t>
                      </a:r>
                      <a:r>
                        <a:rPr lang="en-US" altLang="ko-KR" sz="900" b="0" dirty="0">
                          <a:solidFill>
                            <a:schemeClr val="tx1"/>
                          </a:solidFill>
                          <a:latin typeface="Arial" panose="020B0604020202020204" pitchFamily="34" charset="0"/>
                          <a:ea typeface="+mn-ea"/>
                          <a:cs typeface="Arial" panose="020B0604020202020204" pitchFamily="34" charset="0"/>
                        </a:rPr>
                        <a:t>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 and int_fb_source3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 and </a:t>
                      </a:r>
                      <a:r>
                        <a:rPr lang="en-US" altLang="ko-KR" sz="900" b="0" dirty="0" err="1">
                          <a:solidFill>
                            <a:schemeClr val="tx1"/>
                          </a:solidFill>
                          <a:latin typeface="Arial" panose="020B0604020202020204" pitchFamily="34" charset="0"/>
                          <a:ea typeface="+mn-ea"/>
                          <a:cs typeface="Arial" panose="020B0604020202020204" pitchFamily="34" charset="0"/>
                        </a:rPr>
                        <a:t>int_open_source</a:t>
                      </a:r>
                      <a:r>
                        <a:rPr lang="en-US" altLang="ko-KR" sz="900" b="0" dirty="0">
                          <a:solidFill>
                            <a:schemeClr val="tx1"/>
                          </a:solidFill>
                          <a:latin typeface="Arial" panose="020B0604020202020204" pitchFamily="34" charset="0"/>
                          <a:ea typeface="+mn-ea"/>
                          <a:cs typeface="Arial" panose="020B0604020202020204" pitchFamily="34" charset="0"/>
                        </a:rPr>
                        <a:t> for ft_mode2.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708695"/>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int_fb_source2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1,2 and </a:t>
                      </a:r>
                      <a:r>
                        <a:rPr lang="en-US" altLang="ko-KR" sz="900" b="0" dirty="0" err="1">
                          <a:solidFill>
                            <a:schemeClr val="tx1"/>
                          </a:solidFill>
                          <a:latin typeface="Arial" panose="020B0604020202020204" pitchFamily="34" charset="0"/>
                          <a:ea typeface="+mn-ea"/>
                          <a:cs typeface="Arial" panose="020B0604020202020204" pitchFamily="34" charset="0"/>
                        </a:rPr>
                        <a:t>int_open_source</a:t>
                      </a:r>
                      <a:r>
                        <a:rPr lang="en-US" altLang="ko-KR" sz="900" b="0" dirty="0">
                          <a:solidFill>
                            <a:schemeClr val="tx1"/>
                          </a:solidFill>
                          <a:latin typeface="Arial" panose="020B0604020202020204" pitchFamily="34" charset="0"/>
                          <a:ea typeface="+mn-ea"/>
                          <a:cs typeface="Arial" panose="020B0604020202020204" pitchFamily="34" charset="0"/>
                        </a:rPr>
                        <a:t>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9411458"/>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INT_SOURCE1</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int_fb_source1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8487911"/>
                  </a:ext>
                </a:extLst>
              </a:tr>
              <a:tr h="32789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a:t>
                      </a:r>
                      <a:r>
                        <a:rPr lang="en-US" altLang="ko-KR" sz="900" b="0" dirty="0" err="1">
                          <a:solidFill>
                            <a:schemeClr val="tx1"/>
                          </a:solidFill>
                          <a:latin typeface="Arial" panose="020B0604020202020204" pitchFamily="34" charset="0"/>
                          <a:ea typeface="+mn-ea"/>
                          <a:cs typeface="Arial" panose="020B0604020202020204" pitchFamily="34" charset="0"/>
                        </a:rPr>
                        <a:t>nINT_FAULT</a:t>
                      </a:r>
                      <a:r>
                        <a:rPr lang="en-US" altLang="ko-KR" sz="900" b="0" dirty="0">
                          <a:solidFill>
                            <a:schemeClr val="tx1"/>
                          </a:solidFill>
                          <a:latin typeface="Arial" panose="020B0604020202020204" pitchFamily="34" charset="0"/>
                          <a:ea typeface="+mn-ea"/>
                          <a:cs typeface="Arial" panose="020B0604020202020204" pitchFamily="34" charset="0"/>
                        </a:rPr>
                        <a: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a:t>
                      </a:r>
                      <a:r>
                        <a:rPr lang="en-US" altLang="ko-KR" sz="900" b="0" dirty="0" err="1">
                          <a:solidFill>
                            <a:schemeClr val="tx1"/>
                          </a:solidFill>
                          <a:latin typeface="Arial" panose="020B0604020202020204" pitchFamily="34" charset="0"/>
                          <a:ea typeface="+mn-ea"/>
                          <a:cs typeface="Arial" panose="020B0604020202020204" pitchFamily="34" charset="0"/>
                        </a:rPr>
                        <a:t>nINT_FAULT</a:t>
                      </a:r>
                      <a:r>
                        <a:rPr lang="en-US" altLang="ko-KR" sz="900" b="0" dirty="0">
                          <a:solidFill>
                            <a:schemeClr val="tx1"/>
                          </a:solidFill>
                          <a:latin typeface="Arial" panose="020B0604020202020204" pitchFamily="34" charset="0"/>
                          <a:ea typeface="+mn-ea"/>
                          <a:cs typeface="Arial" panose="020B0604020202020204" pitchFamily="34" charset="0"/>
                        </a:rPr>
                        <a:t> pin. This bit is auto-cleared after this INTERRUPT STATUS register is read-out.</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0567591"/>
                  </a:ext>
                </a:extLst>
              </a:tr>
            </a:tbl>
          </a:graphicData>
        </a:graphic>
      </p:graphicFrame>
      <p:sp>
        <p:nvSpPr>
          <p:cNvPr id="6" name="TextBox 5">
            <a:extLst>
              <a:ext uri="{FF2B5EF4-FFF2-40B4-BE49-F238E27FC236}">
                <a16:creationId xmlns:a16="http://schemas.microsoft.com/office/drawing/2014/main" id="{B8DE8F06-42E2-01DF-598D-AD76C5429FF8}"/>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7" name="표 6">
            <a:extLst>
              <a:ext uri="{FF2B5EF4-FFF2-40B4-BE49-F238E27FC236}">
                <a16:creationId xmlns:a16="http://schemas.microsoft.com/office/drawing/2014/main" id="{E4F31F8E-4E34-86E6-A574-CA3751AB2BCC}"/>
              </a:ext>
            </a:extLst>
          </p:cNvPr>
          <p:cNvGraphicFramePr>
            <a:graphicFrameLocks noGrp="1"/>
          </p:cNvGraphicFramePr>
          <p:nvPr>
            <p:extLst>
              <p:ext uri="{D42A27DB-BD31-4B8C-83A1-F6EECF244321}">
                <p14:modId xmlns:p14="http://schemas.microsoft.com/office/powerpoint/2010/main" val="3050884435"/>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INT_OVUV_ERR_SRC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INT_ACC_CNT_ERR_SRC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INT_PARITY_ERR_SRC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INT_TIMEOUT_ERR_SRC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7E215C02-47E3-8328-2670-CA1170072AA4}"/>
              </a:ext>
            </a:extLst>
          </p:cNvPr>
          <p:cNvGraphicFramePr>
            <a:graphicFrameLocks noGrp="1"/>
          </p:cNvGraphicFramePr>
          <p:nvPr>
            <p:extLst>
              <p:ext uri="{D42A27DB-BD31-4B8C-83A1-F6EECF244321}">
                <p14:modId xmlns:p14="http://schemas.microsoft.com/office/powerpoint/2010/main" val="4723307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475568">
                  <a:extLst>
                    <a:ext uri="{9D8B030D-6E8A-4147-A177-3AD203B41FA5}">
                      <a16:colId xmlns:a16="http://schemas.microsoft.com/office/drawing/2014/main" val="135637185"/>
                    </a:ext>
                  </a:extLst>
                </a:gridCol>
                <a:gridCol w="885092">
                  <a:extLst>
                    <a:ext uri="{9D8B030D-6E8A-4147-A177-3AD203B41FA5}">
                      <a16:colId xmlns:a16="http://schemas.microsoft.com/office/drawing/2014/main" val="1937369831"/>
                    </a:ext>
                  </a:extLst>
                </a:gridCol>
                <a:gridCol w="937846">
                  <a:extLst>
                    <a:ext uri="{9D8B030D-6E8A-4147-A177-3AD203B41FA5}">
                      <a16:colId xmlns:a16="http://schemas.microsoft.com/office/drawing/2014/main" val="747813118"/>
                    </a:ext>
                  </a:extLst>
                </a:gridCol>
                <a:gridCol w="920262">
                  <a:extLst>
                    <a:ext uri="{9D8B030D-6E8A-4147-A177-3AD203B41FA5}">
                      <a16:colId xmlns:a16="http://schemas.microsoft.com/office/drawing/2014/main" val="416731006"/>
                    </a:ext>
                  </a:extLst>
                </a:gridCol>
                <a:gridCol w="890953">
                  <a:extLst>
                    <a:ext uri="{9D8B030D-6E8A-4147-A177-3AD203B41FA5}">
                      <a16:colId xmlns:a16="http://schemas.microsoft.com/office/drawing/2014/main" val="4062622099"/>
                    </a:ext>
                  </a:extLst>
                </a:gridCol>
                <a:gridCol w="517698">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INT_SOURCE1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20D75503-31C5-B5CE-0705-21836421BFE8}"/>
              </a:ext>
            </a:extLst>
          </p:cNvPr>
          <p:cNvGraphicFramePr>
            <a:graphicFrameLocks noGrp="1"/>
          </p:cNvGraphicFramePr>
          <p:nvPr>
            <p:extLst>
              <p:ext uri="{D42A27DB-BD31-4B8C-83A1-F6EECF244321}">
                <p14:modId xmlns:p14="http://schemas.microsoft.com/office/powerpoint/2010/main" val="456535564"/>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1565720C-40C5-6F6D-D77E-63C8FC812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F8136D3-BF06-AFF5-6FAC-4DD2B544597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3359AC8D-316E-453A-B0FD-7844AA240DE8}"/>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CMD PARITY ERR STATUS1</a:t>
            </a:r>
          </a:p>
        </p:txBody>
      </p:sp>
      <p:graphicFrame>
        <p:nvGraphicFramePr>
          <p:cNvPr id="7" name="표 6">
            <a:extLst>
              <a:ext uri="{FF2B5EF4-FFF2-40B4-BE49-F238E27FC236}">
                <a16:creationId xmlns:a16="http://schemas.microsoft.com/office/drawing/2014/main" id="{70B79C3B-EEFD-957F-7738-C449E63DDFDA}"/>
              </a:ext>
            </a:extLst>
          </p:cNvPr>
          <p:cNvGraphicFramePr>
            <a:graphicFrameLocks noGrp="1"/>
          </p:cNvGraphicFramePr>
          <p:nvPr>
            <p:extLst>
              <p:ext uri="{D42A27DB-BD31-4B8C-83A1-F6EECF244321}">
                <p14:modId xmlns:p14="http://schemas.microsoft.com/office/powerpoint/2010/main" val="1211920456"/>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CH16_PAR_ERR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CH15_PAR_ERR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CH14_PAR_ERR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CH13_PAR_ERR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CH12_PAR_ERR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D2221167-64F9-81E7-DD9D-AC41DC779F3A}"/>
              </a:ext>
            </a:extLst>
          </p:cNvPr>
          <p:cNvGraphicFramePr>
            <a:graphicFrameLocks noGrp="1"/>
          </p:cNvGraphicFramePr>
          <p:nvPr>
            <p:extLst>
              <p:ext uri="{D42A27DB-BD31-4B8C-83A1-F6EECF244321}">
                <p14:modId xmlns:p14="http://schemas.microsoft.com/office/powerpoint/2010/main" val="3748106831"/>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757890">
                  <a:extLst>
                    <a:ext uri="{9D8B030D-6E8A-4147-A177-3AD203B41FA5}">
                      <a16:colId xmlns:a16="http://schemas.microsoft.com/office/drawing/2014/main" val="135637185"/>
                    </a:ext>
                  </a:extLst>
                </a:gridCol>
                <a:gridCol w="757890">
                  <a:extLst>
                    <a:ext uri="{9D8B030D-6E8A-4147-A177-3AD203B41FA5}">
                      <a16:colId xmlns:a16="http://schemas.microsoft.com/office/drawing/2014/main" val="1937369831"/>
                    </a:ext>
                  </a:extLst>
                </a:gridCol>
                <a:gridCol w="757890">
                  <a:extLst>
                    <a:ext uri="{9D8B030D-6E8A-4147-A177-3AD203B41FA5}">
                      <a16:colId xmlns:a16="http://schemas.microsoft.com/office/drawing/2014/main" val="747813118"/>
                    </a:ext>
                  </a:extLst>
                </a:gridCol>
                <a:gridCol w="757890">
                  <a:extLst>
                    <a:ext uri="{9D8B030D-6E8A-4147-A177-3AD203B41FA5}">
                      <a16:colId xmlns:a16="http://schemas.microsoft.com/office/drawing/2014/main" val="416731006"/>
                    </a:ext>
                  </a:extLst>
                </a:gridCol>
                <a:gridCol w="757890">
                  <a:extLst>
                    <a:ext uri="{9D8B030D-6E8A-4147-A177-3AD203B41FA5}">
                      <a16:colId xmlns:a16="http://schemas.microsoft.com/office/drawing/2014/main" val="4062622099"/>
                    </a:ext>
                  </a:extLst>
                </a:gridCol>
                <a:gridCol w="757890">
                  <a:extLst>
                    <a:ext uri="{9D8B030D-6E8A-4147-A177-3AD203B41FA5}">
                      <a16:colId xmlns:a16="http://schemas.microsoft.com/office/drawing/2014/main" val="3794202418"/>
                    </a:ext>
                  </a:extLst>
                </a:gridCol>
                <a:gridCol w="7578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CH7_PAR_ERR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CH6_PAR_ERR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CH5_PAR_ERR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CH4_PAR_ERR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CH3_PAR_ERR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0E58E21F-921C-3078-2322-FE793EC5869D}"/>
              </a:ext>
            </a:extLst>
          </p:cNvPr>
          <p:cNvGraphicFramePr>
            <a:graphicFrameLocks noGrp="1"/>
          </p:cNvGraphicFramePr>
          <p:nvPr>
            <p:extLst>
              <p:ext uri="{D42A27DB-BD31-4B8C-83A1-F6EECF244321}">
                <p14:modId xmlns:p14="http://schemas.microsoft.com/office/powerpoint/2010/main" val="2510120634"/>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CH10_PAR_ERR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CH9_PAR_ERR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CH8_PAR_ERR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185413027"/>
              </p:ext>
            </p:extLst>
          </p:nvPr>
        </p:nvGraphicFramePr>
        <p:xfrm>
          <a:off x="398833" y="2540450"/>
          <a:ext cx="6048614" cy="585828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08849">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CH16_PAR_ERR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CH16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CH15_PAR_ERR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CH15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06404484"/>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3647586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CH10_PAR_ERR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CH10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6170931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CH9_PAR_ERR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CH9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1598643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CH8_PAR_ERR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CH8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35149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CH7_PAR_ERR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CH7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614433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CH6_PAR_ERR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CH6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738774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CH5_PAR_ERR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CH5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3515175"/>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9197604"/>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144342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246447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2370618"/>
                  </a:ext>
                </a:extLst>
              </a:tr>
            </a:tbl>
          </a:graphicData>
        </a:graphic>
      </p:graphicFrame>
    </p:spTree>
    <p:extLst>
      <p:ext uri="{BB962C8B-B14F-4D97-AF65-F5344CB8AC3E}">
        <p14:creationId xmlns:p14="http://schemas.microsoft.com/office/powerpoint/2010/main" val="324774649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F729FD-8C75-3450-D3F2-57E5CAB788AB}"/>
            </a:ext>
          </a:extLst>
        </p:cNvPr>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74F0A28B-B52E-D93A-67D2-C048205795C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7A48F345-CA9E-A6E2-6D99-F6D5ADDBAE4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AEC00B7-8771-172D-DF01-A6164DEC6CBC}"/>
              </a:ext>
            </a:extLst>
          </p:cNvPr>
          <p:cNvSpPr txBox="1"/>
          <p:nvPr/>
        </p:nvSpPr>
        <p:spPr>
          <a:xfrm>
            <a:off x="399449" y="69602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CMD PARITY ERR STATUS2</a:t>
            </a:r>
          </a:p>
        </p:txBody>
      </p:sp>
      <p:graphicFrame>
        <p:nvGraphicFramePr>
          <p:cNvPr id="3" name="표 2">
            <a:extLst>
              <a:ext uri="{FF2B5EF4-FFF2-40B4-BE49-F238E27FC236}">
                <a16:creationId xmlns:a16="http://schemas.microsoft.com/office/drawing/2014/main" id="{7E073FCE-68F5-79F2-4C7C-44C5EE49859C}"/>
              </a:ext>
            </a:extLst>
          </p:cNvPr>
          <p:cNvGraphicFramePr>
            <a:graphicFrameLocks noGrp="1"/>
          </p:cNvGraphicFramePr>
          <p:nvPr>
            <p:extLst>
              <p:ext uri="{D42A27DB-BD31-4B8C-83A1-F6EECF244321}">
                <p14:modId xmlns:p14="http://schemas.microsoft.com/office/powerpoint/2010/main" val="159335082"/>
              </p:ext>
            </p:extLst>
          </p:nvPr>
        </p:nvGraphicFramePr>
        <p:xfrm>
          <a:off x="399448" y="965272"/>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OV50_DET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UV50_DET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OV15_DET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UV15_DET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E04D6BC7-8D7D-24F7-86BF-12D2DCF88A09}"/>
              </a:ext>
            </a:extLst>
          </p:cNvPr>
          <p:cNvGraphicFramePr>
            <a:graphicFrameLocks noGrp="1"/>
          </p:cNvGraphicFramePr>
          <p:nvPr>
            <p:extLst>
              <p:ext uri="{D42A27DB-BD31-4B8C-83A1-F6EECF244321}">
                <p14:modId xmlns:p14="http://schemas.microsoft.com/office/powerpoint/2010/main" val="322404398"/>
              </p:ext>
            </p:extLst>
          </p:nvPr>
        </p:nvGraphicFramePr>
        <p:xfrm>
          <a:off x="399446" y="1810495"/>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884205">
                  <a:extLst>
                    <a:ext uri="{9D8B030D-6E8A-4147-A177-3AD203B41FA5}">
                      <a16:colId xmlns:a16="http://schemas.microsoft.com/office/drawing/2014/main" val="135637185"/>
                    </a:ext>
                  </a:extLst>
                </a:gridCol>
                <a:gridCol w="884205">
                  <a:extLst>
                    <a:ext uri="{9D8B030D-6E8A-4147-A177-3AD203B41FA5}">
                      <a16:colId xmlns:a16="http://schemas.microsoft.com/office/drawing/2014/main" val="747813118"/>
                    </a:ext>
                  </a:extLst>
                </a:gridCol>
                <a:gridCol w="884205">
                  <a:extLst>
                    <a:ext uri="{9D8B030D-6E8A-4147-A177-3AD203B41FA5}">
                      <a16:colId xmlns:a16="http://schemas.microsoft.com/office/drawing/2014/main" val="416731006"/>
                    </a:ext>
                  </a:extLst>
                </a:gridCol>
                <a:gridCol w="884205">
                  <a:extLst>
                    <a:ext uri="{9D8B030D-6E8A-4147-A177-3AD203B41FA5}">
                      <a16:colId xmlns:a16="http://schemas.microsoft.com/office/drawing/2014/main" val="4062622099"/>
                    </a:ext>
                  </a:extLst>
                </a:gridCol>
                <a:gridCol w="884205">
                  <a:extLst>
                    <a:ext uri="{9D8B030D-6E8A-4147-A177-3AD203B41FA5}">
                      <a16:colId xmlns:a16="http://schemas.microsoft.com/office/drawing/2014/main" val="3794202418"/>
                    </a:ext>
                  </a:extLst>
                </a:gridCol>
                <a:gridCol w="88420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CH22_PAR_ERR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CH20_PAR_ERR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CH19_PAR_ERR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CH18_PAR_ERR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CH17_PAR_ERR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8D224288-012C-090E-B0D5-C90FCBBF026B}"/>
              </a:ext>
            </a:extLst>
          </p:cNvPr>
          <p:cNvGraphicFramePr>
            <a:graphicFrameLocks noGrp="1"/>
          </p:cNvGraphicFramePr>
          <p:nvPr>
            <p:extLst>
              <p:ext uri="{D42A27DB-BD31-4B8C-83A1-F6EECF244321}">
                <p14:modId xmlns:p14="http://schemas.microsoft.com/office/powerpoint/2010/main" val="2415408540"/>
              </p:ext>
            </p:extLst>
          </p:nvPr>
        </p:nvGraphicFramePr>
        <p:xfrm>
          <a:off x="399449" y="1387821"/>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060890">
                  <a:extLst>
                    <a:ext uri="{9D8B030D-6E8A-4147-A177-3AD203B41FA5}">
                      <a16:colId xmlns:a16="http://schemas.microsoft.com/office/drawing/2014/main" val="4293411712"/>
                    </a:ext>
                  </a:extLst>
                </a:gridCol>
                <a:gridCol w="1060890">
                  <a:extLst>
                    <a:ext uri="{9D8B030D-6E8A-4147-A177-3AD203B41FA5}">
                      <a16:colId xmlns:a16="http://schemas.microsoft.com/office/drawing/2014/main" val="657570846"/>
                    </a:ext>
                  </a:extLst>
                </a:gridCol>
                <a:gridCol w="1060890">
                  <a:extLst>
                    <a:ext uri="{9D8B030D-6E8A-4147-A177-3AD203B41FA5}">
                      <a16:colId xmlns:a16="http://schemas.microsoft.com/office/drawing/2014/main" val="3259894497"/>
                    </a:ext>
                  </a:extLst>
                </a:gridCol>
                <a:gridCol w="1060890">
                  <a:extLst>
                    <a:ext uri="{9D8B030D-6E8A-4147-A177-3AD203B41FA5}">
                      <a16:colId xmlns:a16="http://schemas.microsoft.com/office/drawing/2014/main" val="2769999950"/>
                    </a:ext>
                  </a:extLst>
                </a:gridCol>
                <a:gridCol w="1060890">
                  <a:extLst>
                    <a:ext uri="{9D8B030D-6E8A-4147-A177-3AD203B41FA5}">
                      <a16:colId xmlns:a16="http://schemas.microsoft.com/office/drawing/2014/main" val="440375625"/>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CH24_PAR_ERR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CH23_PAR_ERR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3F088A1A-D1E1-FD8C-7DAE-0AC7F8694452}"/>
              </a:ext>
            </a:extLst>
          </p:cNvPr>
          <p:cNvGraphicFramePr>
            <a:graphicFrameLocks noGrp="1"/>
          </p:cNvGraphicFramePr>
          <p:nvPr>
            <p:extLst>
              <p:ext uri="{D42A27DB-BD31-4B8C-83A1-F6EECF244321}">
                <p14:modId xmlns:p14="http://schemas.microsoft.com/office/powerpoint/2010/main" val="2616292855"/>
              </p:ext>
            </p:extLst>
          </p:nvPr>
        </p:nvGraphicFramePr>
        <p:xfrm>
          <a:off x="399449" y="2426150"/>
          <a:ext cx="6048614" cy="4083429"/>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36822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148587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811973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2137055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822440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CH20_PAR_ERR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CH20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5892015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CH19_PAR_ERR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CH19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539103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CH18_PAR_ERR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CH18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200511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CH17_PAR_ERR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 communication on CH17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69620337"/>
                  </a:ext>
                </a:extLst>
              </a:tr>
            </a:tbl>
          </a:graphicData>
        </a:graphic>
      </p:graphicFrame>
    </p:spTree>
    <p:extLst>
      <p:ext uri="{BB962C8B-B14F-4D97-AF65-F5344CB8AC3E}">
        <p14:creationId xmlns:p14="http://schemas.microsoft.com/office/powerpoint/2010/main" val="240575540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3492013783"/>
              </p:ext>
            </p:extLst>
          </p:nvPr>
        </p:nvGraphicFramePr>
        <p:xfrm>
          <a:off x="390795" y="1954951"/>
          <a:ext cx="6056351" cy="287172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029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(previous ACC_COUNTER + 1).  If this counter is expired, then the counter will be roll-overed to ‘0’ as the next start value. If the value is not same as XC internal frame counter, then the INT_ACC_CNT_ERR_SRC bit will be set under the INT_ACC_CNT_ERR_EN set. XC internal frame counter reset as ‘0’ when power off-on and increase by 1 for any SPI commands</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ACC_CNT_ERR_STATUS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access counter value error has been happened or not. 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PARITY_ERR_STATUS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SPI_ACC_CNT_ERR_DET_EN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SPI_PARITY_ERR_DET_EN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This bit enables the detection whether the access count value and parity from a Host on SPI transaction is correct. Extended 16bits of SPI write frame is as below.</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7" name="표 6">
            <a:extLst>
              <a:ext uri="{FF2B5EF4-FFF2-40B4-BE49-F238E27FC236}">
                <a16:creationId xmlns:a16="http://schemas.microsoft.com/office/drawing/2014/main" id="{9B1769A8-D104-B01F-D72E-50FA9A647ED2}"/>
              </a:ext>
            </a:extLst>
          </p:cNvPr>
          <p:cNvGraphicFramePr>
            <a:graphicFrameLocks noGrp="1"/>
          </p:cNvGraphicFramePr>
          <p:nvPr>
            <p:extLst>
              <p:ext uri="{D42A27DB-BD31-4B8C-83A1-F6EECF244321}">
                <p14:modId xmlns:p14="http://schemas.microsoft.com/office/powerpoint/2010/main" val="3942968591"/>
              </p:ext>
            </p:extLst>
          </p:nvPr>
        </p:nvGraphicFramePr>
        <p:xfrm>
          <a:off x="394971" y="6399366"/>
          <a:ext cx="6048000" cy="240192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SPREAD1_SPD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LD_RD_CLK_SEL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SVO_CLK_SEL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5120829"/>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pt-BR" altLang="ko-KR" sz="900" b="0" i="0" u="none" strike="noStrike" dirty="0">
                          <a:solidFill>
                            <a:srgbClr val="0000FF"/>
                          </a:solidFill>
                          <a:effectLst/>
                          <a:latin typeface="Arial" panose="020B0604020202020204" pitchFamily="34" charset="0"/>
                          <a:ea typeface="+mn-ea"/>
                        </a:rPr>
                        <a:t>SERIALIZER_CLK_SEL2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SPRD1_GAIN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SERIALIZE_CLK_SEL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Write-Only.   ‘0’  Internal OSC           ‘1’  External MCLK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OSC_SPREAD_EN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SERIALIZER_SKEW_EN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394972" y="532722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204682118"/>
              </p:ext>
            </p:extLst>
          </p:nvPr>
        </p:nvGraphicFramePr>
        <p:xfrm>
          <a:off x="397088" y="1115243"/>
          <a:ext cx="6056353"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452173">
                  <a:extLst>
                    <a:ext uri="{9D8B030D-6E8A-4147-A177-3AD203B41FA5}">
                      <a16:colId xmlns:a16="http://schemas.microsoft.com/office/drawing/2014/main" val="4293411712"/>
                    </a:ext>
                  </a:extLst>
                </a:gridCol>
                <a:gridCol w="452173">
                  <a:extLst>
                    <a:ext uri="{9D8B030D-6E8A-4147-A177-3AD203B41FA5}">
                      <a16:colId xmlns:a16="http://schemas.microsoft.com/office/drawing/2014/main" val="657570846"/>
                    </a:ext>
                  </a:extLst>
                </a:gridCol>
                <a:gridCol w="452173">
                  <a:extLst>
                    <a:ext uri="{9D8B030D-6E8A-4147-A177-3AD203B41FA5}">
                      <a16:colId xmlns:a16="http://schemas.microsoft.com/office/drawing/2014/main" val="3259894497"/>
                    </a:ext>
                  </a:extLst>
                </a:gridCol>
                <a:gridCol w="452173">
                  <a:extLst>
                    <a:ext uri="{9D8B030D-6E8A-4147-A177-3AD203B41FA5}">
                      <a16:colId xmlns:a16="http://schemas.microsoft.com/office/drawing/2014/main" val="4170535043"/>
                    </a:ext>
                  </a:extLst>
                </a:gridCol>
                <a:gridCol w="452173">
                  <a:extLst>
                    <a:ext uri="{9D8B030D-6E8A-4147-A177-3AD203B41FA5}">
                      <a16:colId xmlns:a16="http://schemas.microsoft.com/office/drawing/2014/main" val="2079070694"/>
                    </a:ext>
                  </a:extLst>
                </a:gridCol>
                <a:gridCol w="452173">
                  <a:extLst>
                    <a:ext uri="{9D8B030D-6E8A-4147-A177-3AD203B41FA5}">
                      <a16:colId xmlns:a16="http://schemas.microsoft.com/office/drawing/2014/main" val="4213315911"/>
                    </a:ext>
                  </a:extLst>
                </a:gridCol>
                <a:gridCol w="452173">
                  <a:extLst>
                    <a:ext uri="{9D8B030D-6E8A-4147-A177-3AD203B41FA5}">
                      <a16:colId xmlns:a16="http://schemas.microsoft.com/office/drawing/2014/main" val="2769999950"/>
                    </a:ext>
                  </a:extLst>
                </a:gridCol>
                <a:gridCol w="452173">
                  <a:extLst>
                    <a:ext uri="{9D8B030D-6E8A-4147-A177-3AD203B41FA5}">
                      <a16:colId xmlns:a16="http://schemas.microsoft.com/office/drawing/2014/main" val="135637185"/>
                    </a:ext>
                  </a:extLst>
                </a:gridCol>
                <a:gridCol w="848644">
                  <a:extLst>
                    <a:ext uri="{9D8B030D-6E8A-4147-A177-3AD203B41FA5}">
                      <a16:colId xmlns:a16="http://schemas.microsoft.com/office/drawing/2014/main" val="3038050475"/>
                    </a:ext>
                  </a:extLst>
                </a:gridCol>
                <a:gridCol w="848644">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ACC_COUNTER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x</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2959408236"/>
              </p:ext>
            </p:extLst>
          </p:nvPr>
        </p:nvGraphicFramePr>
        <p:xfrm>
          <a:off x="394972" y="5603669"/>
          <a:ext cx="6056349" cy="372600"/>
        </p:xfrm>
        <a:graphic>
          <a:graphicData uri="http://schemas.openxmlformats.org/drawingml/2006/table">
            <a:tbl>
              <a:tblPr firstRow="1" bandRow="1">
                <a:tableStyleId>{5C22544A-7EE6-4342-B048-85BDC9FD1C3A}</a:tableStyleId>
              </a:tblPr>
              <a:tblGrid>
                <a:gridCol w="305519">
                  <a:extLst>
                    <a:ext uri="{9D8B030D-6E8A-4147-A177-3AD203B41FA5}">
                      <a16:colId xmlns:a16="http://schemas.microsoft.com/office/drawing/2014/main" val="3358603807"/>
                    </a:ext>
                  </a:extLst>
                </a:gridCol>
                <a:gridCol w="424452">
                  <a:extLst>
                    <a:ext uri="{9D8B030D-6E8A-4147-A177-3AD203B41FA5}">
                      <a16:colId xmlns:a16="http://schemas.microsoft.com/office/drawing/2014/main" val="2844922634"/>
                    </a:ext>
                  </a:extLst>
                </a:gridCol>
                <a:gridCol w="355124">
                  <a:extLst>
                    <a:ext uri="{9D8B030D-6E8A-4147-A177-3AD203B41FA5}">
                      <a16:colId xmlns:a16="http://schemas.microsoft.com/office/drawing/2014/main" val="4293411712"/>
                    </a:ext>
                  </a:extLst>
                </a:gridCol>
                <a:gridCol w="498035">
                  <a:extLst>
                    <a:ext uri="{9D8B030D-6E8A-4147-A177-3AD203B41FA5}">
                      <a16:colId xmlns:a16="http://schemas.microsoft.com/office/drawing/2014/main" val="657570846"/>
                    </a:ext>
                  </a:extLst>
                </a:gridCol>
                <a:gridCol w="498035">
                  <a:extLst>
                    <a:ext uri="{9D8B030D-6E8A-4147-A177-3AD203B41FA5}">
                      <a16:colId xmlns:a16="http://schemas.microsoft.com/office/drawing/2014/main" val="3259894497"/>
                    </a:ext>
                  </a:extLst>
                </a:gridCol>
                <a:gridCol w="498035">
                  <a:extLst>
                    <a:ext uri="{9D8B030D-6E8A-4147-A177-3AD203B41FA5}">
                      <a16:colId xmlns:a16="http://schemas.microsoft.com/office/drawing/2014/main" val="4170535043"/>
                    </a:ext>
                  </a:extLst>
                </a:gridCol>
                <a:gridCol w="947206">
                  <a:extLst>
                    <a:ext uri="{9D8B030D-6E8A-4147-A177-3AD203B41FA5}">
                      <a16:colId xmlns:a16="http://schemas.microsoft.com/office/drawing/2014/main" val="2079070694"/>
                    </a:ext>
                  </a:extLst>
                </a:gridCol>
                <a:gridCol w="321373">
                  <a:extLst>
                    <a:ext uri="{9D8B030D-6E8A-4147-A177-3AD203B41FA5}">
                      <a16:colId xmlns:a16="http://schemas.microsoft.com/office/drawing/2014/main" val="4213315911"/>
                    </a:ext>
                  </a:extLst>
                </a:gridCol>
                <a:gridCol w="772424">
                  <a:extLst>
                    <a:ext uri="{9D8B030D-6E8A-4147-A177-3AD203B41FA5}">
                      <a16:colId xmlns:a16="http://schemas.microsoft.com/office/drawing/2014/main" val="416731006"/>
                    </a:ext>
                  </a:extLst>
                </a:gridCol>
                <a:gridCol w="1436146">
                  <a:extLst>
                    <a:ext uri="{9D8B030D-6E8A-4147-A177-3AD203B41FA5}">
                      <a16:colId xmlns:a16="http://schemas.microsoft.com/office/drawing/2014/main" val="919018607"/>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SPREAD1_SPD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LD_RD_CLK_SEL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SVO_CLK_SEL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pt-BR" sz="700" b="0" i="0" u="none" strike="noStrike" dirty="0">
                          <a:solidFill>
                            <a:srgbClr val="0000FF"/>
                          </a:solidFill>
                          <a:effectLst/>
                          <a:latin typeface="Arial" panose="020B0604020202020204" pitchFamily="34" charset="0"/>
                          <a:ea typeface="맑은 고딕" panose="020B0503020000020004" pitchFamily="50" charset="-127"/>
                        </a:rPr>
                        <a:t>SERIALIZER_CLK_SEL2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3754153712"/>
              </p:ext>
            </p:extLst>
          </p:nvPr>
        </p:nvGraphicFramePr>
        <p:xfrm>
          <a:off x="394972" y="6024728"/>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SPRD1_GAIN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3610540196"/>
              </p:ext>
            </p:extLst>
          </p:nvPr>
        </p:nvGraphicFramePr>
        <p:xfrm>
          <a:off x="394970" y="1536302"/>
          <a:ext cx="6056352" cy="372600"/>
        </p:xfrm>
        <a:graphic>
          <a:graphicData uri="http://schemas.openxmlformats.org/drawingml/2006/table">
            <a:tbl>
              <a:tblPr firstRow="1" bandRow="1">
                <a:tableStyleId>{5C22544A-7EE6-4342-B048-85BDC9FD1C3A}</a:tableStyleId>
              </a:tblPr>
              <a:tblGrid>
                <a:gridCol w="317218">
                  <a:extLst>
                    <a:ext uri="{9D8B030D-6E8A-4147-A177-3AD203B41FA5}">
                      <a16:colId xmlns:a16="http://schemas.microsoft.com/office/drawing/2014/main" val="3358603807"/>
                    </a:ext>
                  </a:extLst>
                </a:gridCol>
                <a:gridCol w="425422">
                  <a:extLst>
                    <a:ext uri="{9D8B030D-6E8A-4147-A177-3AD203B41FA5}">
                      <a16:colId xmlns:a16="http://schemas.microsoft.com/office/drawing/2014/main" val="2844922634"/>
                    </a:ext>
                  </a:extLst>
                </a:gridCol>
                <a:gridCol w="1097590">
                  <a:extLst>
                    <a:ext uri="{9D8B030D-6E8A-4147-A177-3AD203B41FA5}">
                      <a16:colId xmlns:a16="http://schemas.microsoft.com/office/drawing/2014/main" val="1937369831"/>
                    </a:ext>
                  </a:extLst>
                </a:gridCol>
                <a:gridCol w="984250">
                  <a:extLst>
                    <a:ext uri="{9D8B030D-6E8A-4147-A177-3AD203B41FA5}">
                      <a16:colId xmlns:a16="http://schemas.microsoft.com/office/drawing/2014/main" val="747813118"/>
                    </a:ext>
                  </a:extLst>
                </a:gridCol>
                <a:gridCol w="288925">
                  <a:extLst>
                    <a:ext uri="{9D8B030D-6E8A-4147-A177-3AD203B41FA5}">
                      <a16:colId xmlns:a16="http://schemas.microsoft.com/office/drawing/2014/main" val="416731006"/>
                    </a:ext>
                  </a:extLst>
                </a:gridCol>
                <a:gridCol w="288925">
                  <a:extLst>
                    <a:ext uri="{9D8B030D-6E8A-4147-A177-3AD203B41FA5}">
                      <a16:colId xmlns:a16="http://schemas.microsoft.com/office/drawing/2014/main" val="4062622099"/>
                    </a:ext>
                  </a:extLst>
                </a:gridCol>
                <a:gridCol w="1327011">
                  <a:extLst>
                    <a:ext uri="{9D8B030D-6E8A-4147-A177-3AD203B41FA5}">
                      <a16:colId xmlns:a16="http://schemas.microsoft.com/office/drawing/2014/main" val="3794202418"/>
                    </a:ext>
                  </a:extLst>
                </a:gridCol>
                <a:gridCol w="13270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ACC_CNT_ERR_STATUS</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PARITY_ERR_STATUS</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SPI_ACC_CNT_ERR_DET_EN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SPI_PARITY_ERR_DET_EN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4513798C-AA90-17EF-E494-ED32F5E23A57}"/>
              </a:ext>
            </a:extLst>
          </p:cNvPr>
          <p:cNvGraphicFramePr>
            <a:graphicFrameLocks noGrp="1"/>
          </p:cNvGraphicFramePr>
          <p:nvPr>
            <p:extLst>
              <p:ext uri="{D42A27DB-BD31-4B8C-83A1-F6EECF244321}">
                <p14:modId xmlns:p14="http://schemas.microsoft.com/office/powerpoint/2010/main" val="7358294"/>
              </p:ext>
            </p:extLst>
          </p:nvPr>
        </p:nvGraphicFramePr>
        <p:xfrm>
          <a:off x="2329519" y="4865333"/>
          <a:ext cx="4121802" cy="138903"/>
        </p:xfrm>
        <a:graphic>
          <a:graphicData uri="http://schemas.openxmlformats.org/drawingml/2006/table">
            <a:tbl>
              <a:tblPr firstRow="1" bandRow="1">
                <a:tableStyleId>{5C22544A-7EE6-4342-B048-85BDC9FD1C3A}</a:tableStyleId>
              </a:tblPr>
              <a:tblGrid>
                <a:gridCol w="1073802">
                  <a:extLst>
                    <a:ext uri="{9D8B030D-6E8A-4147-A177-3AD203B41FA5}">
                      <a16:colId xmlns:a16="http://schemas.microsoft.com/office/drawing/2014/main" val="1091265023"/>
                    </a:ext>
                  </a:extLst>
                </a:gridCol>
                <a:gridCol w="1524000">
                  <a:extLst>
                    <a:ext uri="{9D8B030D-6E8A-4147-A177-3AD203B41FA5}">
                      <a16:colId xmlns:a16="http://schemas.microsoft.com/office/drawing/2014/main" val="2403729045"/>
                    </a:ext>
                  </a:extLst>
                </a:gridCol>
                <a:gridCol w="1524000">
                  <a:extLst>
                    <a:ext uri="{9D8B030D-6E8A-4147-A177-3AD203B41FA5}">
                      <a16:colId xmlns:a16="http://schemas.microsoft.com/office/drawing/2014/main" val="2800884657"/>
                    </a:ext>
                  </a:extLst>
                </a:gridCol>
              </a:tblGrid>
              <a:tr h="138903">
                <a:tc>
                  <a:txBody>
                    <a:bodyPr/>
                    <a:lstStyle/>
                    <a:p>
                      <a:pPr algn="ctr" latinLnBrk="1"/>
                      <a:r>
                        <a:rPr lang="en-US" altLang="ko-KR" sz="800" b="0" dirty="0">
                          <a:solidFill>
                            <a:schemeClr val="tx1"/>
                          </a:solidFill>
                          <a:latin typeface="Arial" panose="020B0604020202020204" pitchFamily="34" charset="0"/>
                          <a:ea typeface="Calibri" panose="020F0502020204030204" pitchFamily="34" charset="0"/>
                          <a:cs typeface="Arial" panose="020B0604020202020204" pitchFamily="34" charset="0"/>
                        </a:rPr>
                        <a:t>SPI Data Stream</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8-bit = ACC_COUNTER value</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the 3</a:t>
                      </a:r>
                      <a:r>
                        <a:rPr lang="en-US" altLang="ko-KR" sz="800" b="0" baseline="30000" dirty="0">
                          <a:solidFill>
                            <a:schemeClr val="tx1"/>
                          </a:solidFill>
                          <a:latin typeface="Arial" panose="020B0604020202020204" pitchFamily="34" charset="0"/>
                          <a:cs typeface="Arial" panose="020B0604020202020204" pitchFamily="34" charset="0"/>
                        </a:rPr>
                        <a:t>rd</a:t>
                      </a:r>
                      <a:r>
                        <a:rPr lang="en-US" altLang="ko-KR" sz="800" b="0" dirty="0">
                          <a:solidFill>
                            <a:schemeClr val="tx1"/>
                          </a:solidFill>
                          <a:latin typeface="Arial" panose="020B0604020202020204" pitchFamily="34" charset="0"/>
                          <a:cs typeface="Arial" panose="020B0604020202020204" pitchFamily="34" charset="0"/>
                        </a:rPr>
                        <a:t> bit of last byte = Parity bit</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395198096"/>
                  </a:ext>
                </a:extLst>
              </a:tr>
            </a:tbl>
          </a:graphicData>
        </a:graphic>
      </p:graphicFrame>
    </p:spTree>
    <p:extLst>
      <p:ext uri="{BB962C8B-B14F-4D97-AF65-F5344CB8AC3E}">
        <p14:creationId xmlns:p14="http://schemas.microsoft.com/office/powerpoint/2010/main" val="1190558087"/>
      </p:ext>
    </p:extLst>
  </p:cSld>
  <p:clrMapOvr>
    <a:masterClrMapping/>
  </p:clrMapOvr>
  <p:extLst>
    <p:ext uri="{6950BFC3-D8DA-4A85-94F7-54DA5524770B}">
      <p188:commentRel xmlns:p188="http://schemas.microsoft.com/office/powerpoint/2018/8/main" r:id="rId2"/>
    </p:ext>
  </p:extLs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2" name="표 1">
            <a:extLst>
              <a:ext uri="{FF2B5EF4-FFF2-40B4-BE49-F238E27FC236}">
                <a16:creationId xmlns:a16="http://schemas.microsoft.com/office/drawing/2014/main" id="{53B43F50-2134-5392-BE72-E87DA6AB3C5B}"/>
              </a:ext>
            </a:extLst>
          </p:cNvPr>
          <p:cNvGraphicFramePr>
            <a:graphicFrameLocks noGrp="1"/>
          </p:cNvGraphicFramePr>
          <p:nvPr>
            <p:extLst>
              <p:ext uri="{D42A27DB-BD31-4B8C-83A1-F6EECF244321}">
                <p14:modId xmlns:p14="http://schemas.microsoft.com/office/powerpoint/2010/main" val="704397288"/>
              </p:ext>
            </p:extLst>
          </p:nvPr>
        </p:nvGraphicFramePr>
        <p:xfrm>
          <a:off x="394971" y="1913794"/>
          <a:ext cx="6048000" cy="170244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SPREAD2_SPD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SPRD2_GAIN </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OSC2_SPREAD_EN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(Default)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External MCLK (auto-changed if  the ext. MCLK is entered)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graphicFrame>
        <p:nvGraphicFramePr>
          <p:cNvPr id="5" name="표 4">
            <a:extLst>
              <a:ext uri="{FF2B5EF4-FFF2-40B4-BE49-F238E27FC236}">
                <a16:creationId xmlns:a16="http://schemas.microsoft.com/office/drawing/2014/main" id="{0EA4EFFB-EC9B-ECD5-BC1C-0557B9272394}"/>
              </a:ext>
            </a:extLst>
          </p:cNvPr>
          <p:cNvGraphicFramePr>
            <a:graphicFrameLocks noGrp="1"/>
          </p:cNvGraphicFramePr>
          <p:nvPr>
            <p:extLst>
              <p:ext uri="{D42A27DB-BD31-4B8C-83A1-F6EECF244321}">
                <p14:modId xmlns:p14="http://schemas.microsoft.com/office/powerpoint/2010/main" val="1223892040"/>
              </p:ext>
            </p:extLst>
          </p:nvPr>
        </p:nvGraphicFramePr>
        <p:xfrm>
          <a:off x="394972" y="1118097"/>
          <a:ext cx="6056347" cy="372600"/>
        </p:xfrm>
        <a:graphic>
          <a:graphicData uri="http://schemas.openxmlformats.org/drawingml/2006/table">
            <a:tbl>
              <a:tblPr firstRow="1" bandRow="1">
                <a:tableStyleId>{5C22544A-7EE6-4342-B048-85BDC9FD1C3A}</a:tableStyleId>
              </a:tblPr>
              <a:tblGrid>
                <a:gridCol w="305519">
                  <a:extLst>
                    <a:ext uri="{9D8B030D-6E8A-4147-A177-3AD203B41FA5}">
                      <a16:colId xmlns:a16="http://schemas.microsoft.com/office/drawing/2014/main" val="3358603807"/>
                    </a:ext>
                  </a:extLst>
                </a:gridCol>
                <a:gridCol w="424452">
                  <a:extLst>
                    <a:ext uri="{9D8B030D-6E8A-4147-A177-3AD203B41FA5}">
                      <a16:colId xmlns:a16="http://schemas.microsoft.com/office/drawing/2014/main" val="2844922634"/>
                    </a:ext>
                  </a:extLst>
                </a:gridCol>
                <a:gridCol w="665797">
                  <a:extLst>
                    <a:ext uri="{9D8B030D-6E8A-4147-A177-3AD203B41FA5}">
                      <a16:colId xmlns:a16="http://schemas.microsoft.com/office/drawing/2014/main" val="4293411712"/>
                    </a:ext>
                  </a:extLst>
                </a:gridCol>
                <a:gridCol w="665797">
                  <a:extLst>
                    <a:ext uri="{9D8B030D-6E8A-4147-A177-3AD203B41FA5}">
                      <a16:colId xmlns:a16="http://schemas.microsoft.com/office/drawing/2014/main" val="657570846"/>
                    </a:ext>
                  </a:extLst>
                </a:gridCol>
                <a:gridCol w="665797">
                  <a:extLst>
                    <a:ext uri="{9D8B030D-6E8A-4147-A177-3AD203B41FA5}">
                      <a16:colId xmlns:a16="http://schemas.microsoft.com/office/drawing/2014/main" val="3259894497"/>
                    </a:ext>
                  </a:extLst>
                </a:gridCol>
                <a:gridCol w="665797">
                  <a:extLst>
                    <a:ext uri="{9D8B030D-6E8A-4147-A177-3AD203B41FA5}">
                      <a16:colId xmlns:a16="http://schemas.microsoft.com/office/drawing/2014/main" val="4170535043"/>
                    </a:ext>
                  </a:extLst>
                </a:gridCol>
                <a:gridCol w="665797">
                  <a:extLst>
                    <a:ext uri="{9D8B030D-6E8A-4147-A177-3AD203B41FA5}">
                      <a16:colId xmlns:a16="http://schemas.microsoft.com/office/drawing/2014/main" val="2079070694"/>
                    </a:ext>
                  </a:extLst>
                </a:gridCol>
                <a:gridCol w="665797">
                  <a:extLst>
                    <a:ext uri="{9D8B030D-6E8A-4147-A177-3AD203B41FA5}">
                      <a16:colId xmlns:a16="http://schemas.microsoft.com/office/drawing/2014/main" val="4213315911"/>
                    </a:ext>
                  </a:extLst>
                </a:gridCol>
                <a:gridCol w="665797">
                  <a:extLst>
                    <a:ext uri="{9D8B030D-6E8A-4147-A177-3AD203B41FA5}">
                      <a16:colId xmlns:a16="http://schemas.microsoft.com/office/drawing/2014/main" val="416731006"/>
                    </a:ext>
                  </a:extLst>
                </a:gridCol>
                <a:gridCol w="665797">
                  <a:extLst>
                    <a:ext uri="{9D8B030D-6E8A-4147-A177-3AD203B41FA5}">
                      <a16:colId xmlns:a16="http://schemas.microsoft.com/office/drawing/2014/main" val="919018607"/>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SPREAD2_SPD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500C4477-3692-A917-76E2-6C3B2E2E65F4}"/>
              </a:ext>
            </a:extLst>
          </p:cNvPr>
          <p:cNvGraphicFramePr>
            <a:graphicFrameLocks noGrp="1"/>
          </p:cNvGraphicFramePr>
          <p:nvPr>
            <p:extLst>
              <p:ext uri="{D42A27DB-BD31-4B8C-83A1-F6EECF244321}">
                <p14:modId xmlns:p14="http://schemas.microsoft.com/office/powerpoint/2010/main" val="334273278"/>
              </p:ext>
            </p:extLst>
          </p:nvPr>
        </p:nvGraphicFramePr>
        <p:xfrm>
          <a:off x="394972" y="1539156"/>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513131">
                  <a:extLst>
                    <a:ext uri="{9D8B030D-6E8A-4147-A177-3AD203B41FA5}">
                      <a16:colId xmlns:a16="http://schemas.microsoft.com/office/drawing/2014/main" val="4170535043"/>
                    </a:ext>
                  </a:extLst>
                </a:gridCol>
                <a:gridCol w="513131">
                  <a:extLst>
                    <a:ext uri="{9D8B030D-6E8A-4147-A177-3AD203B41FA5}">
                      <a16:colId xmlns:a16="http://schemas.microsoft.com/office/drawing/2014/main" val="2769999950"/>
                    </a:ext>
                  </a:extLst>
                </a:gridCol>
                <a:gridCol w="513131">
                  <a:extLst>
                    <a:ext uri="{9D8B030D-6E8A-4147-A177-3AD203B41FA5}">
                      <a16:colId xmlns:a16="http://schemas.microsoft.com/office/drawing/2014/main" val="1979433044"/>
                    </a:ext>
                  </a:extLst>
                </a:gridCol>
                <a:gridCol w="825431">
                  <a:extLst>
                    <a:ext uri="{9D8B030D-6E8A-4147-A177-3AD203B41FA5}">
                      <a16:colId xmlns:a16="http://schemas.microsoft.com/office/drawing/2014/main" val="416731006"/>
                    </a:ext>
                  </a:extLst>
                </a:gridCol>
                <a:gridCol w="825431">
                  <a:extLst>
                    <a:ext uri="{9D8B030D-6E8A-4147-A177-3AD203B41FA5}">
                      <a16:colId xmlns:a16="http://schemas.microsoft.com/office/drawing/2014/main" val="4062622099"/>
                    </a:ext>
                  </a:extLst>
                </a:gridCol>
                <a:gridCol w="825431">
                  <a:extLst>
                    <a:ext uri="{9D8B030D-6E8A-4147-A177-3AD203B41FA5}">
                      <a16:colId xmlns:a16="http://schemas.microsoft.com/office/drawing/2014/main" val="3794202418"/>
                    </a:ext>
                  </a:extLst>
                </a:gridCol>
                <a:gridCol w="82543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SPRD2_GAIN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OSC2_SPREAD_EN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MCLK_MODE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402405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CADB3729-E182-7A86-2C18-018FE5CE86B2}"/>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5054AD5C-AFF5-44A1-A491-58793C6CB0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023A7FDD-4688-EA05-9BFB-211A5978866E}"/>
              </a:ext>
            </a:extLst>
          </p:cNvPr>
          <p:cNvSpPr txBox="1"/>
          <p:nvPr/>
        </p:nvSpPr>
        <p:spPr>
          <a:xfrm>
            <a:off x="399453" y="8387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40166849"/>
              </p:ext>
            </p:extLst>
          </p:nvPr>
        </p:nvGraphicFramePr>
        <p:xfrm>
          <a:off x="399453" y="1513802"/>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SERIAL_CLK_LOW</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SERIAL_CLK_HIGH</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2159606845"/>
              </p:ext>
            </p:extLst>
          </p:nvPr>
        </p:nvGraphicFramePr>
        <p:xfrm>
          <a:off x="399453" y="1099670"/>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0x0C18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SERIAL_CLK_LOW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SERIAL_CLK_HIGH [6:0]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3361072134"/>
              </p:ext>
            </p:extLst>
          </p:nvPr>
        </p:nvGraphicFramePr>
        <p:xfrm>
          <a:off x="399449" y="3891551"/>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and the first bit of (n+1)</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incoming from the daisied XDs to the XC. The setting value should be larger than the 1-bit serial data length time at which the daisied XD devices are sending to the XC. So, the proper value depends on the serial baudrate of the XDs and can be set between (1-bit time + 3 MCLKs) and (1-bit time + 5 MCLKs). If the proper value will be set, then the serial data value will be broken.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careful that this register value should be changed to the proper value firstly in case that the Serializer Output Baudrate of XD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at least 1.5 times larger than the SERIAL LATENCY value of XD.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6" name="TextBox 5">
            <a:extLst>
              <a:ext uri="{FF2B5EF4-FFF2-40B4-BE49-F238E27FC236}">
                <a16:creationId xmlns:a16="http://schemas.microsoft.com/office/drawing/2014/main" id="{E1CD242E-9A65-599F-0C39-E389B7F248D3}"/>
              </a:ext>
            </a:extLst>
          </p:cNvPr>
          <p:cNvSpPr txBox="1"/>
          <p:nvPr/>
        </p:nvSpPr>
        <p:spPr>
          <a:xfrm>
            <a:off x="399449" y="3211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7" name="표 6">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516273898"/>
              </p:ext>
            </p:extLst>
          </p:nvPr>
        </p:nvGraphicFramePr>
        <p:xfrm>
          <a:off x="399449" y="34780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0x70C0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1749626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122FCB8E-4B14-9762-CF5D-332A121A167F}"/>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TIMEOUT</a:t>
            </a:r>
          </a:p>
        </p:txBody>
      </p:sp>
      <p:graphicFrame>
        <p:nvGraphicFramePr>
          <p:cNvPr id="4" name="표 3">
            <a:extLst>
              <a:ext uri="{FF2B5EF4-FFF2-40B4-BE49-F238E27FC236}">
                <a16:creationId xmlns:a16="http://schemas.microsoft.com/office/drawing/2014/main" id="{DA9DC9A7-908C-F3B8-0E0D-53B8F459C8F8}"/>
              </a:ext>
            </a:extLst>
          </p:cNvPr>
          <p:cNvGraphicFramePr>
            <a:graphicFrameLocks noGrp="1"/>
          </p:cNvGraphicFramePr>
          <p:nvPr>
            <p:extLst>
              <p:ext uri="{D42A27DB-BD31-4B8C-83A1-F6EECF244321}">
                <p14:modId xmlns:p14="http://schemas.microsoft.com/office/powerpoint/2010/main" val="2763763064"/>
              </p:ext>
            </p:extLst>
          </p:nvPr>
        </p:nvGraphicFramePr>
        <p:xfrm>
          <a:off x="399646" y="1539778"/>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clock cycles to wait after starting read operation to XD device.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447D3D92-7AA9-7A94-536E-C6D84A947FBA}"/>
              </a:ext>
            </a:extLst>
          </p:cNvPr>
          <p:cNvGraphicFramePr>
            <a:graphicFrameLocks noGrp="1"/>
          </p:cNvGraphicFramePr>
          <p:nvPr>
            <p:extLst>
              <p:ext uri="{D42A27DB-BD31-4B8C-83A1-F6EECF244321}">
                <p14:modId xmlns:p14="http://schemas.microsoft.com/office/powerpoint/2010/main" val="1165461510"/>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0x7FFF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TIMEOUT [16:1]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404813" y="2693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510192576"/>
              </p:ext>
            </p:extLst>
          </p:nvPr>
        </p:nvGraphicFramePr>
        <p:xfrm>
          <a:off x="404813" y="3433351"/>
          <a:ext cx="6045587" cy="93780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321044238"/>
              </p:ext>
            </p:extLst>
          </p:nvPr>
        </p:nvGraphicFramePr>
        <p:xfrm>
          <a:off x="404813" y="296097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286713984"/>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398227927"/>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687112347"/>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28458922"/>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1326884328"/>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922616883"/>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806001694"/>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4284494103"/>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16496287"/>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46582377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023984957"/>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73887108"/>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851082378"/>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979093454"/>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661474604"/>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1106793221"/>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983078404"/>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819226044"/>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715804488"/>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5866388"/>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278374623"/>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505932392"/>
              </p:ext>
            </p:extLst>
          </p:nvPr>
        </p:nvGraphicFramePr>
        <p:xfrm>
          <a:off x="399252" y="3347733"/>
          <a:ext cx="6037275" cy="80064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2909888269"/>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350058403"/>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3344974450"/>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553337772"/>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CH_SIZE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443569681"/>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4267685364"/>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CH_SIZE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3875995612"/>
              </p:ext>
            </p:extLst>
          </p:nvPr>
        </p:nvGraphicFramePr>
        <p:xfrm>
          <a:off x="1973747" y="3124557"/>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136873"/>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97966"/>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98196"/>
            <a:ext cx="2088713" cy="215444"/>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415868"/>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411894"/>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67292"/>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4B3CA2B-9D64-6EE1-4D63-84659AC24D64}"/>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FLLCNT1-1</a:t>
            </a:r>
          </a:p>
        </p:txBody>
      </p:sp>
      <p:graphicFrame>
        <p:nvGraphicFramePr>
          <p:cNvPr id="5" name="표 4">
            <a:extLst>
              <a:ext uri="{FF2B5EF4-FFF2-40B4-BE49-F238E27FC236}">
                <a16:creationId xmlns:a16="http://schemas.microsoft.com/office/drawing/2014/main" id="{A5902E54-F5B9-BC2D-6571-8861A01910BF}"/>
              </a:ext>
            </a:extLst>
          </p:cNvPr>
          <p:cNvGraphicFramePr>
            <a:graphicFrameLocks noGrp="1"/>
          </p:cNvGraphicFramePr>
          <p:nvPr/>
        </p:nvGraphicFramePr>
        <p:xfrm>
          <a:off x="399646" y="1545958"/>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FLL1_CNT [15:0]</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FLL1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3159081D-1AE7-D2B7-46A5-BAE197082C05}"/>
              </a:ext>
            </a:extLst>
          </p:cNvPr>
          <p:cNvGraphicFramePr>
            <a:graphicFrameLocks noGrp="1"/>
          </p:cNvGraphicFramePr>
          <p:nvPr/>
        </p:nvGraphicFramePr>
        <p:xfrm>
          <a:off x="399646" y="112107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FLL1_CNT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C8834ADF-F5D6-3BB1-B2CF-78CD1A5262F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8FC8697-A669-DFA9-9ADD-A9F895462FF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20593444-51E4-5E9D-AC02-1C6BA175D12E}"/>
              </a:ext>
            </a:extLst>
          </p:cNvPr>
          <p:cNvSpPr txBox="1"/>
          <p:nvPr/>
        </p:nvSpPr>
        <p:spPr>
          <a:xfrm>
            <a:off x="397938" y="3316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FLLCNT1-2</a:t>
            </a:r>
          </a:p>
        </p:txBody>
      </p:sp>
      <p:graphicFrame>
        <p:nvGraphicFramePr>
          <p:cNvPr id="10" name="표 9">
            <a:extLst>
              <a:ext uri="{FF2B5EF4-FFF2-40B4-BE49-F238E27FC236}">
                <a16:creationId xmlns:a16="http://schemas.microsoft.com/office/drawing/2014/main" id="{EBA1C726-B2FA-A2DD-3016-EA9B7C584596}"/>
              </a:ext>
            </a:extLst>
          </p:cNvPr>
          <p:cNvGraphicFramePr>
            <a:graphicFrameLocks noGrp="1"/>
          </p:cNvGraphicFramePr>
          <p:nvPr/>
        </p:nvGraphicFramePr>
        <p:xfrm>
          <a:off x="397938" y="4053571"/>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FLL1_CNT [20:16]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01317187-ED4F-7C07-0A7B-176B15A9ECF0}"/>
              </a:ext>
            </a:extLst>
          </p:cNvPr>
          <p:cNvGraphicFramePr>
            <a:graphicFrameLocks noGrp="1"/>
          </p:cNvGraphicFramePr>
          <p:nvPr/>
        </p:nvGraphicFramePr>
        <p:xfrm>
          <a:off x="397938" y="3630962"/>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FLL1_SYNC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FLL1_ERR_RANGE[1:0]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C8877E4-9CFE-E7F0-54EE-A228C1D2310F}"/>
              </a:ext>
            </a:extLst>
          </p:cNvPr>
          <p:cNvGraphicFramePr>
            <a:graphicFrameLocks noGrp="1"/>
          </p:cNvGraphicFramePr>
          <p:nvPr/>
        </p:nvGraphicFramePr>
        <p:xfrm>
          <a:off x="399646" y="4568345"/>
          <a:ext cx="6048000" cy="29869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FLL1_EN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FLL1 function.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FLL1 continues to calibrate the MCLK frequency to exactly match the PWM frequency with the time of one frame.</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1  Enable FLL1 function (= The MCLK is unlocking, so calibrated to the target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0  Disable FLL function (= The MCLK is locking at the current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needed that this bit should be set to 0 just before the first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starts to be entered to the XC24R  and set to 1 just before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is not asserted if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will be not supplied any more to the XC24R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FLL1_SYNC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Locking sync pad input selection</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FLLSYNC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VSYNCI</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8915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FLL1_ERR_RANGE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Error clamping range between measured counting and FLL1_CNT within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sync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1104990"/>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FLL1_CNT [20:16]</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FLL1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4534197"/>
                  </a:ext>
                </a:extLst>
              </a:tr>
            </a:tbl>
          </a:graphicData>
        </a:graphic>
      </p:graphicFrame>
    </p:spTree>
    <p:extLst>
      <p:ext uri="{BB962C8B-B14F-4D97-AF65-F5344CB8AC3E}">
        <p14:creationId xmlns:p14="http://schemas.microsoft.com/office/powerpoint/2010/main" val="412154664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D9DBBF1-4AFB-A117-7D5C-D3494430D6D1}"/>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FLLCNT2-1</a:t>
            </a:r>
          </a:p>
        </p:txBody>
      </p:sp>
      <p:graphicFrame>
        <p:nvGraphicFramePr>
          <p:cNvPr id="5" name="표 4">
            <a:extLst>
              <a:ext uri="{FF2B5EF4-FFF2-40B4-BE49-F238E27FC236}">
                <a16:creationId xmlns:a16="http://schemas.microsoft.com/office/drawing/2014/main" id="{208A5417-91EB-B940-BAC7-74723DB645F3}"/>
              </a:ext>
            </a:extLst>
          </p:cNvPr>
          <p:cNvGraphicFramePr>
            <a:graphicFrameLocks noGrp="1"/>
          </p:cNvGraphicFramePr>
          <p:nvPr/>
        </p:nvGraphicFramePr>
        <p:xfrm>
          <a:off x="399646" y="1545958"/>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FLL2_CNT [15:0]</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FLL2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BC4334F3-2071-0EB4-6FB1-EC42E9D3F751}"/>
              </a:ext>
            </a:extLst>
          </p:cNvPr>
          <p:cNvGraphicFramePr>
            <a:graphicFrameLocks noGrp="1"/>
          </p:cNvGraphicFramePr>
          <p:nvPr/>
        </p:nvGraphicFramePr>
        <p:xfrm>
          <a:off x="399646" y="112107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FLL2_CNT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B0A7EB04-68B2-C7F5-2769-281FD77B497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1CB5DA6-FC87-A28D-D63A-F2A3D9C0CF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DD5CCFBE-98C4-16B8-E1BD-513306E3A64E}"/>
              </a:ext>
            </a:extLst>
          </p:cNvPr>
          <p:cNvSpPr txBox="1"/>
          <p:nvPr/>
        </p:nvSpPr>
        <p:spPr>
          <a:xfrm>
            <a:off x="397938" y="3316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FLLCNT2-2</a:t>
            </a:r>
          </a:p>
        </p:txBody>
      </p:sp>
      <p:graphicFrame>
        <p:nvGraphicFramePr>
          <p:cNvPr id="3" name="표 2">
            <a:extLst>
              <a:ext uri="{FF2B5EF4-FFF2-40B4-BE49-F238E27FC236}">
                <a16:creationId xmlns:a16="http://schemas.microsoft.com/office/drawing/2014/main" id="{61799E41-97B4-5BA8-3456-F3901E90A935}"/>
              </a:ext>
            </a:extLst>
          </p:cNvPr>
          <p:cNvGraphicFramePr>
            <a:graphicFrameLocks noGrp="1"/>
          </p:cNvGraphicFramePr>
          <p:nvPr/>
        </p:nvGraphicFramePr>
        <p:xfrm>
          <a:off x="397938" y="4053571"/>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FLL2_CNT [20:16]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266526B-DCD6-5D91-5DFD-75F9391BAD7F}"/>
              </a:ext>
            </a:extLst>
          </p:cNvPr>
          <p:cNvGraphicFramePr>
            <a:graphicFrameLocks noGrp="1"/>
          </p:cNvGraphicFramePr>
          <p:nvPr/>
        </p:nvGraphicFramePr>
        <p:xfrm>
          <a:off x="397938" y="3630962"/>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FLL2_SYNC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FLL2_ERR_RANGE[1:0]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0143DFE8-C269-4CEA-54DE-1ED844E4F723}"/>
              </a:ext>
            </a:extLst>
          </p:cNvPr>
          <p:cNvGraphicFramePr>
            <a:graphicFrameLocks noGrp="1"/>
          </p:cNvGraphicFramePr>
          <p:nvPr/>
        </p:nvGraphicFramePr>
        <p:xfrm>
          <a:off x="399646" y="4568345"/>
          <a:ext cx="6048000" cy="29869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FLL2_EN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FLL2 function.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FLL2 continues to calibrate the MCLK frequency to exactly match the PWM frequency with the time of one frame.</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1  Enable FLL2 function (= The MCLK is unlocking, so calibrated to the target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0  Disable FLL function (= The MCLK is locking at the current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needed that this bit should be set to 0 just before the first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starts to be entered to the XC24R  and set to 1 just before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is not asserted if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will be not supplied any more to the XC24R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FLL2_SYNC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Locking sync pad input selection</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‘0’ FLLSYNC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VSYNCI</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8915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FLL2_ERR_RANGE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Error clamping range between measured counting and FLL1_CNT within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fll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sync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1104990"/>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FLL2_CNT [20:16]</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FLL2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4534197"/>
                  </a:ext>
                </a:extLst>
              </a:tr>
            </a:tbl>
          </a:graphicData>
        </a:graphic>
      </p:graphicFrame>
    </p:spTree>
    <p:extLst>
      <p:ext uri="{BB962C8B-B14F-4D97-AF65-F5344CB8AC3E}">
        <p14:creationId xmlns:p14="http://schemas.microsoft.com/office/powerpoint/2010/main" val="75067403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DBB7FEF-0111-426F-6B14-C5D8FE6BD50B}"/>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VO DELAY</a:t>
            </a:r>
          </a:p>
        </p:txBody>
      </p:sp>
      <p:graphicFrame>
        <p:nvGraphicFramePr>
          <p:cNvPr id="5" name="표 4">
            <a:extLst>
              <a:ext uri="{FF2B5EF4-FFF2-40B4-BE49-F238E27FC236}">
                <a16:creationId xmlns:a16="http://schemas.microsoft.com/office/drawing/2014/main" id="{570B52FF-9155-7866-A93B-F7109BBCE6C5}"/>
              </a:ext>
            </a:extLst>
          </p:cNvPr>
          <p:cNvGraphicFramePr>
            <a:graphicFrameLocks noGrp="1"/>
          </p:cNvGraphicFramePr>
          <p:nvPr>
            <p:extLst>
              <p:ext uri="{D42A27DB-BD31-4B8C-83A1-F6EECF244321}">
                <p14:modId xmlns:p14="http://schemas.microsoft.com/office/powerpoint/2010/main" val="3780563048"/>
              </p:ext>
            </p:extLst>
          </p:nvPr>
        </p:nvGraphicFramePr>
        <p:xfrm>
          <a:off x="399646" y="1997843"/>
          <a:ext cx="6048000" cy="165859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14</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GATE3_POL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GATE2_POL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46108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GATE1_POL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348581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VO_DELAY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 output delay time from sync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9926292"/>
                  </a:ext>
                </a:extLst>
              </a:tr>
            </a:tbl>
          </a:graphicData>
        </a:graphic>
      </p:graphicFrame>
      <p:cxnSp>
        <p:nvCxnSpPr>
          <p:cNvPr id="7" name="직선 연결선 6">
            <a:extLst>
              <a:ext uri="{FF2B5EF4-FFF2-40B4-BE49-F238E27FC236}">
                <a16:creationId xmlns:a16="http://schemas.microsoft.com/office/drawing/2014/main" id="{96E9E01E-C17D-C184-4993-8C650949F5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4EA934B-B65F-FBF8-DF43-D2A3292D8CF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D2E18CDC-E31B-2361-D541-C43882F7C907}"/>
              </a:ext>
            </a:extLst>
          </p:cNvPr>
          <p:cNvSpPr txBox="1"/>
          <p:nvPr/>
        </p:nvSpPr>
        <p:spPr>
          <a:xfrm>
            <a:off x="397938" y="419716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VO OFF/ON</a:t>
            </a:r>
          </a:p>
        </p:txBody>
      </p:sp>
      <p:graphicFrame>
        <p:nvGraphicFramePr>
          <p:cNvPr id="12" name="표 11">
            <a:extLst>
              <a:ext uri="{FF2B5EF4-FFF2-40B4-BE49-F238E27FC236}">
                <a16:creationId xmlns:a16="http://schemas.microsoft.com/office/drawing/2014/main" id="{3232EB0B-BB19-268C-5529-7FF2D4AAEFBE}"/>
              </a:ext>
            </a:extLst>
          </p:cNvPr>
          <p:cNvGraphicFramePr>
            <a:graphicFrameLocks noGrp="1"/>
          </p:cNvGraphicFramePr>
          <p:nvPr>
            <p:extLst>
              <p:ext uri="{D42A27DB-BD31-4B8C-83A1-F6EECF244321}">
                <p14:modId xmlns:p14="http://schemas.microsoft.com/office/powerpoint/2010/main" val="4094631814"/>
              </p:ext>
            </p:extLst>
          </p:nvPr>
        </p:nvGraphicFramePr>
        <p:xfrm>
          <a:off x="399646" y="527643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pulse off time in front of 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output from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VO_ON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pulse on time in front of 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output from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3" name="표 12">
            <a:extLst>
              <a:ext uri="{FF2B5EF4-FFF2-40B4-BE49-F238E27FC236}">
                <a16:creationId xmlns:a16="http://schemas.microsoft.com/office/drawing/2014/main" id="{553E6BC2-8A3E-E460-01E8-E9BA1FAB674D}"/>
              </a:ext>
            </a:extLst>
          </p:cNvPr>
          <p:cNvGraphicFramePr>
            <a:graphicFrameLocks noGrp="1"/>
          </p:cNvGraphicFramePr>
          <p:nvPr>
            <p:extLst>
              <p:ext uri="{D42A27DB-BD31-4B8C-83A1-F6EECF244321}">
                <p14:modId xmlns:p14="http://schemas.microsoft.com/office/powerpoint/2010/main" val="3251864740"/>
              </p:ext>
            </p:extLst>
          </p:nvPr>
        </p:nvGraphicFramePr>
        <p:xfrm>
          <a:off x="397936" y="1550377"/>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VO_DELAY[7:0]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DC0F1E0C-F711-8DC2-DE3C-5CF57B824EAF}"/>
              </a:ext>
            </a:extLst>
          </p:cNvPr>
          <p:cNvGraphicFramePr>
            <a:graphicFrameLocks noGrp="1"/>
          </p:cNvGraphicFramePr>
          <p:nvPr>
            <p:extLst>
              <p:ext uri="{D42A27DB-BD31-4B8C-83A1-F6EECF244321}">
                <p14:modId xmlns:p14="http://schemas.microsoft.com/office/powerpoint/2010/main" val="686639598"/>
              </p:ext>
            </p:extLst>
          </p:nvPr>
        </p:nvGraphicFramePr>
        <p:xfrm>
          <a:off x="397936" y="1127768"/>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29CEED7-D8C3-8C92-72F8-F4CA5897EEDA}"/>
              </a:ext>
            </a:extLst>
          </p:cNvPr>
          <p:cNvGraphicFramePr>
            <a:graphicFrameLocks noGrp="1"/>
          </p:cNvGraphicFramePr>
          <p:nvPr>
            <p:extLst>
              <p:ext uri="{D42A27DB-BD31-4B8C-83A1-F6EECF244321}">
                <p14:modId xmlns:p14="http://schemas.microsoft.com/office/powerpoint/2010/main" val="2476586126"/>
              </p:ext>
            </p:extLst>
          </p:nvPr>
        </p:nvGraphicFramePr>
        <p:xfrm>
          <a:off x="263722" y="449638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VO_OFF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VO_ON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78099558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D435EABA-6480-EE94-7C4E-8864130BFAC8}"/>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 ON</a:t>
            </a:r>
          </a:p>
        </p:txBody>
      </p:sp>
      <p:graphicFrame>
        <p:nvGraphicFramePr>
          <p:cNvPr id="6" name="표 5">
            <a:extLst>
              <a:ext uri="{FF2B5EF4-FFF2-40B4-BE49-F238E27FC236}">
                <a16:creationId xmlns:a16="http://schemas.microsoft.com/office/drawing/2014/main" id="{12F1EBE9-F02F-54ED-C239-70B06C60905E}"/>
              </a:ext>
            </a:extLst>
          </p:cNvPr>
          <p:cNvGraphicFramePr>
            <a:graphicFrameLocks noGrp="1"/>
          </p:cNvGraphicFramePr>
          <p:nvPr>
            <p:extLst>
              <p:ext uri="{D42A27DB-BD31-4B8C-83A1-F6EECF244321}">
                <p14:modId xmlns:p14="http://schemas.microsoft.com/office/powerpoint/2010/main" val="311047208"/>
              </p:ext>
            </p:extLst>
          </p:nvPr>
        </p:nvGraphicFramePr>
        <p:xfrm>
          <a:off x="397935" y="113535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SVO_ON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638BB309-950B-58F5-7A53-768D21CE344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3ED0AB7-79BC-5FC3-8DA1-6733B4D735A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184171C3-004D-8624-B167-AB188376FC89}"/>
              </a:ext>
            </a:extLst>
          </p:cNvPr>
          <p:cNvGraphicFramePr>
            <a:graphicFrameLocks noGrp="1"/>
          </p:cNvGraphicFramePr>
          <p:nvPr>
            <p:extLst>
              <p:ext uri="{D42A27DB-BD31-4B8C-83A1-F6EECF244321}">
                <p14:modId xmlns:p14="http://schemas.microsoft.com/office/powerpoint/2010/main" val="1750127489"/>
              </p:ext>
            </p:extLst>
          </p:nvPr>
        </p:nvGraphicFramePr>
        <p:xfrm>
          <a:off x="399229" y="1588450"/>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SVO_ON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on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0" name="TextBox 9">
            <a:extLst>
              <a:ext uri="{FF2B5EF4-FFF2-40B4-BE49-F238E27FC236}">
                <a16:creationId xmlns:a16="http://schemas.microsoft.com/office/drawing/2014/main" id="{EFFE7D91-4BA0-81A1-5742-C6B684217FB7}"/>
              </a:ext>
            </a:extLst>
          </p:cNvPr>
          <p:cNvSpPr txBox="1"/>
          <p:nvPr/>
        </p:nvSpPr>
        <p:spPr>
          <a:xfrm>
            <a:off x="397938" y="28935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SVO1 OFF</a:t>
            </a:r>
          </a:p>
        </p:txBody>
      </p:sp>
      <p:graphicFrame>
        <p:nvGraphicFramePr>
          <p:cNvPr id="11" name="표 10">
            <a:extLst>
              <a:ext uri="{FF2B5EF4-FFF2-40B4-BE49-F238E27FC236}">
                <a16:creationId xmlns:a16="http://schemas.microsoft.com/office/drawing/2014/main" id="{D6B17044-15A1-5F57-FF13-79ECF63668D3}"/>
              </a:ext>
            </a:extLst>
          </p:cNvPr>
          <p:cNvGraphicFramePr>
            <a:graphicFrameLocks noGrp="1"/>
          </p:cNvGraphicFramePr>
          <p:nvPr>
            <p:extLst>
              <p:ext uri="{D42A27DB-BD31-4B8C-83A1-F6EECF244321}">
                <p14:modId xmlns:p14="http://schemas.microsoft.com/office/powerpoint/2010/main" val="2665064440"/>
              </p:ext>
            </p:extLst>
          </p:nvPr>
        </p:nvGraphicFramePr>
        <p:xfrm>
          <a:off x="397935" y="3174220"/>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SVO1_OFF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5A2A5E0-8FF1-4B65-21EA-8EC8F0C42015}"/>
              </a:ext>
            </a:extLst>
          </p:cNvPr>
          <p:cNvGraphicFramePr>
            <a:graphicFrameLocks noGrp="1"/>
          </p:cNvGraphicFramePr>
          <p:nvPr>
            <p:extLst>
              <p:ext uri="{D42A27DB-BD31-4B8C-83A1-F6EECF244321}">
                <p14:modId xmlns:p14="http://schemas.microsoft.com/office/powerpoint/2010/main" val="1988478701"/>
              </p:ext>
            </p:extLst>
          </p:nvPr>
        </p:nvGraphicFramePr>
        <p:xfrm>
          <a:off x="399229" y="3627315"/>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SVO1_OFF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related GATE1 signal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3" name="TextBox 12">
            <a:extLst>
              <a:ext uri="{FF2B5EF4-FFF2-40B4-BE49-F238E27FC236}">
                <a16:creationId xmlns:a16="http://schemas.microsoft.com/office/drawing/2014/main" id="{58BF13B3-4697-9790-D259-CBBF6432C892}"/>
              </a:ext>
            </a:extLst>
          </p:cNvPr>
          <p:cNvSpPr txBox="1"/>
          <p:nvPr/>
        </p:nvSpPr>
        <p:spPr>
          <a:xfrm>
            <a:off x="396644" y="46295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SVO2 OFF</a:t>
            </a:r>
          </a:p>
        </p:txBody>
      </p:sp>
      <p:graphicFrame>
        <p:nvGraphicFramePr>
          <p:cNvPr id="14" name="표 13">
            <a:extLst>
              <a:ext uri="{FF2B5EF4-FFF2-40B4-BE49-F238E27FC236}">
                <a16:creationId xmlns:a16="http://schemas.microsoft.com/office/drawing/2014/main" id="{B7E4F86E-ADCF-2B97-43E8-0DEF92B045AB}"/>
              </a:ext>
            </a:extLst>
          </p:cNvPr>
          <p:cNvGraphicFramePr>
            <a:graphicFrameLocks noGrp="1"/>
          </p:cNvGraphicFramePr>
          <p:nvPr>
            <p:extLst>
              <p:ext uri="{D42A27DB-BD31-4B8C-83A1-F6EECF244321}">
                <p14:modId xmlns:p14="http://schemas.microsoft.com/office/powerpoint/2010/main" val="728848575"/>
              </p:ext>
            </p:extLst>
          </p:nvPr>
        </p:nvGraphicFramePr>
        <p:xfrm>
          <a:off x="396641" y="4910233"/>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SVO2_OFF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BDF2A56-7971-90AF-AD72-A8F36A53B228}"/>
              </a:ext>
            </a:extLst>
          </p:cNvPr>
          <p:cNvGraphicFramePr>
            <a:graphicFrameLocks noGrp="1"/>
          </p:cNvGraphicFramePr>
          <p:nvPr>
            <p:extLst>
              <p:ext uri="{D42A27DB-BD31-4B8C-83A1-F6EECF244321}">
                <p14:modId xmlns:p14="http://schemas.microsoft.com/office/powerpoint/2010/main" val="912088068"/>
              </p:ext>
            </p:extLst>
          </p:nvPr>
        </p:nvGraphicFramePr>
        <p:xfrm>
          <a:off x="397935" y="5363328"/>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SVO2_OFF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 related GATE2 signal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6" name="TextBox 15">
            <a:extLst>
              <a:ext uri="{FF2B5EF4-FFF2-40B4-BE49-F238E27FC236}">
                <a16:creationId xmlns:a16="http://schemas.microsoft.com/office/drawing/2014/main" id="{DA3DF768-AB98-7D79-E835-A3C9D01CAF95}"/>
              </a:ext>
            </a:extLst>
          </p:cNvPr>
          <p:cNvSpPr txBox="1"/>
          <p:nvPr/>
        </p:nvSpPr>
        <p:spPr>
          <a:xfrm>
            <a:off x="396644" y="648448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SVO3 OFF</a:t>
            </a:r>
          </a:p>
        </p:txBody>
      </p:sp>
      <p:graphicFrame>
        <p:nvGraphicFramePr>
          <p:cNvPr id="17" name="표 16">
            <a:extLst>
              <a:ext uri="{FF2B5EF4-FFF2-40B4-BE49-F238E27FC236}">
                <a16:creationId xmlns:a16="http://schemas.microsoft.com/office/drawing/2014/main" id="{3D9A9BBD-BDAD-6309-F15D-038B16A800E1}"/>
              </a:ext>
            </a:extLst>
          </p:cNvPr>
          <p:cNvGraphicFramePr>
            <a:graphicFrameLocks noGrp="1"/>
          </p:cNvGraphicFramePr>
          <p:nvPr>
            <p:extLst>
              <p:ext uri="{D42A27DB-BD31-4B8C-83A1-F6EECF244321}">
                <p14:modId xmlns:p14="http://schemas.microsoft.com/office/powerpoint/2010/main" val="705848014"/>
              </p:ext>
            </p:extLst>
          </p:nvPr>
        </p:nvGraphicFramePr>
        <p:xfrm>
          <a:off x="396641" y="6765178"/>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SVO3_OFF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A984BE71-9904-2B1A-87CC-D131602E6330}"/>
              </a:ext>
            </a:extLst>
          </p:cNvPr>
          <p:cNvGraphicFramePr>
            <a:graphicFrameLocks noGrp="1"/>
          </p:cNvGraphicFramePr>
          <p:nvPr>
            <p:extLst>
              <p:ext uri="{D42A27DB-BD31-4B8C-83A1-F6EECF244321}">
                <p14:modId xmlns:p14="http://schemas.microsoft.com/office/powerpoint/2010/main" val="3854939574"/>
              </p:ext>
            </p:extLst>
          </p:nvPr>
        </p:nvGraphicFramePr>
        <p:xfrm>
          <a:off x="397935" y="7218273"/>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SVO3_OFF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 related GATE3 signal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62222190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7E87DB91-D964-2FBF-3056-92DBFE704B0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DAD3EB7-7F12-D7FD-158F-3E66E39EE3B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69D9EC94-5CB2-645F-FC4F-6861433F6FF8}"/>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 NUMBER</a:t>
            </a:r>
          </a:p>
        </p:txBody>
      </p:sp>
      <p:graphicFrame>
        <p:nvGraphicFramePr>
          <p:cNvPr id="7" name="표 6">
            <a:extLst>
              <a:ext uri="{FF2B5EF4-FFF2-40B4-BE49-F238E27FC236}">
                <a16:creationId xmlns:a16="http://schemas.microsoft.com/office/drawing/2014/main" id="{6A89E2B7-146A-65AA-FA08-1187D35618EF}"/>
              </a:ext>
            </a:extLst>
          </p:cNvPr>
          <p:cNvGraphicFramePr>
            <a:graphicFrameLocks noGrp="1"/>
          </p:cNvGraphicFramePr>
          <p:nvPr>
            <p:extLst>
              <p:ext uri="{D42A27DB-BD31-4B8C-83A1-F6EECF244321}">
                <p14:modId xmlns:p14="http://schemas.microsoft.com/office/powerpoint/2010/main" val="1594502869"/>
              </p:ext>
            </p:extLst>
          </p:nvPr>
        </p:nvGraphicFramePr>
        <p:xfrm>
          <a:off x="397935" y="1135355"/>
          <a:ext cx="6123292"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294637">
                  <a:extLst>
                    <a:ext uri="{9D8B030D-6E8A-4147-A177-3AD203B41FA5}">
                      <a16:colId xmlns:a16="http://schemas.microsoft.com/office/drawing/2014/main" val="2079070694"/>
                    </a:ext>
                  </a:extLst>
                </a:gridCol>
                <a:gridCol w="451743">
                  <a:extLst>
                    <a:ext uri="{9D8B030D-6E8A-4147-A177-3AD203B41FA5}">
                      <a16:colId xmlns:a16="http://schemas.microsoft.com/office/drawing/2014/main" val="4213315911"/>
                    </a:ext>
                  </a:extLst>
                </a:gridCol>
                <a:gridCol w="451743">
                  <a:extLst>
                    <a:ext uri="{9D8B030D-6E8A-4147-A177-3AD203B41FA5}">
                      <a16:colId xmlns:a16="http://schemas.microsoft.com/office/drawing/2014/main" val="2769999950"/>
                    </a:ext>
                  </a:extLst>
                </a:gridCol>
                <a:gridCol w="288862">
                  <a:extLst>
                    <a:ext uri="{9D8B030D-6E8A-4147-A177-3AD203B41FA5}">
                      <a16:colId xmlns:a16="http://schemas.microsoft.com/office/drawing/2014/main" val="135637185"/>
                    </a:ext>
                  </a:extLst>
                </a:gridCol>
                <a:gridCol w="288862">
                  <a:extLst>
                    <a:ext uri="{9D8B030D-6E8A-4147-A177-3AD203B41FA5}">
                      <a16:colId xmlns:a16="http://schemas.microsoft.com/office/drawing/2014/main" val="3038050475"/>
                    </a:ext>
                  </a:extLst>
                </a:gridCol>
                <a:gridCol w="288862">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SV_NO_TYPE [1:0]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SV_NO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13D356C4-9049-0A35-DF99-A0DC5A40E10C}"/>
              </a:ext>
            </a:extLst>
          </p:cNvPr>
          <p:cNvGraphicFramePr>
            <a:graphicFrameLocks noGrp="1"/>
          </p:cNvGraphicFramePr>
          <p:nvPr>
            <p:extLst>
              <p:ext uri="{D42A27DB-BD31-4B8C-83A1-F6EECF244321}">
                <p14:modId xmlns:p14="http://schemas.microsoft.com/office/powerpoint/2010/main" val="1760777294"/>
              </p:ext>
            </p:extLst>
          </p:nvPr>
        </p:nvGraphicFramePr>
        <p:xfrm>
          <a:off x="399229" y="1778950"/>
          <a:ext cx="6048000" cy="8806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SV_NO_TYPE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‘d2 :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svo_off</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2/3</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active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‘d3 :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svo_off</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1/2/3 active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SV_NO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repeat number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bl>
          </a:graphicData>
        </a:graphic>
      </p:graphicFrame>
      <p:sp>
        <p:nvSpPr>
          <p:cNvPr id="9" name="TextBox 8">
            <a:extLst>
              <a:ext uri="{FF2B5EF4-FFF2-40B4-BE49-F238E27FC236}">
                <a16:creationId xmlns:a16="http://schemas.microsoft.com/office/drawing/2014/main" id="{B3BCD47E-EDA2-EC09-4802-BD26260E8F57}"/>
              </a:ext>
            </a:extLst>
          </p:cNvPr>
          <p:cNvSpPr txBox="1"/>
          <p:nvPr/>
        </p:nvSpPr>
        <p:spPr>
          <a:xfrm>
            <a:off x="330146" y="323128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NF CONTROL</a:t>
            </a:r>
          </a:p>
        </p:txBody>
      </p:sp>
      <p:graphicFrame>
        <p:nvGraphicFramePr>
          <p:cNvPr id="10" name="표 9">
            <a:extLst>
              <a:ext uri="{FF2B5EF4-FFF2-40B4-BE49-F238E27FC236}">
                <a16:creationId xmlns:a16="http://schemas.microsoft.com/office/drawing/2014/main" id="{224D2421-8960-580B-523E-F551C70DAB20}"/>
              </a:ext>
            </a:extLst>
          </p:cNvPr>
          <p:cNvGraphicFramePr>
            <a:graphicFrameLocks noGrp="1"/>
          </p:cNvGraphicFramePr>
          <p:nvPr>
            <p:extLst>
              <p:ext uri="{D42A27DB-BD31-4B8C-83A1-F6EECF244321}">
                <p14:modId xmlns:p14="http://schemas.microsoft.com/office/powerpoint/2010/main" val="3024928385"/>
              </p:ext>
            </p:extLst>
          </p:nvPr>
        </p:nvGraphicFramePr>
        <p:xfrm>
          <a:off x="330143" y="3511971"/>
          <a:ext cx="61794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19180">
                  <a:extLst>
                    <a:ext uri="{9D8B030D-6E8A-4147-A177-3AD203B41FA5}">
                      <a16:colId xmlns:a16="http://schemas.microsoft.com/office/drawing/2014/main" val="2079070694"/>
                    </a:ext>
                  </a:extLst>
                </a:gridCol>
                <a:gridCol w="278028">
                  <a:extLst>
                    <a:ext uri="{9D8B030D-6E8A-4147-A177-3AD203B41FA5}">
                      <a16:colId xmlns:a16="http://schemas.microsoft.com/office/drawing/2014/main" val="4213315911"/>
                    </a:ext>
                  </a:extLst>
                </a:gridCol>
                <a:gridCol w="253313">
                  <a:extLst>
                    <a:ext uri="{9D8B030D-6E8A-4147-A177-3AD203B41FA5}">
                      <a16:colId xmlns:a16="http://schemas.microsoft.com/office/drawing/2014/main" val="2769999950"/>
                    </a:ext>
                  </a:extLst>
                </a:gridCol>
                <a:gridCol w="290384">
                  <a:extLst>
                    <a:ext uri="{9D8B030D-6E8A-4147-A177-3AD203B41FA5}">
                      <a16:colId xmlns:a16="http://schemas.microsoft.com/office/drawing/2014/main" val="135637185"/>
                    </a:ext>
                  </a:extLst>
                </a:gridCol>
                <a:gridCol w="271848">
                  <a:extLst>
                    <a:ext uri="{9D8B030D-6E8A-4147-A177-3AD203B41FA5}">
                      <a16:colId xmlns:a16="http://schemas.microsoft.com/office/drawing/2014/main" val="3038050475"/>
                    </a:ext>
                  </a:extLst>
                </a:gridCol>
                <a:gridCol w="327455">
                  <a:extLst>
                    <a:ext uri="{9D8B030D-6E8A-4147-A177-3AD203B41FA5}">
                      <a16:colId xmlns:a16="http://schemas.microsoft.com/office/drawing/2014/main" val="1979433044"/>
                    </a:ext>
                  </a:extLst>
                </a:gridCol>
                <a:gridCol w="284205">
                  <a:extLst>
                    <a:ext uri="{9D8B030D-6E8A-4147-A177-3AD203B41FA5}">
                      <a16:colId xmlns:a16="http://schemas.microsoft.com/office/drawing/2014/main" val="1937369831"/>
                    </a:ext>
                  </a:extLst>
                </a:gridCol>
                <a:gridCol w="284205">
                  <a:extLst>
                    <a:ext uri="{9D8B030D-6E8A-4147-A177-3AD203B41FA5}">
                      <a16:colId xmlns:a16="http://schemas.microsoft.com/office/drawing/2014/main" val="747813118"/>
                    </a:ext>
                  </a:extLst>
                </a:gridCol>
                <a:gridCol w="370703">
                  <a:extLst>
                    <a:ext uri="{9D8B030D-6E8A-4147-A177-3AD203B41FA5}">
                      <a16:colId xmlns:a16="http://schemas.microsoft.com/office/drawing/2014/main" val="416731006"/>
                    </a:ext>
                  </a:extLst>
                </a:gridCol>
                <a:gridCol w="370703">
                  <a:extLst>
                    <a:ext uri="{9D8B030D-6E8A-4147-A177-3AD203B41FA5}">
                      <a16:colId xmlns:a16="http://schemas.microsoft.com/office/drawing/2014/main" val="4062622099"/>
                    </a:ext>
                  </a:extLst>
                </a:gridCol>
                <a:gridCol w="358346">
                  <a:extLst>
                    <a:ext uri="{9D8B030D-6E8A-4147-A177-3AD203B41FA5}">
                      <a16:colId xmlns:a16="http://schemas.microsoft.com/office/drawing/2014/main" val="3794202418"/>
                    </a:ext>
                  </a:extLst>
                </a:gridCol>
                <a:gridCol w="7018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DAC_LVL[1:0]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DGRJT_EN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4BCD55D-1216-39FF-A15C-EDA14A61CC92}"/>
              </a:ext>
            </a:extLst>
          </p:cNvPr>
          <p:cNvGraphicFramePr>
            <a:graphicFrameLocks noGrp="1"/>
          </p:cNvGraphicFramePr>
          <p:nvPr>
            <p:extLst>
              <p:ext uri="{D42A27DB-BD31-4B8C-83A1-F6EECF244321}">
                <p14:modId xmlns:p14="http://schemas.microsoft.com/office/powerpoint/2010/main" val="1063286230"/>
              </p:ext>
            </p:extLst>
          </p:nvPr>
        </p:nvGraphicFramePr>
        <p:xfrm>
          <a:off x="331437" y="4155566"/>
          <a:ext cx="6048000" cy="8806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DAC_LVL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 level for FB control output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DGRJT_EN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‘0’ data glitch rejection disable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data glitch rejection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bl>
          </a:graphicData>
        </a:graphic>
      </p:graphicFrame>
    </p:spTree>
    <p:extLst>
      <p:ext uri="{BB962C8B-B14F-4D97-AF65-F5344CB8AC3E}">
        <p14:creationId xmlns:p14="http://schemas.microsoft.com/office/powerpoint/2010/main" val="270064055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4140713603"/>
              </p:ext>
            </p:extLst>
          </p:nvPr>
        </p:nvGraphicFramePr>
        <p:xfrm>
          <a:off x="407096" y="2722405"/>
          <a:ext cx="6043458" cy="5223960"/>
        </p:xfrm>
        <a:graphic>
          <a:graphicData uri="http://schemas.openxmlformats.org/drawingml/2006/table">
            <a:tbl>
              <a:tblPr firstRow="1" bandRow="1">
                <a:tableStyleId>{5C22544A-7EE6-4342-B048-85BDC9FD1C3A}</a:tableStyleId>
              </a:tblPr>
              <a:tblGrid>
                <a:gridCol w="430462">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2123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3303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2123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DAC3_DEC1_MODE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sz="900"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270525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DAC1_DEC1_MODE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XDs is asserted.</a:t>
                      </a:r>
                      <a:endParaRPr lang="ko-KR" altLang="en-US" sz="900"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6234931"/>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399200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969225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96933818"/>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DAC_SYNC_MODE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2502916"/>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2269894407"/>
              </p:ext>
            </p:extLst>
          </p:nvPr>
        </p:nvGraphicFramePr>
        <p:xfrm>
          <a:off x="402555" y="1114895"/>
          <a:ext cx="6047999" cy="3967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36442">
                  <a:extLst>
                    <a:ext uri="{9D8B030D-6E8A-4147-A177-3AD203B41FA5}">
                      <a16:colId xmlns:a16="http://schemas.microsoft.com/office/drawing/2014/main" val="4293411712"/>
                    </a:ext>
                  </a:extLst>
                </a:gridCol>
                <a:gridCol w="982362">
                  <a:extLst>
                    <a:ext uri="{9D8B030D-6E8A-4147-A177-3AD203B41FA5}">
                      <a16:colId xmlns:a16="http://schemas.microsoft.com/office/drawing/2014/main" val="657570846"/>
                    </a:ext>
                  </a:extLst>
                </a:gridCol>
                <a:gridCol w="790832">
                  <a:extLst>
                    <a:ext uri="{9D8B030D-6E8A-4147-A177-3AD203B41FA5}">
                      <a16:colId xmlns:a16="http://schemas.microsoft.com/office/drawing/2014/main" val="3259894497"/>
                    </a:ext>
                  </a:extLst>
                </a:gridCol>
                <a:gridCol w="809368">
                  <a:extLst>
                    <a:ext uri="{9D8B030D-6E8A-4147-A177-3AD203B41FA5}">
                      <a16:colId xmlns:a16="http://schemas.microsoft.com/office/drawing/2014/main" val="4213315911"/>
                    </a:ext>
                  </a:extLst>
                </a:gridCol>
                <a:gridCol w="420129">
                  <a:extLst>
                    <a:ext uri="{9D8B030D-6E8A-4147-A177-3AD203B41FA5}">
                      <a16:colId xmlns:a16="http://schemas.microsoft.com/office/drawing/2014/main" val="3038050475"/>
                    </a:ext>
                  </a:extLst>
                </a:gridCol>
                <a:gridCol w="1365749">
                  <a:extLst>
                    <a:ext uri="{9D8B030D-6E8A-4147-A177-3AD203B41FA5}">
                      <a16:colId xmlns:a16="http://schemas.microsoft.com/office/drawing/2014/main" val="1979433044"/>
                    </a:ext>
                  </a:extLst>
                </a:gridCol>
              </a:tblGrid>
              <a:tr h="17162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0278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405665594"/>
              </p:ext>
            </p:extLst>
          </p:nvPr>
        </p:nvGraphicFramePr>
        <p:xfrm>
          <a:off x="402556" y="2225307"/>
          <a:ext cx="6047999"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1324704">
                  <a:extLst>
                    <a:ext uri="{9D8B030D-6E8A-4147-A177-3AD203B41FA5}">
                      <a16:colId xmlns:a16="http://schemas.microsoft.com/office/drawing/2014/main" val="4293411712"/>
                    </a:ext>
                  </a:extLst>
                </a:gridCol>
                <a:gridCol w="1324704">
                  <a:extLst>
                    <a:ext uri="{9D8B030D-6E8A-4147-A177-3AD203B41FA5}">
                      <a16:colId xmlns:a16="http://schemas.microsoft.com/office/drawing/2014/main" val="657570846"/>
                    </a:ext>
                  </a:extLst>
                </a:gridCol>
                <a:gridCol w="1324704">
                  <a:extLst>
                    <a:ext uri="{9D8B030D-6E8A-4147-A177-3AD203B41FA5}">
                      <a16:colId xmlns:a16="http://schemas.microsoft.com/office/drawing/2014/main" val="3259894497"/>
                    </a:ext>
                  </a:extLst>
                </a:gridCol>
                <a:gridCol w="1324704">
                  <a:extLst>
                    <a:ext uri="{9D8B030D-6E8A-4147-A177-3AD203B41FA5}">
                      <a16:colId xmlns:a16="http://schemas.microsoft.com/office/drawing/2014/main" val="140103165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F33FC2A9-E640-4644-6931-D0632D4B6514}"/>
              </a:ext>
            </a:extLst>
          </p:cNvPr>
          <p:cNvGraphicFramePr>
            <a:graphicFrameLocks noGrp="1"/>
          </p:cNvGraphicFramePr>
          <p:nvPr>
            <p:extLst>
              <p:ext uri="{D42A27DB-BD31-4B8C-83A1-F6EECF244321}">
                <p14:modId xmlns:p14="http://schemas.microsoft.com/office/powerpoint/2010/main" val="1269236295"/>
              </p:ext>
            </p:extLst>
          </p:nvPr>
        </p:nvGraphicFramePr>
        <p:xfrm>
          <a:off x="402555" y="1676057"/>
          <a:ext cx="6047999" cy="409553"/>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56178">
                  <a:extLst>
                    <a:ext uri="{9D8B030D-6E8A-4147-A177-3AD203B41FA5}">
                      <a16:colId xmlns:a16="http://schemas.microsoft.com/office/drawing/2014/main" val="4293411712"/>
                    </a:ext>
                  </a:extLst>
                </a:gridCol>
                <a:gridCol w="914400">
                  <a:extLst>
                    <a:ext uri="{9D8B030D-6E8A-4147-A177-3AD203B41FA5}">
                      <a16:colId xmlns:a16="http://schemas.microsoft.com/office/drawing/2014/main" val="657570846"/>
                    </a:ext>
                  </a:extLst>
                </a:gridCol>
                <a:gridCol w="857250">
                  <a:extLst>
                    <a:ext uri="{9D8B030D-6E8A-4147-A177-3AD203B41FA5}">
                      <a16:colId xmlns:a16="http://schemas.microsoft.com/office/drawing/2014/main" val="3259894497"/>
                    </a:ext>
                  </a:extLst>
                </a:gridCol>
                <a:gridCol w="808760">
                  <a:extLst>
                    <a:ext uri="{9D8B030D-6E8A-4147-A177-3AD203B41FA5}">
                      <a16:colId xmlns:a16="http://schemas.microsoft.com/office/drawing/2014/main" val="4213315911"/>
                    </a:ext>
                  </a:extLst>
                </a:gridCol>
                <a:gridCol w="884147">
                  <a:extLst>
                    <a:ext uri="{9D8B030D-6E8A-4147-A177-3AD203B41FA5}">
                      <a16:colId xmlns:a16="http://schemas.microsoft.com/office/drawing/2014/main" val="3038050475"/>
                    </a:ext>
                  </a:extLst>
                </a:gridCol>
                <a:gridCol w="884147">
                  <a:extLst>
                    <a:ext uri="{9D8B030D-6E8A-4147-A177-3AD203B41FA5}">
                      <a16:colId xmlns:a16="http://schemas.microsoft.com/office/drawing/2014/main" val="1979433044"/>
                    </a:ext>
                  </a:extLst>
                </a:gridCol>
              </a:tblGrid>
              <a:tr h="158767">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156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DAC1_DEC1_MODE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extLst>
    <p:ext uri="{6950BFC3-D8DA-4A85-94F7-54DA5524770B}">
      <p188:commentRel xmlns:p188="http://schemas.microsoft.com/office/powerpoint/2018/8/main" r:id="rId3"/>
    </p:ext>
  </p:extLs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37F15119-7DE7-E121-E205-A8EB17AAC705}"/>
              </a:ext>
            </a:extLst>
          </p:cNvPr>
          <p:cNvGraphicFramePr>
            <a:graphicFrameLocks noGrp="1"/>
          </p:cNvGraphicFramePr>
          <p:nvPr>
            <p:extLst>
              <p:ext uri="{D42A27DB-BD31-4B8C-83A1-F6EECF244321}">
                <p14:modId xmlns:p14="http://schemas.microsoft.com/office/powerpoint/2010/main" val="1382113821"/>
              </p:ext>
            </p:extLst>
          </p:nvPr>
        </p:nvGraphicFramePr>
        <p:xfrm>
          <a:off x="407271" y="2711308"/>
          <a:ext cx="6043457" cy="2968336"/>
        </p:xfrm>
        <a:graphic>
          <a:graphicData uri="http://schemas.openxmlformats.org/drawingml/2006/table">
            <a:tbl>
              <a:tblPr firstRow="1" bandRow="1">
                <a:tableStyleId>{5C22544A-7EE6-4342-B048-85BDC9FD1C3A}</a:tableStyleId>
              </a:tblPr>
              <a:tblGrid>
                <a:gridCol w="430461">
                  <a:extLst>
                    <a:ext uri="{9D8B030D-6E8A-4147-A177-3AD203B41FA5}">
                      <a16:colId xmlns:a16="http://schemas.microsoft.com/office/drawing/2014/main" val="3244652314"/>
                    </a:ext>
                  </a:extLst>
                </a:gridCol>
                <a:gridCol w="1091276">
                  <a:extLst>
                    <a:ext uri="{9D8B030D-6E8A-4147-A177-3AD203B41FA5}">
                      <a16:colId xmlns:a16="http://schemas.microsoft.com/office/drawing/2014/main" val="4281826512"/>
                    </a:ext>
                  </a:extLst>
                </a:gridCol>
                <a:gridCol w="263047">
                  <a:extLst>
                    <a:ext uri="{9D8B030D-6E8A-4147-A177-3AD203B41FA5}">
                      <a16:colId xmlns:a16="http://schemas.microsoft.com/office/drawing/2014/main" val="2271713510"/>
                    </a:ext>
                  </a:extLst>
                </a:gridCol>
                <a:gridCol w="4258673">
                  <a:extLst>
                    <a:ext uri="{9D8B030D-6E8A-4147-A177-3AD203B41FA5}">
                      <a16:colId xmlns:a16="http://schemas.microsoft.com/office/drawing/2014/main" val="2368760162"/>
                    </a:ext>
                  </a:extLst>
                </a:gridCol>
              </a:tblGrid>
              <a:tr h="33587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2200739223"/>
                  </a:ext>
                </a:extLst>
              </a:tr>
              <a:tr h="22487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7251851"/>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77852909"/>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92410493"/>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21894977"/>
                  </a:ext>
                </a:extLst>
              </a:tr>
            </a:tbl>
          </a:graphicData>
        </a:graphic>
      </p:graphicFrame>
      <p:sp>
        <p:nvSpPr>
          <p:cNvPr id="8" name="TextBox 7">
            <a:extLst>
              <a:ext uri="{FF2B5EF4-FFF2-40B4-BE49-F238E27FC236}">
                <a16:creationId xmlns:a16="http://schemas.microsoft.com/office/drawing/2014/main" id="{DB4BBA99-66E7-134A-6C72-C487A8474A78}"/>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9" name="표 8">
            <a:extLst>
              <a:ext uri="{FF2B5EF4-FFF2-40B4-BE49-F238E27FC236}">
                <a16:creationId xmlns:a16="http://schemas.microsoft.com/office/drawing/2014/main" id="{F0154749-638B-4397-F55D-1FE58384A231}"/>
              </a:ext>
            </a:extLst>
          </p:cNvPr>
          <p:cNvGraphicFramePr>
            <a:graphicFrameLocks noGrp="1"/>
          </p:cNvGraphicFramePr>
          <p:nvPr>
            <p:extLst>
              <p:ext uri="{D42A27DB-BD31-4B8C-83A1-F6EECF244321}">
                <p14:modId xmlns:p14="http://schemas.microsoft.com/office/powerpoint/2010/main" val="1150980738"/>
              </p:ext>
            </p:extLst>
          </p:nvPr>
        </p:nvGraphicFramePr>
        <p:xfrm>
          <a:off x="402555" y="1114895"/>
          <a:ext cx="6047999" cy="3967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36442">
                  <a:extLst>
                    <a:ext uri="{9D8B030D-6E8A-4147-A177-3AD203B41FA5}">
                      <a16:colId xmlns:a16="http://schemas.microsoft.com/office/drawing/2014/main" val="4293411712"/>
                    </a:ext>
                  </a:extLst>
                </a:gridCol>
                <a:gridCol w="982362">
                  <a:extLst>
                    <a:ext uri="{9D8B030D-6E8A-4147-A177-3AD203B41FA5}">
                      <a16:colId xmlns:a16="http://schemas.microsoft.com/office/drawing/2014/main" val="657570846"/>
                    </a:ext>
                  </a:extLst>
                </a:gridCol>
                <a:gridCol w="790832">
                  <a:extLst>
                    <a:ext uri="{9D8B030D-6E8A-4147-A177-3AD203B41FA5}">
                      <a16:colId xmlns:a16="http://schemas.microsoft.com/office/drawing/2014/main" val="3259894497"/>
                    </a:ext>
                  </a:extLst>
                </a:gridCol>
                <a:gridCol w="809368">
                  <a:extLst>
                    <a:ext uri="{9D8B030D-6E8A-4147-A177-3AD203B41FA5}">
                      <a16:colId xmlns:a16="http://schemas.microsoft.com/office/drawing/2014/main" val="4213315911"/>
                    </a:ext>
                  </a:extLst>
                </a:gridCol>
                <a:gridCol w="420129">
                  <a:extLst>
                    <a:ext uri="{9D8B030D-6E8A-4147-A177-3AD203B41FA5}">
                      <a16:colId xmlns:a16="http://schemas.microsoft.com/office/drawing/2014/main" val="3038050475"/>
                    </a:ext>
                  </a:extLst>
                </a:gridCol>
                <a:gridCol w="1365749">
                  <a:extLst>
                    <a:ext uri="{9D8B030D-6E8A-4147-A177-3AD203B41FA5}">
                      <a16:colId xmlns:a16="http://schemas.microsoft.com/office/drawing/2014/main" val="1979433044"/>
                    </a:ext>
                  </a:extLst>
                </a:gridCol>
              </a:tblGrid>
              <a:tr h="17162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0278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61FFA62A-BA92-60E9-FFEC-F9D049BB919A}"/>
              </a:ext>
            </a:extLst>
          </p:cNvPr>
          <p:cNvGraphicFramePr>
            <a:graphicFrameLocks noGrp="1"/>
          </p:cNvGraphicFramePr>
          <p:nvPr>
            <p:extLst>
              <p:ext uri="{D42A27DB-BD31-4B8C-83A1-F6EECF244321}">
                <p14:modId xmlns:p14="http://schemas.microsoft.com/office/powerpoint/2010/main" val="441912983"/>
              </p:ext>
            </p:extLst>
          </p:nvPr>
        </p:nvGraphicFramePr>
        <p:xfrm>
          <a:off x="402556" y="2225307"/>
          <a:ext cx="6047999"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1324704">
                  <a:extLst>
                    <a:ext uri="{9D8B030D-6E8A-4147-A177-3AD203B41FA5}">
                      <a16:colId xmlns:a16="http://schemas.microsoft.com/office/drawing/2014/main" val="4293411712"/>
                    </a:ext>
                  </a:extLst>
                </a:gridCol>
                <a:gridCol w="1324704">
                  <a:extLst>
                    <a:ext uri="{9D8B030D-6E8A-4147-A177-3AD203B41FA5}">
                      <a16:colId xmlns:a16="http://schemas.microsoft.com/office/drawing/2014/main" val="657570846"/>
                    </a:ext>
                  </a:extLst>
                </a:gridCol>
                <a:gridCol w="1324704">
                  <a:extLst>
                    <a:ext uri="{9D8B030D-6E8A-4147-A177-3AD203B41FA5}">
                      <a16:colId xmlns:a16="http://schemas.microsoft.com/office/drawing/2014/main" val="3259894497"/>
                    </a:ext>
                  </a:extLst>
                </a:gridCol>
                <a:gridCol w="1324704">
                  <a:extLst>
                    <a:ext uri="{9D8B030D-6E8A-4147-A177-3AD203B41FA5}">
                      <a16:colId xmlns:a16="http://schemas.microsoft.com/office/drawing/2014/main" val="140103165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E36BF672-042F-01F8-8F42-7CC5B509DBAD}"/>
              </a:ext>
            </a:extLst>
          </p:cNvPr>
          <p:cNvGraphicFramePr>
            <a:graphicFrameLocks noGrp="1"/>
          </p:cNvGraphicFramePr>
          <p:nvPr>
            <p:extLst>
              <p:ext uri="{D42A27DB-BD31-4B8C-83A1-F6EECF244321}">
                <p14:modId xmlns:p14="http://schemas.microsoft.com/office/powerpoint/2010/main" val="3607846793"/>
              </p:ext>
            </p:extLst>
          </p:nvPr>
        </p:nvGraphicFramePr>
        <p:xfrm>
          <a:off x="402555" y="1676057"/>
          <a:ext cx="6047999" cy="409553"/>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56178">
                  <a:extLst>
                    <a:ext uri="{9D8B030D-6E8A-4147-A177-3AD203B41FA5}">
                      <a16:colId xmlns:a16="http://schemas.microsoft.com/office/drawing/2014/main" val="4293411712"/>
                    </a:ext>
                  </a:extLst>
                </a:gridCol>
                <a:gridCol w="914400">
                  <a:extLst>
                    <a:ext uri="{9D8B030D-6E8A-4147-A177-3AD203B41FA5}">
                      <a16:colId xmlns:a16="http://schemas.microsoft.com/office/drawing/2014/main" val="657570846"/>
                    </a:ext>
                  </a:extLst>
                </a:gridCol>
                <a:gridCol w="857250">
                  <a:extLst>
                    <a:ext uri="{9D8B030D-6E8A-4147-A177-3AD203B41FA5}">
                      <a16:colId xmlns:a16="http://schemas.microsoft.com/office/drawing/2014/main" val="3259894497"/>
                    </a:ext>
                  </a:extLst>
                </a:gridCol>
                <a:gridCol w="808760">
                  <a:extLst>
                    <a:ext uri="{9D8B030D-6E8A-4147-A177-3AD203B41FA5}">
                      <a16:colId xmlns:a16="http://schemas.microsoft.com/office/drawing/2014/main" val="4213315911"/>
                    </a:ext>
                  </a:extLst>
                </a:gridCol>
                <a:gridCol w="884147">
                  <a:extLst>
                    <a:ext uri="{9D8B030D-6E8A-4147-A177-3AD203B41FA5}">
                      <a16:colId xmlns:a16="http://schemas.microsoft.com/office/drawing/2014/main" val="3038050475"/>
                    </a:ext>
                  </a:extLst>
                </a:gridCol>
                <a:gridCol w="884147">
                  <a:extLst>
                    <a:ext uri="{9D8B030D-6E8A-4147-A177-3AD203B41FA5}">
                      <a16:colId xmlns:a16="http://schemas.microsoft.com/office/drawing/2014/main" val="1979433044"/>
                    </a:ext>
                  </a:extLst>
                </a:gridCol>
              </a:tblGrid>
              <a:tr h="158767">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156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DAC1_DEC1_MODE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12" name="직선 연결선 11">
            <a:extLst>
              <a:ext uri="{FF2B5EF4-FFF2-40B4-BE49-F238E27FC236}">
                <a16:creationId xmlns:a16="http://schemas.microsoft.com/office/drawing/2014/main" id="{28E7F157-7B3F-BFC7-886B-1020EA427B0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94148B4A-BFD0-9622-2292-2309AC9F4AD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122826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A550BB-EAA9-F005-5B0C-A37821D1652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0683C30-4F7A-9557-E5FE-48A441653BC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C6B22DF-82E1-388A-4ADD-73F5E4CF1D2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4036055E-13C3-8BA0-AA85-3E6005EE8799}"/>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DAC1</a:t>
            </a:r>
          </a:p>
        </p:txBody>
      </p:sp>
      <p:graphicFrame>
        <p:nvGraphicFramePr>
          <p:cNvPr id="5" name="표 4">
            <a:extLst>
              <a:ext uri="{FF2B5EF4-FFF2-40B4-BE49-F238E27FC236}">
                <a16:creationId xmlns:a16="http://schemas.microsoft.com/office/drawing/2014/main" id="{1B7B9222-CA2F-5676-B56D-91760EFFFB9D}"/>
              </a:ext>
            </a:extLst>
          </p:cNvPr>
          <p:cNvGraphicFramePr>
            <a:graphicFrameLocks noGrp="1"/>
          </p:cNvGraphicFramePr>
          <p:nvPr>
            <p:extLst>
              <p:ext uri="{D42A27DB-BD31-4B8C-83A1-F6EECF244321}">
                <p14:modId xmlns:p14="http://schemas.microsoft.com/office/powerpoint/2010/main" val="906364237"/>
              </p:ext>
            </p:extLst>
          </p:nvPr>
        </p:nvGraphicFramePr>
        <p:xfrm>
          <a:off x="402556" y="1692102"/>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A481A34A-C309-BF97-F33C-8B4078FF3CAD}"/>
              </a:ext>
            </a:extLst>
          </p:cNvPr>
          <p:cNvGraphicFramePr>
            <a:graphicFrameLocks noGrp="1"/>
          </p:cNvGraphicFramePr>
          <p:nvPr>
            <p:extLst>
              <p:ext uri="{D42A27DB-BD31-4B8C-83A1-F6EECF244321}">
                <p14:modId xmlns:p14="http://schemas.microsoft.com/office/powerpoint/2010/main" val="1059381856"/>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CURR_TGT_DAC1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D524FFE-15DC-1513-2574-D7BF2DC590F0}"/>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DAC2</a:t>
            </a:r>
          </a:p>
        </p:txBody>
      </p:sp>
      <p:graphicFrame>
        <p:nvGraphicFramePr>
          <p:cNvPr id="18" name="표 17">
            <a:extLst>
              <a:ext uri="{FF2B5EF4-FFF2-40B4-BE49-F238E27FC236}">
                <a16:creationId xmlns:a16="http://schemas.microsoft.com/office/drawing/2014/main" id="{126A0AF7-C06F-7A2B-79ED-976CA76C42AC}"/>
              </a:ext>
            </a:extLst>
          </p:cNvPr>
          <p:cNvGraphicFramePr>
            <a:graphicFrameLocks noGrp="1"/>
          </p:cNvGraphicFramePr>
          <p:nvPr>
            <p:extLst>
              <p:ext uri="{D42A27DB-BD31-4B8C-83A1-F6EECF244321}">
                <p14:modId xmlns:p14="http://schemas.microsoft.com/office/powerpoint/2010/main" val="2002896291"/>
              </p:ext>
            </p:extLst>
          </p:nvPr>
        </p:nvGraphicFramePr>
        <p:xfrm>
          <a:off x="402556" y="4138122"/>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256064B3-7C00-BAAB-CB3F-21692574C81E}"/>
              </a:ext>
            </a:extLst>
          </p:cNvPr>
          <p:cNvGraphicFramePr>
            <a:graphicFrameLocks noGrp="1"/>
          </p:cNvGraphicFramePr>
          <p:nvPr>
            <p:extLst>
              <p:ext uri="{D42A27DB-BD31-4B8C-83A1-F6EECF244321}">
                <p14:modId xmlns:p14="http://schemas.microsoft.com/office/powerpoint/2010/main" val="2352513270"/>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CURR_TGT_DAC2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1BAF54C2-E1A4-2B27-9320-8BA6FA0C92E7}"/>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DAC3</a:t>
            </a:r>
          </a:p>
        </p:txBody>
      </p:sp>
      <p:graphicFrame>
        <p:nvGraphicFramePr>
          <p:cNvPr id="21" name="표 20">
            <a:extLst>
              <a:ext uri="{FF2B5EF4-FFF2-40B4-BE49-F238E27FC236}">
                <a16:creationId xmlns:a16="http://schemas.microsoft.com/office/drawing/2014/main" id="{9676902D-D9E5-8666-D854-3215568874C5}"/>
              </a:ext>
            </a:extLst>
          </p:cNvPr>
          <p:cNvGraphicFramePr>
            <a:graphicFrameLocks noGrp="1"/>
          </p:cNvGraphicFramePr>
          <p:nvPr>
            <p:extLst>
              <p:ext uri="{D42A27DB-BD31-4B8C-83A1-F6EECF244321}">
                <p14:modId xmlns:p14="http://schemas.microsoft.com/office/powerpoint/2010/main" val="3024298021"/>
              </p:ext>
            </p:extLst>
          </p:nvPr>
        </p:nvGraphicFramePr>
        <p:xfrm>
          <a:off x="402554" y="6837584"/>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6FA95714-2E69-92D6-38AC-BB1E04734950}"/>
              </a:ext>
            </a:extLst>
          </p:cNvPr>
          <p:cNvGraphicFramePr>
            <a:graphicFrameLocks noGrp="1"/>
          </p:cNvGraphicFramePr>
          <p:nvPr>
            <p:extLst>
              <p:ext uri="{D42A27DB-BD31-4B8C-83A1-F6EECF244321}">
                <p14:modId xmlns:p14="http://schemas.microsoft.com/office/powerpoint/2010/main" val="1894224512"/>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CURR_TGT_DAC3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748521035"/>
      </p:ext>
    </p:extLst>
  </p:cSld>
  <p:clrMapOvr>
    <a:masterClrMapping/>
  </p:clrMapOvr>
  <p:extLst>
    <p:ext uri="{6950BFC3-D8DA-4A85-94F7-54DA5524770B}">
      <p188:commentRel xmlns:p188="http://schemas.microsoft.com/office/powerpoint/2018/8/main" r:id="rId3"/>
    </p:ext>
  </p:extLs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C6B0D-83B8-C7BF-2A48-919C3523B57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38966FC-1079-C4D8-B123-1443D1B1C152}"/>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AAFDDC43-8BD6-3453-90E8-7869147D419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96A6D82C-3BD7-74B8-4D96-2F6C3472841D}"/>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DAC1</a:t>
            </a:r>
          </a:p>
        </p:txBody>
      </p:sp>
      <p:graphicFrame>
        <p:nvGraphicFramePr>
          <p:cNvPr id="5" name="표 4">
            <a:extLst>
              <a:ext uri="{FF2B5EF4-FFF2-40B4-BE49-F238E27FC236}">
                <a16:creationId xmlns:a16="http://schemas.microsoft.com/office/drawing/2014/main" id="{62B8558C-6851-0F70-578F-7DE391AB6BCA}"/>
              </a:ext>
            </a:extLst>
          </p:cNvPr>
          <p:cNvGraphicFramePr>
            <a:graphicFrameLocks noGrp="1"/>
          </p:cNvGraphicFramePr>
          <p:nvPr>
            <p:extLst>
              <p:ext uri="{D42A27DB-BD31-4B8C-83A1-F6EECF244321}">
                <p14:modId xmlns:p14="http://schemas.microsoft.com/office/powerpoint/2010/main" val="3767464212"/>
              </p:ext>
            </p:extLst>
          </p:nvPr>
        </p:nvGraphicFramePr>
        <p:xfrm>
          <a:off x="402556" y="1692102"/>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7DA1A79A-B874-D2AC-8EB5-C194E597DACF}"/>
              </a:ext>
            </a:extLst>
          </p:cNvPr>
          <p:cNvGraphicFramePr>
            <a:graphicFrameLocks noGrp="1"/>
          </p:cNvGraphicFramePr>
          <p:nvPr>
            <p:extLst>
              <p:ext uri="{D42A27DB-BD31-4B8C-83A1-F6EECF244321}">
                <p14:modId xmlns:p14="http://schemas.microsoft.com/office/powerpoint/2010/main" val="2649109454"/>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PREV_TGT_DAC1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FC888064-921B-FE31-2C9C-E9793E37A096}"/>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DAC2</a:t>
            </a:r>
          </a:p>
        </p:txBody>
      </p:sp>
      <p:graphicFrame>
        <p:nvGraphicFramePr>
          <p:cNvPr id="18" name="표 17">
            <a:extLst>
              <a:ext uri="{FF2B5EF4-FFF2-40B4-BE49-F238E27FC236}">
                <a16:creationId xmlns:a16="http://schemas.microsoft.com/office/drawing/2014/main" id="{BDF0F49F-5E24-2002-3492-F40D2D2E60AF}"/>
              </a:ext>
            </a:extLst>
          </p:cNvPr>
          <p:cNvGraphicFramePr>
            <a:graphicFrameLocks noGrp="1"/>
          </p:cNvGraphicFramePr>
          <p:nvPr>
            <p:extLst>
              <p:ext uri="{D42A27DB-BD31-4B8C-83A1-F6EECF244321}">
                <p14:modId xmlns:p14="http://schemas.microsoft.com/office/powerpoint/2010/main" val="883106561"/>
              </p:ext>
            </p:extLst>
          </p:nvPr>
        </p:nvGraphicFramePr>
        <p:xfrm>
          <a:off x="402556" y="4138122"/>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5E1650EF-7615-E1B1-A042-09F6097D18C9}"/>
              </a:ext>
            </a:extLst>
          </p:cNvPr>
          <p:cNvGraphicFramePr>
            <a:graphicFrameLocks noGrp="1"/>
          </p:cNvGraphicFramePr>
          <p:nvPr>
            <p:extLst>
              <p:ext uri="{D42A27DB-BD31-4B8C-83A1-F6EECF244321}">
                <p14:modId xmlns:p14="http://schemas.microsoft.com/office/powerpoint/2010/main" val="4147027964"/>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PREV_TGT_DAC2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64BF2627-5F39-C342-93A1-C13E99961A1A}"/>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DAC3</a:t>
            </a:r>
          </a:p>
        </p:txBody>
      </p:sp>
      <p:graphicFrame>
        <p:nvGraphicFramePr>
          <p:cNvPr id="21" name="표 20">
            <a:extLst>
              <a:ext uri="{FF2B5EF4-FFF2-40B4-BE49-F238E27FC236}">
                <a16:creationId xmlns:a16="http://schemas.microsoft.com/office/drawing/2014/main" id="{A09D9340-4976-C82F-A6BF-2D58A77B234C}"/>
              </a:ext>
            </a:extLst>
          </p:cNvPr>
          <p:cNvGraphicFramePr>
            <a:graphicFrameLocks noGrp="1"/>
          </p:cNvGraphicFramePr>
          <p:nvPr>
            <p:extLst>
              <p:ext uri="{D42A27DB-BD31-4B8C-83A1-F6EECF244321}">
                <p14:modId xmlns:p14="http://schemas.microsoft.com/office/powerpoint/2010/main" val="2004840963"/>
              </p:ext>
            </p:extLst>
          </p:nvPr>
        </p:nvGraphicFramePr>
        <p:xfrm>
          <a:off x="402554" y="6837584"/>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0E2FE05A-E778-79F1-5A47-D8B91B63842E}"/>
              </a:ext>
            </a:extLst>
          </p:cNvPr>
          <p:cNvGraphicFramePr>
            <a:graphicFrameLocks noGrp="1"/>
          </p:cNvGraphicFramePr>
          <p:nvPr>
            <p:extLst>
              <p:ext uri="{D42A27DB-BD31-4B8C-83A1-F6EECF244321}">
                <p14:modId xmlns:p14="http://schemas.microsoft.com/office/powerpoint/2010/main" val="3540483048"/>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PREV_TGT_DAC3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90080398"/>
      </p:ext>
    </p:extLst>
  </p:cSld>
  <p:clrMapOvr>
    <a:masterClrMapping/>
  </p:clrMapOvr>
  <p:extLst>
    <p:ext uri="{6950BFC3-D8DA-4A85-94F7-54DA5524770B}">
      <p188:commentRel xmlns:p188="http://schemas.microsoft.com/office/powerpoint/2018/8/main" r:id="rId3"/>
    </p:ext>
  </p:extLs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6A5F2C-E4A2-8563-0A0B-6AE082A5EA51}"/>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16B052C-875E-161D-C919-29E6E25E01B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95B211F5-7371-D9BA-2F20-9B99B5ACA0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55370437-BD54-9126-1736-11966201480D}"/>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OUT</a:t>
            </a:r>
          </a:p>
        </p:txBody>
      </p:sp>
      <p:graphicFrame>
        <p:nvGraphicFramePr>
          <p:cNvPr id="5" name="표 4">
            <a:extLst>
              <a:ext uri="{FF2B5EF4-FFF2-40B4-BE49-F238E27FC236}">
                <a16:creationId xmlns:a16="http://schemas.microsoft.com/office/drawing/2014/main" id="{A6771215-D4B5-34D3-8AEA-85D794CB2FD5}"/>
              </a:ext>
            </a:extLst>
          </p:cNvPr>
          <p:cNvGraphicFramePr>
            <a:graphicFrameLocks noGrp="1"/>
          </p:cNvGraphicFramePr>
          <p:nvPr>
            <p:extLst>
              <p:ext uri="{D42A27DB-BD31-4B8C-83A1-F6EECF244321}">
                <p14:modId xmlns:p14="http://schemas.microsoft.com/office/powerpoint/2010/main" val="908368031"/>
              </p:ext>
            </p:extLst>
          </p:nvPr>
        </p:nvGraphicFramePr>
        <p:xfrm>
          <a:off x="402556" y="1692102"/>
          <a:ext cx="6048000" cy="73460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416D57DA-833F-7DC1-5146-AD49292CB24D}"/>
              </a:ext>
            </a:extLst>
          </p:cNvPr>
          <p:cNvGraphicFramePr>
            <a:graphicFrameLocks noGrp="1"/>
          </p:cNvGraphicFramePr>
          <p:nvPr>
            <p:extLst>
              <p:ext uri="{D42A27DB-BD31-4B8C-83A1-F6EECF244321}">
                <p14:modId xmlns:p14="http://schemas.microsoft.com/office/powerpoint/2010/main" val="2540531280"/>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E900A076-44CE-40DA-7808-15F8BCED6D31}"/>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OUT</a:t>
            </a:r>
          </a:p>
        </p:txBody>
      </p:sp>
      <p:graphicFrame>
        <p:nvGraphicFramePr>
          <p:cNvPr id="18" name="표 17">
            <a:extLst>
              <a:ext uri="{FF2B5EF4-FFF2-40B4-BE49-F238E27FC236}">
                <a16:creationId xmlns:a16="http://schemas.microsoft.com/office/drawing/2014/main" id="{37F9EB4F-989C-79DE-5693-81196F2BFCEA}"/>
              </a:ext>
            </a:extLst>
          </p:cNvPr>
          <p:cNvGraphicFramePr>
            <a:graphicFrameLocks noGrp="1"/>
          </p:cNvGraphicFramePr>
          <p:nvPr>
            <p:extLst>
              <p:ext uri="{D42A27DB-BD31-4B8C-83A1-F6EECF244321}">
                <p14:modId xmlns:p14="http://schemas.microsoft.com/office/powerpoint/2010/main" val="4222724756"/>
              </p:ext>
            </p:extLst>
          </p:nvPr>
        </p:nvGraphicFramePr>
        <p:xfrm>
          <a:off x="402556" y="413812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CB85F8F7-529F-BCEF-66D0-223D2DD624A2}"/>
              </a:ext>
            </a:extLst>
          </p:cNvPr>
          <p:cNvGraphicFramePr>
            <a:graphicFrameLocks noGrp="1"/>
          </p:cNvGraphicFramePr>
          <p:nvPr>
            <p:extLst>
              <p:ext uri="{D42A27DB-BD31-4B8C-83A1-F6EECF244321}">
                <p14:modId xmlns:p14="http://schemas.microsoft.com/office/powerpoint/2010/main" val="1113098062"/>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58D3DE79-ADB9-962C-3C1C-663AA0FB1C91}"/>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OUT</a:t>
            </a:r>
          </a:p>
        </p:txBody>
      </p:sp>
      <p:graphicFrame>
        <p:nvGraphicFramePr>
          <p:cNvPr id="21" name="표 20">
            <a:extLst>
              <a:ext uri="{FF2B5EF4-FFF2-40B4-BE49-F238E27FC236}">
                <a16:creationId xmlns:a16="http://schemas.microsoft.com/office/drawing/2014/main" id="{44B301C6-5204-B17D-4885-D78B77BDE33E}"/>
              </a:ext>
            </a:extLst>
          </p:cNvPr>
          <p:cNvGraphicFramePr>
            <a:graphicFrameLocks noGrp="1"/>
          </p:cNvGraphicFramePr>
          <p:nvPr>
            <p:extLst>
              <p:ext uri="{D42A27DB-BD31-4B8C-83A1-F6EECF244321}">
                <p14:modId xmlns:p14="http://schemas.microsoft.com/office/powerpoint/2010/main" val="1643385013"/>
              </p:ext>
            </p:extLst>
          </p:nvPr>
        </p:nvGraphicFramePr>
        <p:xfrm>
          <a:off x="402554" y="6837584"/>
          <a:ext cx="6048000" cy="73460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097C36E3-3371-A8EF-64D6-B94B9B0DB7D9}"/>
              </a:ext>
            </a:extLst>
          </p:cNvPr>
          <p:cNvGraphicFramePr>
            <a:graphicFrameLocks noGrp="1"/>
          </p:cNvGraphicFramePr>
          <p:nvPr>
            <p:extLst>
              <p:ext uri="{D42A27DB-BD31-4B8C-83A1-F6EECF244321}">
                <p14:modId xmlns:p14="http://schemas.microsoft.com/office/powerpoint/2010/main" val="3269206738"/>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086986988"/>
      </p:ext>
    </p:extLst>
  </p:cSld>
  <p:clrMapOvr>
    <a:masterClrMapping/>
  </p:clrMapOvr>
  <p:extLst>
    <p:ext uri="{6950BFC3-D8DA-4A85-94F7-54DA5524770B}">
      <p188:commentRel xmlns:p188="http://schemas.microsoft.com/office/powerpoint/2018/8/main" r:id="rId3"/>
    </p:ext>
  </p:extLs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382871-165A-43A0-B5F3-1F01ECE52B0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2B1EA9CB-6790-75E3-2A6F-AC6B9B223C1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ACA1C60-C76A-C4E4-2BB8-B8CFCBA5010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12E19BDB-994C-9433-62AD-1CCA9E1AA96B}"/>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STATE</a:t>
            </a:r>
          </a:p>
        </p:txBody>
      </p:sp>
      <p:graphicFrame>
        <p:nvGraphicFramePr>
          <p:cNvPr id="7" name="표 6">
            <a:extLst>
              <a:ext uri="{FF2B5EF4-FFF2-40B4-BE49-F238E27FC236}">
                <a16:creationId xmlns:a16="http://schemas.microsoft.com/office/drawing/2014/main" id="{BACC8B28-1233-EBEB-0D03-617DFA8410DD}"/>
              </a:ext>
            </a:extLst>
          </p:cNvPr>
          <p:cNvGraphicFramePr>
            <a:graphicFrameLocks noGrp="1"/>
          </p:cNvGraphicFramePr>
          <p:nvPr>
            <p:extLst>
              <p:ext uri="{D42A27DB-BD31-4B8C-83A1-F6EECF244321}">
                <p14:modId xmlns:p14="http://schemas.microsoft.com/office/powerpoint/2010/main" val="331618745"/>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A45E5309-C05A-9A03-FBE3-0A08B417FDB7}"/>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STATE</a:t>
            </a:r>
          </a:p>
        </p:txBody>
      </p:sp>
      <p:graphicFrame>
        <p:nvGraphicFramePr>
          <p:cNvPr id="19" name="표 18">
            <a:extLst>
              <a:ext uri="{FF2B5EF4-FFF2-40B4-BE49-F238E27FC236}">
                <a16:creationId xmlns:a16="http://schemas.microsoft.com/office/drawing/2014/main" id="{214BA465-F08B-0087-0A40-E800EA3B7F3E}"/>
              </a:ext>
            </a:extLst>
          </p:cNvPr>
          <p:cNvGraphicFramePr>
            <a:graphicFrameLocks noGrp="1"/>
          </p:cNvGraphicFramePr>
          <p:nvPr>
            <p:extLst>
              <p:ext uri="{D42A27DB-BD31-4B8C-83A1-F6EECF244321}">
                <p14:modId xmlns:p14="http://schemas.microsoft.com/office/powerpoint/2010/main" val="746652563"/>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54734C8F-5DDF-D45D-585C-3122BD299E5F}"/>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STATE</a:t>
            </a:r>
          </a:p>
        </p:txBody>
      </p:sp>
      <p:graphicFrame>
        <p:nvGraphicFramePr>
          <p:cNvPr id="22" name="표 21">
            <a:extLst>
              <a:ext uri="{FF2B5EF4-FFF2-40B4-BE49-F238E27FC236}">
                <a16:creationId xmlns:a16="http://schemas.microsoft.com/office/drawing/2014/main" id="{115B2AFF-4215-11BA-BCC8-6576948C013A}"/>
              </a:ext>
            </a:extLst>
          </p:cNvPr>
          <p:cNvGraphicFramePr>
            <a:graphicFrameLocks noGrp="1"/>
          </p:cNvGraphicFramePr>
          <p:nvPr>
            <p:extLst>
              <p:ext uri="{D42A27DB-BD31-4B8C-83A1-F6EECF244321}">
                <p14:modId xmlns:p14="http://schemas.microsoft.com/office/powerpoint/2010/main" val="2251366890"/>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9F71BC5F-EED1-EE94-8E5A-3A0E2AED27DB}"/>
              </a:ext>
            </a:extLst>
          </p:cNvPr>
          <p:cNvGraphicFramePr>
            <a:graphicFrameLocks noGrp="1"/>
          </p:cNvGraphicFramePr>
          <p:nvPr>
            <p:extLst>
              <p:ext uri="{D42A27DB-BD31-4B8C-83A1-F6EECF244321}">
                <p14:modId xmlns:p14="http://schemas.microsoft.com/office/powerpoint/2010/main" val="533550614"/>
              </p:ext>
            </p:extLst>
          </p:nvPr>
        </p:nvGraphicFramePr>
        <p:xfrm>
          <a:off x="399646" y="1692102"/>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6" name="표 5">
            <a:extLst>
              <a:ext uri="{FF2B5EF4-FFF2-40B4-BE49-F238E27FC236}">
                <a16:creationId xmlns:a16="http://schemas.microsoft.com/office/drawing/2014/main" id="{0B0255FD-8FE6-B4BD-FEC3-39121C22AF5F}"/>
              </a:ext>
            </a:extLst>
          </p:cNvPr>
          <p:cNvGraphicFramePr>
            <a:graphicFrameLocks noGrp="1"/>
          </p:cNvGraphicFramePr>
          <p:nvPr>
            <p:extLst>
              <p:ext uri="{D42A27DB-BD31-4B8C-83A1-F6EECF244321}">
                <p14:modId xmlns:p14="http://schemas.microsoft.com/office/powerpoint/2010/main" val="1863717035"/>
              </p:ext>
            </p:extLst>
          </p:nvPr>
        </p:nvGraphicFramePr>
        <p:xfrm>
          <a:off x="399646" y="4187735"/>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8" name="표 7">
            <a:extLst>
              <a:ext uri="{FF2B5EF4-FFF2-40B4-BE49-F238E27FC236}">
                <a16:creationId xmlns:a16="http://schemas.microsoft.com/office/drawing/2014/main" id="{A864063D-0EFB-EE79-8B42-197394EB0A39}"/>
              </a:ext>
            </a:extLst>
          </p:cNvPr>
          <p:cNvGraphicFramePr>
            <a:graphicFrameLocks noGrp="1"/>
          </p:cNvGraphicFramePr>
          <p:nvPr>
            <p:extLst>
              <p:ext uri="{D42A27DB-BD31-4B8C-83A1-F6EECF244321}">
                <p14:modId xmlns:p14="http://schemas.microsoft.com/office/powerpoint/2010/main" val="690746373"/>
              </p:ext>
            </p:extLst>
          </p:nvPr>
        </p:nvGraphicFramePr>
        <p:xfrm>
          <a:off x="399646" y="7005691"/>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spTree>
    <p:extLst>
      <p:ext uri="{BB962C8B-B14F-4D97-AF65-F5344CB8AC3E}">
        <p14:creationId xmlns:p14="http://schemas.microsoft.com/office/powerpoint/2010/main" val="1964283639"/>
      </p:ext>
    </p:extLst>
  </p:cSld>
  <p:clrMapOvr>
    <a:masterClrMapping/>
  </p:clrMapOvr>
  <p:extLst>
    <p:ext uri="{6950BFC3-D8DA-4A85-94F7-54DA5524770B}">
      <p188:commentRel xmlns:p188="http://schemas.microsoft.com/office/powerpoint/2018/8/main" r:id="rId3"/>
    </p:ext>
  </p:extLs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0C551BDF-D196-0E71-D3E6-822FDF1E1427}"/>
              </a:ext>
            </a:extLst>
          </p:cNvPr>
          <p:cNvSpPr txBox="1"/>
          <p:nvPr/>
        </p:nvSpPr>
        <p:spPr>
          <a:xfrm>
            <a:off x="399229" y="10060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3991059448"/>
              </p:ext>
            </p:extLst>
          </p:nvPr>
        </p:nvGraphicFramePr>
        <p:xfrm>
          <a:off x="399229" y="1685099"/>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3421435730"/>
              </p:ext>
            </p:extLst>
          </p:nvPr>
        </p:nvGraphicFramePr>
        <p:xfrm>
          <a:off x="399229" y="1267635"/>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26368946"/>
      </p:ext>
    </p:extLst>
  </p:cSld>
  <p:clrMapOvr>
    <a:masterClrMapping/>
  </p:clrMapOvr>
  <p:extLst>
    <p:ext uri="{6950BFC3-D8DA-4A85-94F7-54DA5524770B}">
      <p188:commentRel xmlns:p188="http://schemas.microsoft.com/office/powerpoint/2018/8/main" r:id="rId2"/>
    </p:ext>
  </p:extLs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3543917485"/>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2707494441"/>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905172770"/>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711714368"/>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DAC1_DEC1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DAC1_INC1_WAIT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4103117236"/>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3823245408"/>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DAC1_INC_HOLD_THRESHOLD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131204384"/>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4177382843"/>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550958913"/>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983365555"/>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3003093547"/>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368208579"/>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9DF666-C507-9665-51DF-560E7424A2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166A90F-3342-7EF4-E45A-5676014CDEC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C879C67-194E-F1F8-BA24-F2322067835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15CDB2FC-2EA3-A006-02A9-5834B4217B41}"/>
              </a:ext>
            </a:extLst>
          </p:cNvPr>
          <p:cNvSpPr txBox="1"/>
          <p:nvPr/>
        </p:nvSpPr>
        <p:spPr>
          <a:xfrm>
            <a:off x="399229" y="10060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1</a:t>
            </a:r>
          </a:p>
        </p:txBody>
      </p:sp>
      <p:graphicFrame>
        <p:nvGraphicFramePr>
          <p:cNvPr id="15" name="표 14">
            <a:extLst>
              <a:ext uri="{FF2B5EF4-FFF2-40B4-BE49-F238E27FC236}">
                <a16:creationId xmlns:a16="http://schemas.microsoft.com/office/drawing/2014/main" id="{9AB8A07A-D1E5-0367-9E30-68C67BFBD1D9}"/>
              </a:ext>
            </a:extLst>
          </p:cNvPr>
          <p:cNvGraphicFramePr>
            <a:graphicFrameLocks noGrp="1"/>
          </p:cNvGraphicFramePr>
          <p:nvPr>
            <p:extLst>
              <p:ext uri="{D42A27DB-BD31-4B8C-83A1-F6EECF244321}">
                <p14:modId xmlns:p14="http://schemas.microsoft.com/office/powerpoint/2010/main" val="3589136043"/>
              </p:ext>
            </p:extLst>
          </p:nvPr>
        </p:nvGraphicFramePr>
        <p:xfrm>
          <a:off x="399229" y="1685099"/>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0395D99F-5556-3466-1A80-22B83DCDFE23}"/>
              </a:ext>
            </a:extLst>
          </p:cNvPr>
          <p:cNvGraphicFramePr>
            <a:graphicFrameLocks noGrp="1"/>
          </p:cNvGraphicFramePr>
          <p:nvPr>
            <p:extLst>
              <p:ext uri="{D42A27DB-BD31-4B8C-83A1-F6EECF244321}">
                <p14:modId xmlns:p14="http://schemas.microsoft.com/office/powerpoint/2010/main" val="2083146732"/>
              </p:ext>
            </p:extLst>
          </p:nvPr>
        </p:nvGraphicFramePr>
        <p:xfrm>
          <a:off x="399229" y="1267635"/>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98066145"/>
      </p:ext>
    </p:extLst>
  </p:cSld>
  <p:clrMapOvr>
    <a:masterClrMapping/>
  </p:clrMapOvr>
  <p:extLst>
    <p:ext uri="{6950BFC3-D8DA-4A85-94F7-54DA5524770B}">
      <p188:commentRel xmlns:p188="http://schemas.microsoft.com/office/powerpoint/2018/8/main" r:id="rId2"/>
    </p:ext>
  </p:extLs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1FBC69-47B4-97E9-6F20-33A39C74C09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9E0996B-7586-3F5D-278E-1A551AC5369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FF98FBF1-9AAD-2DEE-BC61-5049AC0AC28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E716C98-23E4-0C5F-A7E7-94797EBCAB93}"/>
              </a:ext>
            </a:extLst>
          </p:cNvPr>
          <p:cNvGraphicFramePr>
            <a:graphicFrameLocks noGrp="1"/>
          </p:cNvGraphicFramePr>
          <p:nvPr>
            <p:extLst>
              <p:ext uri="{D42A27DB-BD31-4B8C-83A1-F6EECF244321}">
                <p14:modId xmlns:p14="http://schemas.microsoft.com/office/powerpoint/2010/main" val="3258505444"/>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B5EE2B01-07B9-691C-EB8D-193CA64D2F11}"/>
              </a:ext>
            </a:extLst>
          </p:cNvPr>
          <p:cNvGraphicFramePr>
            <a:graphicFrameLocks noGrp="1"/>
          </p:cNvGraphicFramePr>
          <p:nvPr>
            <p:extLst>
              <p:ext uri="{D42A27DB-BD31-4B8C-83A1-F6EECF244321}">
                <p14:modId xmlns:p14="http://schemas.microsoft.com/office/powerpoint/2010/main" val="3684140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1F8C87E5-2AC9-A362-D08F-1F34CAF886B8}"/>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DECREMENT &amp; INC WAIT</a:t>
            </a:r>
          </a:p>
        </p:txBody>
      </p:sp>
      <p:graphicFrame>
        <p:nvGraphicFramePr>
          <p:cNvPr id="12" name="표 11">
            <a:extLst>
              <a:ext uri="{FF2B5EF4-FFF2-40B4-BE49-F238E27FC236}">
                <a16:creationId xmlns:a16="http://schemas.microsoft.com/office/drawing/2014/main" id="{3107ADB0-BE07-EE5B-47DA-81156BFA3589}"/>
              </a:ext>
            </a:extLst>
          </p:cNvPr>
          <p:cNvGraphicFramePr>
            <a:graphicFrameLocks noGrp="1"/>
          </p:cNvGraphicFramePr>
          <p:nvPr>
            <p:extLst>
              <p:ext uri="{D42A27DB-BD31-4B8C-83A1-F6EECF244321}">
                <p14:modId xmlns:p14="http://schemas.microsoft.com/office/powerpoint/2010/main" val="1776612992"/>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242CB3C3-D2C7-E0D1-8090-29C35C61A535}"/>
              </a:ext>
            </a:extLst>
          </p:cNvPr>
          <p:cNvGraphicFramePr>
            <a:graphicFrameLocks noGrp="1"/>
          </p:cNvGraphicFramePr>
          <p:nvPr>
            <p:extLst>
              <p:ext uri="{D42A27DB-BD31-4B8C-83A1-F6EECF244321}">
                <p14:modId xmlns:p14="http://schemas.microsoft.com/office/powerpoint/2010/main" val="3933365431"/>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0x0400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DAC2_DEC1 [6:0]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DAC2_INC1_WAIT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6636C0D-A3D3-F63E-1710-841A41C3274D}"/>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HOLD THRESHOLD</a:t>
            </a:r>
          </a:p>
        </p:txBody>
      </p:sp>
      <p:graphicFrame>
        <p:nvGraphicFramePr>
          <p:cNvPr id="15" name="표 14">
            <a:extLst>
              <a:ext uri="{FF2B5EF4-FFF2-40B4-BE49-F238E27FC236}">
                <a16:creationId xmlns:a16="http://schemas.microsoft.com/office/drawing/2014/main" id="{20435910-E5B8-FFF3-DEA0-4A2E1766B037}"/>
              </a:ext>
            </a:extLst>
          </p:cNvPr>
          <p:cNvGraphicFramePr>
            <a:graphicFrameLocks noGrp="1"/>
          </p:cNvGraphicFramePr>
          <p:nvPr>
            <p:extLst>
              <p:ext uri="{D42A27DB-BD31-4B8C-83A1-F6EECF244321}">
                <p14:modId xmlns:p14="http://schemas.microsoft.com/office/powerpoint/2010/main" val="2807000640"/>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925D73F5-F2DE-22CC-0C1D-57B6A6AC1A37}"/>
              </a:ext>
            </a:extLst>
          </p:cNvPr>
          <p:cNvGraphicFramePr>
            <a:graphicFrameLocks noGrp="1"/>
          </p:cNvGraphicFramePr>
          <p:nvPr>
            <p:extLst>
              <p:ext uri="{D42A27DB-BD31-4B8C-83A1-F6EECF244321}">
                <p14:modId xmlns:p14="http://schemas.microsoft.com/office/powerpoint/2010/main" val="2464938260"/>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DAC2_INC_HOLD_THRESHOLD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E436803D-31CC-B74D-2A70-46058629A019}"/>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2 &amp; HOLD_LIMIT</a:t>
            </a:r>
          </a:p>
        </p:txBody>
      </p:sp>
    </p:spTree>
    <p:extLst>
      <p:ext uri="{BB962C8B-B14F-4D97-AF65-F5344CB8AC3E}">
        <p14:creationId xmlns:p14="http://schemas.microsoft.com/office/powerpoint/2010/main" val="123707591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D561F5-41D8-6FDA-44B0-11942BCFE1CE}"/>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5E23931-4AB0-A4A4-663E-85A149CDAFBA}"/>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160B21F-0923-8C05-6D6E-86B9F554AF8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F87D95D5-3C63-C707-63A9-7B64CC616667}"/>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FB VALID TIMER</a:t>
            </a:r>
          </a:p>
        </p:txBody>
      </p:sp>
      <p:graphicFrame>
        <p:nvGraphicFramePr>
          <p:cNvPr id="16" name="표 15">
            <a:extLst>
              <a:ext uri="{FF2B5EF4-FFF2-40B4-BE49-F238E27FC236}">
                <a16:creationId xmlns:a16="http://schemas.microsoft.com/office/drawing/2014/main" id="{C616A3E7-A120-5803-D0B3-F4247F3C7CDE}"/>
              </a:ext>
            </a:extLst>
          </p:cNvPr>
          <p:cNvGraphicFramePr>
            <a:graphicFrameLocks noGrp="1"/>
          </p:cNvGraphicFramePr>
          <p:nvPr>
            <p:extLst>
              <p:ext uri="{D42A27DB-BD31-4B8C-83A1-F6EECF244321}">
                <p14:modId xmlns:p14="http://schemas.microsoft.com/office/powerpoint/2010/main" val="345541501"/>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C00ED7E8-1519-C2B6-4B0F-837FCF42E60E}"/>
              </a:ext>
            </a:extLst>
          </p:cNvPr>
          <p:cNvGraphicFramePr>
            <a:graphicFrameLocks noGrp="1"/>
          </p:cNvGraphicFramePr>
          <p:nvPr>
            <p:extLst>
              <p:ext uri="{D42A27DB-BD31-4B8C-83A1-F6EECF244321}">
                <p14:modId xmlns:p14="http://schemas.microsoft.com/office/powerpoint/2010/main" val="864096692"/>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42532119-63AA-A210-D08F-903536720D15}"/>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MIN LIMIT</a:t>
            </a:r>
          </a:p>
        </p:txBody>
      </p:sp>
      <p:graphicFrame>
        <p:nvGraphicFramePr>
          <p:cNvPr id="5" name="표 4">
            <a:extLst>
              <a:ext uri="{FF2B5EF4-FFF2-40B4-BE49-F238E27FC236}">
                <a16:creationId xmlns:a16="http://schemas.microsoft.com/office/drawing/2014/main" id="{C15DAC54-1B10-9F1A-1D10-3D8034897EDD}"/>
              </a:ext>
            </a:extLst>
          </p:cNvPr>
          <p:cNvGraphicFramePr>
            <a:graphicFrameLocks noGrp="1"/>
          </p:cNvGraphicFramePr>
          <p:nvPr>
            <p:extLst>
              <p:ext uri="{D42A27DB-BD31-4B8C-83A1-F6EECF244321}">
                <p14:modId xmlns:p14="http://schemas.microsoft.com/office/powerpoint/2010/main" val="4156525184"/>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E66A0E1A-2B4C-5EC5-66FE-2815B35BF906}"/>
              </a:ext>
            </a:extLst>
          </p:cNvPr>
          <p:cNvGraphicFramePr>
            <a:graphicFrameLocks noGrp="1"/>
          </p:cNvGraphicFramePr>
          <p:nvPr>
            <p:extLst>
              <p:ext uri="{D42A27DB-BD31-4B8C-83A1-F6EECF244321}">
                <p14:modId xmlns:p14="http://schemas.microsoft.com/office/powerpoint/2010/main" val="1271819952"/>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err="1">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5C55A325-3C2F-0843-E5A6-543EA3053B28}"/>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MAX LIMIT</a:t>
            </a:r>
          </a:p>
        </p:txBody>
      </p:sp>
      <p:graphicFrame>
        <p:nvGraphicFramePr>
          <p:cNvPr id="12" name="표 11">
            <a:extLst>
              <a:ext uri="{FF2B5EF4-FFF2-40B4-BE49-F238E27FC236}">
                <a16:creationId xmlns:a16="http://schemas.microsoft.com/office/drawing/2014/main" id="{9DFDDF96-03CB-D1EE-1BC6-F24EF3693C3D}"/>
              </a:ext>
            </a:extLst>
          </p:cNvPr>
          <p:cNvGraphicFramePr>
            <a:graphicFrameLocks noGrp="1"/>
          </p:cNvGraphicFramePr>
          <p:nvPr>
            <p:extLst>
              <p:ext uri="{D42A27DB-BD31-4B8C-83A1-F6EECF244321}">
                <p14:modId xmlns:p14="http://schemas.microsoft.com/office/powerpoint/2010/main" val="2660223868"/>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A08A6468-4D52-0260-8572-1EA1CC8AD45E}"/>
              </a:ext>
            </a:extLst>
          </p:cNvPr>
          <p:cNvGraphicFramePr>
            <a:graphicFrameLocks noGrp="1"/>
          </p:cNvGraphicFramePr>
          <p:nvPr>
            <p:extLst>
              <p:ext uri="{D42A27DB-BD31-4B8C-83A1-F6EECF244321}">
                <p14:modId xmlns:p14="http://schemas.microsoft.com/office/powerpoint/2010/main" val="632078959"/>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86237341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DD060-CA04-3E63-62E9-1CB35BF43D5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78A5417-96D9-61C5-20C8-E803D301678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C369EBE-33E4-86DD-D570-177174C2619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45D104AD-B13A-DE51-CF65-5703DC9DED8C}"/>
              </a:ext>
            </a:extLst>
          </p:cNvPr>
          <p:cNvSpPr txBox="1"/>
          <p:nvPr/>
        </p:nvSpPr>
        <p:spPr>
          <a:xfrm>
            <a:off x="399229" y="99863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1</a:t>
            </a:r>
          </a:p>
        </p:txBody>
      </p:sp>
      <p:graphicFrame>
        <p:nvGraphicFramePr>
          <p:cNvPr id="15" name="표 14">
            <a:extLst>
              <a:ext uri="{FF2B5EF4-FFF2-40B4-BE49-F238E27FC236}">
                <a16:creationId xmlns:a16="http://schemas.microsoft.com/office/drawing/2014/main" id="{52D67DDD-8072-33E2-6BBA-6D0D4D9D3D0D}"/>
              </a:ext>
            </a:extLst>
          </p:cNvPr>
          <p:cNvGraphicFramePr>
            <a:graphicFrameLocks noGrp="1"/>
          </p:cNvGraphicFramePr>
          <p:nvPr>
            <p:extLst>
              <p:ext uri="{D42A27DB-BD31-4B8C-83A1-F6EECF244321}">
                <p14:modId xmlns:p14="http://schemas.microsoft.com/office/powerpoint/2010/main" val="2550816946"/>
              </p:ext>
            </p:extLst>
          </p:nvPr>
        </p:nvGraphicFramePr>
        <p:xfrm>
          <a:off x="399229" y="1677710"/>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8FD56D34-E6D8-CF9B-43AB-96FCC5588750}"/>
              </a:ext>
            </a:extLst>
          </p:cNvPr>
          <p:cNvGraphicFramePr>
            <a:graphicFrameLocks noGrp="1"/>
          </p:cNvGraphicFramePr>
          <p:nvPr>
            <p:extLst>
              <p:ext uri="{D42A27DB-BD31-4B8C-83A1-F6EECF244321}">
                <p14:modId xmlns:p14="http://schemas.microsoft.com/office/powerpoint/2010/main" val="100702236"/>
              </p:ext>
            </p:extLst>
          </p:nvPr>
        </p:nvGraphicFramePr>
        <p:xfrm>
          <a:off x="399229" y="126024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906925779"/>
      </p:ext>
    </p:extLst>
  </p:cSld>
  <p:clrMapOvr>
    <a:masterClrMapping/>
  </p:clrMapOvr>
  <p:extLst>
    <p:ext uri="{6950BFC3-D8DA-4A85-94F7-54DA5524770B}">
      <p188:commentRel xmlns:p188="http://schemas.microsoft.com/office/powerpoint/2018/8/main" r:id="rId2"/>
    </p:ext>
  </p:extLs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6000DB-1712-9323-CBEC-4C6AC239216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039965D9-B4AA-3A98-2F07-580E3197856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FFB6B1B6-311C-B2D0-08C4-D9AA97772BD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B826E559-69CC-D11D-C82A-CA9677B29E6D}"/>
              </a:ext>
            </a:extLst>
          </p:cNvPr>
          <p:cNvGraphicFramePr>
            <a:graphicFrameLocks noGrp="1"/>
          </p:cNvGraphicFramePr>
          <p:nvPr>
            <p:extLst>
              <p:ext uri="{D42A27DB-BD31-4B8C-83A1-F6EECF244321}">
                <p14:modId xmlns:p14="http://schemas.microsoft.com/office/powerpoint/2010/main" val="962235742"/>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163B8BBC-A9E8-1FAD-C8B9-9280FB564465}"/>
              </a:ext>
            </a:extLst>
          </p:cNvPr>
          <p:cNvGraphicFramePr>
            <a:graphicFrameLocks noGrp="1"/>
          </p:cNvGraphicFramePr>
          <p:nvPr>
            <p:extLst>
              <p:ext uri="{D42A27DB-BD31-4B8C-83A1-F6EECF244321}">
                <p14:modId xmlns:p14="http://schemas.microsoft.com/office/powerpoint/2010/main" val="31712057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F542EFE-24A1-6C84-F836-2D6241620964}"/>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DECREMENT &amp; INC WAIT</a:t>
            </a:r>
          </a:p>
        </p:txBody>
      </p:sp>
      <p:graphicFrame>
        <p:nvGraphicFramePr>
          <p:cNvPr id="12" name="표 11">
            <a:extLst>
              <a:ext uri="{FF2B5EF4-FFF2-40B4-BE49-F238E27FC236}">
                <a16:creationId xmlns:a16="http://schemas.microsoft.com/office/drawing/2014/main" id="{69BD266F-B299-A29E-A2FF-3A22EEB00FF3}"/>
              </a:ext>
            </a:extLst>
          </p:cNvPr>
          <p:cNvGraphicFramePr>
            <a:graphicFrameLocks noGrp="1"/>
          </p:cNvGraphicFramePr>
          <p:nvPr>
            <p:extLst>
              <p:ext uri="{D42A27DB-BD31-4B8C-83A1-F6EECF244321}">
                <p14:modId xmlns:p14="http://schemas.microsoft.com/office/powerpoint/2010/main" val="1325376344"/>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9BFCECE0-4B53-111C-E6DE-81E4F9B66774}"/>
              </a:ext>
            </a:extLst>
          </p:cNvPr>
          <p:cNvGraphicFramePr>
            <a:graphicFrameLocks noGrp="1"/>
          </p:cNvGraphicFramePr>
          <p:nvPr>
            <p:extLst>
              <p:ext uri="{D42A27DB-BD31-4B8C-83A1-F6EECF244321}">
                <p14:modId xmlns:p14="http://schemas.microsoft.com/office/powerpoint/2010/main" val="2834512554"/>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0x0400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DAC3_DEC1 [6:0]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DAC3_INC1_WAIT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FF0D95E8-1FBD-79A7-968B-9B485E9929A3}"/>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HOLD THRESHOLD</a:t>
            </a:r>
          </a:p>
        </p:txBody>
      </p:sp>
      <p:graphicFrame>
        <p:nvGraphicFramePr>
          <p:cNvPr id="15" name="표 14">
            <a:extLst>
              <a:ext uri="{FF2B5EF4-FFF2-40B4-BE49-F238E27FC236}">
                <a16:creationId xmlns:a16="http://schemas.microsoft.com/office/drawing/2014/main" id="{46D59815-7BC2-52A8-5E9E-9FAC917333A1}"/>
              </a:ext>
            </a:extLst>
          </p:cNvPr>
          <p:cNvGraphicFramePr>
            <a:graphicFrameLocks noGrp="1"/>
          </p:cNvGraphicFramePr>
          <p:nvPr>
            <p:extLst>
              <p:ext uri="{D42A27DB-BD31-4B8C-83A1-F6EECF244321}">
                <p14:modId xmlns:p14="http://schemas.microsoft.com/office/powerpoint/2010/main" val="1742102557"/>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E6DE8E38-7CC4-9023-3E63-BAAEEB1714AE}"/>
              </a:ext>
            </a:extLst>
          </p:cNvPr>
          <p:cNvGraphicFramePr>
            <a:graphicFrameLocks noGrp="1"/>
          </p:cNvGraphicFramePr>
          <p:nvPr>
            <p:extLst>
              <p:ext uri="{D42A27DB-BD31-4B8C-83A1-F6EECF244321}">
                <p14:modId xmlns:p14="http://schemas.microsoft.com/office/powerpoint/2010/main" val="1699650846"/>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DAC3_INC_HOLD_THRESHOLD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B54C552C-3FFB-9DE9-00C0-794B328F1C05}"/>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2 &amp; HOLD_LIMIT</a:t>
            </a:r>
          </a:p>
        </p:txBody>
      </p:sp>
    </p:spTree>
    <p:extLst>
      <p:ext uri="{BB962C8B-B14F-4D97-AF65-F5344CB8AC3E}">
        <p14:creationId xmlns:p14="http://schemas.microsoft.com/office/powerpoint/2010/main" val="60599422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23578E-48EE-8519-280F-3907646DA8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195DA648-ACE9-594A-3742-80429E817156}"/>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BCB9ECF-A15B-3AFF-4BD6-9C443F26837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9D32A339-0984-6A77-545A-3DE33B26F655}"/>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FB VALID TIMER</a:t>
            </a:r>
          </a:p>
        </p:txBody>
      </p:sp>
      <p:graphicFrame>
        <p:nvGraphicFramePr>
          <p:cNvPr id="16" name="표 15">
            <a:extLst>
              <a:ext uri="{FF2B5EF4-FFF2-40B4-BE49-F238E27FC236}">
                <a16:creationId xmlns:a16="http://schemas.microsoft.com/office/drawing/2014/main" id="{A4D41F2E-A164-B6EC-9812-D12AE5A340FA}"/>
              </a:ext>
            </a:extLst>
          </p:cNvPr>
          <p:cNvGraphicFramePr>
            <a:graphicFrameLocks noGrp="1"/>
          </p:cNvGraphicFramePr>
          <p:nvPr>
            <p:extLst>
              <p:ext uri="{D42A27DB-BD31-4B8C-83A1-F6EECF244321}">
                <p14:modId xmlns:p14="http://schemas.microsoft.com/office/powerpoint/2010/main" val="3360909850"/>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CE9923DF-8C9F-A639-D5E0-01628234C088}"/>
              </a:ext>
            </a:extLst>
          </p:cNvPr>
          <p:cNvGraphicFramePr>
            <a:graphicFrameLocks noGrp="1"/>
          </p:cNvGraphicFramePr>
          <p:nvPr>
            <p:extLst>
              <p:ext uri="{D42A27DB-BD31-4B8C-83A1-F6EECF244321}">
                <p14:modId xmlns:p14="http://schemas.microsoft.com/office/powerpoint/2010/main" val="2295349463"/>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C7AE602-A5C1-E1F3-96A3-06F465DE6794}"/>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MIN LIMIT</a:t>
            </a:r>
          </a:p>
        </p:txBody>
      </p:sp>
      <p:graphicFrame>
        <p:nvGraphicFramePr>
          <p:cNvPr id="5" name="표 4">
            <a:extLst>
              <a:ext uri="{FF2B5EF4-FFF2-40B4-BE49-F238E27FC236}">
                <a16:creationId xmlns:a16="http://schemas.microsoft.com/office/drawing/2014/main" id="{02196784-3E4F-B807-F7A9-5556542023A4}"/>
              </a:ext>
            </a:extLst>
          </p:cNvPr>
          <p:cNvGraphicFramePr>
            <a:graphicFrameLocks noGrp="1"/>
          </p:cNvGraphicFramePr>
          <p:nvPr>
            <p:extLst>
              <p:ext uri="{D42A27DB-BD31-4B8C-83A1-F6EECF244321}">
                <p14:modId xmlns:p14="http://schemas.microsoft.com/office/powerpoint/2010/main" val="1132543403"/>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C7F5CC3A-3578-BF47-1F8D-282E3878851F}"/>
              </a:ext>
            </a:extLst>
          </p:cNvPr>
          <p:cNvGraphicFramePr>
            <a:graphicFrameLocks noGrp="1"/>
          </p:cNvGraphicFramePr>
          <p:nvPr>
            <p:extLst>
              <p:ext uri="{D42A27DB-BD31-4B8C-83A1-F6EECF244321}">
                <p14:modId xmlns:p14="http://schemas.microsoft.com/office/powerpoint/2010/main" val="2936997365"/>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err="1">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168C8714-44A3-ABDF-D1CD-94AC08E2DE56}"/>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MAX LIMIT</a:t>
            </a:r>
          </a:p>
        </p:txBody>
      </p:sp>
      <p:graphicFrame>
        <p:nvGraphicFramePr>
          <p:cNvPr id="12" name="표 11">
            <a:extLst>
              <a:ext uri="{FF2B5EF4-FFF2-40B4-BE49-F238E27FC236}">
                <a16:creationId xmlns:a16="http://schemas.microsoft.com/office/drawing/2014/main" id="{2B81676C-DDA2-6D99-2E80-A161E6FF6FB5}"/>
              </a:ext>
            </a:extLst>
          </p:cNvPr>
          <p:cNvGraphicFramePr>
            <a:graphicFrameLocks noGrp="1"/>
          </p:cNvGraphicFramePr>
          <p:nvPr>
            <p:extLst>
              <p:ext uri="{D42A27DB-BD31-4B8C-83A1-F6EECF244321}">
                <p14:modId xmlns:p14="http://schemas.microsoft.com/office/powerpoint/2010/main" val="3744207287"/>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A3F45CA0-ACD9-A92F-196D-A0D851742745}"/>
              </a:ext>
            </a:extLst>
          </p:cNvPr>
          <p:cNvGraphicFramePr>
            <a:graphicFrameLocks noGrp="1"/>
          </p:cNvGraphicFramePr>
          <p:nvPr>
            <p:extLst>
              <p:ext uri="{D42A27DB-BD31-4B8C-83A1-F6EECF244321}">
                <p14:modId xmlns:p14="http://schemas.microsoft.com/office/powerpoint/2010/main" val="606576696"/>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0543889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BC83E8-2F1F-B3C2-B6B3-75AE99D8CB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1E9DDD5-AD77-05D9-7DE9-A8944A7E2A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28EFB43-6FFC-4534-4ADB-7BB52722647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DEAC69BB-B76E-D1E4-8E43-7F92BFBD1263}"/>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MAN_A1</a:t>
            </a:r>
          </a:p>
        </p:txBody>
      </p:sp>
      <p:graphicFrame>
        <p:nvGraphicFramePr>
          <p:cNvPr id="23" name="표 22">
            <a:extLst>
              <a:ext uri="{FF2B5EF4-FFF2-40B4-BE49-F238E27FC236}">
                <a16:creationId xmlns:a16="http://schemas.microsoft.com/office/drawing/2014/main" id="{C3F40812-6F3A-B83E-3455-5C15F94C10B1}"/>
              </a:ext>
            </a:extLst>
          </p:cNvPr>
          <p:cNvGraphicFramePr>
            <a:graphicFrameLocks noGrp="1"/>
          </p:cNvGraphicFramePr>
          <p:nvPr>
            <p:extLst>
              <p:ext uri="{D42A27DB-BD31-4B8C-83A1-F6EECF244321}">
                <p14:modId xmlns:p14="http://schemas.microsoft.com/office/powerpoint/2010/main" val="261467515"/>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859822">
                  <a:extLst>
                    <a:ext uri="{9D8B030D-6E8A-4147-A177-3AD203B41FA5}">
                      <a16:colId xmlns:a16="http://schemas.microsoft.com/office/drawing/2014/main" val="4293411712"/>
                    </a:ext>
                  </a:extLst>
                </a:gridCol>
                <a:gridCol w="469412">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OSC_MAN_EN_A</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DAC_RNG_A</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181FC02E-8607-0DD1-3411-5F07B03A2A47}"/>
              </a:ext>
            </a:extLst>
          </p:cNvPr>
          <p:cNvGraphicFramePr>
            <a:graphicFrameLocks noGrp="1"/>
          </p:cNvGraphicFramePr>
          <p:nvPr>
            <p:extLst>
              <p:ext uri="{D42A27DB-BD31-4B8C-83A1-F6EECF244321}">
                <p14:modId xmlns:p14="http://schemas.microsoft.com/office/powerpoint/2010/main" val="4043956039"/>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FLT_CTL_A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FLT_GAIN_A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E1060935-5C3F-4F5B-28BA-61573B323A09}"/>
              </a:ext>
            </a:extLst>
          </p:cNvPr>
          <p:cNvSpPr txBox="1"/>
          <p:nvPr/>
        </p:nvSpPr>
        <p:spPr>
          <a:xfrm>
            <a:off x="397929" y="49530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MAN_A2</a:t>
            </a:r>
          </a:p>
        </p:txBody>
      </p:sp>
      <p:graphicFrame>
        <p:nvGraphicFramePr>
          <p:cNvPr id="17" name="표 16">
            <a:extLst>
              <a:ext uri="{FF2B5EF4-FFF2-40B4-BE49-F238E27FC236}">
                <a16:creationId xmlns:a16="http://schemas.microsoft.com/office/drawing/2014/main" id="{637B2DFC-1F07-27DF-3E63-A8D7B7F93239}"/>
              </a:ext>
            </a:extLst>
          </p:cNvPr>
          <p:cNvGraphicFramePr>
            <a:graphicFrameLocks noGrp="1"/>
          </p:cNvGraphicFramePr>
          <p:nvPr>
            <p:extLst>
              <p:ext uri="{D42A27DB-BD31-4B8C-83A1-F6EECF244321}">
                <p14:modId xmlns:p14="http://schemas.microsoft.com/office/powerpoint/2010/main" val="1545738374"/>
              </p:ext>
            </p:extLst>
          </p:nvPr>
        </p:nvGraphicFramePr>
        <p:xfrm>
          <a:off x="397929" y="523327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OSC_FLL_MAN_A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47359A4F-F35F-FCE4-8D9F-F0FC11203515}"/>
              </a:ext>
            </a:extLst>
          </p:cNvPr>
          <p:cNvGraphicFramePr>
            <a:graphicFrameLocks noGrp="1"/>
          </p:cNvGraphicFramePr>
          <p:nvPr>
            <p:extLst>
              <p:ext uri="{D42A27DB-BD31-4B8C-83A1-F6EECF244321}">
                <p14:modId xmlns:p14="http://schemas.microsoft.com/office/powerpoint/2010/main" val="2109742642"/>
              </p:ext>
            </p:extLst>
          </p:nvPr>
        </p:nvGraphicFramePr>
        <p:xfrm>
          <a:off x="397934" y="2326469"/>
          <a:ext cx="6048000" cy="17071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510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OSC_MAN_EN_A</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FLL_A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DAC_RNG_A</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9990091"/>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FLT_CTL_A</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184737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FLT_GAIN_A</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30619"/>
                  </a:ext>
                </a:extLst>
              </a:tr>
            </a:tbl>
          </a:graphicData>
        </a:graphic>
      </p:graphicFrame>
      <p:graphicFrame>
        <p:nvGraphicFramePr>
          <p:cNvPr id="5" name="표 4">
            <a:extLst>
              <a:ext uri="{FF2B5EF4-FFF2-40B4-BE49-F238E27FC236}">
                <a16:creationId xmlns:a16="http://schemas.microsoft.com/office/drawing/2014/main" id="{FBB08904-5BC2-BAC0-25F5-8470824A90EB}"/>
              </a:ext>
            </a:extLst>
          </p:cNvPr>
          <p:cNvGraphicFramePr>
            <a:graphicFrameLocks noGrp="1"/>
          </p:cNvGraphicFramePr>
          <p:nvPr>
            <p:extLst>
              <p:ext uri="{D42A27DB-BD31-4B8C-83A1-F6EECF244321}">
                <p14:modId xmlns:p14="http://schemas.microsoft.com/office/powerpoint/2010/main" val="624819991"/>
              </p:ext>
            </p:extLst>
          </p:nvPr>
        </p:nvGraphicFramePr>
        <p:xfrm>
          <a:off x="413545" y="6012644"/>
          <a:ext cx="6048000" cy="9762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295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OSC_FLL_MAN_A</a:t>
                      </a: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FLL_A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295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923611"/>
                  </a:ext>
                </a:extLst>
              </a:tr>
            </a:tbl>
          </a:graphicData>
        </a:graphic>
      </p:graphicFrame>
    </p:spTree>
    <p:extLst>
      <p:ext uri="{BB962C8B-B14F-4D97-AF65-F5344CB8AC3E}">
        <p14:creationId xmlns:p14="http://schemas.microsoft.com/office/powerpoint/2010/main" val="1899399622"/>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A8128F-7D2E-5299-40E8-C19C020FD64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197E0684-B908-5182-2E35-AA38C8F6F17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E850BE0-5485-43F8-9663-AF17C189F27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2D4C7F9-A3F4-F791-ED8E-EECBFDF42FEF}"/>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MAN_B1</a:t>
            </a:r>
          </a:p>
        </p:txBody>
      </p:sp>
      <p:graphicFrame>
        <p:nvGraphicFramePr>
          <p:cNvPr id="23" name="표 22">
            <a:extLst>
              <a:ext uri="{FF2B5EF4-FFF2-40B4-BE49-F238E27FC236}">
                <a16:creationId xmlns:a16="http://schemas.microsoft.com/office/drawing/2014/main" id="{13FC20B5-A2A3-1F25-2286-9D556F6A41EA}"/>
              </a:ext>
            </a:extLst>
          </p:cNvPr>
          <p:cNvGraphicFramePr>
            <a:graphicFrameLocks noGrp="1"/>
          </p:cNvGraphicFramePr>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859822">
                  <a:extLst>
                    <a:ext uri="{9D8B030D-6E8A-4147-A177-3AD203B41FA5}">
                      <a16:colId xmlns:a16="http://schemas.microsoft.com/office/drawing/2014/main" val="4293411712"/>
                    </a:ext>
                  </a:extLst>
                </a:gridCol>
                <a:gridCol w="469412">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OSC_MAN_EN_B</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DAC_RNG_B</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F156BCB3-F496-EEB6-1C8C-E5F9458D4C52}"/>
              </a:ext>
            </a:extLst>
          </p:cNvPr>
          <p:cNvGraphicFramePr>
            <a:graphicFrameLocks noGrp="1"/>
          </p:cNvGraphicFramePr>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FLT_CTL_B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FLT_GAIN_B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3E3C53C8-AECB-0F64-29BF-138DFE05830D}"/>
              </a:ext>
            </a:extLst>
          </p:cNvPr>
          <p:cNvSpPr txBox="1"/>
          <p:nvPr/>
        </p:nvSpPr>
        <p:spPr>
          <a:xfrm>
            <a:off x="397929" y="49530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MAN_B2</a:t>
            </a:r>
          </a:p>
        </p:txBody>
      </p:sp>
      <p:graphicFrame>
        <p:nvGraphicFramePr>
          <p:cNvPr id="17" name="표 16">
            <a:extLst>
              <a:ext uri="{FF2B5EF4-FFF2-40B4-BE49-F238E27FC236}">
                <a16:creationId xmlns:a16="http://schemas.microsoft.com/office/drawing/2014/main" id="{A94F364C-646C-DBE3-27A0-5DE1CD3EADA2}"/>
              </a:ext>
            </a:extLst>
          </p:cNvPr>
          <p:cNvGraphicFramePr>
            <a:graphicFrameLocks noGrp="1"/>
          </p:cNvGraphicFramePr>
          <p:nvPr/>
        </p:nvGraphicFramePr>
        <p:xfrm>
          <a:off x="397929" y="523327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OSC_FLL_MAN_B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15CEA00-CD19-D4B4-AAD1-E3EBDDF5992F}"/>
              </a:ext>
            </a:extLst>
          </p:cNvPr>
          <p:cNvGraphicFramePr>
            <a:graphicFrameLocks noGrp="1"/>
          </p:cNvGraphicFramePr>
          <p:nvPr/>
        </p:nvGraphicFramePr>
        <p:xfrm>
          <a:off x="413545" y="6012644"/>
          <a:ext cx="6048000" cy="9535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007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OSC_FLL_MAN_B</a:t>
                      </a: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FLL_B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9007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1519997"/>
                  </a:ext>
                </a:extLst>
              </a:tr>
            </a:tbl>
          </a:graphicData>
        </a:graphic>
      </p:graphicFrame>
      <p:graphicFrame>
        <p:nvGraphicFramePr>
          <p:cNvPr id="2" name="표 1">
            <a:extLst>
              <a:ext uri="{FF2B5EF4-FFF2-40B4-BE49-F238E27FC236}">
                <a16:creationId xmlns:a16="http://schemas.microsoft.com/office/drawing/2014/main" id="{B9616278-3EC6-19AB-4218-6D74EE0722F1}"/>
              </a:ext>
            </a:extLst>
          </p:cNvPr>
          <p:cNvGraphicFramePr>
            <a:graphicFrameLocks noGrp="1"/>
          </p:cNvGraphicFramePr>
          <p:nvPr/>
        </p:nvGraphicFramePr>
        <p:xfrm>
          <a:off x="397934" y="2326469"/>
          <a:ext cx="6048000" cy="17071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510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OSC_MAN_EN_B</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FLL_B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DAC_RNG_B</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9990091"/>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FLT_CTL_B</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184737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FLT_GAIN_B</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30619"/>
                  </a:ext>
                </a:extLst>
              </a:tr>
            </a:tbl>
          </a:graphicData>
        </a:graphic>
      </p:graphicFrame>
    </p:spTree>
    <p:extLst>
      <p:ext uri="{BB962C8B-B14F-4D97-AF65-F5344CB8AC3E}">
        <p14:creationId xmlns:p14="http://schemas.microsoft.com/office/powerpoint/2010/main" val="112785523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806829712"/>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1220376696"/>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601924298"/>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3390783007"/>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3383467910"/>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3401658222"/>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2358447975"/>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3917279010"/>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DATA [11:0]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3527074809"/>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678355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1099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nvGraphicFramePr>
        <p:xfrm>
          <a:off x="404085" y="1863320"/>
          <a:ext cx="6178341" cy="3362040"/>
        </p:xfrm>
        <a:graphic>
          <a:graphicData uri="http://schemas.openxmlformats.org/drawingml/2006/table">
            <a:tbl>
              <a:tblPr firstRow="1" bandRow="1">
                <a:tableStyleId>{5C22544A-7EE6-4342-B048-85BDC9FD1C3A}</a:tableStyleId>
              </a:tblPr>
              <a:tblGrid>
                <a:gridCol w="437523">
                  <a:extLst>
                    <a:ext uri="{9D8B030D-6E8A-4147-A177-3AD203B41FA5}">
                      <a16:colId xmlns:a16="http://schemas.microsoft.com/office/drawing/2014/main" val="4170535043"/>
                    </a:ext>
                  </a:extLst>
                </a:gridCol>
                <a:gridCol w="1109132">
                  <a:extLst>
                    <a:ext uri="{9D8B030D-6E8A-4147-A177-3AD203B41FA5}">
                      <a16:colId xmlns:a16="http://schemas.microsoft.com/office/drawing/2014/main" val="2079070694"/>
                    </a:ext>
                  </a:extLst>
                </a:gridCol>
                <a:gridCol w="4631686">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54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9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ADDR_EXT</a:t>
                      </a:r>
                      <a:endParaRPr lang="ko-KR" altLang="en-US"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is for use extension register address group2.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17130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DACO3_DIRECT</a:t>
                      </a:r>
                      <a:endParaRPr lang="en-US" altLang="ko-KR" sz="900" b="0" i="0" u="none" strike="noStrike" dirty="0">
                        <a:solidFill>
                          <a:srgbClr val="0000FF"/>
                        </a:solidFill>
                        <a:effectLst/>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DACO3_DIRECT=1, then the written value of the CURR_TGT_DAC3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DACO2_DIRECT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If TEST_EN=1 and DACO2_DIRECT=1, then the written value of the CURR_TGT_DAC2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DACO1_DIRECT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If TEST_EN=1 and DACO1_DIRECT=1, then the written value of the CURR_TGT_DAC1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288744"/>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MCLK1_O</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SCLKO.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38057749"/>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select OSC clock source for SVO9 out for TEST_EN=1.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5295203"/>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MCLK64_O</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MCLK64_O=1, then the clock which divides the internal OSC into 64 will be driven on pin SVO9. This is used to trim the internal OSC, 25MHz, so it is careful that SPREAD_EN should be disabled on trimming so that the internal OSC clock can be trimmed to exact 25MHz without any jitters.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5442061"/>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nvGraphicFramePr>
        <p:xfrm>
          <a:off x="395060" y="7636659"/>
          <a:ext cx="6048000" cy="94464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write done flag register, need to be set after OTP program.</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OTP_RD[1:0]</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margin check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9945226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OTP_WSEL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write current strength control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382221"/>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nvGraphicFramePr>
        <p:xfrm>
          <a:off x="404086" y="1370474"/>
          <a:ext cx="6048000" cy="47928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357235">
                  <a:extLst>
                    <a:ext uri="{9D8B030D-6E8A-4147-A177-3AD203B41FA5}">
                      <a16:colId xmlns:a16="http://schemas.microsoft.com/office/drawing/2014/main" val="4293411712"/>
                    </a:ext>
                  </a:extLst>
                </a:gridCol>
                <a:gridCol w="410210">
                  <a:extLst>
                    <a:ext uri="{9D8B030D-6E8A-4147-A177-3AD203B41FA5}">
                      <a16:colId xmlns:a16="http://schemas.microsoft.com/office/drawing/2014/main" val="657570846"/>
                    </a:ext>
                  </a:extLst>
                </a:gridCol>
                <a:gridCol w="255612">
                  <a:extLst>
                    <a:ext uri="{9D8B030D-6E8A-4147-A177-3AD203B41FA5}">
                      <a16:colId xmlns:a16="http://schemas.microsoft.com/office/drawing/2014/main" val="3259894497"/>
                    </a:ext>
                  </a:extLst>
                </a:gridCol>
                <a:gridCol w="255612">
                  <a:extLst>
                    <a:ext uri="{9D8B030D-6E8A-4147-A177-3AD203B41FA5}">
                      <a16:colId xmlns:a16="http://schemas.microsoft.com/office/drawing/2014/main" val="4170535043"/>
                    </a:ext>
                  </a:extLst>
                </a:gridCol>
                <a:gridCol w="255612">
                  <a:extLst>
                    <a:ext uri="{9D8B030D-6E8A-4147-A177-3AD203B41FA5}">
                      <a16:colId xmlns:a16="http://schemas.microsoft.com/office/drawing/2014/main" val="2079070694"/>
                    </a:ext>
                  </a:extLst>
                </a:gridCol>
                <a:gridCol w="455588">
                  <a:extLst>
                    <a:ext uri="{9D8B030D-6E8A-4147-A177-3AD203B41FA5}">
                      <a16:colId xmlns:a16="http://schemas.microsoft.com/office/drawing/2014/main" val="4213315911"/>
                    </a:ext>
                  </a:extLst>
                </a:gridCol>
                <a:gridCol w="455588">
                  <a:extLst>
                    <a:ext uri="{9D8B030D-6E8A-4147-A177-3AD203B41FA5}">
                      <a16:colId xmlns:a16="http://schemas.microsoft.com/office/drawing/2014/main" val="2769999950"/>
                    </a:ext>
                  </a:extLst>
                </a:gridCol>
                <a:gridCol w="455588">
                  <a:extLst>
                    <a:ext uri="{9D8B030D-6E8A-4147-A177-3AD203B41FA5}">
                      <a16:colId xmlns:a16="http://schemas.microsoft.com/office/drawing/2014/main" val="135637185"/>
                    </a:ext>
                  </a:extLst>
                </a:gridCol>
                <a:gridCol w="204364">
                  <a:extLst>
                    <a:ext uri="{9D8B030D-6E8A-4147-A177-3AD203B41FA5}">
                      <a16:colId xmlns:a16="http://schemas.microsoft.com/office/drawing/2014/main" val="3038050475"/>
                    </a:ext>
                  </a:extLst>
                </a:gridCol>
                <a:gridCol w="229764">
                  <a:extLst>
                    <a:ext uri="{9D8B030D-6E8A-4147-A177-3AD203B41FA5}">
                      <a16:colId xmlns:a16="http://schemas.microsoft.com/office/drawing/2014/main" val="1979433044"/>
                    </a:ext>
                  </a:extLst>
                </a:gridCol>
                <a:gridCol w="229764">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09483">
                  <a:extLst>
                    <a:ext uri="{9D8B030D-6E8A-4147-A177-3AD203B41FA5}">
                      <a16:colId xmlns:a16="http://schemas.microsoft.com/office/drawing/2014/main" val="416731006"/>
                    </a:ext>
                  </a:extLst>
                </a:gridCol>
                <a:gridCol w="209483">
                  <a:extLst>
                    <a:ext uri="{9D8B030D-6E8A-4147-A177-3AD203B41FA5}">
                      <a16:colId xmlns:a16="http://schemas.microsoft.com/office/drawing/2014/main" val="4062622099"/>
                    </a:ext>
                  </a:extLst>
                </a:gridCol>
                <a:gridCol w="406643">
                  <a:extLst>
                    <a:ext uri="{9D8B030D-6E8A-4147-A177-3AD203B41FA5}">
                      <a16:colId xmlns:a16="http://schemas.microsoft.com/office/drawing/2014/main" val="3794202418"/>
                    </a:ext>
                  </a:extLst>
                </a:gridCol>
                <a:gridCol w="40664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TEST_EN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ADDR_EXT</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DACO3_DIRECT</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DACO2_DIRECT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DACO1_DIRECT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MCLK_SEL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MCLK64_O</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nvGraphicFramePr>
        <p:xfrm>
          <a:off x="404086" y="7050699"/>
          <a:ext cx="6048002" cy="58596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53467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nvGraphicFramePr>
        <p:xfrm>
          <a:off x="404087" y="599435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nvGraphicFramePr>
        <p:xfrm>
          <a:off x="404086" y="561725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0x03FF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OTP_PG_ACC_CYCLE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Tree>
    <p:extLst>
      <p:ext uri="{BB962C8B-B14F-4D97-AF65-F5344CB8AC3E}">
        <p14:creationId xmlns:p14="http://schemas.microsoft.com/office/powerpoint/2010/main" val="2902379113"/>
      </p:ext>
    </p:extLst>
  </p:cSld>
  <p:clrMapOvr>
    <a:masterClrMapping/>
  </p:clrMapOvr>
  <p:extLst>
    <p:ext uri="{6950BFC3-D8DA-4A85-94F7-54DA5524770B}">
      <p188:commentRel xmlns:p188="http://schemas.microsoft.com/office/powerpoint/2018/8/main" r:id="rId2"/>
    </p:ext>
  </p:extLs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D8176F-A946-41D2-A7CB-87600E82D65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025AA2D6-7BAC-992B-4E0E-D8A327ABFBF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5D40DC0-20EA-307E-E8E4-119B814EA46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D9326E05-B3C7-1785-4F2C-99A5093735F2}"/>
              </a:ext>
            </a:extLst>
          </p:cNvPr>
          <p:cNvSpPr txBox="1"/>
          <p:nvPr/>
        </p:nvSpPr>
        <p:spPr>
          <a:xfrm>
            <a:off x="404086" y="35039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9" name="표 8">
            <a:extLst>
              <a:ext uri="{FF2B5EF4-FFF2-40B4-BE49-F238E27FC236}">
                <a16:creationId xmlns:a16="http://schemas.microsoft.com/office/drawing/2014/main" id="{10811B49-42CE-624F-A4FE-F3457A0824AB}"/>
              </a:ext>
            </a:extLst>
          </p:cNvPr>
          <p:cNvGraphicFramePr>
            <a:graphicFrameLocks noGrp="1"/>
          </p:cNvGraphicFramePr>
          <p:nvPr>
            <p:extLst>
              <p:ext uri="{D42A27DB-BD31-4B8C-83A1-F6EECF244321}">
                <p14:modId xmlns:p14="http://schemas.microsoft.com/office/powerpoint/2010/main" val="2571830340"/>
              </p:ext>
            </p:extLst>
          </p:nvPr>
        </p:nvGraphicFramePr>
        <p:xfrm>
          <a:off x="404086" y="4142292"/>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6" name="표 15">
            <a:extLst>
              <a:ext uri="{FF2B5EF4-FFF2-40B4-BE49-F238E27FC236}">
                <a16:creationId xmlns:a16="http://schemas.microsoft.com/office/drawing/2014/main" id="{894190D0-ED04-33B2-85BE-FFF1CFD046C0}"/>
              </a:ext>
            </a:extLst>
          </p:cNvPr>
          <p:cNvGraphicFramePr>
            <a:graphicFrameLocks noGrp="1"/>
          </p:cNvGraphicFramePr>
          <p:nvPr>
            <p:extLst>
              <p:ext uri="{D42A27DB-BD31-4B8C-83A1-F6EECF244321}">
                <p14:modId xmlns:p14="http://schemas.microsoft.com/office/powerpoint/2010/main" val="3866158221"/>
              </p:ext>
            </p:extLst>
          </p:nvPr>
        </p:nvGraphicFramePr>
        <p:xfrm>
          <a:off x="404086" y="3771480"/>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0x05A5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fr-FR" altLang="ko-KR" sz="700" b="0" dirty="0">
                          <a:solidFill>
                            <a:srgbClr val="0000FF"/>
                          </a:solidFill>
                          <a:latin typeface="Arial" panose="020B0604020202020204" pitchFamily="34" charset="0"/>
                          <a:ea typeface="+mn-ea"/>
                          <a:cs typeface="Arial" panose="020B0604020202020204" pitchFamily="34" charset="0"/>
                        </a:rPr>
                        <a:t>PROTECT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16E36E3-E2CE-DDB1-FB1C-90CD2A689E09}"/>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
        <p:nvSpPr>
          <p:cNvPr id="2" name="TextBox 1">
            <a:extLst>
              <a:ext uri="{FF2B5EF4-FFF2-40B4-BE49-F238E27FC236}">
                <a16:creationId xmlns:a16="http://schemas.microsoft.com/office/drawing/2014/main" id="{CDC87149-C674-61BB-8021-58D50EC63F53}"/>
              </a:ext>
            </a:extLst>
          </p:cNvPr>
          <p:cNvSpPr txBox="1"/>
          <p:nvPr/>
        </p:nvSpPr>
        <p:spPr>
          <a:xfrm>
            <a:off x="404086" y="12150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graphicFrame>
        <p:nvGraphicFramePr>
          <p:cNvPr id="4" name="표 3">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2137651014"/>
              </p:ext>
            </p:extLst>
          </p:nvPr>
        </p:nvGraphicFramePr>
        <p:xfrm>
          <a:off x="404086" y="1853360"/>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6" name="표 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3286637133"/>
              </p:ext>
            </p:extLst>
          </p:nvPr>
        </p:nvGraphicFramePr>
        <p:xfrm>
          <a:off x="404086" y="1482548"/>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35592145"/>
      </p:ext>
    </p:extLst>
  </p:cSld>
  <p:clrMapOvr>
    <a:masterClrMapping/>
  </p:clrMapOvr>
  <p:extLst>
    <p:ext uri="{6950BFC3-D8DA-4A85-94F7-54DA5524770B}">
      <p188:commentRel xmlns:p188="http://schemas.microsoft.com/office/powerpoint/2018/8/main" r:id="rId2"/>
    </p:ext>
  </p:extLs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06E096-2D87-CD66-2C08-76AD91E8621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8162C8B5-C821-08BF-AD00-40EC2BBA10B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2A99EF3-13A3-25FE-5622-6BA486EA0B4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F187FE6-6120-4B76-736F-A2B14E737ACB}"/>
              </a:ext>
            </a:extLst>
          </p:cNvPr>
          <p:cNvSpPr txBox="1"/>
          <p:nvPr/>
        </p:nvSpPr>
        <p:spPr>
          <a:xfrm>
            <a:off x="404086" y="12110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16" name="표 15">
            <a:extLst>
              <a:ext uri="{FF2B5EF4-FFF2-40B4-BE49-F238E27FC236}">
                <a16:creationId xmlns:a16="http://schemas.microsoft.com/office/drawing/2014/main" id="{E74D4389-C40F-C6E6-32D4-4BAE4454812D}"/>
              </a:ext>
            </a:extLst>
          </p:cNvPr>
          <p:cNvGraphicFramePr>
            <a:graphicFrameLocks noGrp="1"/>
          </p:cNvGraphicFramePr>
          <p:nvPr/>
        </p:nvGraphicFramePr>
        <p:xfrm>
          <a:off x="404086" y="147859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BGR_TC[4:0]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VCTL_LDO[4:0]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8D9D6824-7451-61E3-783F-04171182A8A8}"/>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r>
              <a:rPr lang="en-US" altLang="ko-KR" sz="1100" dirty="0">
                <a:solidFill>
                  <a:srgbClr val="0000FF"/>
                </a:solidFill>
                <a:latin typeface="Arial" panose="020B0604020202020204" pitchFamily="34" charset="0"/>
                <a:cs typeface="Arial" panose="020B0604020202020204" pitchFamily="34" charset="0"/>
              </a:rPr>
              <a:t>Test registers are protected to read operation, recommend to check function directly.</a:t>
            </a:r>
          </a:p>
        </p:txBody>
      </p:sp>
      <p:sp>
        <p:nvSpPr>
          <p:cNvPr id="14" name="TextBox 13">
            <a:extLst>
              <a:ext uri="{FF2B5EF4-FFF2-40B4-BE49-F238E27FC236}">
                <a16:creationId xmlns:a16="http://schemas.microsoft.com/office/drawing/2014/main" id="{73AE2915-4E6C-F0DE-CAFC-F5BB68AB6240}"/>
              </a:ext>
            </a:extLst>
          </p:cNvPr>
          <p:cNvSpPr txBox="1"/>
          <p:nvPr/>
        </p:nvSpPr>
        <p:spPr>
          <a:xfrm>
            <a:off x="413545" y="26740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5" name="표 14">
            <a:extLst>
              <a:ext uri="{FF2B5EF4-FFF2-40B4-BE49-F238E27FC236}">
                <a16:creationId xmlns:a16="http://schemas.microsoft.com/office/drawing/2014/main" id="{AABD2246-D238-E0C4-ED0D-EFB2B0D14B9D}"/>
              </a:ext>
            </a:extLst>
          </p:cNvPr>
          <p:cNvGraphicFramePr>
            <a:graphicFrameLocks noGrp="1"/>
          </p:cNvGraphicFramePr>
          <p:nvPr/>
        </p:nvGraphicFramePr>
        <p:xfrm>
          <a:off x="413545" y="294163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0x2010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DAC_CTL[5:0]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5" name="TextBox 24">
            <a:extLst>
              <a:ext uri="{FF2B5EF4-FFF2-40B4-BE49-F238E27FC236}">
                <a16:creationId xmlns:a16="http://schemas.microsoft.com/office/drawing/2014/main" id="{B6CCAFE1-0721-5643-0A98-107A27322B5D}"/>
              </a:ext>
            </a:extLst>
          </p:cNvPr>
          <p:cNvSpPr txBox="1"/>
          <p:nvPr/>
        </p:nvSpPr>
        <p:spPr>
          <a:xfrm>
            <a:off x="413545" y="41828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graphicFrame>
        <p:nvGraphicFramePr>
          <p:cNvPr id="26" name="표 25">
            <a:extLst>
              <a:ext uri="{FF2B5EF4-FFF2-40B4-BE49-F238E27FC236}">
                <a16:creationId xmlns:a16="http://schemas.microsoft.com/office/drawing/2014/main" id="{3DD35F31-0337-01C0-710F-FDE4E8686C0B}"/>
              </a:ext>
            </a:extLst>
          </p:cNvPr>
          <p:cNvGraphicFramePr>
            <a:graphicFrameLocks noGrp="1"/>
          </p:cNvGraphicFramePr>
          <p:nvPr/>
        </p:nvGraphicFramePr>
        <p:xfrm>
          <a:off x="413545" y="445039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9667DAF7-4B4D-3E02-7C76-034A731CC121}"/>
              </a:ext>
            </a:extLst>
          </p:cNvPr>
          <p:cNvSpPr txBox="1"/>
          <p:nvPr/>
        </p:nvSpPr>
        <p:spPr>
          <a:xfrm>
            <a:off x="423004" y="56230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MIRROR4</a:t>
            </a:r>
          </a:p>
        </p:txBody>
      </p:sp>
      <p:graphicFrame>
        <p:nvGraphicFramePr>
          <p:cNvPr id="28" name="표 27">
            <a:extLst>
              <a:ext uri="{FF2B5EF4-FFF2-40B4-BE49-F238E27FC236}">
                <a16:creationId xmlns:a16="http://schemas.microsoft.com/office/drawing/2014/main" id="{B51AC780-34B0-E3A0-E5EC-7429BB386933}"/>
              </a:ext>
            </a:extLst>
          </p:cNvPr>
          <p:cNvGraphicFramePr>
            <a:graphicFrameLocks noGrp="1"/>
          </p:cNvGraphicFramePr>
          <p:nvPr/>
        </p:nvGraphicFramePr>
        <p:xfrm>
          <a:off x="423004" y="589057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LDO_OSC_CTL[4:0]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OSC_RCTL[4:0]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6" name="TextBox 35">
            <a:extLst>
              <a:ext uri="{FF2B5EF4-FFF2-40B4-BE49-F238E27FC236}">
                <a16:creationId xmlns:a16="http://schemas.microsoft.com/office/drawing/2014/main" id="{05B8F42F-D36E-E292-C57E-B72E0C41AFAF}"/>
              </a:ext>
            </a:extLst>
          </p:cNvPr>
          <p:cNvSpPr txBox="1"/>
          <p:nvPr/>
        </p:nvSpPr>
        <p:spPr>
          <a:xfrm>
            <a:off x="423004" y="70580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MIRROR5</a:t>
            </a:r>
          </a:p>
        </p:txBody>
      </p:sp>
      <p:graphicFrame>
        <p:nvGraphicFramePr>
          <p:cNvPr id="37" name="표 36">
            <a:extLst>
              <a:ext uri="{FF2B5EF4-FFF2-40B4-BE49-F238E27FC236}">
                <a16:creationId xmlns:a16="http://schemas.microsoft.com/office/drawing/2014/main" id="{225BC4D3-B9CC-CDD7-E8B6-35090CC99C55}"/>
              </a:ext>
            </a:extLst>
          </p:cNvPr>
          <p:cNvGraphicFramePr>
            <a:graphicFrameLocks noGrp="1"/>
          </p:cNvGraphicFramePr>
          <p:nvPr/>
        </p:nvGraphicFramePr>
        <p:xfrm>
          <a:off x="404083" y="7378358"/>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18693">
                  <a:extLst>
                    <a:ext uri="{9D8B030D-6E8A-4147-A177-3AD203B41FA5}">
                      <a16:colId xmlns:a16="http://schemas.microsoft.com/office/drawing/2014/main" val="4293411712"/>
                    </a:ext>
                  </a:extLst>
                </a:gridCol>
                <a:gridCol w="318693">
                  <a:extLst>
                    <a:ext uri="{9D8B030D-6E8A-4147-A177-3AD203B41FA5}">
                      <a16:colId xmlns:a16="http://schemas.microsoft.com/office/drawing/2014/main" val="657570846"/>
                    </a:ext>
                  </a:extLst>
                </a:gridCol>
                <a:gridCol w="319303">
                  <a:extLst>
                    <a:ext uri="{9D8B030D-6E8A-4147-A177-3AD203B41FA5}">
                      <a16:colId xmlns:a16="http://schemas.microsoft.com/office/drawing/2014/main" val="3259894497"/>
                    </a:ext>
                  </a:extLst>
                </a:gridCol>
                <a:gridCol w="319303">
                  <a:extLst>
                    <a:ext uri="{9D8B030D-6E8A-4147-A177-3AD203B41FA5}">
                      <a16:colId xmlns:a16="http://schemas.microsoft.com/office/drawing/2014/main" val="4170535043"/>
                    </a:ext>
                  </a:extLst>
                </a:gridCol>
                <a:gridCol w="319303">
                  <a:extLst>
                    <a:ext uri="{9D8B030D-6E8A-4147-A177-3AD203B41FA5}">
                      <a16:colId xmlns:a16="http://schemas.microsoft.com/office/drawing/2014/main" val="2079070694"/>
                    </a:ext>
                  </a:extLst>
                </a:gridCol>
                <a:gridCol w="319303">
                  <a:extLst>
                    <a:ext uri="{9D8B030D-6E8A-4147-A177-3AD203B41FA5}">
                      <a16:colId xmlns:a16="http://schemas.microsoft.com/office/drawing/2014/main" val="4213315911"/>
                    </a:ext>
                  </a:extLst>
                </a:gridCol>
                <a:gridCol w="319303">
                  <a:extLst>
                    <a:ext uri="{9D8B030D-6E8A-4147-A177-3AD203B41FA5}">
                      <a16:colId xmlns:a16="http://schemas.microsoft.com/office/drawing/2014/main" val="2769999950"/>
                    </a:ext>
                  </a:extLst>
                </a:gridCol>
                <a:gridCol w="319303">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VERSION[1:0]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OTP_CHECKSUM[5:0]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OSC_RCTL2[4:0]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45908D31-8A68-D52B-51CD-539AF899AC7B}"/>
              </a:ext>
            </a:extLst>
          </p:cNvPr>
          <p:cNvGraphicFramePr>
            <a:graphicFrameLocks noGrp="1"/>
          </p:cNvGraphicFramePr>
          <p:nvPr/>
        </p:nvGraphicFramePr>
        <p:xfrm>
          <a:off x="395061" y="1873380"/>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BGR_TC</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BGR temperature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VCTL_LDO</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6" name="표 5">
            <a:extLst>
              <a:ext uri="{FF2B5EF4-FFF2-40B4-BE49-F238E27FC236}">
                <a16:creationId xmlns:a16="http://schemas.microsoft.com/office/drawing/2014/main" id="{E11FABFF-8F47-FCE5-3F9E-40E15F3ECB4E}"/>
              </a:ext>
            </a:extLst>
          </p:cNvPr>
          <p:cNvGraphicFramePr>
            <a:graphicFrameLocks noGrp="1"/>
          </p:cNvGraphicFramePr>
          <p:nvPr/>
        </p:nvGraphicFramePr>
        <p:xfrm>
          <a:off x="413539" y="3331984"/>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DAC_CTL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for DAC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DAC1_OFS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DAC1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7" name="표 6">
            <a:extLst>
              <a:ext uri="{FF2B5EF4-FFF2-40B4-BE49-F238E27FC236}">
                <a16:creationId xmlns:a16="http://schemas.microsoft.com/office/drawing/2014/main" id="{88B9843B-85F5-E470-F881-49483FBBE364}"/>
              </a:ext>
            </a:extLst>
          </p:cNvPr>
          <p:cNvGraphicFramePr>
            <a:graphicFrameLocks noGrp="1"/>
          </p:cNvGraphicFramePr>
          <p:nvPr/>
        </p:nvGraphicFramePr>
        <p:xfrm>
          <a:off x="413539" y="4836758"/>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DAC3_OFS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DAC3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DAC2_OFS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DAC2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8" name="표 7">
            <a:extLst>
              <a:ext uri="{FF2B5EF4-FFF2-40B4-BE49-F238E27FC236}">
                <a16:creationId xmlns:a16="http://schemas.microsoft.com/office/drawing/2014/main" id="{8FE35F0F-57E8-E322-65B0-4255DAFF4E2A}"/>
              </a:ext>
            </a:extLst>
          </p:cNvPr>
          <p:cNvGraphicFramePr>
            <a:graphicFrameLocks noGrp="1"/>
          </p:cNvGraphicFramePr>
          <p:nvPr/>
        </p:nvGraphicFramePr>
        <p:xfrm>
          <a:off x="413539" y="6293229"/>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LDO_OSC_CTL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for OSC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OSC_RCTL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OSC1 frequency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1D5E829D-0997-4226-FC1A-B11066F3AA68}"/>
              </a:ext>
            </a:extLst>
          </p:cNvPr>
          <p:cNvGraphicFramePr>
            <a:graphicFrameLocks noGrp="1"/>
          </p:cNvGraphicFramePr>
          <p:nvPr/>
        </p:nvGraphicFramePr>
        <p:xfrm>
          <a:off x="395060" y="7815613"/>
          <a:ext cx="6047999" cy="94464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VERSION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Version indicator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OTP_CHECKSUM</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1184307"/>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OSC_RCTL2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OSC2 frequency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Tree>
    <p:extLst>
      <p:ext uri="{BB962C8B-B14F-4D97-AF65-F5344CB8AC3E}">
        <p14:creationId xmlns:p14="http://schemas.microsoft.com/office/powerpoint/2010/main" val="1200531390"/>
      </p:ext>
    </p:extLst>
  </p:cSld>
  <p:clrMapOvr>
    <a:masterClrMapping/>
  </p:clrMapOvr>
  <p:extLst>
    <p:ext uri="{6950BFC3-D8DA-4A85-94F7-54DA5524770B}">
      <p188:commentRel xmlns:p188="http://schemas.microsoft.com/office/powerpoint/2018/8/main" r:id="rId2"/>
    </p:ext>
  </p:extLs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5CACA2-0E21-E86C-7F51-E1C18B19591F}"/>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94EC5693-0E8C-3956-46C8-7B5D114C1F8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9803918-B4D3-5789-4A37-849FE9A93D1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F801E239-B24C-9EF3-1A44-A365A02FEE9B}"/>
              </a:ext>
            </a:extLst>
          </p:cNvPr>
          <p:cNvSpPr txBox="1"/>
          <p:nvPr/>
        </p:nvSpPr>
        <p:spPr>
          <a:xfrm>
            <a:off x="397938" y="11644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 CONTROL</a:t>
            </a:r>
          </a:p>
        </p:txBody>
      </p:sp>
      <p:graphicFrame>
        <p:nvGraphicFramePr>
          <p:cNvPr id="12" name="표 11">
            <a:extLst>
              <a:ext uri="{FF2B5EF4-FFF2-40B4-BE49-F238E27FC236}">
                <a16:creationId xmlns:a16="http://schemas.microsoft.com/office/drawing/2014/main" id="{27D8102C-37D2-4686-98C8-F68465799DFB}"/>
              </a:ext>
            </a:extLst>
          </p:cNvPr>
          <p:cNvGraphicFramePr>
            <a:graphicFrameLocks noGrp="1"/>
          </p:cNvGraphicFramePr>
          <p:nvPr>
            <p:extLst>
              <p:ext uri="{D42A27DB-BD31-4B8C-83A1-F6EECF244321}">
                <p14:modId xmlns:p14="http://schemas.microsoft.com/office/powerpoint/2010/main" val="4172948240"/>
              </p:ext>
            </p:extLst>
          </p:nvPr>
        </p:nvGraphicFramePr>
        <p:xfrm>
          <a:off x="399646" y="2243679"/>
          <a:ext cx="6048000" cy="23731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GATE3H_EN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GATE2H_EN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GATE2H_EN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2957072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99995425"/>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6386518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1698905"/>
                  </a:ext>
                </a:extLst>
              </a:tr>
            </a:tbl>
          </a:graphicData>
        </a:graphic>
      </p:graphicFrame>
      <p:graphicFrame>
        <p:nvGraphicFramePr>
          <p:cNvPr id="15" name="표 14">
            <a:extLst>
              <a:ext uri="{FF2B5EF4-FFF2-40B4-BE49-F238E27FC236}">
                <a16:creationId xmlns:a16="http://schemas.microsoft.com/office/drawing/2014/main" id="{1412C651-EC08-C1D8-BDA4-D5C8A3A06279}"/>
              </a:ext>
            </a:extLst>
          </p:cNvPr>
          <p:cNvGraphicFramePr>
            <a:graphicFrameLocks noGrp="1"/>
          </p:cNvGraphicFramePr>
          <p:nvPr>
            <p:extLst>
              <p:ext uri="{D42A27DB-BD31-4B8C-83A1-F6EECF244321}">
                <p14:modId xmlns:p14="http://schemas.microsoft.com/office/powerpoint/2010/main" val="2994093445"/>
              </p:ext>
            </p:extLst>
          </p:nvPr>
        </p:nvGraphicFramePr>
        <p:xfrm>
          <a:off x="384372" y="1472514"/>
          <a:ext cx="6048002" cy="47928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82702">
                  <a:extLst>
                    <a:ext uri="{9D8B030D-6E8A-4147-A177-3AD203B41FA5}">
                      <a16:colId xmlns:a16="http://schemas.microsoft.com/office/drawing/2014/main" val="4293411712"/>
                    </a:ext>
                  </a:extLst>
                </a:gridCol>
                <a:gridCol w="282702">
                  <a:extLst>
                    <a:ext uri="{9D8B030D-6E8A-4147-A177-3AD203B41FA5}">
                      <a16:colId xmlns:a16="http://schemas.microsoft.com/office/drawing/2014/main" val="657570846"/>
                    </a:ext>
                  </a:extLst>
                </a:gridCol>
                <a:gridCol w="282702">
                  <a:extLst>
                    <a:ext uri="{9D8B030D-6E8A-4147-A177-3AD203B41FA5}">
                      <a16:colId xmlns:a16="http://schemas.microsoft.com/office/drawing/2014/main" val="3259894497"/>
                    </a:ext>
                  </a:extLst>
                </a:gridCol>
                <a:gridCol w="282702">
                  <a:extLst>
                    <a:ext uri="{9D8B030D-6E8A-4147-A177-3AD203B41FA5}">
                      <a16:colId xmlns:a16="http://schemas.microsoft.com/office/drawing/2014/main" val="4170535043"/>
                    </a:ext>
                  </a:extLst>
                </a:gridCol>
                <a:gridCol w="282702">
                  <a:extLst>
                    <a:ext uri="{9D8B030D-6E8A-4147-A177-3AD203B41FA5}">
                      <a16:colId xmlns:a16="http://schemas.microsoft.com/office/drawing/2014/main" val="2079070694"/>
                    </a:ext>
                  </a:extLst>
                </a:gridCol>
                <a:gridCol w="282702">
                  <a:extLst>
                    <a:ext uri="{9D8B030D-6E8A-4147-A177-3AD203B41FA5}">
                      <a16:colId xmlns:a16="http://schemas.microsoft.com/office/drawing/2014/main" val="4213315911"/>
                    </a:ext>
                  </a:extLst>
                </a:gridCol>
                <a:gridCol w="282702">
                  <a:extLst>
                    <a:ext uri="{9D8B030D-6E8A-4147-A177-3AD203B41FA5}">
                      <a16:colId xmlns:a16="http://schemas.microsoft.com/office/drawing/2014/main" val="2769999950"/>
                    </a:ext>
                  </a:extLst>
                </a:gridCol>
                <a:gridCol w="282702">
                  <a:extLst>
                    <a:ext uri="{9D8B030D-6E8A-4147-A177-3AD203B41FA5}">
                      <a16:colId xmlns:a16="http://schemas.microsoft.com/office/drawing/2014/main" val="135637185"/>
                    </a:ext>
                  </a:extLst>
                </a:gridCol>
                <a:gridCol w="282702">
                  <a:extLst>
                    <a:ext uri="{9D8B030D-6E8A-4147-A177-3AD203B41FA5}">
                      <a16:colId xmlns:a16="http://schemas.microsoft.com/office/drawing/2014/main" val="3038050475"/>
                    </a:ext>
                  </a:extLst>
                </a:gridCol>
                <a:gridCol w="436880">
                  <a:extLst>
                    <a:ext uri="{9D8B030D-6E8A-4147-A177-3AD203B41FA5}">
                      <a16:colId xmlns:a16="http://schemas.microsoft.com/office/drawing/2014/main" val="1979433044"/>
                    </a:ext>
                  </a:extLst>
                </a:gridCol>
                <a:gridCol w="436880">
                  <a:extLst>
                    <a:ext uri="{9D8B030D-6E8A-4147-A177-3AD203B41FA5}">
                      <a16:colId xmlns:a16="http://schemas.microsoft.com/office/drawing/2014/main" val="1937369831"/>
                    </a:ext>
                  </a:extLst>
                </a:gridCol>
                <a:gridCol w="436880">
                  <a:extLst>
                    <a:ext uri="{9D8B030D-6E8A-4147-A177-3AD203B41FA5}">
                      <a16:colId xmlns:a16="http://schemas.microsoft.com/office/drawing/2014/main" val="747813118"/>
                    </a:ext>
                  </a:extLst>
                </a:gridCol>
                <a:gridCol w="243840">
                  <a:extLst>
                    <a:ext uri="{9D8B030D-6E8A-4147-A177-3AD203B41FA5}">
                      <a16:colId xmlns:a16="http://schemas.microsoft.com/office/drawing/2014/main" val="416731006"/>
                    </a:ext>
                  </a:extLst>
                </a:gridCol>
                <a:gridCol w="402107">
                  <a:extLst>
                    <a:ext uri="{9D8B030D-6E8A-4147-A177-3AD203B41FA5}">
                      <a16:colId xmlns:a16="http://schemas.microsoft.com/office/drawing/2014/main" val="4062622099"/>
                    </a:ext>
                  </a:extLst>
                </a:gridCol>
                <a:gridCol w="402107">
                  <a:extLst>
                    <a:ext uri="{9D8B030D-6E8A-4147-A177-3AD203B41FA5}">
                      <a16:colId xmlns:a16="http://schemas.microsoft.com/office/drawing/2014/main" val="3794202418"/>
                    </a:ext>
                  </a:extLst>
                </a:gridCol>
                <a:gridCol w="4021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2548430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BA81FB-29BD-7A7A-7CA6-572A983B3A82}"/>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0101798D-C9D0-A645-8DE5-C435A4D1B91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89954F82-EF35-399A-E751-E48E5269FE1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B87F01BE-CA04-C035-BBBC-BA4D78D9109A}"/>
              </a:ext>
            </a:extLst>
          </p:cNvPr>
          <p:cNvSpPr txBox="1"/>
          <p:nvPr/>
        </p:nvSpPr>
        <p:spPr>
          <a:xfrm>
            <a:off x="397938" y="10958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GATE1 OFFSET</a:t>
            </a:r>
          </a:p>
        </p:txBody>
      </p:sp>
      <p:graphicFrame>
        <p:nvGraphicFramePr>
          <p:cNvPr id="12" name="표 11">
            <a:extLst>
              <a:ext uri="{FF2B5EF4-FFF2-40B4-BE49-F238E27FC236}">
                <a16:creationId xmlns:a16="http://schemas.microsoft.com/office/drawing/2014/main" id="{BF42E1F0-97AF-67A9-4184-D690844B87D5}"/>
              </a:ext>
            </a:extLst>
          </p:cNvPr>
          <p:cNvGraphicFramePr>
            <a:graphicFrameLocks noGrp="1"/>
          </p:cNvGraphicFramePr>
          <p:nvPr>
            <p:extLst>
              <p:ext uri="{D42A27DB-BD31-4B8C-83A1-F6EECF244321}">
                <p14:modId xmlns:p14="http://schemas.microsoft.com/office/powerpoint/2010/main" val="3491426986"/>
              </p:ext>
            </p:extLst>
          </p:nvPr>
        </p:nvGraphicFramePr>
        <p:xfrm>
          <a:off x="399646" y="217509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GATE1_OFFSET2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GATE1H to GATE1L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GATE1L to GATE1H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5" name="표 14">
            <a:extLst>
              <a:ext uri="{FF2B5EF4-FFF2-40B4-BE49-F238E27FC236}">
                <a16:creationId xmlns:a16="http://schemas.microsoft.com/office/drawing/2014/main" id="{4F8C885E-8980-D1DD-420A-17ABD55C48A6}"/>
              </a:ext>
            </a:extLst>
          </p:cNvPr>
          <p:cNvGraphicFramePr>
            <a:graphicFrameLocks noGrp="1"/>
          </p:cNvGraphicFramePr>
          <p:nvPr>
            <p:extLst>
              <p:ext uri="{D42A27DB-BD31-4B8C-83A1-F6EECF244321}">
                <p14:modId xmlns:p14="http://schemas.microsoft.com/office/powerpoint/2010/main" val="1113621603"/>
              </p:ext>
            </p:extLst>
          </p:nvPr>
        </p:nvGraphicFramePr>
        <p:xfrm>
          <a:off x="263722" y="139504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38469517-BD51-DCF3-EB4A-5855A3DED31B}"/>
              </a:ext>
            </a:extLst>
          </p:cNvPr>
          <p:cNvSpPr txBox="1"/>
          <p:nvPr/>
        </p:nvSpPr>
        <p:spPr>
          <a:xfrm>
            <a:off x="397938" y="37812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GATE2 OFFSET</a:t>
            </a:r>
          </a:p>
        </p:txBody>
      </p:sp>
      <p:graphicFrame>
        <p:nvGraphicFramePr>
          <p:cNvPr id="3" name="표 2">
            <a:extLst>
              <a:ext uri="{FF2B5EF4-FFF2-40B4-BE49-F238E27FC236}">
                <a16:creationId xmlns:a16="http://schemas.microsoft.com/office/drawing/2014/main" id="{E74CE510-F910-127F-7D51-E5BDA37CF6EF}"/>
              </a:ext>
            </a:extLst>
          </p:cNvPr>
          <p:cNvGraphicFramePr>
            <a:graphicFrameLocks noGrp="1"/>
          </p:cNvGraphicFramePr>
          <p:nvPr>
            <p:extLst>
              <p:ext uri="{D42A27DB-BD31-4B8C-83A1-F6EECF244321}">
                <p14:modId xmlns:p14="http://schemas.microsoft.com/office/powerpoint/2010/main" val="3534742022"/>
              </p:ext>
            </p:extLst>
          </p:nvPr>
        </p:nvGraphicFramePr>
        <p:xfrm>
          <a:off x="399646" y="4860540"/>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GATE2H to GATE2L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GATE2L to GATE2H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6" name="표 5">
            <a:extLst>
              <a:ext uri="{FF2B5EF4-FFF2-40B4-BE49-F238E27FC236}">
                <a16:creationId xmlns:a16="http://schemas.microsoft.com/office/drawing/2014/main" id="{A2EDE358-8310-5EE5-C6C5-FD84C78A363A}"/>
              </a:ext>
            </a:extLst>
          </p:cNvPr>
          <p:cNvGraphicFramePr>
            <a:graphicFrameLocks noGrp="1"/>
          </p:cNvGraphicFramePr>
          <p:nvPr>
            <p:extLst>
              <p:ext uri="{D42A27DB-BD31-4B8C-83A1-F6EECF244321}">
                <p14:modId xmlns:p14="http://schemas.microsoft.com/office/powerpoint/2010/main" val="2190687621"/>
              </p:ext>
            </p:extLst>
          </p:nvPr>
        </p:nvGraphicFramePr>
        <p:xfrm>
          <a:off x="263722" y="408048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E380EC8E-3487-B725-411F-33BD2BB076B5}"/>
              </a:ext>
            </a:extLst>
          </p:cNvPr>
          <p:cNvSpPr txBox="1"/>
          <p:nvPr/>
        </p:nvSpPr>
        <p:spPr>
          <a:xfrm>
            <a:off x="396230" y="64607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GATE3 OFFSET</a:t>
            </a:r>
          </a:p>
        </p:txBody>
      </p:sp>
      <p:graphicFrame>
        <p:nvGraphicFramePr>
          <p:cNvPr id="11" name="표 10">
            <a:extLst>
              <a:ext uri="{FF2B5EF4-FFF2-40B4-BE49-F238E27FC236}">
                <a16:creationId xmlns:a16="http://schemas.microsoft.com/office/drawing/2014/main" id="{97E4B244-2B0D-059F-41C5-791786EA536E}"/>
              </a:ext>
            </a:extLst>
          </p:cNvPr>
          <p:cNvGraphicFramePr>
            <a:graphicFrameLocks noGrp="1"/>
          </p:cNvGraphicFramePr>
          <p:nvPr>
            <p:extLst>
              <p:ext uri="{D42A27DB-BD31-4B8C-83A1-F6EECF244321}">
                <p14:modId xmlns:p14="http://schemas.microsoft.com/office/powerpoint/2010/main" val="3893227070"/>
              </p:ext>
            </p:extLst>
          </p:nvPr>
        </p:nvGraphicFramePr>
        <p:xfrm>
          <a:off x="397938" y="754005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GATE2H to GATE2L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GATE2L to GATE2H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6" name="표 15">
            <a:extLst>
              <a:ext uri="{FF2B5EF4-FFF2-40B4-BE49-F238E27FC236}">
                <a16:creationId xmlns:a16="http://schemas.microsoft.com/office/drawing/2014/main" id="{420E23B9-3699-C870-43AB-1D1DD8395CA2}"/>
              </a:ext>
            </a:extLst>
          </p:cNvPr>
          <p:cNvGraphicFramePr>
            <a:graphicFrameLocks noGrp="1"/>
          </p:cNvGraphicFramePr>
          <p:nvPr>
            <p:extLst>
              <p:ext uri="{D42A27DB-BD31-4B8C-83A1-F6EECF244321}">
                <p14:modId xmlns:p14="http://schemas.microsoft.com/office/powerpoint/2010/main" val="3463062933"/>
              </p:ext>
            </p:extLst>
          </p:nvPr>
        </p:nvGraphicFramePr>
        <p:xfrm>
          <a:off x="262014" y="676000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9369313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47CAA1-ED65-9B78-9B21-ABF722C8BA8A}"/>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D2DAD908-BF1B-34F3-01FD-747C2C91681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98E9C531-04F4-6A2A-238B-358C12617F0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7642D0A3-6F2C-7146-46FA-0CEA635D1D05}"/>
              </a:ext>
            </a:extLst>
          </p:cNvPr>
          <p:cNvSpPr txBox="1"/>
          <p:nvPr/>
        </p:nvSpPr>
        <p:spPr>
          <a:xfrm>
            <a:off x="397938" y="10958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 VAR CONTROL1</a:t>
            </a:r>
          </a:p>
        </p:txBody>
      </p:sp>
      <p:graphicFrame>
        <p:nvGraphicFramePr>
          <p:cNvPr id="12" name="표 11">
            <a:extLst>
              <a:ext uri="{FF2B5EF4-FFF2-40B4-BE49-F238E27FC236}">
                <a16:creationId xmlns:a16="http://schemas.microsoft.com/office/drawing/2014/main" id="{05561849-617E-3FBB-44B2-195D64BE91A7}"/>
              </a:ext>
            </a:extLst>
          </p:cNvPr>
          <p:cNvGraphicFramePr>
            <a:graphicFrameLocks noGrp="1"/>
          </p:cNvGraphicFramePr>
          <p:nvPr>
            <p:extLst>
              <p:ext uri="{D42A27DB-BD31-4B8C-83A1-F6EECF244321}">
                <p14:modId xmlns:p14="http://schemas.microsoft.com/office/powerpoint/2010/main" val="470283937"/>
              </p:ext>
            </p:extLst>
          </p:nvPr>
        </p:nvGraphicFramePr>
        <p:xfrm>
          <a:off x="399646" y="2175099"/>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GATE1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5" name="표 14">
            <a:extLst>
              <a:ext uri="{FF2B5EF4-FFF2-40B4-BE49-F238E27FC236}">
                <a16:creationId xmlns:a16="http://schemas.microsoft.com/office/drawing/2014/main" id="{EB746FFD-ECF6-D1FF-EF17-EC008D246C2F}"/>
              </a:ext>
            </a:extLst>
          </p:cNvPr>
          <p:cNvGraphicFramePr>
            <a:graphicFrameLocks noGrp="1"/>
          </p:cNvGraphicFramePr>
          <p:nvPr>
            <p:extLst>
              <p:ext uri="{D42A27DB-BD31-4B8C-83A1-F6EECF244321}">
                <p14:modId xmlns:p14="http://schemas.microsoft.com/office/powerpoint/2010/main" val="1631102725"/>
              </p:ext>
            </p:extLst>
          </p:nvPr>
        </p:nvGraphicFramePr>
        <p:xfrm>
          <a:off x="263722" y="139504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AC453140-FAA3-CD43-1B89-89123F7F7FEB}"/>
              </a:ext>
            </a:extLst>
          </p:cNvPr>
          <p:cNvSpPr txBox="1"/>
          <p:nvPr/>
        </p:nvSpPr>
        <p:spPr>
          <a:xfrm>
            <a:off x="397938" y="37812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 VAR CONTROL2</a:t>
            </a:r>
          </a:p>
        </p:txBody>
      </p:sp>
      <p:graphicFrame>
        <p:nvGraphicFramePr>
          <p:cNvPr id="3" name="표 2">
            <a:extLst>
              <a:ext uri="{FF2B5EF4-FFF2-40B4-BE49-F238E27FC236}">
                <a16:creationId xmlns:a16="http://schemas.microsoft.com/office/drawing/2014/main" id="{13C92108-2600-1CB3-A5FE-BE4736F0035D}"/>
              </a:ext>
            </a:extLst>
          </p:cNvPr>
          <p:cNvGraphicFramePr>
            <a:graphicFrameLocks noGrp="1"/>
          </p:cNvGraphicFramePr>
          <p:nvPr>
            <p:extLst>
              <p:ext uri="{D42A27DB-BD31-4B8C-83A1-F6EECF244321}">
                <p14:modId xmlns:p14="http://schemas.microsoft.com/office/powerpoint/2010/main" val="1702800946"/>
              </p:ext>
            </p:extLst>
          </p:nvPr>
        </p:nvGraphicFramePr>
        <p:xfrm>
          <a:off x="399646" y="4860540"/>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GATE3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GATE2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6" name="표 5">
            <a:extLst>
              <a:ext uri="{FF2B5EF4-FFF2-40B4-BE49-F238E27FC236}">
                <a16:creationId xmlns:a16="http://schemas.microsoft.com/office/drawing/2014/main" id="{F5087D53-144D-BD53-FB66-C541FBA6FA40}"/>
              </a:ext>
            </a:extLst>
          </p:cNvPr>
          <p:cNvGraphicFramePr>
            <a:graphicFrameLocks noGrp="1"/>
          </p:cNvGraphicFramePr>
          <p:nvPr>
            <p:extLst>
              <p:ext uri="{D42A27DB-BD31-4B8C-83A1-F6EECF244321}">
                <p14:modId xmlns:p14="http://schemas.microsoft.com/office/powerpoint/2010/main" val="2723777243"/>
              </p:ext>
            </p:extLst>
          </p:nvPr>
        </p:nvGraphicFramePr>
        <p:xfrm>
          <a:off x="263722" y="408048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SV_VAR_SIZE3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245448830"/>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2161389517"/>
              </p:ext>
            </p:extLst>
          </p:nvPr>
        </p:nvGraphicFramePr>
        <p:xfrm>
          <a:off x="398322" y="1609503"/>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377737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 HOLD/WAIT CNT</a:t>
            </a:r>
          </a:p>
        </p:txBody>
      </p:sp>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3078243202"/>
              </p:ext>
            </p:extLst>
          </p:nvPr>
        </p:nvGraphicFramePr>
        <p:xfrm>
          <a:off x="398322" y="4052670"/>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134145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FB VALID CNT</a:t>
            </a:r>
          </a:p>
        </p:txBody>
      </p:sp>
      <p:sp>
        <p:nvSpPr>
          <p:cNvPr id="2" name="TextBox 1">
            <a:extLst>
              <a:ext uri="{FF2B5EF4-FFF2-40B4-BE49-F238E27FC236}">
                <a16:creationId xmlns:a16="http://schemas.microsoft.com/office/drawing/2014/main" id="{63A2703D-848B-6692-AD09-0280917B5382}"/>
              </a:ext>
            </a:extLst>
          </p:cNvPr>
          <p:cNvSpPr txBox="1"/>
          <p:nvPr/>
        </p:nvSpPr>
        <p:spPr>
          <a:xfrm>
            <a:off x="398320" y="604954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1R2</a:t>
            </a:r>
          </a:p>
        </p:txBody>
      </p:sp>
      <p:graphicFrame>
        <p:nvGraphicFramePr>
          <p:cNvPr id="6" name="표 5">
            <a:extLst>
              <a:ext uri="{FF2B5EF4-FFF2-40B4-BE49-F238E27FC236}">
                <a16:creationId xmlns:a16="http://schemas.microsoft.com/office/drawing/2014/main" id="{034CD163-7674-73C9-03B2-8DAAC530B932}"/>
              </a:ext>
            </a:extLst>
          </p:cNvPr>
          <p:cNvGraphicFramePr>
            <a:graphicFrameLocks noGrp="1"/>
          </p:cNvGraphicFramePr>
          <p:nvPr>
            <p:extLst>
              <p:ext uri="{D42A27DB-BD31-4B8C-83A1-F6EECF244321}">
                <p14:modId xmlns:p14="http://schemas.microsoft.com/office/powerpoint/2010/main" val="3290891951"/>
              </p:ext>
            </p:extLst>
          </p:nvPr>
        </p:nvGraphicFramePr>
        <p:xfrm>
          <a:off x="398320" y="6324844"/>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29488">
                  <a:extLst>
                    <a:ext uri="{9D8B030D-6E8A-4147-A177-3AD203B41FA5}">
                      <a16:colId xmlns:a16="http://schemas.microsoft.com/office/drawing/2014/main" val="4170535043"/>
                    </a:ext>
                  </a:extLst>
                </a:gridCol>
                <a:gridCol w="323410">
                  <a:extLst>
                    <a:ext uri="{9D8B030D-6E8A-4147-A177-3AD203B41FA5}">
                      <a16:colId xmlns:a16="http://schemas.microsoft.com/office/drawing/2014/main" val="2079070694"/>
                    </a:ext>
                  </a:extLst>
                </a:gridCol>
                <a:gridCol w="323410">
                  <a:extLst>
                    <a:ext uri="{9D8B030D-6E8A-4147-A177-3AD203B41FA5}">
                      <a16:colId xmlns:a16="http://schemas.microsoft.com/office/drawing/2014/main" val="4213315911"/>
                    </a:ext>
                  </a:extLst>
                </a:gridCol>
                <a:gridCol w="323410">
                  <a:extLst>
                    <a:ext uri="{9D8B030D-6E8A-4147-A177-3AD203B41FA5}">
                      <a16:colId xmlns:a16="http://schemas.microsoft.com/office/drawing/2014/main" val="2769999950"/>
                    </a:ext>
                  </a:extLst>
                </a:gridCol>
                <a:gridCol w="323410">
                  <a:extLst>
                    <a:ext uri="{9D8B030D-6E8A-4147-A177-3AD203B41FA5}">
                      <a16:colId xmlns:a16="http://schemas.microsoft.com/office/drawing/2014/main" val="135637185"/>
                    </a:ext>
                  </a:extLst>
                </a:gridCol>
                <a:gridCol w="323410">
                  <a:extLst>
                    <a:ext uri="{9D8B030D-6E8A-4147-A177-3AD203B41FA5}">
                      <a16:colId xmlns:a16="http://schemas.microsoft.com/office/drawing/2014/main" val="3038050475"/>
                    </a:ext>
                  </a:extLst>
                </a:gridCol>
                <a:gridCol w="323410">
                  <a:extLst>
                    <a:ext uri="{9D8B030D-6E8A-4147-A177-3AD203B41FA5}">
                      <a16:colId xmlns:a16="http://schemas.microsoft.com/office/drawing/2014/main" val="1979433044"/>
                    </a:ext>
                  </a:extLst>
                </a:gridCol>
                <a:gridCol w="323410">
                  <a:extLst>
                    <a:ext uri="{9D8B030D-6E8A-4147-A177-3AD203B41FA5}">
                      <a16:colId xmlns:a16="http://schemas.microsoft.com/office/drawing/2014/main" val="1937369831"/>
                    </a:ext>
                  </a:extLst>
                </a:gridCol>
                <a:gridCol w="323410">
                  <a:extLst>
                    <a:ext uri="{9D8B030D-6E8A-4147-A177-3AD203B41FA5}">
                      <a16:colId xmlns:a16="http://schemas.microsoft.com/office/drawing/2014/main" val="747813118"/>
                    </a:ext>
                  </a:extLst>
                </a:gridCol>
                <a:gridCol w="323410">
                  <a:extLst>
                    <a:ext uri="{9D8B030D-6E8A-4147-A177-3AD203B41FA5}">
                      <a16:colId xmlns:a16="http://schemas.microsoft.com/office/drawing/2014/main" val="416731006"/>
                    </a:ext>
                  </a:extLst>
                </a:gridCol>
                <a:gridCol w="323410">
                  <a:extLst>
                    <a:ext uri="{9D8B030D-6E8A-4147-A177-3AD203B41FA5}">
                      <a16:colId xmlns:a16="http://schemas.microsoft.com/office/drawing/2014/main" val="4062622099"/>
                    </a:ext>
                  </a:extLst>
                </a:gridCol>
                <a:gridCol w="323410">
                  <a:extLst>
                    <a:ext uri="{9D8B030D-6E8A-4147-A177-3AD203B41FA5}">
                      <a16:colId xmlns:a16="http://schemas.microsoft.com/office/drawing/2014/main" val="3794202418"/>
                    </a:ext>
                  </a:extLst>
                </a:gridCol>
                <a:gridCol w="32341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5580E340-43CC-08AF-2E0A-4D623F234981}"/>
              </a:ext>
            </a:extLst>
          </p:cNvPr>
          <p:cNvGraphicFramePr>
            <a:graphicFrameLocks noGrp="1"/>
          </p:cNvGraphicFramePr>
          <p:nvPr>
            <p:extLst>
              <p:ext uri="{D42A27DB-BD31-4B8C-83A1-F6EECF244321}">
                <p14:modId xmlns:p14="http://schemas.microsoft.com/office/powerpoint/2010/main" val="3149161924"/>
              </p:ext>
            </p:extLst>
          </p:nvPr>
        </p:nvGraphicFramePr>
        <p:xfrm>
          <a:off x="398320" y="4652776"/>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4" name="표 13">
            <a:extLst>
              <a:ext uri="{FF2B5EF4-FFF2-40B4-BE49-F238E27FC236}">
                <a16:creationId xmlns:a16="http://schemas.microsoft.com/office/drawing/2014/main" id="{979CBA4E-F8FC-24B2-B140-4C17FFF486D9}"/>
              </a:ext>
            </a:extLst>
          </p:cNvPr>
          <p:cNvGraphicFramePr>
            <a:graphicFrameLocks noGrp="1"/>
          </p:cNvGraphicFramePr>
          <p:nvPr>
            <p:extLst>
              <p:ext uri="{D42A27DB-BD31-4B8C-83A1-F6EECF244321}">
                <p14:modId xmlns:p14="http://schemas.microsoft.com/office/powerpoint/2010/main" val="3407927872"/>
              </p:ext>
            </p:extLst>
          </p:nvPr>
        </p:nvGraphicFramePr>
        <p:xfrm>
          <a:off x="413545" y="6863721"/>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27" name="표 26">
            <a:extLst>
              <a:ext uri="{FF2B5EF4-FFF2-40B4-BE49-F238E27FC236}">
                <a16:creationId xmlns:a16="http://schemas.microsoft.com/office/drawing/2014/main" id="{F415DA4C-FB87-00F0-26D8-5FE3CB8CC49D}"/>
              </a:ext>
            </a:extLst>
          </p:cNvPr>
          <p:cNvGraphicFramePr>
            <a:graphicFrameLocks noGrp="1"/>
          </p:cNvGraphicFramePr>
          <p:nvPr>
            <p:extLst>
              <p:ext uri="{D42A27DB-BD31-4B8C-83A1-F6EECF244321}">
                <p14:modId xmlns:p14="http://schemas.microsoft.com/office/powerpoint/2010/main" val="3881442007"/>
              </p:ext>
            </p:extLst>
          </p:nvPr>
        </p:nvGraphicFramePr>
        <p:xfrm>
          <a:off x="405436" y="2151419"/>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5" name="TextBox 4">
            <a:extLst>
              <a:ext uri="{FF2B5EF4-FFF2-40B4-BE49-F238E27FC236}">
                <a16:creationId xmlns:a16="http://schemas.microsoft.com/office/drawing/2014/main" id="{5A5F4BB8-B40F-A01B-9A41-4CDF6CD2901F}"/>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06655016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69CCCE-3764-5ACF-BA25-50D6DEFC40C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AA71A39-1E48-623C-2FDB-5477FEB5731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7C91D3F-74C9-15AD-9E96-711289C3AFF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5DF922A4-59F0-A041-7BDF-EA78F2ABA314}"/>
              </a:ext>
            </a:extLst>
          </p:cNvPr>
          <p:cNvGraphicFramePr>
            <a:graphicFrameLocks noGrp="1"/>
          </p:cNvGraphicFramePr>
          <p:nvPr>
            <p:extLst>
              <p:ext uri="{D42A27DB-BD31-4B8C-83A1-F6EECF244321}">
                <p14:modId xmlns:p14="http://schemas.microsoft.com/office/powerpoint/2010/main" val="4227570617"/>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856797DA-2751-DD6D-8789-ADB0A5356360}"/>
              </a:ext>
            </a:extLst>
          </p:cNvPr>
          <p:cNvGraphicFramePr>
            <a:graphicFrameLocks noGrp="1"/>
          </p:cNvGraphicFramePr>
          <p:nvPr>
            <p:extLst>
              <p:ext uri="{D42A27DB-BD31-4B8C-83A1-F6EECF244321}">
                <p14:modId xmlns:p14="http://schemas.microsoft.com/office/powerpoint/2010/main" val="3240463902"/>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1D3B6A0-ADD5-D7E5-8F8A-7E88974AD139}"/>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SOA1_P2 &amp; P1</a:t>
            </a:r>
          </a:p>
        </p:txBody>
      </p:sp>
      <p:graphicFrame>
        <p:nvGraphicFramePr>
          <p:cNvPr id="12" name="표 11">
            <a:extLst>
              <a:ext uri="{FF2B5EF4-FFF2-40B4-BE49-F238E27FC236}">
                <a16:creationId xmlns:a16="http://schemas.microsoft.com/office/drawing/2014/main" id="{2F5F32D3-5FE3-A634-6AB1-992856422344}"/>
              </a:ext>
            </a:extLst>
          </p:cNvPr>
          <p:cNvGraphicFramePr>
            <a:graphicFrameLocks noGrp="1"/>
          </p:cNvGraphicFramePr>
          <p:nvPr>
            <p:extLst>
              <p:ext uri="{D42A27DB-BD31-4B8C-83A1-F6EECF244321}">
                <p14:modId xmlns:p14="http://schemas.microsoft.com/office/powerpoint/2010/main" val="1310575371"/>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D9364116-44ED-3A56-9BF5-B7A35C75DBD7}"/>
              </a:ext>
            </a:extLst>
          </p:cNvPr>
          <p:cNvGraphicFramePr>
            <a:graphicFrameLocks noGrp="1"/>
          </p:cNvGraphicFramePr>
          <p:nvPr>
            <p:extLst>
              <p:ext uri="{D42A27DB-BD31-4B8C-83A1-F6EECF244321}">
                <p14:modId xmlns:p14="http://schemas.microsoft.com/office/powerpoint/2010/main" val="2408784545"/>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SOA1_P1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6D69A348-7488-6056-DC67-27EEFB5E335E}"/>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SOA1_P3 &amp; P2</a:t>
            </a:r>
          </a:p>
        </p:txBody>
      </p:sp>
      <p:graphicFrame>
        <p:nvGraphicFramePr>
          <p:cNvPr id="15" name="표 14">
            <a:extLst>
              <a:ext uri="{FF2B5EF4-FFF2-40B4-BE49-F238E27FC236}">
                <a16:creationId xmlns:a16="http://schemas.microsoft.com/office/drawing/2014/main" id="{FA7C312A-B4A7-DA28-E6A6-E9C711F11674}"/>
              </a:ext>
            </a:extLst>
          </p:cNvPr>
          <p:cNvGraphicFramePr>
            <a:graphicFrameLocks noGrp="1"/>
          </p:cNvGraphicFramePr>
          <p:nvPr>
            <p:extLst>
              <p:ext uri="{D42A27DB-BD31-4B8C-83A1-F6EECF244321}">
                <p14:modId xmlns:p14="http://schemas.microsoft.com/office/powerpoint/2010/main" val="858041693"/>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76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18A89819-FB65-192C-23B1-722CA826114A}"/>
              </a:ext>
            </a:extLst>
          </p:cNvPr>
          <p:cNvGraphicFramePr>
            <a:graphicFrameLocks noGrp="1"/>
          </p:cNvGraphicFramePr>
          <p:nvPr>
            <p:extLst>
              <p:ext uri="{D42A27DB-BD31-4B8C-83A1-F6EECF244321}">
                <p14:modId xmlns:p14="http://schemas.microsoft.com/office/powerpoint/2010/main" val="813433826"/>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SOA1_P3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SOA1_P2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594E0660-1CDA-D386-43C6-64BE0946B7D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SOA1_N11 &amp; N1</a:t>
            </a:r>
          </a:p>
        </p:txBody>
      </p:sp>
      <p:sp>
        <p:nvSpPr>
          <p:cNvPr id="2" name="TextBox 1">
            <a:extLst>
              <a:ext uri="{FF2B5EF4-FFF2-40B4-BE49-F238E27FC236}">
                <a16:creationId xmlns:a16="http://schemas.microsoft.com/office/drawing/2014/main" id="{4C5927EB-8A79-4618-D9DA-70D88D998FFA}"/>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27385253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D8EF74-8A78-C8AF-EA8E-E9A1A16655FF}"/>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94B692E-33AD-4EA5-9E15-AB937F995F6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FE1EAF9-C958-9D26-1F2A-48D0F7026DB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76F48A8A-564E-A948-52F6-2DF997DF5D1E}"/>
              </a:ext>
            </a:extLst>
          </p:cNvPr>
          <p:cNvGraphicFramePr>
            <a:graphicFrameLocks noGrp="1"/>
          </p:cNvGraphicFramePr>
          <p:nvPr>
            <p:extLst>
              <p:ext uri="{D42A27DB-BD31-4B8C-83A1-F6EECF244321}">
                <p14:modId xmlns:p14="http://schemas.microsoft.com/office/powerpoint/2010/main" val="2389334280"/>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BCBBD43-BD84-7808-318B-100FDCA7DA0C}"/>
              </a:ext>
            </a:extLst>
          </p:cNvPr>
          <p:cNvSpPr txBox="1"/>
          <p:nvPr/>
        </p:nvSpPr>
        <p:spPr>
          <a:xfrm>
            <a:off x="398322" y="3156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 HOLD/WAIT CNT</a:t>
            </a:r>
          </a:p>
        </p:txBody>
      </p:sp>
      <p:graphicFrame>
        <p:nvGraphicFramePr>
          <p:cNvPr id="13" name="표 12">
            <a:extLst>
              <a:ext uri="{FF2B5EF4-FFF2-40B4-BE49-F238E27FC236}">
                <a16:creationId xmlns:a16="http://schemas.microsoft.com/office/drawing/2014/main" id="{66944425-1925-EA19-3AB0-8BF0AD9A3C94}"/>
              </a:ext>
            </a:extLst>
          </p:cNvPr>
          <p:cNvGraphicFramePr>
            <a:graphicFrameLocks noGrp="1"/>
          </p:cNvGraphicFramePr>
          <p:nvPr>
            <p:extLst>
              <p:ext uri="{D42A27DB-BD31-4B8C-83A1-F6EECF244321}">
                <p14:modId xmlns:p14="http://schemas.microsoft.com/office/powerpoint/2010/main" val="3757706985"/>
              </p:ext>
            </p:extLst>
          </p:nvPr>
        </p:nvGraphicFramePr>
        <p:xfrm>
          <a:off x="398322" y="343179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9B562C65-0360-BE68-EABB-374DA35AAF37}"/>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FB VALID CNT</a:t>
            </a:r>
          </a:p>
        </p:txBody>
      </p:sp>
      <p:sp>
        <p:nvSpPr>
          <p:cNvPr id="2" name="TextBox 1">
            <a:extLst>
              <a:ext uri="{FF2B5EF4-FFF2-40B4-BE49-F238E27FC236}">
                <a16:creationId xmlns:a16="http://schemas.microsoft.com/office/drawing/2014/main" id="{6B1D1CE3-58DD-4C92-F09C-C59884974C06}"/>
              </a:ext>
            </a:extLst>
          </p:cNvPr>
          <p:cNvSpPr txBox="1"/>
          <p:nvPr/>
        </p:nvSpPr>
        <p:spPr>
          <a:xfrm>
            <a:off x="398320" y="58553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2R2</a:t>
            </a:r>
          </a:p>
        </p:txBody>
      </p:sp>
      <p:graphicFrame>
        <p:nvGraphicFramePr>
          <p:cNvPr id="6" name="표 5">
            <a:extLst>
              <a:ext uri="{FF2B5EF4-FFF2-40B4-BE49-F238E27FC236}">
                <a16:creationId xmlns:a16="http://schemas.microsoft.com/office/drawing/2014/main" id="{6CDDF6BC-3D3B-04C8-DFC4-F01A8F69561F}"/>
              </a:ext>
            </a:extLst>
          </p:cNvPr>
          <p:cNvGraphicFramePr>
            <a:graphicFrameLocks noGrp="1"/>
          </p:cNvGraphicFramePr>
          <p:nvPr>
            <p:extLst>
              <p:ext uri="{D42A27DB-BD31-4B8C-83A1-F6EECF244321}">
                <p14:modId xmlns:p14="http://schemas.microsoft.com/office/powerpoint/2010/main" val="3830897166"/>
              </p:ext>
            </p:extLst>
          </p:nvPr>
        </p:nvGraphicFramePr>
        <p:xfrm>
          <a:off x="398320" y="6130691"/>
          <a:ext cx="6048008"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54888">
                  <a:extLst>
                    <a:ext uri="{9D8B030D-6E8A-4147-A177-3AD203B41FA5}">
                      <a16:colId xmlns:a16="http://schemas.microsoft.com/office/drawing/2014/main" val="4170535043"/>
                    </a:ext>
                  </a:extLst>
                </a:gridCol>
                <a:gridCol w="321294">
                  <a:extLst>
                    <a:ext uri="{9D8B030D-6E8A-4147-A177-3AD203B41FA5}">
                      <a16:colId xmlns:a16="http://schemas.microsoft.com/office/drawing/2014/main" val="2079070694"/>
                    </a:ext>
                  </a:extLst>
                </a:gridCol>
                <a:gridCol w="321294">
                  <a:extLst>
                    <a:ext uri="{9D8B030D-6E8A-4147-A177-3AD203B41FA5}">
                      <a16:colId xmlns:a16="http://schemas.microsoft.com/office/drawing/2014/main" val="4213315911"/>
                    </a:ext>
                  </a:extLst>
                </a:gridCol>
                <a:gridCol w="321294">
                  <a:extLst>
                    <a:ext uri="{9D8B030D-6E8A-4147-A177-3AD203B41FA5}">
                      <a16:colId xmlns:a16="http://schemas.microsoft.com/office/drawing/2014/main" val="2769999950"/>
                    </a:ext>
                  </a:extLst>
                </a:gridCol>
                <a:gridCol w="321294">
                  <a:extLst>
                    <a:ext uri="{9D8B030D-6E8A-4147-A177-3AD203B41FA5}">
                      <a16:colId xmlns:a16="http://schemas.microsoft.com/office/drawing/2014/main" val="135637185"/>
                    </a:ext>
                  </a:extLst>
                </a:gridCol>
                <a:gridCol w="321294">
                  <a:extLst>
                    <a:ext uri="{9D8B030D-6E8A-4147-A177-3AD203B41FA5}">
                      <a16:colId xmlns:a16="http://schemas.microsoft.com/office/drawing/2014/main" val="3038050475"/>
                    </a:ext>
                  </a:extLst>
                </a:gridCol>
                <a:gridCol w="321294">
                  <a:extLst>
                    <a:ext uri="{9D8B030D-6E8A-4147-A177-3AD203B41FA5}">
                      <a16:colId xmlns:a16="http://schemas.microsoft.com/office/drawing/2014/main" val="1979433044"/>
                    </a:ext>
                  </a:extLst>
                </a:gridCol>
                <a:gridCol w="321294">
                  <a:extLst>
                    <a:ext uri="{9D8B030D-6E8A-4147-A177-3AD203B41FA5}">
                      <a16:colId xmlns:a16="http://schemas.microsoft.com/office/drawing/2014/main" val="1937369831"/>
                    </a:ext>
                  </a:extLst>
                </a:gridCol>
                <a:gridCol w="321294">
                  <a:extLst>
                    <a:ext uri="{9D8B030D-6E8A-4147-A177-3AD203B41FA5}">
                      <a16:colId xmlns:a16="http://schemas.microsoft.com/office/drawing/2014/main" val="747813118"/>
                    </a:ext>
                  </a:extLst>
                </a:gridCol>
                <a:gridCol w="321294">
                  <a:extLst>
                    <a:ext uri="{9D8B030D-6E8A-4147-A177-3AD203B41FA5}">
                      <a16:colId xmlns:a16="http://schemas.microsoft.com/office/drawing/2014/main" val="416731006"/>
                    </a:ext>
                  </a:extLst>
                </a:gridCol>
                <a:gridCol w="321294">
                  <a:extLst>
                    <a:ext uri="{9D8B030D-6E8A-4147-A177-3AD203B41FA5}">
                      <a16:colId xmlns:a16="http://schemas.microsoft.com/office/drawing/2014/main" val="4062622099"/>
                    </a:ext>
                  </a:extLst>
                </a:gridCol>
                <a:gridCol w="321294">
                  <a:extLst>
                    <a:ext uri="{9D8B030D-6E8A-4147-A177-3AD203B41FA5}">
                      <a16:colId xmlns:a16="http://schemas.microsoft.com/office/drawing/2014/main" val="3794202418"/>
                    </a:ext>
                  </a:extLst>
                </a:gridCol>
                <a:gridCol w="32129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2R2[11:0]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2CBF9E7-59AA-FF36-E589-C2923C19392A}"/>
              </a:ext>
            </a:extLst>
          </p:cNvPr>
          <p:cNvGraphicFramePr>
            <a:graphicFrameLocks noGrp="1"/>
          </p:cNvGraphicFramePr>
          <p:nvPr>
            <p:extLst>
              <p:ext uri="{D42A27DB-BD31-4B8C-83A1-F6EECF244321}">
                <p14:modId xmlns:p14="http://schemas.microsoft.com/office/powerpoint/2010/main" val="790203941"/>
              </p:ext>
            </p:extLst>
          </p:nvPr>
        </p:nvGraphicFramePr>
        <p:xfrm>
          <a:off x="398320" y="4458623"/>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D379B57D-B571-F927-95F9-4BF1BA1DACCE}"/>
              </a:ext>
            </a:extLst>
          </p:cNvPr>
          <p:cNvGraphicFramePr>
            <a:graphicFrameLocks noGrp="1"/>
          </p:cNvGraphicFramePr>
          <p:nvPr>
            <p:extLst>
              <p:ext uri="{D42A27DB-BD31-4B8C-83A1-F6EECF244321}">
                <p14:modId xmlns:p14="http://schemas.microsoft.com/office/powerpoint/2010/main" val="43729822"/>
              </p:ext>
            </p:extLst>
          </p:nvPr>
        </p:nvGraphicFramePr>
        <p:xfrm>
          <a:off x="413545" y="6669568"/>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2" name="표 11">
            <a:extLst>
              <a:ext uri="{FF2B5EF4-FFF2-40B4-BE49-F238E27FC236}">
                <a16:creationId xmlns:a16="http://schemas.microsoft.com/office/drawing/2014/main" id="{5582DF83-4D6F-A15E-5CEF-F61E492DF20A}"/>
              </a:ext>
            </a:extLst>
          </p:cNvPr>
          <p:cNvGraphicFramePr>
            <a:graphicFrameLocks noGrp="1"/>
          </p:cNvGraphicFramePr>
          <p:nvPr>
            <p:extLst>
              <p:ext uri="{D42A27DB-BD31-4B8C-83A1-F6EECF244321}">
                <p14:modId xmlns:p14="http://schemas.microsoft.com/office/powerpoint/2010/main" val="497023110"/>
              </p:ext>
            </p:extLst>
          </p:nvPr>
        </p:nvGraphicFramePr>
        <p:xfrm>
          <a:off x="405436" y="1657421"/>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14" name="TextBox 13">
            <a:extLst>
              <a:ext uri="{FF2B5EF4-FFF2-40B4-BE49-F238E27FC236}">
                <a16:creationId xmlns:a16="http://schemas.microsoft.com/office/drawing/2014/main" id="{799F98D2-2ED1-1953-56C3-B3BABE2C3546}"/>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11326543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3D788D-1A60-F162-EB0E-E3EB30D71FE8}"/>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8E16BF8-16FE-A665-C847-C3F3387615B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CC7E8B-4213-68CF-3292-4305FD58C1A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4BA4984-9AB7-868F-04B4-89F262F08809}"/>
              </a:ext>
            </a:extLst>
          </p:cNvPr>
          <p:cNvGraphicFramePr>
            <a:graphicFrameLocks noGrp="1"/>
          </p:cNvGraphicFramePr>
          <p:nvPr>
            <p:extLst>
              <p:ext uri="{D42A27DB-BD31-4B8C-83A1-F6EECF244321}">
                <p14:modId xmlns:p14="http://schemas.microsoft.com/office/powerpoint/2010/main" val="3458934274"/>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7674073-84A4-614D-16B3-FEFE69AF8933}"/>
              </a:ext>
            </a:extLst>
          </p:cNvPr>
          <p:cNvGraphicFramePr>
            <a:graphicFrameLocks noGrp="1"/>
          </p:cNvGraphicFramePr>
          <p:nvPr>
            <p:extLst>
              <p:ext uri="{D42A27DB-BD31-4B8C-83A1-F6EECF244321}">
                <p14:modId xmlns:p14="http://schemas.microsoft.com/office/powerpoint/2010/main" val="2797482797"/>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D0956-D7CC-D4BF-8C16-8EECAA1AFD2F}"/>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SOA2_P2 &amp; P1</a:t>
            </a:r>
          </a:p>
        </p:txBody>
      </p:sp>
      <p:graphicFrame>
        <p:nvGraphicFramePr>
          <p:cNvPr id="12" name="표 11">
            <a:extLst>
              <a:ext uri="{FF2B5EF4-FFF2-40B4-BE49-F238E27FC236}">
                <a16:creationId xmlns:a16="http://schemas.microsoft.com/office/drawing/2014/main" id="{78F27434-1D98-DC68-B4E1-AE1ED9D54365}"/>
              </a:ext>
            </a:extLst>
          </p:cNvPr>
          <p:cNvGraphicFramePr>
            <a:graphicFrameLocks noGrp="1"/>
          </p:cNvGraphicFramePr>
          <p:nvPr>
            <p:extLst>
              <p:ext uri="{D42A27DB-BD31-4B8C-83A1-F6EECF244321}">
                <p14:modId xmlns:p14="http://schemas.microsoft.com/office/powerpoint/2010/main" val="2706479909"/>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BA206855-E615-9717-DD7C-03614D35EE0D}"/>
              </a:ext>
            </a:extLst>
          </p:cNvPr>
          <p:cNvGraphicFramePr>
            <a:graphicFrameLocks noGrp="1"/>
          </p:cNvGraphicFramePr>
          <p:nvPr>
            <p:extLst>
              <p:ext uri="{D42A27DB-BD31-4B8C-83A1-F6EECF244321}">
                <p14:modId xmlns:p14="http://schemas.microsoft.com/office/powerpoint/2010/main" val="240880985"/>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37C223DC-6F97-C576-1AEB-5924678CECD7}"/>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SOA2_P3 &amp; P2</a:t>
            </a:r>
          </a:p>
        </p:txBody>
      </p:sp>
      <p:graphicFrame>
        <p:nvGraphicFramePr>
          <p:cNvPr id="15" name="표 14">
            <a:extLst>
              <a:ext uri="{FF2B5EF4-FFF2-40B4-BE49-F238E27FC236}">
                <a16:creationId xmlns:a16="http://schemas.microsoft.com/office/drawing/2014/main" id="{A900A197-4E11-16A7-D279-1CCBADE28563}"/>
              </a:ext>
            </a:extLst>
          </p:cNvPr>
          <p:cNvGraphicFramePr>
            <a:graphicFrameLocks noGrp="1"/>
          </p:cNvGraphicFramePr>
          <p:nvPr>
            <p:extLst>
              <p:ext uri="{D42A27DB-BD31-4B8C-83A1-F6EECF244321}">
                <p14:modId xmlns:p14="http://schemas.microsoft.com/office/powerpoint/2010/main" val="4195639553"/>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6D553CC0-805D-52AB-48DB-EA61F4582A37}"/>
              </a:ext>
            </a:extLst>
          </p:cNvPr>
          <p:cNvGraphicFramePr>
            <a:graphicFrameLocks noGrp="1"/>
          </p:cNvGraphicFramePr>
          <p:nvPr>
            <p:extLst>
              <p:ext uri="{D42A27DB-BD31-4B8C-83A1-F6EECF244321}">
                <p14:modId xmlns:p14="http://schemas.microsoft.com/office/powerpoint/2010/main" val="240928614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05D5D947-C58F-D2F7-3BB5-FF4EB55C257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SOA2_N11 &amp; N1</a:t>
            </a:r>
          </a:p>
        </p:txBody>
      </p:sp>
      <p:sp>
        <p:nvSpPr>
          <p:cNvPr id="2" name="TextBox 1">
            <a:extLst>
              <a:ext uri="{FF2B5EF4-FFF2-40B4-BE49-F238E27FC236}">
                <a16:creationId xmlns:a16="http://schemas.microsoft.com/office/drawing/2014/main" id="{C208EF3F-41B4-DBC8-10C1-AA40ABB5FA89}"/>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83627334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498C7B-9122-AEE1-C038-1D3351D527B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BC3C7B5-AC74-29D4-6C98-C41F48AC483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BC2E513-42F9-09F2-40E5-6A40535E0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B79CBF2B-9A69-364A-3613-44E7E9F286C1}"/>
              </a:ext>
            </a:extLst>
          </p:cNvPr>
          <p:cNvGraphicFramePr>
            <a:graphicFrameLocks noGrp="1"/>
          </p:cNvGraphicFramePr>
          <p:nvPr>
            <p:extLst>
              <p:ext uri="{D42A27DB-BD31-4B8C-83A1-F6EECF244321}">
                <p14:modId xmlns:p14="http://schemas.microsoft.com/office/powerpoint/2010/main" val="1108179378"/>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7041A0DC-A257-A2F6-D522-AC83F5704478}"/>
              </a:ext>
            </a:extLst>
          </p:cNvPr>
          <p:cNvSpPr txBox="1"/>
          <p:nvPr/>
        </p:nvSpPr>
        <p:spPr>
          <a:xfrm>
            <a:off x="398322" y="325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 HOLD/WAIT CNT</a:t>
            </a:r>
          </a:p>
        </p:txBody>
      </p:sp>
      <p:graphicFrame>
        <p:nvGraphicFramePr>
          <p:cNvPr id="13" name="표 12">
            <a:extLst>
              <a:ext uri="{FF2B5EF4-FFF2-40B4-BE49-F238E27FC236}">
                <a16:creationId xmlns:a16="http://schemas.microsoft.com/office/drawing/2014/main" id="{188179BB-7A5F-769D-35B4-10D9E9731E4C}"/>
              </a:ext>
            </a:extLst>
          </p:cNvPr>
          <p:cNvGraphicFramePr>
            <a:graphicFrameLocks noGrp="1"/>
          </p:cNvGraphicFramePr>
          <p:nvPr>
            <p:extLst>
              <p:ext uri="{D42A27DB-BD31-4B8C-83A1-F6EECF244321}">
                <p14:modId xmlns:p14="http://schemas.microsoft.com/office/powerpoint/2010/main" val="559817621"/>
              </p:ext>
            </p:extLst>
          </p:nvPr>
        </p:nvGraphicFramePr>
        <p:xfrm>
          <a:off x="398322" y="352831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0143023B-FD6A-3446-E4B7-2AFA98B616F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FB VALID CNT</a:t>
            </a:r>
          </a:p>
        </p:txBody>
      </p:sp>
      <p:sp>
        <p:nvSpPr>
          <p:cNvPr id="2" name="TextBox 1">
            <a:extLst>
              <a:ext uri="{FF2B5EF4-FFF2-40B4-BE49-F238E27FC236}">
                <a16:creationId xmlns:a16="http://schemas.microsoft.com/office/drawing/2014/main" id="{9591479A-8870-4EF2-48CE-777B7F8214E0}"/>
              </a:ext>
            </a:extLst>
          </p:cNvPr>
          <p:cNvSpPr txBox="1"/>
          <p:nvPr/>
        </p:nvSpPr>
        <p:spPr>
          <a:xfrm>
            <a:off x="398320" y="58553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3R2</a:t>
            </a:r>
          </a:p>
        </p:txBody>
      </p:sp>
      <p:graphicFrame>
        <p:nvGraphicFramePr>
          <p:cNvPr id="6" name="표 5">
            <a:extLst>
              <a:ext uri="{FF2B5EF4-FFF2-40B4-BE49-F238E27FC236}">
                <a16:creationId xmlns:a16="http://schemas.microsoft.com/office/drawing/2014/main" id="{8A0F29AA-A21E-1C39-2444-7451EEEF68F1}"/>
              </a:ext>
            </a:extLst>
          </p:cNvPr>
          <p:cNvGraphicFramePr>
            <a:graphicFrameLocks noGrp="1"/>
          </p:cNvGraphicFramePr>
          <p:nvPr>
            <p:extLst>
              <p:ext uri="{D42A27DB-BD31-4B8C-83A1-F6EECF244321}">
                <p14:modId xmlns:p14="http://schemas.microsoft.com/office/powerpoint/2010/main" val="2856950219"/>
              </p:ext>
            </p:extLst>
          </p:nvPr>
        </p:nvGraphicFramePr>
        <p:xfrm>
          <a:off x="398320" y="6130691"/>
          <a:ext cx="6048008"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16788">
                  <a:extLst>
                    <a:ext uri="{9D8B030D-6E8A-4147-A177-3AD203B41FA5}">
                      <a16:colId xmlns:a16="http://schemas.microsoft.com/office/drawing/2014/main" val="4170535043"/>
                    </a:ext>
                  </a:extLst>
                </a:gridCol>
                <a:gridCol w="324469">
                  <a:extLst>
                    <a:ext uri="{9D8B030D-6E8A-4147-A177-3AD203B41FA5}">
                      <a16:colId xmlns:a16="http://schemas.microsoft.com/office/drawing/2014/main" val="2079070694"/>
                    </a:ext>
                  </a:extLst>
                </a:gridCol>
                <a:gridCol w="324469">
                  <a:extLst>
                    <a:ext uri="{9D8B030D-6E8A-4147-A177-3AD203B41FA5}">
                      <a16:colId xmlns:a16="http://schemas.microsoft.com/office/drawing/2014/main" val="4213315911"/>
                    </a:ext>
                  </a:extLst>
                </a:gridCol>
                <a:gridCol w="324469">
                  <a:extLst>
                    <a:ext uri="{9D8B030D-6E8A-4147-A177-3AD203B41FA5}">
                      <a16:colId xmlns:a16="http://schemas.microsoft.com/office/drawing/2014/main" val="2769999950"/>
                    </a:ext>
                  </a:extLst>
                </a:gridCol>
                <a:gridCol w="324469">
                  <a:extLst>
                    <a:ext uri="{9D8B030D-6E8A-4147-A177-3AD203B41FA5}">
                      <a16:colId xmlns:a16="http://schemas.microsoft.com/office/drawing/2014/main" val="135637185"/>
                    </a:ext>
                  </a:extLst>
                </a:gridCol>
                <a:gridCol w="324469">
                  <a:extLst>
                    <a:ext uri="{9D8B030D-6E8A-4147-A177-3AD203B41FA5}">
                      <a16:colId xmlns:a16="http://schemas.microsoft.com/office/drawing/2014/main" val="3038050475"/>
                    </a:ext>
                  </a:extLst>
                </a:gridCol>
                <a:gridCol w="324469">
                  <a:extLst>
                    <a:ext uri="{9D8B030D-6E8A-4147-A177-3AD203B41FA5}">
                      <a16:colId xmlns:a16="http://schemas.microsoft.com/office/drawing/2014/main" val="1979433044"/>
                    </a:ext>
                  </a:extLst>
                </a:gridCol>
                <a:gridCol w="324469">
                  <a:extLst>
                    <a:ext uri="{9D8B030D-6E8A-4147-A177-3AD203B41FA5}">
                      <a16:colId xmlns:a16="http://schemas.microsoft.com/office/drawing/2014/main" val="1937369831"/>
                    </a:ext>
                  </a:extLst>
                </a:gridCol>
                <a:gridCol w="324469">
                  <a:extLst>
                    <a:ext uri="{9D8B030D-6E8A-4147-A177-3AD203B41FA5}">
                      <a16:colId xmlns:a16="http://schemas.microsoft.com/office/drawing/2014/main" val="747813118"/>
                    </a:ext>
                  </a:extLst>
                </a:gridCol>
                <a:gridCol w="324469">
                  <a:extLst>
                    <a:ext uri="{9D8B030D-6E8A-4147-A177-3AD203B41FA5}">
                      <a16:colId xmlns:a16="http://schemas.microsoft.com/office/drawing/2014/main" val="416731006"/>
                    </a:ext>
                  </a:extLst>
                </a:gridCol>
                <a:gridCol w="324469">
                  <a:extLst>
                    <a:ext uri="{9D8B030D-6E8A-4147-A177-3AD203B41FA5}">
                      <a16:colId xmlns:a16="http://schemas.microsoft.com/office/drawing/2014/main" val="4062622099"/>
                    </a:ext>
                  </a:extLst>
                </a:gridCol>
                <a:gridCol w="324469">
                  <a:extLst>
                    <a:ext uri="{9D8B030D-6E8A-4147-A177-3AD203B41FA5}">
                      <a16:colId xmlns:a16="http://schemas.microsoft.com/office/drawing/2014/main" val="3794202418"/>
                    </a:ext>
                  </a:extLst>
                </a:gridCol>
                <a:gridCol w="324469">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3R2[11:0]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80303E1B-CF7D-8EFD-EA9A-B648B318D194}"/>
              </a:ext>
            </a:extLst>
          </p:cNvPr>
          <p:cNvGraphicFramePr>
            <a:graphicFrameLocks noGrp="1"/>
          </p:cNvGraphicFramePr>
          <p:nvPr>
            <p:extLst>
              <p:ext uri="{D42A27DB-BD31-4B8C-83A1-F6EECF244321}">
                <p14:modId xmlns:p14="http://schemas.microsoft.com/office/powerpoint/2010/main" val="3706904763"/>
              </p:ext>
            </p:extLst>
          </p:nvPr>
        </p:nvGraphicFramePr>
        <p:xfrm>
          <a:off x="398320" y="4458623"/>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DAC3_INC_HOLD_LIMIT_CNT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F15A535C-E28D-FA9E-B29C-6991EC2B9072}"/>
              </a:ext>
            </a:extLst>
          </p:cNvPr>
          <p:cNvGraphicFramePr>
            <a:graphicFrameLocks noGrp="1"/>
          </p:cNvGraphicFramePr>
          <p:nvPr>
            <p:extLst>
              <p:ext uri="{D42A27DB-BD31-4B8C-83A1-F6EECF244321}">
                <p14:modId xmlns:p14="http://schemas.microsoft.com/office/powerpoint/2010/main" val="4068102598"/>
              </p:ext>
            </p:extLst>
          </p:nvPr>
        </p:nvGraphicFramePr>
        <p:xfrm>
          <a:off x="413545" y="6669568"/>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2" name="표 11">
            <a:extLst>
              <a:ext uri="{FF2B5EF4-FFF2-40B4-BE49-F238E27FC236}">
                <a16:creationId xmlns:a16="http://schemas.microsoft.com/office/drawing/2014/main" id="{3F3037AD-4BB8-B235-DCD5-FBB09BFA993B}"/>
              </a:ext>
            </a:extLst>
          </p:cNvPr>
          <p:cNvGraphicFramePr>
            <a:graphicFrameLocks noGrp="1"/>
          </p:cNvGraphicFramePr>
          <p:nvPr>
            <p:extLst>
              <p:ext uri="{D42A27DB-BD31-4B8C-83A1-F6EECF244321}">
                <p14:modId xmlns:p14="http://schemas.microsoft.com/office/powerpoint/2010/main" val="3073193754"/>
              </p:ext>
            </p:extLst>
          </p:nvPr>
        </p:nvGraphicFramePr>
        <p:xfrm>
          <a:off x="405436" y="1657421"/>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DAC3_FB_VALID_CNT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15" name="TextBox 14">
            <a:extLst>
              <a:ext uri="{FF2B5EF4-FFF2-40B4-BE49-F238E27FC236}">
                <a16:creationId xmlns:a16="http://schemas.microsoft.com/office/drawing/2014/main" id="{FF439D33-B0E3-B4F9-4F7D-9584A80A2FEB}"/>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1958172061"/>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A8EA05-6FC4-7379-8E2E-C1B89F067AF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343FE9A-6233-77F9-EA5C-58261389C67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EDA859D4-5821-BE11-6513-B4BFDE4FB2A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4756C99C-A90A-DADA-626F-CBDC1099BE3F}"/>
              </a:ext>
            </a:extLst>
          </p:cNvPr>
          <p:cNvGraphicFramePr>
            <a:graphicFrameLocks noGrp="1"/>
          </p:cNvGraphicFramePr>
          <p:nvPr>
            <p:extLst>
              <p:ext uri="{D42A27DB-BD31-4B8C-83A1-F6EECF244321}">
                <p14:modId xmlns:p14="http://schemas.microsoft.com/office/powerpoint/2010/main" val="1626394519"/>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DBB18A2A-ED37-138F-ED6C-A8D85426B7DA}"/>
              </a:ext>
            </a:extLst>
          </p:cNvPr>
          <p:cNvGraphicFramePr>
            <a:graphicFrameLocks noGrp="1"/>
          </p:cNvGraphicFramePr>
          <p:nvPr>
            <p:extLst>
              <p:ext uri="{D42A27DB-BD31-4B8C-83A1-F6EECF244321}">
                <p14:modId xmlns:p14="http://schemas.microsoft.com/office/powerpoint/2010/main" val="3736425736"/>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3784F66-DB91-3E6E-CCE4-3B2110AC4DB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SOA3_P2 &amp; P1</a:t>
            </a:r>
          </a:p>
        </p:txBody>
      </p:sp>
      <p:graphicFrame>
        <p:nvGraphicFramePr>
          <p:cNvPr id="12" name="표 11">
            <a:extLst>
              <a:ext uri="{FF2B5EF4-FFF2-40B4-BE49-F238E27FC236}">
                <a16:creationId xmlns:a16="http://schemas.microsoft.com/office/drawing/2014/main" id="{8EB58FB1-D7B8-1C04-8EDA-13D33380D8EF}"/>
              </a:ext>
            </a:extLst>
          </p:cNvPr>
          <p:cNvGraphicFramePr>
            <a:graphicFrameLocks noGrp="1"/>
          </p:cNvGraphicFramePr>
          <p:nvPr>
            <p:extLst>
              <p:ext uri="{D42A27DB-BD31-4B8C-83A1-F6EECF244321}">
                <p14:modId xmlns:p14="http://schemas.microsoft.com/office/powerpoint/2010/main" val="1303966072"/>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7C4E0D12-8B83-C3F1-FC06-9E73ED01CE50}"/>
              </a:ext>
            </a:extLst>
          </p:cNvPr>
          <p:cNvGraphicFramePr>
            <a:graphicFrameLocks noGrp="1"/>
          </p:cNvGraphicFramePr>
          <p:nvPr>
            <p:extLst>
              <p:ext uri="{D42A27DB-BD31-4B8C-83A1-F6EECF244321}">
                <p14:modId xmlns:p14="http://schemas.microsoft.com/office/powerpoint/2010/main" val="395985703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87DDB392-02A1-523B-F542-5FCD0CF8280F}"/>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SOA3_P3 &amp; P2</a:t>
            </a:r>
          </a:p>
        </p:txBody>
      </p:sp>
      <p:graphicFrame>
        <p:nvGraphicFramePr>
          <p:cNvPr id="15" name="표 14">
            <a:extLst>
              <a:ext uri="{FF2B5EF4-FFF2-40B4-BE49-F238E27FC236}">
                <a16:creationId xmlns:a16="http://schemas.microsoft.com/office/drawing/2014/main" id="{BE52F7C4-78B8-9232-3C21-EA497A4C2989}"/>
              </a:ext>
            </a:extLst>
          </p:cNvPr>
          <p:cNvGraphicFramePr>
            <a:graphicFrameLocks noGrp="1"/>
          </p:cNvGraphicFramePr>
          <p:nvPr>
            <p:extLst>
              <p:ext uri="{D42A27DB-BD31-4B8C-83A1-F6EECF244321}">
                <p14:modId xmlns:p14="http://schemas.microsoft.com/office/powerpoint/2010/main" val="3118665902"/>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CD858521-1CD6-CE57-C8CA-5E8AAA944637}"/>
              </a:ext>
            </a:extLst>
          </p:cNvPr>
          <p:cNvGraphicFramePr>
            <a:graphicFrameLocks noGrp="1"/>
          </p:cNvGraphicFramePr>
          <p:nvPr>
            <p:extLst>
              <p:ext uri="{D42A27DB-BD31-4B8C-83A1-F6EECF244321}">
                <p14:modId xmlns:p14="http://schemas.microsoft.com/office/powerpoint/2010/main" val="948984374"/>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78615C8D-355E-C83C-4D55-BACF16F95D77}"/>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SOA3_N11 &amp; N1</a:t>
            </a:r>
          </a:p>
        </p:txBody>
      </p:sp>
      <p:sp>
        <p:nvSpPr>
          <p:cNvPr id="2" name="TextBox 1">
            <a:extLst>
              <a:ext uri="{FF2B5EF4-FFF2-40B4-BE49-F238E27FC236}">
                <a16:creationId xmlns:a16="http://schemas.microsoft.com/office/drawing/2014/main" id="{B78ABCB3-2F8E-B289-0CB2-94560C8F11D8}"/>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16741761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CDD1C9-52B6-A0EA-3DFD-A987767DF344}"/>
            </a:ext>
          </a:extLst>
        </p:cNvPr>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01FB8184-4BF0-F99A-FDBF-26D5EC8F09B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8D53CC53-1409-5331-A81C-3F1BE6ACF4F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9240F85-F488-A24A-80B0-B103245C47A3}"/>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ANA_TEST</a:t>
            </a:r>
          </a:p>
        </p:txBody>
      </p:sp>
      <p:graphicFrame>
        <p:nvGraphicFramePr>
          <p:cNvPr id="7" name="표 6">
            <a:extLst>
              <a:ext uri="{FF2B5EF4-FFF2-40B4-BE49-F238E27FC236}">
                <a16:creationId xmlns:a16="http://schemas.microsoft.com/office/drawing/2014/main" id="{1523954B-7293-DFB6-B0DE-2A2DC36D06D6}"/>
              </a:ext>
            </a:extLst>
          </p:cNvPr>
          <p:cNvGraphicFramePr>
            <a:graphicFrameLocks noGrp="1"/>
          </p:cNvGraphicFramePr>
          <p:nvPr/>
        </p:nvGraphicFramePr>
        <p:xfrm>
          <a:off x="397935" y="1135355"/>
          <a:ext cx="6179407" cy="47928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63194">
                  <a:extLst>
                    <a:ext uri="{9D8B030D-6E8A-4147-A177-3AD203B41FA5}">
                      <a16:colId xmlns:a16="http://schemas.microsoft.com/office/drawing/2014/main" val="4293411712"/>
                    </a:ext>
                  </a:extLst>
                </a:gridCol>
                <a:gridCol w="263194">
                  <a:extLst>
                    <a:ext uri="{9D8B030D-6E8A-4147-A177-3AD203B41FA5}">
                      <a16:colId xmlns:a16="http://schemas.microsoft.com/office/drawing/2014/main" val="657570846"/>
                    </a:ext>
                  </a:extLst>
                </a:gridCol>
                <a:gridCol w="263194">
                  <a:extLst>
                    <a:ext uri="{9D8B030D-6E8A-4147-A177-3AD203B41FA5}">
                      <a16:colId xmlns:a16="http://schemas.microsoft.com/office/drawing/2014/main" val="3259894497"/>
                    </a:ext>
                  </a:extLst>
                </a:gridCol>
                <a:gridCol w="514350">
                  <a:extLst>
                    <a:ext uri="{9D8B030D-6E8A-4147-A177-3AD203B41FA5}">
                      <a16:colId xmlns:a16="http://schemas.microsoft.com/office/drawing/2014/main" val="4170535043"/>
                    </a:ext>
                  </a:extLst>
                </a:gridCol>
                <a:gridCol w="260350">
                  <a:extLst>
                    <a:ext uri="{9D8B030D-6E8A-4147-A177-3AD203B41FA5}">
                      <a16:colId xmlns:a16="http://schemas.microsoft.com/office/drawing/2014/main" val="2079070694"/>
                    </a:ext>
                  </a:extLst>
                </a:gridCol>
                <a:gridCol w="260350">
                  <a:extLst>
                    <a:ext uri="{9D8B030D-6E8A-4147-A177-3AD203B41FA5}">
                      <a16:colId xmlns:a16="http://schemas.microsoft.com/office/drawing/2014/main" val="4213315911"/>
                    </a:ext>
                  </a:extLst>
                </a:gridCol>
                <a:gridCol w="260350">
                  <a:extLst>
                    <a:ext uri="{9D8B030D-6E8A-4147-A177-3AD203B41FA5}">
                      <a16:colId xmlns:a16="http://schemas.microsoft.com/office/drawing/2014/main" val="3009280744"/>
                    </a:ext>
                  </a:extLst>
                </a:gridCol>
                <a:gridCol w="927100">
                  <a:extLst>
                    <a:ext uri="{9D8B030D-6E8A-4147-A177-3AD203B41FA5}">
                      <a16:colId xmlns:a16="http://schemas.microsoft.com/office/drawing/2014/main" val="135637185"/>
                    </a:ext>
                  </a:extLst>
                </a:gridCol>
                <a:gridCol w="204732">
                  <a:extLst>
                    <a:ext uri="{9D8B030D-6E8A-4147-A177-3AD203B41FA5}">
                      <a16:colId xmlns:a16="http://schemas.microsoft.com/office/drawing/2014/main" val="3038050475"/>
                    </a:ext>
                  </a:extLst>
                </a:gridCol>
                <a:gridCol w="280930">
                  <a:extLst>
                    <a:ext uri="{9D8B030D-6E8A-4147-A177-3AD203B41FA5}">
                      <a16:colId xmlns:a16="http://schemas.microsoft.com/office/drawing/2014/main" val="1979433044"/>
                    </a:ext>
                  </a:extLst>
                </a:gridCol>
                <a:gridCol w="225540">
                  <a:extLst>
                    <a:ext uri="{9D8B030D-6E8A-4147-A177-3AD203B41FA5}">
                      <a16:colId xmlns:a16="http://schemas.microsoft.com/office/drawing/2014/main" val="1937369831"/>
                    </a:ext>
                  </a:extLst>
                </a:gridCol>
                <a:gridCol w="444500">
                  <a:extLst>
                    <a:ext uri="{9D8B030D-6E8A-4147-A177-3AD203B41FA5}">
                      <a16:colId xmlns:a16="http://schemas.microsoft.com/office/drawing/2014/main" val="747813118"/>
                    </a:ext>
                  </a:extLst>
                </a:gridCol>
                <a:gridCol w="27403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CHOP_EN_OSCLDO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CHOP_EN_BGR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TEST_ANA_EN[2:0]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D5769A7B-7740-A9F5-53C8-153562FCCDFC}"/>
              </a:ext>
            </a:extLst>
          </p:cNvPr>
          <p:cNvGraphicFramePr>
            <a:graphicFrameLocks noGrp="1"/>
          </p:cNvGraphicFramePr>
          <p:nvPr/>
        </p:nvGraphicFramePr>
        <p:xfrm>
          <a:off x="399229" y="2145980"/>
          <a:ext cx="6048000" cy="198479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88150">
                  <a:extLst>
                    <a:ext uri="{9D8B030D-6E8A-4147-A177-3AD203B41FA5}">
                      <a16:colId xmlns:a16="http://schemas.microsoft.com/office/drawing/2014/main" val="2079070694"/>
                    </a:ext>
                  </a:extLst>
                </a:gridCol>
                <a:gridCol w="4324067">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 determinant OSC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CHOP_EN_OSCLDO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CHOP_EN_OSCLDO determinant LDO for OSC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CHOP_EN_BGR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CHOP_EN_BGR determinant BGR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8061790"/>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TEST_ANA_EN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Analog TEST MUX select bit for only test.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0860638"/>
                  </a:ext>
                </a:extLst>
              </a:tr>
            </a:tbl>
          </a:graphicData>
        </a:graphic>
      </p:graphicFrame>
      <p:sp>
        <p:nvSpPr>
          <p:cNvPr id="2" name="TextBox 1">
            <a:extLst>
              <a:ext uri="{FF2B5EF4-FFF2-40B4-BE49-F238E27FC236}">
                <a16:creationId xmlns:a16="http://schemas.microsoft.com/office/drawing/2014/main" id="{5D619851-57B0-A8CE-98E1-E300DD741DDB}"/>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29081537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638403"/>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7724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719094820"/>
              </p:ext>
            </p:extLst>
          </p:nvPr>
        </p:nvGraphicFramePr>
        <p:xfrm>
          <a:off x="887435" y="49701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
        <p:nvSpPr>
          <p:cNvPr id="7" name="object 7">
            <a:extLst>
              <a:ext uri="{FF2B5EF4-FFF2-40B4-BE49-F238E27FC236}">
                <a16:creationId xmlns:a16="http://schemas.microsoft.com/office/drawing/2014/main" id="{15997D99-F290-9A2C-AD87-FAA8C263CD2F}"/>
              </a:ext>
            </a:extLst>
          </p:cNvPr>
          <p:cNvSpPr txBox="1"/>
          <p:nvPr/>
        </p:nvSpPr>
        <p:spPr>
          <a:xfrm>
            <a:off x="404812" y="6868360"/>
            <a:ext cx="6048622" cy="1533753"/>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88900" marR="4611" indent="-77788">
              <a:spcBef>
                <a:spcPts val="159"/>
              </a:spcBef>
            </a:pPr>
            <a:r>
              <a:rPr lang="en-US" sz="800" dirty="0">
                <a:latin typeface="Arial"/>
                <a:cs typeface="Arial"/>
              </a:rPr>
              <a:t>3. This document should serve as recommendation only. Other parameters may also affect soldering, so these profiles</a:t>
            </a:r>
          </a:p>
          <a:p>
            <a:pPr marL="88900" marR="4611" indent="-77788">
              <a:spcBef>
                <a:spcPts val="159"/>
              </a:spcBef>
            </a:pPr>
            <a:r>
              <a:rPr lang="en-US" sz="800" dirty="0">
                <a:latin typeface="Arial"/>
                <a:cs typeface="Arial"/>
              </a:rPr>
              <a:t>   do not guarantee absolute success.</a:t>
            </a:r>
          </a:p>
          <a:p>
            <a:pPr marL="88900" marR="4611" indent="-77788">
              <a:spcBef>
                <a:spcPts val="159"/>
              </a:spcBef>
            </a:pPr>
            <a:r>
              <a:rPr lang="en-US" sz="800" dirty="0">
                <a:latin typeface="Arial"/>
                <a:cs typeface="Arial"/>
              </a:rPr>
              <a:t>4. Soldering profiles should be determined by reference to the solder and solder paste manufacturer's specifications, unless they conflict with the recommendations in this document.</a:t>
            </a:r>
          </a:p>
          <a:p>
            <a:pPr marL="88900" marR="4611" indent="-77788">
              <a:spcBef>
                <a:spcPts val="159"/>
              </a:spcBef>
            </a:pPr>
            <a:r>
              <a:rPr lang="en-US" sz="800" dirty="0">
                <a:latin typeface="Arial"/>
                <a:cs typeface="Arial"/>
              </a:rPr>
              <a:t>5. The soldering profile and footprint information specified in this datasheet are general recommendations and are provided for reference only. The design, control, and quality assurance of the actual soldering process are the sole responsibility of the customer. The supplier assumes no responsibility for the soldering process or its results.</a:t>
            </a:r>
            <a:endParaRPr sz="800" dirty="0">
              <a:latin typeface="Arial"/>
              <a:cs typeface="Arial"/>
            </a:endParaRPr>
          </a:p>
        </p:txBody>
      </p:sp>
    </p:spTree>
    <p:extLst>
      <p:ext uri="{BB962C8B-B14F-4D97-AF65-F5344CB8AC3E}">
        <p14:creationId xmlns:p14="http://schemas.microsoft.com/office/powerpoint/2010/main" val="75661767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400882-5D7C-050B-EE8B-CD24E2A3A85F}"/>
            </a:ext>
          </a:extLst>
        </p:cNvPr>
        <p:cNvGrpSpPr/>
        <p:nvPr/>
      </p:nvGrpSpPr>
      <p:grpSpPr>
        <a:xfrm>
          <a:off x="0" y="0"/>
          <a:ext cx="0" cy="0"/>
          <a:chOff x="0" y="0"/>
          <a:chExt cx="0" cy="0"/>
        </a:xfrm>
      </p:grpSpPr>
      <p:sp>
        <p:nvSpPr>
          <p:cNvPr id="4468" name="object 18">
            <a:extLst>
              <a:ext uri="{FF2B5EF4-FFF2-40B4-BE49-F238E27FC236}">
                <a16:creationId xmlns:a16="http://schemas.microsoft.com/office/drawing/2014/main" id="{14FD4404-A9F4-1DBF-C60B-9F747C6E9AD5}"/>
              </a:ext>
            </a:extLst>
          </p:cNvPr>
          <p:cNvSpPr txBox="1"/>
          <p:nvPr/>
        </p:nvSpPr>
        <p:spPr>
          <a:xfrm>
            <a:off x="1334847" y="3608544"/>
            <a:ext cx="836725" cy="197490"/>
          </a:xfrm>
          <a:prstGeom prst="rect">
            <a:avLst/>
          </a:prstGeom>
        </p:spPr>
        <p:txBody>
          <a:bodyPr vert="horz" wrap="square" lIns="0" tIns="12700" rIns="0" bIns="0" rtlCol="0">
            <a:spAutoFit/>
          </a:bodyPr>
          <a:lstStyle/>
          <a:p>
            <a:pPr marL="12700" algn="ctr">
              <a:lnSpc>
                <a:spcPct val="100000"/>
              </a:lnSpc>
              <a:spcBef>
                <a:spcPts val="100"/>
              </a:spcBef>
            </a:pPr>
            <a:r>
              <a:rPr sz="1200" dirty="0">
                <a:uFill>
                  <a:solidFill>
                    <a:srgbClr val="000000"/>
                  </a:solidFill>
                </a:uFill>
                <a:latin typeface="Calibri"/>
                <a:cs typeface="Calibri"/>
              </a:rPr>
              <a:t>TOP</a:t>
            </a:r>
            <a:r>
              <a:rPr sz="1200" spc="-70" dirty="0">
                <a:uFill>
                  <a:solidFill>
                    <a:srgbClr val="000000"/>
                  </a:solidFill>
                </a:uFill>
                <a:latin typeface="Calibri"/>
                <a:cs typeface="Calibri"/>
              </a:rPr>
              <a:t> </a:t>
            </a:r>
            <a:r>
              <a:rPr sz="1200" spc="-20" dirty="0">
                <a:uFill>
                  <a:solidFill>
                    <a:srgbClr val="000000"/>
                  </a:solidFill>
                </a:uFill>
                <a:latin typeface="Calibri"/>
                <a:cs typeface="Calibri"/>
              </a:rPr>
              <a:t>VIEW</a:t>
            </a:r>
            <a:endParaRPr sz="1200" dirty="0">
              <a:latin typeface="Calibri"/>
              <a:cs typeface="Calibri"/>
            </a:endParaRPr>
          </a:p>
        </p:txBody>
      </p:sp>
      <p:pic>
        <p:nvPicPr>
          <p:cNvPr id="4470" name="object 22">
            <a:extLst>
              <a:ext uri="{FF2B5EF4-FFF2-40B4-BE49-F238E27FC236}">
                <a16:creationId xmlns:a16="http://schemas.microsoft.com/office/drawing/2014/main" id="{2DCB5383-8204-4159-D5B0-6DAD5169B6EB}"/>
              </a:ext>
            </a:extLst>
          </p:cNvPr>
          <p:cNvPicPr/>
          <p:nvPr/>
        </p:nvPicPr>
        <p:blipFill>
          <a:blip r:embed="rId2" cstate="print"/>
          <a:stretch>
            <a:fillRect/>
          </a:stretch>
        </p:blipFill>
        <p:spPr>
          <a:xfrm>
            <a:off x="1118149" y="3179282"/>
            <a:ext cx="112794" cy="114265"/>
          </a:xfrm>
          <a:prstGeom prst="rect">
            <a:avLst/>
          </a:prstGeom>
        </p:spPr>
      </p:pic>
      <p:sp>
        <p:nvSpPr>
          <p:cNvPr id="4472" name="직사각형 4471">
            <a:extLst>
              <a:ext uri="{FF2B5EF4-FFF2-40B4-BE49-F238E27FC236}">
                <a16:creationId xmlns:a16="http://schemas.microsoft.com/office/drawing/2014/main" id="{CF553C2F-9A26-B95B-BD34-DDDC56F33647}"/>
              </a:ext>
            </a:extLst>
          </p:cNvPr>
          <p:cNvSpPr/>
          <p:nvPr/>
        </p:nvSpPr>
        <p:spPr>
          <a:xfrm>
            <a:off x="916768" y="1672331"/>
            <a:ext cx="1825573" cy="182045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latin typeface="Arial" panose="020B0604020202020204" pitchFamily="34" charset="0"/>
              <a:cs typeface="Arial" panose="020B0604020202020204" pitchFamily="34" charset="0"/>
            </a:endParaRPr>
          </a:p>
        </p:txBody>
      </p:sp>
      <p:sp>
        <p:nvSpPr>
          <p:cNvPr id="4534" name="TextBox 4533">
            <a:extLst>
              <a:ext uri="{FF2B5EF4-FFF2-40B4-BE49-F238E27FC236}">
                <a16:creationId xmlns:a16="http://schemas.microsoft.com/office/drawing/2014/main" id="{F2949958-7AC4-D4A7-DD6F-BC9CD8629DB3}"/>
              </a:ext>
            </a:extLst>
          </p:cNvPr>
          <p:cNvSpPr txBox="1"/>
          <p:nvPr/>
        </p:nvSpPr>
        <p:spPr>
          <a:xfrm>
            <a:off x="984706" y="1287181"/>
            <a:ext cx="1825573" cy="276999"/>
          </a:xfrm>
          <a:prstGeom prst="rect">
            <a:avLst/>
          </a:prstGeom>
          <a:noFill/>
        </p:spPr>
        <p:txBody>
          <a:bodyPr wrap="square" rtlCol="0">
            <a:spAutoFit/>
          </a:bodyPr>
          <a:lstStyle/>
          <a:p>
            <a:r>
              <a:rPr lang="en-US" altLang="ko-KR" sz="1200" b="1" dirty="0">
                <a:latin typeface="Arial" panose="020B0604020202020204" pitchFamily="34" charset="0"/>
                <a:cs typeface="Arial" panose="020B0604020202020204" pitchFamily="34" charset="0"/>
              </a:rPr>
              <a:t>&lt; JSICAT marking &gt;</a:t>
            </a:r>
            <a:endParaRPr lang="ko-KR" altLang="en-US" sz="1200" b="1" dirty="0">
              <a:latin typeface="Arial" panose="020B0604020202020204" pitchFamily="34" charset="0"/>
              <a:cs typeface="Arial" panose="020B0604020202020204" pitchFamily="34" charset="0"/>
            </a:endParaRPr>
          </a:p>
        </p:txBody>
      </p:sp>
      <p:sp>
        <p:nvSpPr>
          <p:cNvPr id="17" name="object 24">
            <a:extLst>
              <a:ext uri="{FF2B5EF4-FFF2-40B4-BE49-F238E27FC236}">
                <a16:creationId xmlns:a16="http://schemas.microsoft.com/office/drawing/2014/main" id="{B43283CE-0648-9FFF-11B5-C110D1E5B514}"/>
              </a:ext>
            </a:extLst>
          </p:cNvPr>
          <p:cNvSpPr txBox="1"/>
          <p:nvPr/>
        </p:nvSpPr>
        <p:spPr>
          <a:xfrm>
            <a:off x="663470" y="4237639"/>
            <a:ext cx="2468046" cy="39498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Fix. Code </a:t>
            </a:r>
            <a:r>
              <a:rPr sz="1200" b="1" dirty="0">
                <a:latin typeface="Arial" panose="020B0604020202020204" pitchFamily="34" charset="0"/>
                <a:cs typeface="Arial" panose="020B0604020202020204" pitchFamily="34" charset="0"/>
              </a:rPr>
              <a:t>IC</a:t>
            </a:r>
            <a:r>
              <a:rPr sz="1200" b="1" spc="-20" dirty="0">
                <a:latin typeface="Arial" panose="020B0604020202020204" pitchFamily="34" charset="0"/>
                <a:cs typeface="Arial" panose="020B0604020202020204" pitchFamily="34" charset="0"/>
              </a:rPr>
              <a:t> </a:t>
            </a:r>
            <a:r>
              <a:rPr sz="1200" b="1" dirty="0">
                <a:latin typeface="Arial" panose="020B0604020202020204" pitchFamily="34" charset="0"/>
                <a:cs typeface="Arial" panose="020B0604020202020204" pitchFamily="34" charset="0"/>
              </a:rPr>
              <a:t>Part</a:t>
            </a:r>
            <a:r>
              <a:rPr sz="1200" b="1" spc="-25" dirty="0">
                <a:latin typeface="Arial" panose="020B0604020202020204" pitchFamily="34" charset="0"/>
                <a:cs typeface="Arial" panose="020B0604020202020204" pitchFamily="34" charset="0"/>
              </a:rPr>
              <a:t> </a:t>
            </a:r>
            <a:r>
              <a:rPr sz="1200" b="1" spc="-20" dirty="0">
                <a:latin typeface="Arial" panose="020B0604020202020204" pitchFamily="34" charset="0"/>
                <a:cs typeface="Arial" panose="020B0604020202020204" pitchFamily="34" charset="0"/>
              </a:rPr>
              <a:t>Name</a:t>
            </a:r>
            <a:r>
              <a:rPr lang="en-US" sz="1200" b="1" spc="-20" dirty="0">
                <a:latin typeface="Arial" panose="020B0604020202020204" pitchFamily="34" charset="0"/>
                <a:cs typeface="Arial" panose="020B0604020202020204" pitchFamily="34" charset="0"/>
              </a:rPr>
              <a:t>: </a:t>
            </a:r>
            <a:r>
              <a:rPr lang="en-US" altLang="ko-KR" sz="1200" b="1" dirty="0">
                <a:latin typeface="Arial" panose="020B0604020202020204" pitchFamily="34" charset="0"/>
                <a:cs typeface="Arial" panose="020B0604020202020204" pitchFamily="34" charset="0"/>
              </a:rPr>
              <a:t>XC24R</a:t>
            </a:r>
          </a:p>
          <a:p>
            <a:pPr marL="228600" indent="-228600">
              <a:lnSpc>
                <a:spcPct val="100000"/>
              </a:lnSpc>
              <a:spcBef>
                <a:spcPts val="100"/>
              </a:spcBef>
              <a:buAutoNum type="arabicParenBoth"/>
            </a:pPr>
            <a:endParaRPr lang="en-US" sz="1200" b="1" dirty="0">
              <a:latin typeface="Arial" panose="020B0604020202020204" pitchFamily="34" charset="0"/>
              <a:cs typeface="Arial" panose="020B0604020202020204" pitchFamily="34" charset="0"/>
            </a:endParaRPr>
          </a:p>
        </p:txBody>
      </p:sp>
      <p:graphicFrame>
        <p:nvGraphicFramePr>
          <p:cNvPr id="26" name="표 25">
            <a:extLst>
              <a:ext uri="{FF2B5EF4-FFF2-40B4-BE49-F238E27FC236}">
                <a16:creationId xmlns:a16="http://schemas.microsoft.com/office/drawing/2014/main" id="{30141451-349B-999C-55C0-CD8DE57F1EDF}"/>
              </a:ext>
            </a:extLst>
          </p:cNvPr>
          <p:cNvGraphicFramePr>
            <a:graphicFrameLocks noGrp="1"/>
          </p:cNvGraphicFramePr>
          <p:nvPr>
            <p:extLst>
              <p:ext uri="{D42A27DB-BD31-4B8C-83A1-F6EECF244321}">
                <p14:modId xmlns:p14="http://schemas.microsoft.com/office/powerpoint/2010/main" val="4226423771"/>
              </p:ext>
            </p:extLst>
          </p:nvPr>
        </p:nvGraphicFramePr>
        <p:xfrm>
          <a:off x="594286" y="4923572"/>
          <a:ext cx="2298549" cy="1892537"/>
        </p:xfrm>
        <a:graphic>
          <a:graphicData uri="http://schemas.openxmlformats.org/drawingml/2006/table">
            <a:tbl>
              <a:tblPr firstRow="1" bandRow="1">
                <a:tableStyleId>{5940675A-B579-460E-94D1-54222C63F5DA}</a:tableStyleId>
              </a:tblPr>
              <a:tblGrid>
                <a:gridCol w="358381">
                  <a:extLst>
                    <a:ext uri="{9D8B030D-6E8A-4147-A177-3AD203B41FA5}">
                      <a16:colId xmlns:a16="http://schemas.microsoft.com/office/drawing/2014/main" val="1176707637"/>
                    </a:ext>
                  </a:extLst>
                </a:gridCol>
                <a:gridCol w="598639">
                  <a:extLst>
                    <a:ext uri="{9D8B030D-6E8A-4147-A177-3AD203B41FA5}">
                      <a16:colId xmlns:a16="http://schemas.microsoft.com/office/drawing/2014/main" val="594133370"/>
                    </a:ext>
                  </a:extLst>
                </a:gridCol>
                <a:gridCol w="1341529">
                  <a:extLst>
                    <a:ext uri="{9D8B030D-6E8A-4147-A177-3AD203B41FA5}">
                      <a16:colId xmlns:a16="http://schemas.microsoft.com/office/drawing/2014/main" val="3975039956"/>
                    </a:ext>
                  </a:extLst>
                </a:gridCol>
              </a:tblGrid>
              <a:tr h="296014">
                <a:tc>
                  <a:txBody>
                    <a:bodyPr/>
                    <a:lstStyle/>
                    <a:p>
                      <a:pPr algn="ctr" latinLnBrk="1"/>
                      <a:r>
                        <a:rPr lang="en-US" altLang="ko-KR" sz="1000" b="1" dirty="0">
                          <a:solidFill>
                            <a:schemeClr val="tx1"/>
                          </a:solidFill>
                          <a:latin typeface="+mn-lt"/>
                          <a:ea typeface="+mn-ea"/>
                          <a:cs typeface="+mn-cs"/>
                        </a:rPr>
                        <a:t>Row No.</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Marking</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Definition</a:t>
                      </a:r>
                      <a:endParaRPr lang="ko-KR" altLang="en-US" sz="1000" b="1" dirty="0">
                        <a:solidFill>
                          <a:schemeClr val="tx1"/>
                        </a:solidFill>
                        <a:latin typeface="+mn-lt"/>
                        <a:ea typeface="+mn-ea"/>
                        <a:cs typeface="+mn-cs"/>
                      </a:endParaRPr>
                    </a:p>
                  </a:txBody>
                  <a:tcPr marL="0" marR="0" marT="0" marB="0" anchor="ctr"/>
                </a:tc>
                <a:extLst>
                  <a:ext uri="{0D108BD9-81ED-4DB2-BD59-A6C34878D82A}">
                    <a16:rowId xmlns:a16="http://schemas.microsoft.com/office/drawing/2014/main" val="3038924026"/>
                  </a:ext>
                </a:extLst>
              </a:tr>
              <a:tr h="296014">
                <a:tc>
                  <a:txBody>
                    <a:bodyPr/>
                    <a:lstStyle/>
                    <a:p>
                      <a:pPr algn="ctr" latinLnBrk="1"/>
                      <a:r>
                        <a:rPr lang="en-US" altLang="ko-KR" sz="1000" dirty="0">
                          <a:solidFill>
                            <a:schemeClr val="tx1"/>
                          </a:solidFill>
                          <a:latin typeface="+mn-lt"/>
                          <a:ea typeface="+mn-ea"/>
                          <a:cs typeface="+mn-cs"/>
                        </a:rPr>
                        <a:t>1</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a:solidFill>
                            <a:schemeClr val="tx1"/>
                          </a:solidFill>
                          <a:latin typeface="+mn-lt"/>
                          <a:ea typeface="+mn-ea"/>
                          <a:cs typeface="+mn-cs"/>
                        </a:rPr>
                        <a:t>XXXXX</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Fixed Code: </a:t>
                      </a:r>
                      <a:r>
                        <a:rPr lang="en-US" altLang="ko-KR" sz="1000" b="1" dirty="0">
                          <a:solidFill>
                            <a:schemeClr val="tx1"/>
                          </a:solidFill>
                          <a:latin typeface="+mn-lt"/>
                          <a:ea typeface="+mn-ea"/>
                          <a:cs typeface="+mn-cs"/>
                        </a:rPr>
                        <a:t>XC24R</a:t>
                      </a:r>
                      <a:endParaRPr lang="ko-KR" altLang="en-US" sz="1000" b="1" dirty="0">
                        <a:solidFill>
                          <a:schemeClr val="tx1"/>
                        </a:solidFill>
                        <a:latin typeface="+mn-lt"/>
                        <a:ea typeface="+mn-ea"/>
                        <a:cs typeface="+mn-cs"/>
                      </a:endParaRPr>
                    </a:p>
                  </a:txBody>
                  <a:tcPr marL="36000" marR="0" marT="0" marB="0" anchor="ctr"/>
                </a:tc>
                <a:extLst>
                  <a:ext uri="{0D108BD9-81ED-4DB2-BD59-A6C34878D82A}">
                    <a16:rowId xmlns:a16="http://schemas.microsoft.com/office/drawing/2014/main" val="1639683810"/>
                  </a:ext>
                </a:extLst>
              </a:tr>
              <a:tr h="305323">
                <a:tc>
                  <a:txBody>
                    <a:bodyPr/>
                    <a:lstStyle/>
                    <a:p>
                      <a:pPr algn="ctr" latinLnBrk="1"/>
                      <a:r>
                        <a:rPr lang="en-US" altLang="ko-KR" sz="1000" dirty="0">
                          <a:solidFill>
                            <a:schemeClr val="tx1"/>
                          </a:solidFill>
                          <a:latin typeface="+mn-lt"/>
                          <a:ea typeface="+mn-ea"/>
                          <a:cs typeface="+mn-cs"/>
                        </a:rPr>
                        <a:t>2</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err="1">
                          <a:solidFill>
                            <a:schemeClr val="tx1"/>
                          </a:solidFill>
                          <a:latin typeface="+mn-lt"/>
                          <a:ea typeface="+mn-ea"/>
                          <a:cs typeface="+mn-cs"/>
                        </a:rPr>
                        <a:t>abc</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Internal code</a:t>
                      </a:r>
                    </a:p>
                  </a:txBody>
                  <a:tcPr marL="36000" marR="0" marT="0" marB="0" anchor="ctr"/>
                </a:tc>
                <a:extLst>
                  <a:ext uri="{0D108BD9-81ED-4DB2-BD59-A6C34878D82A}">
                    <a16:rowId xmlns:a16="http://schemas.microsoft.com/office/drawing/2014/main" val="3996527278"/>
                  </a:ext>
                </a:extLst>
              </a:tr>
              <a:tr h="945847">
                <a:tc>
                  <a:txBody>
                    <a:bodyPr/>
                    <a:lstStyle/>
                    <a:p>
                      <a:pPr algn="ctr" latinLnBrk="1"/>
                      <a:r>
                        <a:rPr lang="en-US" altLang="ko-KR" sz="1000" dirty="0">
                          <a:solidFill>
                            <a:schemeClr val="tx1"/>
                          </a:solidFill>
                          <a:latin typeface="+mn-lt"/>
                          <a:ea typeface="+mn-ea"/>
                          <a:cs typeface="+mn-cs"/>
                        </a:rPr>
                        <a:t>3</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a:solidFill>
                            <a:schemeClr val="tx1"/>
                          </a:solidFill>
                          <a:latin typeface="+mn-lt"/>
                          <a:ea typeface="+mn-ea"/>
                          <a:cs typeface="+mn-cs"/>
                        </a:rPr>
                        <a:t>YWCD@</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Y: Year Code</a:t>
                      </a:r>
                    </a:p>
                    <a:p>
                      <a:pPr algn="l" latinLnBrk="1"/>
                      <a:r>
                        <a:rPr lang="en-US" altLang="ko-KR" sz="1000" dirty="0">
                          <a:solidFill>
                            <a:schemeClr val="tx1"/>
                          </a:solidFill>
                          <a:latin typeface="+mn-lt"/>
                          <a:ea typeface="+mn-ea"/>
                          <a:cs typeface="+mn-cs"/>
                        </a:rPr>
                        <a:t>W: Week Code</a:t>
                      </a:r>
                    </a:p>
                    <a:p>
                      <a:pPr algn="l" latinLnBrk="1"/>
                      <a:r>
                        <a:rPr lang="en-US" altLang="ko-KR" sz="1000" dirty="0">
                          <a:solidFill>
                            <a:schemeClr val="tx1"/>
                          </a:solidFill>
                          <a:latin typeface="+mn-lt"/>
                          <a:ea typeface="+mn-ea"/>
                          <a:cs typeface="+mn-cs"/>
                        </a:rPr>
                        <a:t>C: Wafer Code</a:t>
                      </a:r>
                    </a:p>
                    <a:p>
                      <a:pPr marL="90488" indent="-90488" algn="l" latinLnBrk="1"/>
                      <a:r>
                        <a:rPr lang="en-US" altLang="ko-KR" sz="1000" dirty="0">
                          <a:solidFill>
                            <a:schemeClr val="tx1"/>
                          </a:solidFill>
                          <a:latin typeface="+mn-lt"/>
                          <a:ea typeface="+mn-ea"/>
                          <a:cs typeface="+mn-cs"/>
                        </a:rPr>
                        <a:t>D: Traceability  Wafer lot Code</a:t>
                      </a:r>
                    </a:p>
                    <a:p>
                      <a:pPr algn="l" latinLnBrk="1"/>
                      <a:r>
                        <a:rPr lang="en-US" altLang="ko-KR" sz="1000" dirty="0">
                          <a:solidFill>
                            <a:schemeClr val="tx1"/>
                          </a:solidFill>
                          <a:latin typeface="+mn-lt"/>
                          <a:ea typeface="+mn-ea"/>
                          <a:cs typeface="+mn-cs"/>
                        </a:rPr>
                        <a:t>@:  Assembly plant Code</a:t>
                      </a:r>
                      <a:endParaRPr lang="ko-KR" altLang="en-US" sz="1000" dirty="0">
                        <a:solidFill>
                          <a:schemeClr val="tx1"/>
                        </a:solidFill>
                        <a:latin typeface="+mn-lt"/>
                        <a:ea typeface="+mn-ea"/>
                        <a:cs typeface="+mn-cs"/>
                      </a:endParaRPr>
                    </a:p>
                  </a:txBody>
                  <a:tcPr marL="36000" marR="0" marT="36000" marB="36000" anchor="ctr"/>
                </a:tc>
                <a:extLst>
                  <a:ext uri="{0D108BD9-81ED-4DB2-BD59-A6C34878D82A}">
                    <a16:rowId xmlns:a16="http://schemas.microsoft.com/office/drawing/2014/main" val="2124277177"/>
                  </a:ext>
                </a:extLst>
              </a:tr>
            </a:tbl>
          </a:graphicData>
        </a:graphic>
      </p:graphicFrame>
      <p:sp>
        <p:nvSpPr>
          <p:cNvPr id="27" name="object 24">
            <a:extLst>
              <a:ext uri="{FF2B5EF4-FFF2-40B4-BE49-F238E27FC236}">
                <a16:creationId xmlns:a16="http://schemas.microsoft.com/office/drawing/2014/main" id="{DEDB12C5-E3AD-BCC0-702C-20B076005BEB}"/>
              </a:ext>
            </a:extLst>
          </p:cNvPr>
          <p:cNvSpPr txBox="1"/>
          <p:nvPr/>
        </p:nvSpPr>
        <p:spPr>
          <a:xfrm>
            <a:off x="657725" y="4682244"/>
            <a:ext cx="2218444" cy="19749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Package Drawings </a:t>
            </a:r>
            <a:r>
              <a:rPr sz="1200" b="1" dirty="0">
                <a:latin typeface="Arial" panose="020B0604020202020204" pitchFamily="34" charset="0"/>
                <a:cs typeface="Arial" panose="020B0604020202020204" pitchFamily="34" charset="0"/>
              </a:rPr>
              <a:t>Marking</a:t>
            </a:r>
            <a:r>
              <a:rPr lang="en-US" sz="1200" b="1" spc="-30" dirty="0">
                <a:latin typeface="Arial" panose="020B0604020202020204" pitchFamily="34" charset="0"/>
                <a:cs typeface="Arial" panose="020B0604020202020204" pitchFamily="34" charset="0"/>
              </a:rPr>
              <a:t>s</a:t>
            </a:r>
            <a:endParaRPr sz="1200" b="1" dirty="0">
              <a:latin typeface="Arial" panose="020B0604020202020204" pitchFamily="34" charset="0"/>
              <a:cs typeface="Arial" panose="020B0604020202020204" pitchFamily="34" charset="0"/>
            </a:endParaRPr>
          </a:p>
        </p:txBody>
      </p:sp>
      <p:sp>
        <p:nvSpPr>
          <p:cNvPr id="29" name="object 24">
            <a:extLst>
              <a:ext uri="{FF2B5EF4-FFF2-40B4-BE49-F238E27FC236}">
                <a16:creationId xmlns:a16="http://schemas.microsoft.com/office/drawing/2014/main" id="{92AFADB1-469C-B782-9139-5100C8FECBF9}"/>
              </a:ext>
            </a:extLst>
          </p:cNvPr>
          <p:cNvSpPr txBox="1"/>
          <p:nvPr/>
        </p:nvSpPr>
        <p:spPr>
          <a:xfrm>
            <a:off x="-1212333" y="7142051"/>
            <a:ext cx="3613237" cy="271869"/>
          </a:xfrm>
          <a:prstGeom prst="rect">
            <a:avLst/>
          </a:prstGeom>
        </p:spPr>
        <p:txBody>
          <a:bodyPr vert="horz" wrap="square" lIns="0" tIns="12700" rIns="0" bIns="0" rtlCol="0">
            <a:spAutoFit/>
          </a:bodyPr>
          <a:lstStyle/>
          <a:p>
            <a:pPr lvl="4">
              <a:spcBef>
                <a:spcPts val="100"/>
              </a:spcBef>
            </a:pPr>
            <a:r>
              <a:rPr lang="en-US" sz="800" dirty="0">
                <a:latin typeface="Arial" panose="020B0604020202020204" pitchFamily="34" charset="0"/>
                <a:cs typeface="Arial" panose="020B0604020202020204" pitchFamily="34" charset="0"/>
              </a:rPr>
              <a:t>** Font Type : Arial</a:t>
            </a:r>
          </a:p>
          <a:p>
            <a:pPr lvl="4">
              <a:spcBef>
                <a:spcPts val="100"/>
              </a:spcBef>
            </a:pPr>
            <a:r>
              <a:rPr lang="en-US" sz="800" dirty="0">
                <a:latin typeface="Arial" panose="020B0604020202020204" pitchFamily="34" charset="0"/>
                <a:cs typeface="Arial" panose="020B0604020202020204" pitchFamily="34" charset="0"/>
              </a:rPr>
              <a:t>    Marking text tolerance : </a:t>
            </a:r>
            <a:r>
              <a:rPr lang="en-US" sz="800" dirty="0">
                <a:latin typeface="Arial" panose="020B0604020202020204" pitchFamily="34" charset="0"/>
                <a:ea typeface="맑은 고딕" panose="020B0503020000020004" pitchFamily="50" charset="-127"/>
                <a:cs typeface="Arial" panose="020B0604020202020204" pitchFamily="34" charset="0"/>
              </a:rPr>
              <a:t>±0.05mm</a:t>
            </a:r>
          </a:p>
        </p:txBody>
      </p:sp>
      <p:sp>
        <p:nvSpPr>
          <p:cNvPr id="2" name="object 19">
            <a:extLst>
              <a:ext uri="{FF2B5EF4-FFF2-40B4-BE49-F238E27FC236}">
                <a16:creationId xmlns:a16="http://schemas.microsoft.com/office/drawing/2014/main" id="{BA53386C-84D4-D666-1369-E7ECE53A44B1}"/>
              </a:ext>
            </a:extLst>
          </p:cNvPr>
          <p:cNvSpPr txBox="1"/>
          <p:nvPr/>
        </p:nvSpPr>
        <p:spPr>
          <a:xfrm>
            <a:off x="1319498" y="2592887"/>
            <a:ext cx="1377142" cy="360354"/>
          </a:xfrm>
          <a:prstGeom prst="rect">
            <a:avLst/>
          </a:prstGeom>
        </p:spPr>
        <p:txBody>
          <a:bodyPr vert="horz" wrap="square" lIns="0" tIns="52069" rIns="0" bIns="0" rtlCol="0">
            <a:spAutoFit/>
          </a:bodyPr>
          <a:lstStyle/>
          <a:p>
            <a:pPr marL="12700" marR="480695">
              <a:lnSpc>
                <a:spcPct val="100000"/>
              </a:lnSpc>
              <a:spcBef>
                <a:spcPts val="155"/>
              </a:spcBef>
            </a:pPr>
            <a:r>
              <a:rPr lang="en-US" sz="2000" b="1" spc="-10" dirty="0">
                <a:latin typeface="Arial" panose="020B0604020202020204" pitchFamily="34" charset="0"/>
                <a:cs typeface="Arial" panose="020B0604020202020204" pitchFamily="34" charset="0"/>
              </a:rPr>
              <a:t>CBA2J</a:t>
            </a:r>
            <a:endParaRPr sz="2000" b="1" dirty="0">
              <a:latin typeface="Arial" panose="020B0604020202020204" pitchFamily="34" charset="0"/>
              <a:cs typeface="Arial" panose="020B0604020202020204" pitchFamily="34" charset="0"/>
            </a:endParaRPr>
          </a:p>
        </p:txBody>
      </p:sp>
      <p:sp>
        <p:nvSpPr>
          <p:cNvPr id="13" name="object 19">
            <a:extLst>
              <a:ext uri="{FF2B5EF4-FFF2-40B4-BE49-F238E27FC236}">
                <a16:creationId xmlns:a16="http://schemas.microsoft.com/office/drawing/2014/main" id="{E3BEAC2C-34F3-4EC7-AA4B-5BFD3D07B650}"/>
              </a:ext>
            </a:extLst>
          </p:cNvPr>
          <p:cNvSpPr txBox="1"/>
          <p:nvPr/>
        </p:nvSpPr>
        <p:spPr>
          <a:xfrm>
            <a:off x="1300376" y="2086804"/>
            <a:ext cx="1441965" cy="545020"/>
          </a:xfrm>
          <a:prstGeom prst="rect">
            <a:avLst/>
          </a:prstGeom>
        </p:spPr>
        <p:txBody>
          <a:bodyPr vert="horz" wrap="square" lIns="0" tIns="52069" rIns="0" bIns="0" rtlCol="0">
            <a:spAutoFit/>
          </a:bodyPr>
          <a:lstStyle/>
          <a:p>
            <a:pPr marL="12700">
              <a:lnSpc>
                <a:spcPct val="100000"/>
              </a:lnSpc>
              <a:spcBef>
                <a:spcPts val="409"/>
              </a:spcBef>
            </a:pPr>
            <a:r>
              <a:rPr lang="en-US" sz="3200" b="1" spc="-20" dirty="0">
                <a:latin typeface="Arial" panose="020B0604020202020204" pitchFamily="34" charset="0"/>
                <a:cs typeface="Arial" panose="020B0604020202020204" pitchFamily="34" charset="0"/>
              </a:rPr>
              <a:t>XC24R</a:t>
            </a:r>
            <a:endParaRPr sz="3200" b="1" dirty="0">
              <a:latin typeface="Arial" panose="020B0604020202020204" pitchFamily="34" charset="0"/>
              <a:cs typeface="Arial" panose="020B0604020202020204" pitchFamily="34" charset="0"/>
            </a:endParaRPr>
          </a:p>
        </p:txBody>
      </p:sp>
      <p:grpSp>
        <p:nvGrpSpPr>
          <p:cNvPr id="49" name="그룹 48">
            <a:extLst>
              <a:ext uri="{FF2B5EF4-FFF2-40B4-BE49-F238E27FC236}">
                <a16:creationId xmlns:a16="http://schemas.microsoft.com/office/drawing/2014/main" id="{33DE3443-051F-3D0A-8F83-A26DB14C8C8C}"/>
              </a:ext>
            </a:extLst>
          </p:cNvPr>
          <p:cNvGrpSpPr/>
          <p:nvPr/>
        </p:nvGrpSpPr>
        <p:grpSpPr>
          <a:xfrm>
            <a:off x="2927983" y="2131176"/>
            <a:ext cx="997628" cy="989567"/>
            <a:chOff x="3104093" y="1803949"/>
            <a:chExt cx="997628" cy="989567"/>
          </a:xfrm>
        </p:grpSpPr>
        <p:sp>
          <p:nvSpPr>
            <p:cNvPr id="50" name="직사각형 49">
              <a:extLst>
                <a:ext uri="{FF2B5EF4-FFF2-40B4-BE49-F238E27FC236}">
                  <a16:creationId xmlns:a16="http://schemas.microsoft.com/office/drawing/2014/main" id="{190A36AF-9F17-79A3-2DDE-F2207E822C2C}"/>
                </a:ext>
              </a:extLst>
            </p:cNvPr>
            <p:cNvSpPr/>
            <p:nvPr/>
          </p:nvSpPr>
          <p:spPr>
            <a:xfrm>
              <a:off x="3104093" y="1803949"/>
              <a:ext cx="997628" cy="989567"/>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1" name="object 19">
              <a:extLst>
                <a:ext uri="{FF2B5EF4-FFF2-40B4-BE49-F238E27FC236}">
                  <a16:creationId xmlns:a16="http://schemas.microsoft.com/office/drawing/2014/main" id="{76B201B6-A0DB-6627-B829-004B59E1C791}"/>
                </a:ext>
              </a:extLst>
            </p:cNvPr>
            <p:cNvSpPr txBox="1"/>
            <p:nvPr/>
          </p:nvSpPr>
          <p:spPr>
            <a:xfrm>
              <a:off x="3263424" y="2013408"/>
              <a:ext cx="723151" cy="246221"/>
            </a:xfrm>
            <a:prstGeom prst="rect">
              <a:avLst/>
            </a:prstGeom>
          </p:spPr>
          <p:txBody>
            <a:bodyPr vert="horz" wrap="square" lIns="0" tIns="0" rIns="0" bIns="0" rtlCol="0" anchor="ctr">
              <a:spAutoFit/>
            </a:bodyPr>
            <a:lstStyle/>
            <a:p>
              <a:pPr marL="12700" algn="ctr">
                <a:lnSpc>
                  <a:spcPct val="100000"/>
                </a:lnSpc>
                <a:spcBef>
                  <a:spcPts val="409"/>
                </a:spcBef>
              </a:pPr>
              <a:r>
                <a:rPr lang="en-US" sz="1600" b="1" spc="-20" dirty="0">
                  <a:solidFill>
                    <a:schemeClr val="bg1"/>
                  </a:solidFill>
                  <a:latin typeface="Arial" panose="020B0604020202020204" pitchFamily="34" charset="0"/>
                  <a:cs typeface="Arial" panose="020B0604020202020204" pitchFamily="34" charset="0"/>
                </a:rPr>
                <a:t>XXXXX</a:t>
              </a:r>
              <a:endParaRPr sz="1600" b="1" dirty="0">
                <a:solidFill>
                  <a:schemeClr val="bg1"/>
                </a:solidFill>
                <a:latin typeface="Arial" panose="020B0604020202020204" pitchFamily="34" charset="0"/>
                <a:cs typeface="Arial" panose="020B0604020202020204" pitchFamily="34" charset="0"/>
              </a:endParaRPr>
            </a:p>
          </p:txBody>
        </p:sp>
        <p:pic>
          <p:nvPicPr>
            <p:cNvPr id="52" name="object 22">
              <a:extLst>
                <a:ext uri="{FF2B5EF4-FFF2-40B4-BE49-F238E27FC236}">
                  <a16:creationId xmlns:a16="http://schemas.microsoft.com/office/drawing/2014/main" id="{43EB7CD8-824A-2644-902A-55B8EF06974A}"/>
                </a:ext>
              </a:extLst>
            </p:cNvPr>
            <p:cNvPicPr/>
            <p:nvPr/>
          </p:nvPicPr>
          <p:blipFill>
            <a:blip r:embed="rId2" cstate="print"/>
            <a:stretch>
              <a:fillRect/>
            </a:stretch>
          </p:blipFill>
          <p:spPr>
            <a:xfrm>
              <a:off x="3164165" y="2616945"/>
              <a:ext cx="60565" cy="50062"/>
            </a:xfrm>
            <a:prstGeom prst="rect">
              <a:avLst/>
            </a:prstGeom>
            <a:noFill/>
            <a:ln>
              <a:noFill/>
            </a:ln>
          </p:spPr>
        </p:pic>
        <p:sp>
          <p:nvSpPr>
            <p:cNvPr id="53" name="타원 52">
              <a:extLst>
                <a:ext uri="{FF2B5EF4-FFF2-40B4-BE49-F238E27FC236}">
                  <a16:creationId xmlns:a16="http://schemas.microsoft.com/office/drawing/2014/main" id="{FEC92EEC-6BBE-6D5A-A65D-6463769F2AFD}"/>
                </a:ext>
              </a:extLst>
            </p:cNvPr>
            <p:cNvSpPr/>
            <p:nvPr/>
          </p:nvSpPr>
          <p:spPr>
            <a:xfrm>
              <a:off x="3161109" y="2625911"/>
              <a:ext cx="60565" cy="6395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4" name="object 19">
              <a:extLst>
                <a:ext uri="{FF2B5EF4-FFF2-40B4-BE49-F238E27FC236}">
                  <a16:creationId xmlns:a16="http://schemas.microsoft.com/office/drawing/2014/main" id="{5DF2B1B5-44DB-4A0A-95A9-9AF8DC438D6E}"/>
                </a:ext>
              </a:extLst>
            </p:cNvPr>
            <p:cNvSpPr txBox="1"/>
            <p:nvPr/>
          </p:nvSpPr>
          <p:spPr>
            <a:xfrm>
              <a:off x="3302537" y="2411132"/>
              <a:ext cx="586947" cy="153888"/>
            </a:xfrm>
            <a:prstGeom prst="rect">
              <a:avLst/>
            </a:prstGeom>
          </p:spPr>
          <p:txBody>
            <a:bodyPr vert="horz" wrap="square" lIns="0" tIns="0" rIns="0" bIns="0" rtlCol="0" anchor="ctr">
              <a:spAutoFit/>
            </a:bodyPr>
            <a:lstStyle/>
            <a:p>
              <a:pPr marL="12700" algn="l">
                <a:lnSpc>
                  <a:spcPct val="100000"/>
                </a:lnSpc>
                <a:spcBef>
                  <a:spcPts val="409"/>
                </a:spcBef>
              </a:pPr>
              <a:r>
                <a:rPr lang="en-US" sz="1000" b="1" spc="-20" dirty="0">
                  <a:solidFill>
                    <a:schemeClr val="bg1"/>
                  </a:solidFill>
                  <a:latin typeface="Arial" panose="020B0604020202020204" pitchFamily="34" charset="0"/>
                  <a:cs typeface="Arial" panose="020B0604020202020204" pitchFamily="34" charset="0"/>
                </a:rPr>
                <a:t>YWCD@</a:t>
              </a:r>
              <a:endParaRPr sz="1000" b="1" dirty="0">
                <a:solidFill>
                  <a:schemeClr val="bg1"/>
                </a:solidFill>
                <a:latin typeface="Arial" panose="020B0604020202020204" pitchFamily="34" charset="0"/>
                <a:cs typeface="Arial" panose="020B0604020202020204" pitchFamily="34" charset="0"/>
              </a:endParaRPr>
            </a:p>
          </p:txBody>
        </p:sp>
      </p:grpSp>
      <p:sp>
        <p:nvSpPr>
          <p:cNvPr id="3" name="TextBox 2">
            <a:extLst>
              <a:ext uri="{FF2B5EF4-FFF2-40B4-BE49-F238E27FC236}">
                <a16:creationId xmlns:a16="http://schemas.microsoft.com/office/drawing/2014/main" id="{CA42F7CA-5F2D-C713-D87D-A5AE8A39759E}"/>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A2833C72-EAD5-CD83-5349-4225C96648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80433422-9A7C-E109-1956-091119102F87}"/>
              </a:ext>
            </a:extLst>
          </p:cNvPr>
          <p:cNvSpPr txBox="1"/>
          <p:nvPr/>
        </p:nvSpPr>
        <p:spPr>
          <a:xfrm>
            <a:off x="404813" y="774866"/>
            <a:ext cx="6048622" cy="307777"/>
          </a:xfrm>
          <a:prstGeom prst="rect">
            <a:avLst/>
          </a:prstGeom>
          <a:noFill/>
        </p:spPr>
        <p:txBody>
          <a:bodyPr wrap="square" lIns="0" rtlCol="0">
            <a:spAutoFit/>
          </a:bodyPr>
          <a:lstStyle/>
          <a:p>
            <a:pPr marL="12435">
              <a:spcBef>
                <a:spcPts val="98"/>
              </a:spcBef>
            </a:pPr>
            <a:r>
              <a:rPr lang="en-US" altLang="ko-KR" sz="1400" b="1" spc="-5" dirty="0">
                <a:latin typeface="Arial"/>
                <a:cs typeface="Arial"/>
              </a:rPr>
              <a:t>Body TOP Marking </a:t>
            </a:r>
            <a:endParaRPr lang="en-US" altLang="ko-KR" sz="1400" dirty="0">
              <a:latin typeface="Arial"/>
              <a:cs typeface="Arial"/>
            </a:endParaRPr>
          </a:p>
        </p:txBody>
      </p:sp>
      <p:sp>
        <p:nvSpPr>
          <p:cNvPr id="5" name="object 24">
            <a:extLst>
              <a:ext uri="{FF2B5EF4-FFF2-40B4-BE49-F238E27FC236}">
                <a16:creationId xmlns:a16="http://schemas.microsoft.com/office/drawing/2014/main" id="{1F81CAA5-2EEA-BD73-ED00-CA71817A2DB4}"/>
              </a:ext>
            </a:extLst>
          </p:cNvPr>
          <p:cNvSpPr txBox="1"/>
          <p:nvPr/>
        </p:nvSpPr>
        <p:spPr>
          <a:xfrm>
            <a:off x="3250051" y="4229937"/>
            <a:ext cx="3145553" cy="197490"/>
          </a:xfrm>
          <a:prstGeom prst="rect">
            <a:avLst/>
          </a:prstGeom>
        </p:spPr>
        <p:txBody>
          <a:bodyPr vert="horz" wrap="square" lIns="0" tIns="12700" rIns="0" bIns="0" rtlCol="0">
            <a:spAutoFit/>
          </a:bodyPr>
          <a:lstStyle/>
          <a:p>
            <a:pPr>
              <a:spcBef>
                <a:spcPts val="100"/>
              </a:spcBef>
            </a:pPr>
            <a:r>
              <a:rPr lang="en-US" sz="1200" b="1" dirty="0">
                <a:solidFill>
                  <a:srgbClr val="000000"/>
                </a:solidFill>
                <a:latin typeface="Arial" panose="020B0604020202020204" pitchFamily="34" charset="0"/>
                <a:cs typeface="Arial" panose="020B0604020202020204" pitchFamily="34" charset="0"/>
              </a:rPr>
              <a:t>Assembly production Code : </a:t>
            </a:r>
            <a:r>
              <a:rPr lang="en-US" sz="1200" b="1" spc="-20" dirty="0">
                <a:solidFill>
                  <a:srgbClr val="000000"/>
                </a:solidFill>
                <a:latin typeface="Arial" panose="020B0604020202020204" pitchFamily="34" charset="0"/>
                <a:cs typeface="Arial" panose="020B0604020202020204" pitchFamily="34" charset="0"/>
              </a:rPr>
              <a:t> </a:t>
            </a:r>
            <a:r>
              <a:rPr lang="en-US" altLang="ko-KR" sz="1050" b="1" dirty="0">
                <a:solidFill>
                  <a:srgbClr val="000000"/>
                </a:solidFill>
                <a:latin typeface="Arial" panose="020B0604020202020204" pitchFamily="34" charset="0"/>
                <a:cs typeface="Arial" panose="020B0604020202020204" pitchFamily="34" charset="0"/>
              </a:rPr>
              <a:t>CBA2J</a:t>
            </a:r>
            <a:endParaRPr sz="1200" b="1" dirty="0">
              <a:solidFill>
                <a:srgbClr val="000000"/>
              </a:solidFill>
              <a:latin typeface="Arial" panose="020B0604020202020204" pitchFamily="34" charset="0"/>
              <a:cs typeface="Arial" panose="020B0604020202020204" pitchFamily="34" charset="0"/>
            </a:endParaRPr>
          </a:p>
        </p:txBody>
      </p:sp>
      <p:sp>
        <p:nvSpPr>
          <p:cNvPr id="6" name="object 10">
            <a:extLst>
              <a:ext uri="{FF2B5EF4-FFF2-40B4-BE49-F238E27FC236}">
                <a16:creationId xmlns:a16="http://schemas.microsoft.com/office/drawing/2014/main" id="{D32BC021-1DB1-A917-8AF7-83C91B7C72EB}"/>
              </a:ext>
            </a:extLst>
          </p:cNvPr>
          <p:cNvSpPr txBox="1"/>
          <p:nvPr/>
        </p:nvSpPr>
        <p:spPr>
          <a:xfrm>
            <a:off x="3296501" y="4611174"/>
            <a:ext cx="823594" cy="154529"/>
          </a:xfrm>
          <a:prstGeom prst="rect">
            <a:avLst/>
          </a:prstGeom>
        </p:spPr>
        <p:txBody>
          <a:bodyPr vert="horz" wrap="square" lIns="0" tIns="15875" rIns="0" bIns="0" rtlCol="0">
            <a:spAutoFit/>
          </a:bodyPr>
          <a:lstStyle/>
          <a:p>
            <a:pPr marL="12700">
              <a:spcBef>
                <a:spcPts val="125"/>
              </a:spcBef>
            </a:pPr>
            <a:r>
              <a:rPr lang="en-US" sz="900" dirty="0">
                <a:solidFill>
                  <a:srgbClr val="000000"/>
                </a:solidFill>
                <a:latin typeface="Arial"/>
                <a:cs typeface="Arial"/>
              </a:rPr>
              <a:t>Y</a:t>
            </a:r>
            <a:r>
              <a:rPr sz="900" spc="1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sz="900" dirty="0">
                <a:solidFill>
                  <a:srgbClr val="000000"/>
                </a:solidFill>
                <a:latin typeface="Arial"/>
                <a:cs typeface="Arial"/>
              </a:rPr>
              <a:t>Year</a:t>
            </a:r>
            <a:r>
              <a:rPr sz="900" spc="35" dirty="0">
                <a:solidFill>
                  <a:srgbClr val="000000"/>
                </a:solidFill>
                <a:latin typeface="Arial"/>
                <a:cs typeface="Arial"/>
              </a:rPr>
              <a:t> </a:t>
            </a:r>
            <a:r>
              <a:rPr sz="900" spc="-20" dirty="0">
                <a:solidFill>
                  <a:srgbClr val="000000"/>
                </a:solidFill>
                <a:latin typeface="Arial"/>
                <a:cs typeface="Arial"/>
              </a:rPr>
              <a:t>code</a:t>
            </a:r>
            <a:endParaRPr sz="900" dirty="0">
              <a:solidFill>
                <a:srgbClr val="000000"/>
              </a:solidFill>
              <a:latin typeface="Arial"/>
              <a:cs typeface="Arial"/>
            </a:endParaRPr>
          </a:p>
        </p:txBody>
      </p:sp>
      <p:graphicFrame>
        <p:nvGraphicFramePr>
          <p:cNvPr id="7" name="object 17">
            <a:extLst>
              <a:ext uri="{FF2B5EF4-FFF2-40B4-BE49-F238E27FC236}">
                <a16:creationId xmlns:a16="http://schemas.microsoft.com/office/drawing/2014/main" id="{B5E811B8-01C8-582C-FE87-FFB43A7A36E0}"/>
              </a:ext>
            </a:extLst>
          </p:cNvPr>
          <p:cNvGraphicFramePr>
            <a:graphicFrameLocks noGrp="1"/>
          </p:cNvGraphicFramePr>
          <p:nvPr>
            <p:extLst>
              <p:ext uri="{D42A27DB-BD31-4B8C-83A1-F6EECF244321}">
                <p14:modId xmlns:p14="http://schemas.microsoft.com/office/powerpoint/2010/main" val="1970385053"/>
              </p:ext>
            </p:extLst>
          </p:nvPr>
        </p:nvGraphicFramePr>
        <p:xfrm>
          <a:off x="3250052" y="4788368"/>
          <a:ext cx="2863234" cy="539750"/>
        </p:xfrm>
        <a:graphic>
          <a:graphicData uri="http://schemas.openxmlformats.org/drawingml/2006/table">
            <a:tbl>
              <a:tblPr firstRow="1" bandRow="1"/>
              <a:tblGrid>
                <a:gridCol w="475258">
                  <a:extLst>
                    <a:ext uri="{9D8B030D-6E8A-4147-A177-3AD203B41FA5}">
                      <a16:colId xmlns:a16="http://schemas.microsoft.com/office/drawing/2014/main" val="20000"/>
                    </a:ext>
                  </a:extLst>
                </a:gridCol>
                <a:gridCol w="242667">
                  <a:extLst>
                    <a:ext uri="{9D8B030D-6E8A-4147-A177-3AD203B41FA5}">
                      <a16:colId xmlns:a16="http://schemas.microsoft.com/office/drawing/2014/main" val="20001"/>
                    </a:ext>
                  </a:extLst>
                </a:gridCol>
                <a:gridCol w="239444">
                  <a:extLst>
                    <a:ext uri="{9D8B030D-6E8A-4147-A177-3AD203B41FA5}">
                      <a16:colId xmlns:a16="http://schemas.microsoft.com/office/drawing/2014/main" val="20002"/>
                    </a:ext>
                  </a:extLst>
                </a:gridCol>
                <a:gridCol w="242667">
                  <a:extLst>
                    <a:ext uri="{9D8B030D-6E8A-4147-A177-3AD203B41FA5}">
                      <a16:colId xmlns:a16="http://schemas.microsoft.com/office/drawing/2014/main" val="2776980161"/>
                    </a:ext>
                  </a:extLst>
                </a:gridCol>
                <a:gridCol w="242667">
                  <a:extLst>
                    <a:ext uri="{9D8B030D-6E8A-4147-A177-3AD203B41FA5}">
                      <a16:colId xmlns:a16="http://schemas.microsoft.com/office/drawing/2014/main" val="20004"/>
                    </a:ext>
                  </a:extLst>
                </a:gridCol>
                <a:gridCol w="232993">
                  <a:extLst>
                    <a:ext uri="{9D8B030D-6E8A-4147-A177-3AD203B41FA5}">
                      <a16:colId xmlns:a16="http://schemas.microsoft.com/office/drawing/2014/main" val="1923728840"/>
                    </a:ext>
                  </a:extLst>
                </a:gridCol>
                <a:gridCol w="232993">
                  <a:extLst>
                    <a:ext uri="{9D8B030D-6E8A-4147-A177-3AD203B41FA5}">
                      <a16:colId xmlns:a16="http://schemas.microsoft.com/office/drawing/2014/main" val="20006"/>
                    </a:ext>
                  </a:extLst>
                </a:gridCol>
                <a:gridCol w="242667">
                  <a:extLst>
                    <a:ext uri="{9D8B030D-6E8A-4147-A177-3AD203B41FA5}">
                      <a16:colId xmlns:a16="http://schemas.microsoft.com/office/drawing/2014/main" val="1037983222"/>
                    </a:ext>
                  </a:extLst>
                </a:gridCol>
                <a:gridCol w="242667">
                  <a:extLst>
                    <a:ext uri="{9D8B030D-6E8A-4147-A177-3AD203B41FA5}">
                      <a16:colId xmlns:a16="http://schemas.microsoft.com/office/drawing/2014/main" val="20008"/>
                    </a:ext>
                  </a:extLst>
                </a:gridCol>
                <a:gridCol w="242667">
                  <a:extLst>
                    <a:ext uri="{9D8B030D-6E8A-4147-A177-3AD203B41FA5}">
                      <a16:colId xmlns:a16="http://schemas.microsoft.com/office/drawing/2014/main" val="20009"/>
                    </a:ext>
                  </a:extLst>
                </a:gridCol>
                <a:gridCol w="226544">
                  <a:extLst>
                    <a:ext uri="{9D8B030D-6E8A-4147-A177-3AD203B41FA5}">
                      <a16:colId xmlns:a16="http://schemas.microsoft.com/office/drawing/2014/main" val="20010"/>
                    </a:ext>
                  </a:extLst>
                </a:gridCol>
              </a:tblGrid>
              <a:tr h="216535">
                <a:tc row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indent="0" algn="ctr">
                        <a:lnSpc>
                          <a:spcPct val="100000"/>
                        </a:lnSpc>
                        <a:spcBef>
                          <a:spcPts val="10"/>
                        </a:spcBef>
                      </a:pPr>
                      <a:endParaRPr sz="700" dirty="0">
                        <a:latin typeface="Arial" panose="020B0604020202020204" pitchFamily="34" charset="0"/>
                        <a:cs typeface="Arial" panose="020B0604020202020204" pitchFamily="34" charset="0"/>
                      </a:endParaRPr>
                    </a:p>
                    <a:p>
                      <a:pPr marL="0" indent="0" algn="ctr">
                        <a:lnSpc>
                          <a:spcPct val="100000"/>
                        </a:lnSpc>
                        <a:spcBef>
                          <a:spcPts val="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0"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2024</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2026</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altLang="ko-KR" sz="700" spc="-20" dirty="0">
                          <a:latin typeface="Arial" panose="020B0604020202020204" pitchFamily="34" charset="0"/>
                          <a:cs typeface="Arial" panose="020B0604020202020204" pitchFamily="34" charset="0"/>
                        </a:rPr>
                        <a:t>2027</a:t>
                      </a:r>
                      <a:endParaRPr lang="ko-KR" altLang="en-US"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extLst>
                  <a:ext uri="{0D108BD9-81ED-4DB2-BD59-A6C34878D82A}">
                    <a16:rowId xmlns:a16="http://schemas.microsoft.com/office/drawing/2014/main" val="10000"/>
                  </a:ext>
                </a:extLst>
              </a:tr>
              <a:tr h="0">
                <a:tc vMerge="1">
                  <a:txBody>
                    <a:bodyPr/>
                    <a:lstStyle/>
                    <a:p>
                      <a:endParaRPr/>
                    </a:p>
                  </a:txBody>
                  <a:tcPr marL="0" marR="0" marT="1270" marB="0">
                    <a:lnL w="12700">
                      <a:solidFill>
                        <a:srgbClr val="E7E6E6"/>
                      </a:solidFill>
                      <a:prstDash val="solid"/>
                    </a:lnL>
                    <a:lnR w="12700">
                      <a:solidFill>
                        <a:srgbClr val="E7E6E6"/>
                      </a:solidFill>
                      <a:prstDash val="solid"/>
                    </a:lnR>
                    <a:lnT w="12700">
                      <a:solidFill>
                        <a:srgbClr val="E7E6E6"/>
                      </a:solidFill>
                      <a:prstDash val="solid"/>
                    </a:lnT>
                    <a:lnB w="12700">
                      <a:solidFill>
                        <a:srgbClr val="E7E6E6"/>
                      </a:solidFill>
                      <a:prstDash val="solid"/>
                    </a:lnB>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b="0" dirty="0">
                          <a:solidFill>
                            <a:schemeClr val="tx1"/>
                          </a:solidFill>
                          <a:latin typeface="Arial" panose="020B0604020202020204" pitchFamily="34" charset="0"/>
                          <a:cs typeface="Arial" panose="020B0604020202020204" pitchFamily="34" charset="0"/>
                        </a:rPr>
                        <a:t>B</a:t>
                      </a:r>
                      <a:endParaRPr sz="700" b="0" dirty="0">
                        <a:solidFill>
                          <a:schemeClr val="tx1"/>
                        </a:solidFill>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C</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D</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F</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2540" algn="ctr">
                        <a:lnSpc>
                          <a:spcPct val="100000"/>
                        </a:lnSpc>
                        <a:spcBef>
                          <a:spcPts val="425"/>
                        </a:spcBef>
                      </a:pPr>
                      <a:r>
                        <a:rPr sz="700" dirty="0">
                          <a:latin typeface="Arial" panose="020B0604020202020204" pitchFamily="34" charset="0"/>
                          <a:cs typeface="Arial" panose="020B0604020202020204" pitchFamily="34" charset="0"/>
                        </a:rPr>
                        <a:t>…</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8" name="object 11">
            <a:extLst>
              <a:ext uri="{FF2B5EF4-FFF2-40B4-BE49-F238E27FC236}">
                <a16:creationId xmlns:a16="http://schemas.microsoft.com/office/drawing/2014/main" id="{486CCF5B-D83B-EEFF-32E6-4D149495C7BD}"/>
              </a:ext>
            </a:extLst>
          </p:cNvPr>
          <p:cNvSpPr txBox="1"/>
          <p:nvPr/>
        </p:nvSpPr>
        <p:spPr>
          <a:xfrm>
            <a:off x="3296501" y="5419694"/>
            <a:ext cx="2223195" cy="154529"/>
          </a:xfrm>
          <a:prstGeom prst="rect">
            <a:avLst/>
          </a:prstGeom>
        </p:spPr>
        <p:txBody>
          <a:bodyPr vert="horz" wrap="square" lIns="0" tIns="15875" rIns="0" bIns="0" rtlCol="0">
            <a:spAutoFit/>
          </a:bodyPr>
          <a:lstStyle/>
          <a:p>
            <a:pPr marL="12700">
              <a:spcBef>
                <a:spcPts val="125"/>
              </a:spcBef>
            </a:pPr>
            <a:r>
              <a:rPr lang="en-US" sz="900" spc="25" dirty="0">
                <a:solidFill>
                  <a:srgbClr val="000000"/>
                </a:solidFill>
                <a:latin typeface="Arial"/>
                <a:cs typeface="Arial"/>
              </a:rPr>
              <a:t>W</a:t>
            </a:r>
            <a:r>
              <a:rPr sz="900" spc="2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sz="900" dirty="0">
                <a:solidFill>
                  <a:srgbClr val="000000"/>
                </a:solidFill>
                <a:latin typeface="Arial"/>
                <a:cs typeface="Arial"/>
              </a:rPr>
              <a:t>Week</a:t>
            </a:r>
            <a:r>
              <a:rPr sz="900" spc="5" dirty="0">
                <a:solidFill>
                  <a:srgbClr val="000000"/>
                </a:solidFill>
                <a:latin typeface="Arial"/>
                <a:cs typeface="Arial"/>
              </a:rPr>
              <a:t> </a:t>
            </a:r>
            <a:r>
              <a:rPr sz="900" dirty="0">
                <a:solidFill>
                  <a:srgbClr val="000000"/>
                </a:solidFill>
                <a:latin typeface="Arial"/>
                <a:cs typeface="Arial"/>
              </a:rPr>
              <a:t>code</a:t>
            </a:r>
            <a:r>
              <a:rPr sz="900" spc="295" dirty="0">
                <a:solidFill>
                  <a:srgbClr val="000000"/>
                </a:solidFill>
                <a:latin typeface="Arial"/>
                <a:cs typeface="Arial"/>
              </a:rPr>
              <a:t> </a:t>
            </a:r>
            <a:r>
              <a:rPr sz="900" dirty="0">
                <a:solidFill>
                  <a:srgbClr val="000000"/>
                </a:solidFill>
                <a:latin typeface="Arial"/>
                <a:cs typeface="Arial"/>
              </a:rPr>
              <a:t>,</a:t>
            </a:r>
            <a:r>
              <a:rPr sz="900" spc="325" dirty="0">
                <a:solidFill>
                  <a:srgbClr val="000000"/>
                </a:solidFill>
                <a:latin typeface="Arial"/>
                <a:cs typeface="Arial"/>
              </a:rPr>
              <a:t> </a:t>
            </a:r>
            <a:r>
              <a:rPr sz="900" dirty="0">
                <a:solidFill>
                  <a:srgbClr val="000000"/>
                </a:solidFill>
                <a:latin typeface="Arial"/>
                <a:cs typeface="Arial"/>
              </a:rPr>
              <a:t>A=W1,</a:t>
            </a:r>
            <a:r>
              <a:rPr sz="900" spc="160" dirty="0">
                <a:solidFill>
                  <a:srgbClr val="000000"/>
                </a:solidFill>
                <a:latin typeface="Arial"/>
                <a:cs typeface="Arial"/>
              </a:rPr>
              <a:t>  </a:t>
            </a:r>
            <a:r>
              <a:rPr sz="900" spc="-10" dirty="0">
                <a:solidFill>
                  <a:srgbClr val="000000"/>
                </a:solidFill>
                <a:latin typeface="Arial"/>
                <a:cs typeface="Arial"/>
              </a:rPr>
              <a:t>B=W2,….</a:t>
            </a:r>
            <a:endParaRPr sz="900" dirty="0">
              <a:solidFill>
                <a:srgbClr val="000000"/>
              </a:solidFill>
              <a:latin typeface="Arial"/>
              <a:cs typeface="Arial"/>
            </a:endParaRPr>
          </a:p>
        </p:txBody>
      </p:sp>
      <p:graphicFrame>
        <p:nvGraphicFramePr>
          <p:cNvPr id="10" name="object 16">
            <a:extLst>
              <a:ext uri="{FF2B5EF4-FFF2-40B4-BE49-F238E27FC236}">
                <a16:creationId xmlns:a16="http://schemas.microsoft.com/office/drawing/2014/main" id="{D9E93E08-8333-2811-822F-1C94E515EAA3}"/>
              </a:ext>
            </a:extLst>
          </p:cNvPr>
          <p:cNvGraphicFramePr>
            <a:graphicFrameLocks noGrp="1"/>
          </p:cNvGraphicFramePr>
          <p:nvPr>
            <p:extLst>
              <p:ext uri="{D42A27DB-BD31-4B8C-83A1-F6EECF244321}">
                <p14:modId xmlns:p14="http://schemas.microsoft.com/office/powerpoint/2010/main" val="91280800"/>
              </p:ext>
            </p:extLst>
          </p:nvPr>
        </p:nvGraphicFramePr>
        <p:xfrm>
          <a:off x="3231575" y="5612430"/>
          <a:ext cx="2906863" cy="433070"/>
        </p:xfrm>
        <a:graphic>
          <a:graphicData uri="http://schemas.openxmlformats.org/drawingml/2006/table">
            <a:tbl>
              <a:tblPr firstRow="1" bandRow="1"/>
              <a:tblGrid>
                <a:gridCol w="530317">
                  <a:extLst>
                    <a:ext uri="{9D8B030D-6E8A-4147-A177-3AD203B41FA5}">
                      <a16:colId xmlns:a16="http://schemas.microsoft.com/office/drawing/2014/main" val="20000"/>
                    </a:ext>
                  </a:extLst>
                </a:gridCol>
                <a:gridCol w="270511">
                  <a:extLst>
                    <a:ext uri="{9D8B030D-6E8A-4147-A177-3AD203B41FA5}">
                      <a16:colId xmlns:a16="http://schemas.microsoft.com/office/drawing/2014/main" val="20001"/>
                    </a:ext>
                  </a:extLst>
                </a:gridCol>
                <a:gridCol w="266805">
                  <a:extLst>
                    <a:ext uri="{9D8B030D-6E8A-4147-A177-3AD203B41FA5}">
                      <a16:colId xmlns:a16="http://schemas.microsoft.com/office/drawing/2014/main" val="20002"/>
                    </a:ext>
                  </a:extLst>
                </a:gridCol>
                <a:gridCol w="266805">
                  <a:extLst>
                    <a:ext uri="{9D8B030D-6E8A-4147-A177-3AD203B41FA5}">
                      <a16:colId xmlns:a16="http://schemas.microsoft.com/office/drawing/2014/main" val="2667103730"/>
                    </a:ext>
                  </a:extLst>
                </a:gridCol>
                <a:gridCol w="266805">
                  <a:extLst>
                    <a:ext uri="{9D8B030D-6E8A-4147-A177-3AD203B41FA5}">
                      <a16:colId xmlns:a16="http://schemas.microsoft.com/office/drawing/2014/main" val="1964400552"/>
                    </a:ext>
                  </a:extLst>
                </a:gridCol>
                <a:gridCol w="252395">
                  <a:extLst>
                    <a:ext uri="{9D8B030D-6E8A-4147-A177-3AD203B41FA5}">
                      <a16:colId xmlns:a16="http://schemas.microsoft.com/office/drawing/2014/main" val="20005"/>
                    </a:ext>
                  </a:extLst>
                </a:gridCol>
                <a:gridCol w="259806">
                  <a:extLst>
                    <a:ext uri="{9D8B030D-6E8A-4147-A177-3AD203B41FA5}">
                      <a16:colId xmlns:a16="http://schemas.microsoft.com/office/drawing/2014/main" val="20006"/>
                    </a:ext>
                  </a:extLst>
                </a:gridCol>
                <a:gridCol w="270512">
                  <a:extLst>
                    <a:ext uri="{9D8B030D-6E8A-4147-A177-3AD203B41FA5}">
                      <a16:colId xmlns:a16="http://schemas.microsoft.com/office/drawing/2014/main" val="20007"/>
                    </a:ext>
                  </a:extLst>
                </a:gridCol>
                <a:gridCol w="270512">
                  <a:extLst>
                    <a:ext uri="{9D8B030D-6E8A-4147-A177-3AD203B41FA5}">
                      <a16:colId xmlns:a16="http://schemas.microsoft.com/office/drawing/2014/main" val="20008"/>
                    </a:ext>
                  </a:extLst>
                </a:gridCol>
                <a:gridCol w="252395">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Wafer </a:t>
                      </a:r>
                      <a:r>
                        <a:rPr sz="700" spc="-25" dirty="0">
                          <a:latin typeface="Arial"/>
                          <a:cs typeface="Arial"/>
                        </a:rPr>
                        <a:t>Lot</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W </a:t>
                      </a:r>
                      <a:r>
                        <a:rPr sz="700" spc="-50" dirty="0">
                          <a:latin typeface="Arial"/>
                          <a:cs typeface="Arial"/>
                        </a:rPr>
                        <a:t>1</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a:cs typeface="Arial"/>
                        </a:rPr>
                        <a:t>W </a:t>
                      </a:r>
                      <a:r>
                        <a:rPr sz="700" spc="-50" dirty="0">
                          <a:latin typeface="Arial"/>
                          <a:cs typeface="Arial"/>
                        </a:rPr>
                        <a:t>2</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dirty="0">
                          <a:latin typeface="Arial"/>
                          <a:cs typeface="Arial"/>
                        </a:rPr>
                        <a:t>W3</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dirty="0">
                          <a:latin typeface="Arial"/>
                          <a:cs typeface="Arial"/>
                        </a:rPr>
                        <a:t>W4</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algn="ctr">
                        <a:lnSpc>
                          <a:spcPct val="100000"/>
                        </a:lnSpc>
                        <a:spcBef>
                          <a:spcPts val="425"/>
                        </a:spcBef>
                      </a:pPr>
                      <a:r>
                        <a:rPr sz="700" dirty="0">
                          <a:solidFill>
                            <a:schemeClr val="tx1"/>
                          </a:solidFill>
                          <a:latin typeface="Arial"/>
                          <a:ea typeface="+mn-ea"/>
                          <a:cs typeface="Arial"/>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25" dirty="0">
                          <a:latin typeface="Arial"/>
                          <a:cs typeface="Arial"/>
                        </a:rPr>
                        <a:t>W27</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25" dirty="0">
                          <a:latin typeface="Arial"/>
                          <a:cs typeface="Arial"/>
                        </a:rPr>
                        <a:t>W28</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25" dirty="0">
                          <a:latin typeface="Arial"/>
                          <a:cs typeface="Arial"/>
                        </a:rPr>
                        <a:t>W53</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a:cs typeface="Arial"/>
                        </a:rPr>
                        <a:t>Code</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b="0" dirty="0">
                          <a:solidFill>
                            <a:schemeClr val="tx1"/>
                          </a:solidFill>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B</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a:cs typeface="Arial"/>
                        </a:rPr>
                        <a:t>C</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a:cs typeface="Arial"/>
                        </a:rPr>
                        <a:t>D</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b="1" dirty="0">
                          <a:solidFill>
                            <a:schemeClr val="tx1"/>
                          </a:solidFill>
                          <a:latin typeface="Arial"/>
                          <a:cs typeface="Arial"/>
                        </a:rPr>
                        <a:t>B</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1" name="object 12">
            <a:extLst>
              <a:ext uri="{FF2B5EF4-FFF2-40B4-BE49-F238E27FC236}">
                <a16:creationId xmlns:a16="http://schemas.microsoft.com/office/drawing/2014/main" id="{5A3AD7B5-0959-F879-05F2-588B20DF1EB1}"/>
              </a:ext>
            </a:extLst>
          </p:cNvPr>
          <p:cNvSpPr txBox="1"/>
          <p:nvPr/>
        </p:nvSpPr>
        <p:spPr>
          <a:xfrm>
            <a:off x="3296500" y="6145984"/>
            <a:ext cx="2841938" cy="431528"/>
          </a:xfrm>
          <a:prstGeom prst="rect">
            <a:avLst/>
          </a:prstGeom>
        </p:spPr>
        <p:txBody>
          <a:bodyPr vert="horz" wrap="square" lIns="0" tIns="15875" rIns="0" bIns="0" rtlCol="0">
            <a:spAutoFit/>
          </a:bodyPr>
          <a:lstStyle/>
          <a:p>
            <a:pPr marL="266700" indent="-254000">
              <a:spcBef>
                <a:spcPts val="125"/>
              </a:spcBef>
            </a:pPr>
            <a:r>
              <a:rPr sz="900" dirty="0">
                <a:solidFill>
                  <a:srgbClr val="000000"/>
                </a:solidFill>
                <a:latin typeface="Arial"/>
                <a:cs typeface="Arial"/>
              </a:rPr>
              <a:t>C</a:t>
            </a:r>
            <a:r>
              <a:rPr sz="900" spc="25" dirty="0">
                <a:solidFill>
                  <a:srgbClr val="000000"/>
                </a:solidFill>
                <a:latin typeface="Arial"/>
                <a:cs typeface="Arial"/>
              </a:rPr>
              <a:t> </a:t>
            </a:r>
            <a:r>
              <a:rPr sz="900" dirty="0">
                <a:solidFill>
                  <a:srgbClr val="000000"/>
                </a:solidFill>
                <a:latin typeface="Arial"/>
                <a:cs typeface="Arial"/>
              </a:rPr>
              <a:t>→</a:t>
            </a:r>
            <a:r>
              <a:rPr sz="900" spc="25" dirty="0">
                <a:solidFill>
                  <a:srgbClr val="000000"/>
                </a:solidFill>
                <a:latin typeface="Arial"/>
                <a:cs typeface="Arial"/>
              </a:rPr>
              <a:t> </a:t>
            </a:r>
            <a:r>
              <a:rPr sz="900" dirty="0">
                <a:solidFill>
                  <a:srgbClr val="000000"/>
                </a:solidFill>
                <a:latin typeface="Arial"/>
                <a:cs typeface="Arial"/>
              </a:rPr>
              <a:t>Wafer lot,</a:t>
            </a:r>
            <a:r>
              <a:rPr sz="900" spc="180" dirty="0">
                <a:solidFill>
                  <a:srgbClr val="000000"/>
                </a:solidFill>
                <a:latin typeface="Arial"/>
                <a:cs typeface="Arial"/>
              </a:rPr>
              <a:t>  </a:t>
            </a:r>
            <a:r>
              <a:rPr sz="900" dirty="0">
                <a:solidFill>
                  <a:srgbClr val="000000"/>
                </a:solidFill>
                <a:latin typeface="Arial"/>
                <a:cs typeface="Arial"/>
              </a:rPr>
              <a:t>Each</a:t>
            </a:r>
            <a:r>
              <a:rPr sz="900" spc="35" dirty="0">
                <a:solidFill>
                  <a:srgbClr val="000000"/>
                </a:solidFill>
                <a:latin typeface="Arial"/>
                <a:cs typeface="Arial"/>
              </a:rPr>
              <a:t> </a:t>
            </a:r>
            <a:r>
              <a:rPr sz="900" dirty="0">
                <a:solidFill>
                  <a:srgbClr val="000000"/>
                </a:solidFill>
                <a:latin typeface="Arial"/>
                <a:cs typeface="Arial"/>
              </a:rPr>
              <a:t>wafer</a:t>
            </a:r>
            <a:r>
              <a:rPr sz="900" spc="25" dirty="0">
                <a:solidFill>
                  <a:srgbClr val="000000"/>
                </a:solidFill>
                <a:latin typeface="Arial"/>
                <a:cs typeface="Arial"/>
              </a:rPr>
              <a:t> </a:t>
            </a:r>
            <a:r>
              <a:rPr sz="900" dirty="0">
                <a:solidFill>
                  <a:srgbClr val="000000"/>
                </a:solidFill>
                <a:latin typeface="Arial"/>
                <a:cs typeface="Arial"/>
              </a:rPr>
              <a:t>Lot</a:t>
            </a:r>
            <a:r>
              <a:rPr sz="900" spc="30" dirty="0">
                <a:solidFill>
                  <a:srgbClr val="000000"/>
                </a:solidFill>
                <a:latin typeface="Arial"/>
                <a:cs typeface="Arial"/>
              </a:rPr>
              <a:t> </a:t>
            </a:r>
            <a:r>
              <a:rPr sz="900" dirty="0">
                <a:solidFill>
                  <a:srgbClr val="000000"/>
                </a:solidFill>
                <a:latin typeface="Arial"/>
                <a:cs typeface="Arial"/>
              </a:rPr>
              <a:t>is</a:t>
            </a:r>
            <a:r>
              <a:rPr sz="900" spc="30" dirty="0">
                <a:solidFill>
                  <a:srgbClr val="000000"/>
                </a:solidFill>
                <a:latin typeface="Arial"/>
                <a:cs typeface="Arial"/>
              </a:rPr>
              <a:t> </a:t>
            </a:r>
            <a:r>
              <a:rPr sz="900" dirty="0">
                <a:solidFill>
                  <a:srgbClr val="000000"/>
                </a:solidFill>
                <a:latin typeface="Arial"/>
                <a:cs typeface="Arial"/>
              </a:rPr>
              <a:t>represented</a:t>
            </a:r>
            <a:r>
              <a:rPr sz="900" spc="25" dirty="0">
                <a:solidFill>
                  <a:srgbClr val="000000"/>
                </a:solidFill>
                <a:latin typeface="Arial"/>
                <a:cs typeface="Arial"/>
              </a:rPr>
              <a:t> </a:t>
            </a:r>
            <a:r>
              <a:rPr sz="900" dirty="0">
                <a:solidFill>
                  <a:srgbClr val="000000"/>
                </a:solidFill>
                <a:latin typeface="Arial"/>
                <a:cs typeface="Arial"/>
              </a:rPr>
              <a:t>by</a:t>
            </a:r>
            <a:r>
              <a:rPr sz="900" spc="30" dirty="0">
                <a:solidFill>
                  <a:srgbClr val="000000"/>
                </a:solidFill>
                <a:latin typeface="Arial"/>
                <a:cs typeface="Arial"/>
              </a:rPr>
              <a:t> </a:t>
            </a:r>
            <a:r>
              <a:rPr sz="900" dirty="0">
                <a:solidFill>
                  <a:srgbClr val="000000"/>
                </a:solidFill>
                <a:latin typeface="Arial"/>
                <a:cs typeface="Arial"/>
              </a:rPr>
              <a:t>a</a:t>
            </a:r>
            <a:r>
              <a:rPr sz="900" spc="35" dirty="0">
                <a:solidFill>
                  <a:srgbClr val="000000"/>
                </a:solidFill>
                <a:latin typeface="Arial"/>
                <a:cs typeface="Arial"/>
              </a:rPr>
              <a:t> </a:t>
            </a:r>
            <a:r>
              <a:rPr sz="900" dirty="0">
                <a:solidFill>
                  <a:srgbClr val="000000"/>
                </a:solidFill>
                <a:latin typeface="Arial"/>
                <a:cs typeface="Arial"/>
              </a:rPr>
              <a:t>character</a:t>
            </a:r>
            <a:r>
              <a:rPr sz="900" spc="15" dirty="0">
                <a:solidFill>
                  <a:srgbClr val="000000"/>
                </a:solidFill>
                <a:latin typeface="Arial"/>
                <a:cs typeface="Arial"/>
              </a:rPr>
              <a:t> </a:t>
            </a:r>
            <a:r>
              <a:rPr sz="900" dirty="0">
                <a:solidFill>
                  <a:srgbClr val="000000"/>
                </a:solidFill>
                <a:latin typeface="Arial"/>
                <a:cs typeface="Arial"/>
              </a:rPr>
              <a:t>(Ex:</a:t>
            </a:r>
            <a:r>
              <a:rPr sz="900" spc="65" dirty="0">
                <a:solidFill>
                  <a:srgbClr val="000000"/>
                </a:solidFill>
                <a:latin typeface="Arial"/>
                <a:cs typeface="Arial"/>
              </a:rPr>
              <a:t> </a:t>
            </a:r>
            <a:r>
              <a:rPr sz="900" dirty="0">
                <a:solidFill>
                  <a:srgbClr val="000000"/>
                </a:solidFill>
                <a:latin typeface="Arial"/>
                <a:cs typeface="Arial"/>
              </a:rPr>
              <a:t>A,</a:t>
            </a:r>
            <a:r>
              <a:rPr sz="900" spc="30" dirty="0">
                <a:solidFill>
                  <a:srgbClr val="000000"/>
                </a:solidFill>
                <a:latin typeface="Arial"/>
                <a:cs typeface="Arial"/>
              </a:rPr>
              <a:t> </a:t>
            </a:r>
            <a:r>
              <a:rPr sz="900" dirty="0">
                <a:solidFill>
                  <a:srgbClr val="000000"/>
                </a:solidFill>
                <a:latin typeface="Arial"/>
                <a:cs typeface="Arial"/>
              </a:rPr>
              <a:t>B,</a:t>
            </a:r>
            <a:r>
              <a:rPr sz="900" spc="45" dirty="0">
                <a:solidFill>
                  <a:srgbClr val="000000"/>
                </a:solidFill>
                <a:latin typeface="Arial"/>
                <a:cs typeface="Arial"/>
              </a:rPr>
              <a:t> </a:t>
            </a:r>
            <a:r>
              <a:rPr sz="900" dirty="0">
                <a:solidFill>
                  <a:srgbClr val="000000"/>
                </a:solidFill>
                <a:latin typeface="Arial"/>
                <a:cs typeface="Arial"/>
              </a:rPr>
              <a:t>C,</a:t>
            </a:r>
            <a:r>
              <a:rPr sz="900" spc="30" dirty="0">
                <a:solidFill>
                  <a:srgbClr val="000000"/>
                </a:solidFill>
                <a:latin typeface="Arial"/>
                <a:cs typeface="Arial"/>
              </a:rPr>
              <a:t> </a:t>
            </a:r>
            <a:r>
              <a:rPr sz="900" spc="-25" dirty="0">
                <a:solidFill>
                  <a:srgbClr val="000000"/>
                </a:solidFill>
                <a:latin typeface="Arial"/>
                <a:cs typeface="Arial"/>
              </a:rPr>
              <a:t>…).</a:t>
            </a:r>
            <a:endParaRPr sz="900" dirty="0">
              <a:solidFill>
                <a:srgbClr val="000000"/>
              </a:solidFill>
              <a:latin typeface="Arial"/>
              <a:cs typeface="Arial"/>
            </a:endParaRPr>
          </a:p>
          <a:p>
            <a:pPr marL="266700">
              <a:spcBef>
                <a:spcPts val="20"/>
              </a:spcBef>
            </a:pPr>
            <a:r>
              <a:rPr sz="900" dirty="0">
                <a:solidFill>
                  <a:srgbClr val="000000"/>
                </a:solidFill>
                <a:latin typeface="Arial"/>
                <a:cs typeface="Arial"/>
              </a:rPr>
              <a:t>These</a:t>
            </a:r>
            <a:r>
              <a:rPr sz="900" spc="30" dirty="0">
                <a:solidFill>
                  <a:srgbClr val="000000"/>
                </a:solidFill>
                <a:latin typeface="Arial"/>
                <a:cs typeface="Arial"/>
              </a:rPr>
              <a:t> </a:t>
            </a:r>
            <a:r>
              <a:rPr sz="900" dirty="0">
                <a:solidFill>
                  <a:srgbClr val="000000"/>
                </a:solidFill>
                <a:latin typeface="Arial"/>
                <a:cs typeface="Arial"/>
              </a:rPr>
              <a:t>character</a:t>
            </a:r>
            <a:r>
              <a:rPr sz="900" spc="50" dirty="0">
                <a:solidFill>
                  <a:srgbClr val="000000"/>
                </a:solidFill>
                <a:latin typeface="Arial"/>
                <a:cs typeface="Arial"/>
              </a:rPr>
              <a:t> </a:t>
            </a:r>
            <a:r>
              <a:rPr sz="900" dirty="0">
                <a:solidFill>
                  <a:srgbClr val="000000"/>
                </a:solidFill>
                <a:latin typeface="Arial"/>
                <a:cs typeface="Arial"/>
              </a:rPr>
              <a:t>cycle</a:t>
            </a:r>
            <a:r>
              <a:rPr sz="900" spc="65" dirty="0">
                <a:solidFill>
                  <a:srgbClr val="000000"/>
                </a:solidFill>
                <a:latin typeface="Arial"/>
                <a:cs typeface="Arial"/>
              </a:rPr>
              <a:t> </a:t>
            </a:r>
            <a:r>
              <a:rPr sz="900" dirty="0">
                <a:solidFill>
                  <a:srgbClr val="000000"/>
                </a:solidFill>
                <a:latin typeface="Arial"/>
                <a:cs typeface="Arial"/>
              </a:rPr>
              <a:t>once</a:t>
            </a:r>
            <a:r>
              <a:rPr sz="900" spc="30" dirty="0">
                <a:solidFill>
                  <a:srgbClr val="000000"/>
                </a:solidFill>
                <a:latin typeface="Arial"/>
                <a:cs typeface="Arial"/>
              </a:rPr>
              <a:t> </a:t>
            </a:r>
            <a:r>
              <a:rPr sz="900" dirty="0">
                <a:solidFill>
                  <a:srgbClr val="000000"/>
                </a:solidFill>
                <a:latin typeface="Arial"/>
                <a:cs typeface="Arial"/>
              </a:rPr>
              <a:t>a</a:t>
            </a:r>
            <a:r>
              <a:rPr sz="900" spc="65" dirty="0">
                <a:solidFill>
                  <a:srgbClr val="000000"/>
                </a:solidFill>
                <a:latin typeface="Arial"/>
                <a:cs typeface="Arial"/>
              </a:rPr>
              <a:t> </a:t>
            </a:r>
            <a:r>
              <a:rPr sz="900" spc="-20" dirty="0">
                <a:solidFill>
                  <a:srgbClr val="000000"/>
                </a:solidFill>
                <a:latin typeface="Arial"/>
                <a:cs typeface="Arial"/>
              </a:rPr>
              <a:t>week.</a:t>
            </a:r>
            <a:endParaRPr sz="900" dirty="0">
              <a:solidFill>
                <a:srgbClr val="000000"/>
              </a:solidFill>
              <a:latin typeface="Arial"/>
              <a:cs typeface="Arial"/>
            </a:endParaRPr>
          </a:p>
        </p:txBody>
      </p:sp>
      <p:graphicFrame>
        <p:nvGraphicFramePr>
          <p:cNvPr id="12" name="object 14">
            <a:extLst>
              <a:ext uri="{FF2B5EF4-FFF2-40B4-BE49-F238E27FC236}">
                <a16:creationId xmlns:a16="http://schemas.microsoft.com/office/drawing/2014/main" id="{497F3774-50EB-E254-3111-8188E682C896}"/>
              </a:ext>
            </a:extLst>
          </p:cNvPr>
          <p:cNvGraphicFramePr>
            <a:graphicFrameLocks noGrp="1"/>
          </p:cNvGraphicFramePr>
          <p:nvPr>
            <p:extLst>
              <p:ext uri="{D42A27DB-BD31-4B8C-83A1-F6EECF244321}">
                <p14:modId xmlns:p14="http://schemas.microsoft.com/office/powerpoint/2010/main" val="3976218157"/>
              </p:ext>
            </p:extLst>
          </p:nvPr>
        </p:nvGraphicFramePr>
        <p:xfrm>
          <a:off x="3231574" y="6607108"/>
          <a:ext cx="2906865" cy="433070"/>
        </p:xfrm>
        <a:graphic>
          <a:graphicData uri="http://schemas.openxmlformats.org/drawingml/2006/table">
            <a:tbl>
              <a:tblPr firstRow="1" bandRow="1"/>
              <a:tblGrid>
                <a:gridCol w="528969">
                  <a:extLst>
                    <a:ext uri="{9D8B030D-6E8A-4147-A177-3AD203B41FA5}">
                      <a16:colId xmlns:a16="http://schemas.microsoft.com/office/drawing/2014/main" val="20000"/>
                    </a:ext>
                  </a:extLst>
                </a:gridCol>
                <a:gridCol w="269823">
                  <a:extLst>
                    <a:ext uri="{9D8B030D-6E8A-4147-A177-3AD203B41FA5}">
                      <a16:colId xmlns:a16="http://schemas.microsoft.com/office/drawing/2014/main" val="20001"/>
                    </a:ext>
                  </a:extLst>
                </a:gridCol>
                <a:gridCol w="266127">
                  <a:extLst>
                    <a:ext uri="{9D8B030D-6E8A-4147-A177-3AD203B41FA5}">
                      <a16:colId xmlns:a16="http://schemas.microsoft.com/office/drawing/2014/main" val="20002"/>
                    </a:ext>
                  </a:extLst>
                </a:gridCol>
                <a:gridCol w="269823">
                  <a:extLst>
                    <a:ext uri="{9D8B030D-6E8A-4147-A177-3AD203B41FA5}">
                      <a16:colId xmlns:a16="http://schemas.microsoft.com/office/drawing/2014/main" val="20003"/>
                    </a:ext>
                  </a:extLst>
                </a:gridCol>
                <a:gridCol w="269823">
                  <a:extLst>
                    <a:ext uri="{9D8B030D-6E8A-4147-A177-3AD203B41FA5}">
                      <a16:colId xmlns:a16="http://schemas.microsoft.com/office/drawing/2014/main" val="20004"/>
                    </a:ext>
                  </a:extLst>
                </a:gridCol>
                <a:gridCol w="251753">
                  <a:extLst>
                    <a:ext uri="{9D8B030D-6E8A-4147-A177-3AD203B41FA5}">
                      <a16:colId xmlns:a16="http://schemas.microsoft.com/office/drawing/2014/main" val="20005"/>
                    </a:ext>
                  </a:extLst>
                </a:gridCol>
                <a:gridCol w="259146">
                  <a:extLst>
                    <a:ext uri="{9D8B030D-6E8A-4147-A177-3AD203B41FA5}">
                      <a16:colId xmlns:a16="http://schemas.microsoft.com/office/drawing/2014/main" val="20006"/>
                    </a:ext>
                  </a:extLst>
                </a:gridCol>
                <a:gridCol w="269824">
                  <a:extLst>
                    <a:ext uri="{9D8B030D-6E8A-4147-A177-3AD203B41FA5}">
                      <a16:colId xmlns:a16="http://schemas.microsoft.com/office/drawing/2014/main" val="20007"/>
                    </a:ext>
                  </a:extLst>
                </a:gridCol>
                <a:gridCol w="269824">
                  <a:extLst>
                    <a:ext uri="{9D8B030D-6E8A-4147-A177-3AD203B41FA5}">
                      <a16:colId xmlns:a16="http://schemas.microsoft.com/office/drawing/2014/main" val="20008"/>
                    </a:ext>
                  </a:extLst>
                </a:gridCol>
                <a:gridCol w="251753">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1</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2</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3</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4</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5</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7</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8</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A</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B</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C</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D</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3175" algn="ctr">
                        <a:lnSpc>
                          <a:spcPct val="100000"/>
                        </a:lnSpc>
                        <a:spcBef>
                          <a:spcPts val="425"/>
                        </a:spcBef>
                      </a:pPr>
                      <a:r>
                        <a:rPr sz="700" dirty="0">
                          <a:latin typeface="Arial" panose="020B0604020202020204" pitchFamily="34" charset="0"/>
                          <a:cs typeface="Arial" panose="020B0604020202020204" pitchFamily="34" charset="0"/>
                        </a:rPr>
                        <a:t>F</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H</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4" name="object 13">
            <a:extLst>
              <a:ext uri="{FF2B5EF4-FFF2-40B4-BE49-F238E27FC236}">
                <a16:creationId xmlns:a16="http://schemas.microsoft.com/office/drawing/2014/main" id="{B3A4691F-2543-8851-88C3-160D0EB97A85}"/>
              </a:ext>
            </a:extLst>
          </p:cNvPr>
          <p:cNvSpPr txBox="1"/>
          <p:nvPr/>
        </p:nvSpPr>
        <p:spPr>
          <a:xfrm>
            <a:off x="3296500" y="7131500"/>
            <a:ext cx="2841938" cy="595676"/>
          </a:xfrm>
          <a:prstGeom prst="rect">
            <a:avLst/>
          </a:prstGeom>
        </p:spPr>
        <p:txBody>
          <a:bodyPr vert="horz" wrap="square" lIns="0" tIns="15875" rIns="0" bIns="0" rtlCol="0">
            <a:spAutoFit/>
          </a:bodyPr>
          <a:lstStyle/>
          <a:p>
            <a:pPr marL="12700">
              <a:spcBef>
                <a:spcPts val="125"/>
              </a:spcBef>
            </a:pPr>
            <a:r>
              <a:rPr sz="900" dirty="0">
                <a:solidFill>
                  <a:srgbClr val="000000"/>
                </a:solidFill>
                <a:latin typeface="Arial"/>
                <a:cs typeface="Arial"/>
              </a:rPr>
              <a:t>D</a:t>
            </a:r>
            <a:r>
              <a:rPr sz="900" spc="30" dirty="0">
                <a:solidFill>
                  <a:srgbClr val="000000"/>
                </a:solidFill>
                <a:latin typeface="Arial"/>
                <a:cs typeface="Arial"/>
              </a:rPr>
              <a:t> </a:t>
            </a:r>
            <a:r>
              <a:rPr sz="900" dirty="0">
                <a:solidFill>
                  <a:srgbClr val="000000"/>
                </a:solidFill>
                <a:latin typeface="Arial"/>
                <a:cs typeface="Arial"/>
              </a:rPr>
              <a:t>→</a:t>
            </a:r>
            <a:r>
              <a:rPr sz="900" spc="30" dirty="0">
                <a:solidFill>
                  <a:srgbClr val="000000"/>
                </a:solidFill>
                <a:latin typeface="Arial"/>
                <a:cs typeface="Arial"/>
              </a:rPr>
              <a:t> </a:t>
            </a:r>
            <a:r>
              <a:rPr lang="en-US" sz="900" spc="30" dirty="0">
                <a:solidFill>
                  <a:srgbClr val="000000"/>
                </a:solidFill>
                <a:latin typeface="Arial"/>
                <a:cs typeface="Arial"/>
              </a:rPr>
              <a:t>Traceability Code </a:t>
            </a:r>
            <a:r>
              <a:rPr sz="900" dirty="0">
                <a:solidFill>
                  <a:srgbClr val="000000"/>
                </a:solidFill>
                <a:latin typeface="Arial"/>
                <a:cs typeface="Arial"/>
              </a:rPr>
              <a:t>Wafer</a:t>
            </a:r>
            <a:r>
              <a:rPr sz="900" spc="5" dirty="0">
                <a:solidFill>
                  <a:srgbClr val="000000"/>
                </a:solidFill>
                <a:latin typeface="Arial"/>
                <a:cs typeface="Arial"/>
              </a:rPr>
              <a:t> </a:t>
            </a:r>
            <a:r>
              <a:rPr sz="900" dirty="0">
                <a:solidFill>
                  <a:srgbClr val="000000"/>
                </a:solidFill>
                <a:latin typeface="Arial"/>
                <a:cs typeface="Arial"/>
              </a:rPr>
              <a:t>lot</a:t>
            </a:r>
            <a:r>
              <a:rPr sz="900" spc="35" dirty="0">
                <a:solidFill>
                  <a:srgbClr val="000000"/>
                </a:solidFill>
                <a:latin typeface="Arial"/>
                <a:cs typeface="Arial"/>
              </a:rPr>
              <a:t> </a:t>
            </a:r>
            <a:r>
              <a:rPr sz="900" dirty="0">
                <a:solidFill>
                  <a:srgbClr val="000000"/>
                </a:solidFill>
                <a:latin typeface="Arial"/>
                <a:cs typeface="Arial"/>
              </a:rPr>
              <a:t>NO.</a:t>
            </a:r>
            <a:r>
              <a:rPr sz="900" spc="315" dirty="0">
                <a:solidFill>
                  <a:srgbClr val="000000"/>
                </a:solidFill>
                <a:latin typeface="Arial"/>
                <a:cs typeface="Arial"/>
              </a:rPr>
              <a:t> </a:t>
            </a:r>
            <a:r>
              <a:rPr sz="900" dirty="0">
                <a:solidFill>
                  <a:srgbClr val="000000"/>
                </a:solidFill>
                <a:latin typeface="Arial"/>
                <a:cs typeface="Arial"/>
              </a:rPr>
              <a:t>:</a:t>
            </a:r>
            <a:r>
              <a:rPr sz="900" spc="50" dirty="0">
                <a:solidFill>
                  <a:srgbClr val="000000"/>
                </a:solidFill>
                <a:latin typeface="Arial"/>
                <a:cs typeface="Arial"/>
              </a:rPr>
              <a:t> </a:t>
            </a:r>
            <a:endParaRPr lang="en-US" sz="900" spc="50" dirty="0">
              <a:solidFill>
                <a:srgbClr val="000000"/>
              </a:solidFill>
              <a:latin typeface="Arial"/>
              <a:cs typeface="Arial"/>
            </a:endParaRPr>
          </a:p>
          <a:p>
            <a:pPr marL="182563" indent="84138">
              <a:spcBef>
                <a:spcPts val="125"/>
              </a:spcBef>
            </a:pPr>
            <a:r>
              <a:rPr sz="900" dirty="0">
                <a:solidFill>
                  <a:srgbClr val="000000"/>
                </a:solidFill>
                <a:latin typeface="Arial"/>
                <a:cs typeface="Arial"/>
              </a:rPr>
              <a:t>A</a:t>
            </a:r>
            <a:r>
              <a:rPr sz="900" spc="35" dirty="0">
                <a:solidFill>
                  <a:srgbClr val="000000"/>
                </a:solidFill>
                <a:latin typeface="Arial"/>
                <a:cs typeface="Arial"/>
              </a:rPr>
              <a:t> </a:t>
            </a:r>
            <a:r>
              <a:rPr sz="900" dirty="0">
                <a:solidFill>
                  <a:srgbClr val="000000"/>
                </a:solidFill>
                <a:latin typeface="Arial"/>
                <a:cs typeface="Arial"/>
              </a:rPr>
              <a:t>big</a:t>
            </a:r>
            <a:r>
              <a:rPr sz="900" spc="30" dirty="0">
                <a:solidFill>
                  <a:srgbClr val="000000"/>
                </a:solidFill>
                <a:latin typeface="Arial"/>
                <a:cs typeface="Arial"/>
              </a:rPr>
              <a:t> </a:t>
            </a:r>
            <a:r>
              <a:rPr sz="900" dirty="0">
                <a:solidFill>
                  <a:srgbClr val="000000"/>
                </a:solidFill>
                <a:latin typeface="Arial"/>
                <a:cs typeface="Arial"/>
              </a:rPr>
              <a:t>assembly</a:t>
            </a:r>
            <a:r>
              <a:rPr sz="900" spc="10" dirty="0">
                <a:solidFill>
                  <a:srgbClr val="000000"/>
                </a:solidFill>
                <a:latin typeface="Arial"/>
                <a:cs typeface="Arial"/>
              </a:rPr>
              <a:t> </a:t>
            </a:r>
            <a:r>
              <a:rPr sz="900" dirty="0">
                <a:solidFill>
                  <a:srgbClr val="000000"/>
                </a:solidFill>
                <a:latin typeface="Arial"/>
                <a:cs typeface="Arial"/>
              </a:rPr>
              <a:t>Lot</a:t>
            </a:r>
            <a:r>
              <a:rPr sz="900" spc="35" dirty="0">
                <a:solidFill>
                  <a:srgbClr val="000000"/>
                </a:solidFill>
                <a:latin typeface="Arial"/>
                <a:cs typeface="Arial"/>
              </a:rPr>
              <a:t> </a:t>
            </a:r>
            <a:r>
              <a:rPr sz="900" dirty="0">
                <a:solidFill>
                  <a:srgbClr val="000000"/>
                </a:solidFill>
                <a:latin typeface="Arial"/>
                <a:cs typeface="Arial"/>
              </a:rPr>
              <a:t>consists</a:t>
            </a:r>
            <a:r>
              <a:rPr sz="900" spc="15" dirty="0">
                <a:solidFill>
                  <a:srgbClr val="000000"/>
                </a:solidFill>
                <a:latin typeface="Arial"/>
                <a:cs typeface="Arial"/>
              </a:rPr>
              <a:t> </a:t>
            </a:r>
            <a:r>
              <a:rPr sz="900" dirty="0">
                <a:solidFill>
                  <a:srgbClr val="000000"/>
                </a:solidFill>
                <a:latin typeface="Arial"/>
                <a:cs typeface="Arial"/>
              </a:rPr>
              <a:t>of</a:t>
            </a:r>
            <a:r>
              <a:rPr sz="900" spc="50" dirty="0">
                <a:solidFill>
                  <a:srgbClr val="000000"/>
                </a:solidFill>
                <a:latin typeface="Arial"/>
                <a:cs typeface="Arial"/>
              </a:rPr>
              <a:t> </a:t>
            </a:r>
            <a:r>
              <a:rPr sz="900" dirty="0">
                <a:solidFill>
                  <a:srgbClr val="000000"/>
                </a:solidFill>
                <a:latin typeface="Arial"/>
                <a:cs typeface="Arial"/>
              </a:rPr>
              <a:t>three</a:t>
            </a:r>
            <a:r>
              <a:rPr sz="900" spc="45" dirty="0">
                <a:solidFill>
                  <a:srgbClr val="000000"/>
                </a:solidFill>
                <a:latin typeface="Arial"/>
                <a:cs typeface="Arial"/>
              </a:rPr>
              <a:t> </a:t>
            </a:r>
            <a:r>
              <a:rPr sz="900" dirty="0">
                <a:solidFill>
                  <a:srgbClr val="000000"/>
                </a:solidFill>
                <a:latin typeface="Arial"/>
                <a:cs typeface="Arial"/>
              </a:rPr>
              <a:t>wafers.</a:t>
            </a:r>
            <a:r>
              <a:rPr sz="900" spc="315" dirty="0">
                <a:solidFill>
                  <a:srgbClr val="000000"/>
                </a:solidFill>
                <a:latin typeface="Arial"/>
                <a:cs typeface="Arial"/>
              </a:rPr>
              <a:t> </a:t>
            </a:r>
            <a:r>
              <a:rPr sz="900" dirty="0">
                <a:solidFill>
                  <a:srgbClr val="000000"/>
                </a:solidFill>
                <a:latin typeface="Arial"/>
                <a:cs typeface="Arial"/>
              </a:rPr>
              <a:t>Each</a:t>
            </a:r>
            <a:r>
              <a:rPr sz="900" spc="35" dirty="0">
                <a:solidFill>
                  <a:srgbClr val="000000"/>
                </a:solidFill>
                <a:latin typeface="Arial"/>
                <a:cs typeface="Arial"/>
              </a:rPr>
              <a:t> </a:t>
            </a:r>
            <a:r>
              <a:rPr sz="900" dirty="0">
                <a:solidFill>
                  <a:srgbClr val="000000"/>
                </a:solidFill>
                <a:latin typeface="Arial"/>
                <a:cs typeface="Arial"/>
              </a:rPr>
              <a:t>big</a:t>
            </a:r>
            <a:r>
              <a:rPr sz="900" spc="30" dirty="0">
                <a:solidFill>
                  <a:srgbClr val="000000"/>
                </a:solidFill>
                <a:latin typeface="Arial"/>
                <a:cs typeface="Arial"/>
              </a:rPr>
              <a:t> </a:t>
            </a:r>
            <a:r>
              <a:rPr sz="900" dirty="0">
                <a:solidFill>
                  <a:srgbClr val="000000"/>
                </a:solidFill>
                <a:latin typeface="Arial"/>
                <a:cs typeface="Arial"/>
              </a:rPr>
              <a:t>assembly</a:t>
            </a:r>
            <a:r>
              <a:rPr sz="900" spc="10" dirty="0">
                <a:solidFill>
                  <a:srgbClr val="000000"/>
                </a:solidFill>
                <a:latin typeface="Arial"/>
                <a:cs typeface="Arial"/>
              </a:rPr>
              <a:t> </a:t>
            </a:r>
            <a:r>
              <a:rPr sz="900" spc="-25" dirty="0">
                <a:solidFill>
                  <a:srgbClr val="000000"/>
                </a:solidFill>
                <a:latin typeface="Arial"/>
                <a:cs typeface="Arial"/>
              </a:rPr>
              <a:t>Lot</a:t>
            </a:r>
            <a:r>
              <a:rPr lang="en-US" sz="900" spc="-25" dirty="0">
                <a:solidFill>
                  <a:srgbClr val="000000"/>
                </a:solidFill>
                <a:latin typeface="Arial"/>
                <a:cs typeface="Arial"/>
              </a:rPr>
              <a:t>.</a:t>
            </a:r>
          </a:p>
          <a:p>
            <a:pPr marL="182563" indent="84138">
              <a:spcBef>
                <a:spcPts val="125"/>
              </a:spcBef>
            </a:pPr>
            <a:r>
              <a:rPr sz="900" dirty="0">
                <a:solidFill>
                  <a:srgbClr val="000000"/>
                </a:solidFill>
                <a:latin typeface="Arial"/>
                <a:cs typeface="Arial"/>
              </a:rPr>
              <a:t>Lot</a:t>
            </a:r>
            <a:r>
              <a:rPr sz="900" spc="40" dirty="0">
                <a:solidFill>
                  <a:srgbClr val="000000"/>
                </a:solidFill>
                <a:latin typeface="Arial"/>
                <a:cs typeface="Arial"/>
              </a:rPr>
              <a:t> </a:t>
            </a:r>
            <a:r>
              <a:rPr sz="900" dirty="0">
                <a:solidFill>
                  <a:srgbClr val="000000"/>
                </a:solidFill>
                <a:latin typeface="Arial"/>
                <a:cs typeface="Arial"/>
              </a:rPr>
              <a:t>is</a:t>
            </a:r>
            <a:r>
              <a:rPr sz="900" spc="45" dirty="0">
                <a:solidFill>
                  <a:srgbClr val="000000"/>
                </a:solidFill>
                <a:latin typeface="Arial"/>
                <a:cs typeface="Arial"/>
              </a:rPr>
              <a:t> </a:t>
            </a:r>
            <a:r>
              <a:rPr sz="900" dirty="0">
                <a:solidFill>
                  <a:srgbClr val="000000"/>
                </a:solidFill>
                <a:latin typeface="Arial"/>
                <a:cs typeface="Arial"/>
              </a:rPr>
              <a:t>represented</a:t>
            </a:r>
            <a:r>
              <a:rPr sz="900" spc="25" dirty="0">
                <a:solidFill>
                  <a:srgbClr val="000000"/>
                </a:solidFill>
                <a:latin typeface="Arial"/>
                <a:cs typeface="Arial"/>
              </a:rPr>
              <a:t> </a:t>
            </a:r>
            <a:r>
              <a:rPr sz="900" dirty="0">
                <a:solidFill>
                  <a:srgbClr val="000000"/>
                </a:solidFill>
                <a:latin typeface="Arial"/>
                <a:cs typeface="Arial"/>
              </a:rPr>
              <a:t>by</a:t>
            </a:r>
            <a:r>
              <a:rPr sz="900" spc="60" dirty="0">
                <a:solidFill>
                  <a:srgbClr val="000000"/>
                </a:solidFill>
                <a:latin typeface="Arial"/>
                <a:cs typeface="Arial"/>
              </a:rPr>
              <a:t> </a:t>
            </a:r>
            <a:r>
              <a:rPr sz="900" dirty="0">
                <a:solidFill>
                  <a:srgbClr val="000000"/>
                </a:solidFill>
                <a:latin typeface="Arial"/>
                <a:cs typeface="Arial"/>
              </a:rPr>
              <a:t>a</a:t>
            </a:r>
            <a:r>
              <a:rPr sz="900" spc="45" dirty="0">
                <a:solidFill>
                  <a:srgbClr val="000000"/>
                </a:solidFill>
                <a:latin typeface="Arial"/>
                <a:cs typeface="Arial"/>
              </a:rPr>
              <a:t> </a:t>
            </a:r>
            <a:r>
              <a:rPr sz="900" dirty="0">
                <a:solidFill>
                  <a:srgbClr val="000000"/>
                </a:solidFill>
                <a:latin typeface="Arial"/>
                <a:cs typeface="Arial"/>
              </a:rPr>
              <a:t>character</a:t>
            </a:r>
            <a:r>
              <a:rPr sz="900" spc="40" dirty="0">
                <a:solidFill>
                  <a:srgbClr val="000000"/>
                </a:solidFill>
                <a:latin typeface="Arial"/>
                <a:cs typeface="Arial"/>
              </a:rPr>
              <a:t> </a:t>
            </a:r>
            <a:r>
              <a:rPr sz="900" dirty="0">
                <a:solidFill>
                  <a:srgbClr val="000000"/>
                </a:solidFill>
                <a:latin typeface="Arial"/>
                <a:cs typeface="Arial"/>
              </a:rPr>
              <a:t>(Ex:</a:t>
            </a:r>
            <a:r>
              <a:rPr sz="900" spc="75" dirty="0">
                <a:solidFill>
                  <a:srgbClr val="000000"/>
                </a:solidFill>
                <a:latin typeface="Arial"/>
                <a:cs typeface="Arial"/>
              </a:rPr>
              <a:t> </a:t>
            </a:r>
            <a:r>
              <a:rPr sz="900" spc="-10" dirty="0">
                <a:solidFill>
                  <a:srgbClr val="000000"/>
                </a:solidFill>
                <a:latin typeface="Arial"/>
                <a:cs typeface="Arial"/>
              </a:rPr>
              <a:t>1,2,3,…)</a:t>
            </a:r>
            <a:endParaRPr sz="900" dirty="0">
              <a:solidFill>
                <a:srgbClr val="000000"/>
              </a:solidFill>
              <a:latin typeface="Arial"/>
              <a:cs typeface="Arial"/>
            </a:endParaRPr>
          </a:p>
        </p:txBody>
      </p:sp>
      <p:sp>
        <p:nvSpPr>
          <p:cNvPr id="15" name="object 10">
            <a:extLst>
              <a:ext uri="{FF2B5EF4-FFF2-40B4-BE49-F238E27FC236}">
                <a16:creationId xmlns:a16="http://schemas.microsoft.com/office/drawing/2014/main" id="{71607C74-7C92-DEB2-54F1-327D634305E2}"/>
              </a:ext>
            </a:extLst>
          </p:cNvPr>
          <p:cNvSpPr txBox="1"/>
          <p:nvPr/>
        </p:nvSpPr>
        <p:spPr>
          <a:xfrm>
            <a:off x="3296500" y="8269861"/>
            <a:ext cx="2223195" cy="154529"/>
          </a:xfrm>
          <a:prstGeom prst="rect">
            <a:avLst/>
          </a:prstGeom>
        </p:spPr>
        <p:txBody>
          <a:bodyPr vert="horz" wrap="square" lIns="0" tIns="15875" rIns="0" bIns="0" rtlCol="0">
            <a:spAutoFit/>
          </a:bodyPr>
          <a:lstStyle/>
          <a:p>
            <a:pPr marL="12700">
              <a:spcBef>
                <a:spcPts val="125"/>
              </a:spcBef>
            </a:pPr>
            <a:r>
              <a:rPr lang="en-US" sz="900" dirty="0">
                <a:solidFill>
                  <a:srgbClr val="000000"/>
                </a:solidFill>
                <a:latin typeface="Arial"/>
                <a:cs typeface="Arial"/>
              </a:rPr>
              <a:t>@</a:t>
            </a:r>
            <a:r>
              <a:rPr sz="900" spc="1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lang="en-US" sz="900" spc="20" dirty="0">
                <a:solidFill>
                  <a:srgbClr val="000000"/>
                </a:solidFill>
                <a:latin typeface="Arial"/>
                <a:cs typeface="Arial"/>
              </a:rPr>
              <a:t>Assembly plant</a:t>
            </a:r>
            <a:r>
              <a:rPr sz="900" spc="35" dirty="0">
                <a:solidFill>
                  <a:srgbClr val="000000"/>
                </a:solidFill>
                <a:latin typeface="Arial"/>
                <a:cs typeface="Arial"/>
              </a:rPr>
              <a:t> </a:t>
            </a:r>
            <a:r>
              <a:rPr sz="900" spc="-20" dirty="0">
                <a:solidFill>
                  <a:srgbClr val="000000"/>
                </a:solidFill>
                <a:latin typeface="Arial"/>
                <a:cs typeface="Arial"/>
              </a:rPr>
              <a:t>code</a:t>
            </a:r>
            <a:endParaRPr sz="900" dirty="0">
              <a:solidFill>
                <a:srgbClr val="000000"/>
              </a:solidFill>
              <a:latin typeface="Arial"/>
              <a:cs typeface="Arial"/>
            </a:endParaRPr>
          </a:p>
        </p:txBody>
      </p:sp>
      <p:graphicFrame>
        <p:nvGraphicFramePr>
          <p:cNvPr id="16" name="object 17">
            <a:extLst>
              <a:ext uri="{FF2B5EF4-FFF2-40B4-BE49-F238E27FC236}">
                <a16:creationId xmlns:a16="http://schemas.microsoft.com/office/drawing/2014/main" id="{8010E8F2-2C1C-2088-86EF-B34AE527C4C9}"/>
              </a:ext>
            </a:extLst>
          </p:cNvPr>
          <p:cNvGraphicFramePr>
            <a:graphicFrameLocks noGrp="1"/>
          </p:cNvGraphicFramePr>
          <p:nvPr>
            <p:extLst>
              <p:ext uri="{D42A27DB-BD31-4B8C-83A1-F6EECF244321}">
                <p14:modId xmlns:p14="http://schemas.microsoft.com/office/powerpoint/2010/main" val="313455768"/>
              </p:ext>
            </p:extLst>
          </p:nvPr>
        </p:nvGraphicFramePr>
        <p:xfrm>
          <a:off x="3231569" y="8462295"/>
          <a:ext cx="2906863" cy="433070"/>
        </p:xfrm>
        <a:graphic>
          <a:graphicData uri="http://schemas.openxmlformats.org/drawingml/2006/table">
            <a:tbl>
              <a:tblPr firstRow="1" bandRow="1"/>
              <a:tblGrid>
                <a:gridCol w="580979">
                  <a:extLst>
                    <a:ext uri="{9D8B030D-6E8A-4147-A177-3AD203B41FA5}">
                      <a16:colId xmlns:a16="http://schemas.microsoft.com/office/drawing/2014/main" val="20000"/>
                    </a:ext>
                  </a:extLst>
                </a:gridCol>
                <a:gridCol w="589356">
                  <a:extLst>
                    <a:ext uri="{9D8B030D-6E8A-4147-A177-3AD203B41FA5}">
                      <a16:colId xmlns:a16="http://schemas.microsoft.com/office/drawing/2014/main" val="20001"/>
                    </a:ext>
                  </a:extLst>
                </a:gridCol>
                <a:gridCol w="593296">
                  <a:extLst>
                    <a:ext uri="{9D8B030D-6E8A-4147-A177-3AD203B41FA5}">
                      <a16:colId xmlns:a16="http://schemas.microsoft.com/office/drawing/2014/main" val="2776980161"/>
                    </a:ext>
                  </a:extLst>
                </a:gridCol>
                <a:gridCol w="569645">
                  <a:extLst>
                    <a:ext uri="{9D8B030D-6E8A-4147-A177-3AD203B41FA5}">
                      <a16:colId xmlns:a16="http://schemas.microsoft.com/office/drawing/2014/main" val="1923728840"/>
                    </a:ext>
                  </a:extLst>
                </a:gridCol>
                <a:gridCol w="573587">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indent="0" algn="ctr">
                        <a:lnSpc>
                          <a:spcPct val="100000"/>
                        </a:lnSpc>
                        <a:spcBef>
                          <a:spcPts val="10"/>
                        </a:spcBef>
                      </a:pPr>
                      <a:endParaRPr sz="700" b="0" dirty="0">
                        <a:latin typeface="Arial" panose="020B0604020202020204" pitchFamily="34" charset="0"/>
                        <a:cs typeface="Arial" panose="020B0604020202020204" pitchFamily="34" charset="0"/>
                      </a:endParaRPr>
                    </a:p>
                    <a:p>
                      <a:pPr marL="0" indent="0" algn="ctr">
                        <a:lnSpc>
                          <a:spcPct val="100000"/>
                        </a:lnSpc>
                        <a:spcBef>
                          <a:spcPts val="5"/>
                        </a:spcBef>
                      </a:pPr>
                      <a:endParaRPr sz="700" b="0" dirty="0">
                        <a:latin typeface="Arial" panose="020B0604020202020204" pitchFamily="34" charset="0"/>
                        <a:cs typeface="Arial" panose="020B0604020202020204" pitchFamily="34" charset="0"/>
                      </a:endParaRPr>
                    </a:p>
                  </a:txBody>
                  <a:tcPr marL="0" marR="0" marT="0"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b="0" dirty="0">
                          <a:latin typeface="Arial" panose="020B0604020202020204" pitchFamily="34" charset="0"/>
                          <a:cs typeface="Arial" panose="020B0604020202020204" pitchFamily="34" charset="0"/>
                        </a:rPr>
                        <a:t>JSICAT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SEMTECH</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a:t>
                      </a:r>
                      <a:r>
                        <a:rPr kumimoji="0" lang="en-US" altLang="ko-KR" sz="700" b="0" i="0" u="none" strike="noStrike" kern="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rd</a:t>
                      </a: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plant</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lang="en-US" sz="700" b="0" dirty="0">
                          <a:latin typeface="Arial" panose="020B0604020202020204" pitchFamily="34" charset="0"/>
                          <a:cs typeface="Arial" panose="020B0604020202020204" pitchFamily="34" charset="0"/>
                        </a:rPr>
                        <a:t>4</a:t>
                      </a:r>
                      <a:r>
                        <a:rPr lang="en-US" sz="700" b="0" baseline="30000" dirty="0">
                          <a:latin typeface="Arial" panose="020B0604020202020204" pitchFamily="34" charset="0"/>
                          <a:cs typeface="Arial" panose="020B0604020202020204" pitchFamily="34" charset="0"/>
                        </a:rPr>
                        <a:t>th</a:t>
                      </a:r>
                      <a:r>
                        <a:rPr lang="en-US" sz="700" b="0" dirty="0">
                          <a:latin typeface="Arial" panose="020B0604020202020204" pitchFamily="34" charset="0"/>
                          <a:cs typeface="Arial" panose="020B0604020202020204" pitchFamily="34" charset="0"/>
                        </a:rPr>
                        <a:t> Plant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b="0" spc="-20" dirty="0">
                          <a:latin typeface="Arial" panose="020B0604020202020204" pitchFamily="34" charset="0"/>
                          <a:cs typeface="Arial" panose="020B0604020202020204" pitchFamily="34" charset="0"/>
                        </a:rPr>
                        <a:t>Cod</a:t>
                      </a:r>
                      <a:r>
                        <a:rPr lang="en-US" sz="700" b="0" spc="-20" dirty="0">
                          <a:latin typeface="Arial" panose="020B0604020202020204" pitchFamily="34" charset="0"/>
                          <a:cs typeface="Arial" panose="020B0604020202020204" pitchFamily="34" charset="0"/>
                        </a:rPr>
                        <a:t>e</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marR="0" lvl="0" indent="0" algn="ctr" defTabSz="914400" eaLnBrk="1" fontAlgn="auto" latinLnBrk="0" hangingPunct="1">
                        <a:lnSpc>
                          <a:spcPct val="100000"/>
                        </a:lnSpc>
                        <a:spcBef>
                          <a:spcPts val="425"/>
                        </a:spcBef>
                        <a:spcAft>
                          <a:spcPts val="0"/>
                        </a:spcAft>
                        <a:buClrTx/>
                        <a:buSzTx/>
                        <a:buFontTx/>
                        <a:buNone/>
                        <a:tabLst/>
                        <a:defRPr/>
                      </a:pPr>
                      <a:r>
                        <a:rPr lang="en-US" altLang="ko-KR" sz="700" b="1" dirty="0">
                          <a:latin typeface="Arial" panose="020B0604020202020204" pitchFamily="34" charset="0"/>
                          <a:cs typeface="Arial" panose="020B0604020202020204" pitchFamily="34" charset="0"/>
                        </a:rPr>
                        <a:t>J</a:t>
                      </a:r>
                      <a:endParaRPr lang="ko-KR" altLang="en-US" sz="700" b="1"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b="0" dirty="0">
                          <a:solidFill>
                            <a:schemeClr val="tx1"/>
                          </a:solidFill>
                          <a:latin typeface="Arial" panose="020B0604020202020204" pitchFamily="34" charset="0"/>
                          <a:cs typeface="Arial" panose="020B0604020202020204" pitchFamily="34" charset="0"/>
                        </a:rPr>
                        <a:t>S</a:t>
                      </a:r>
                      <a:endParaRPr sz="700" b="0" dirty="0">
                        <a:solidFill>
                          <a:schemeClr val="tx1"/>
                        </a:solidFill>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b="0" dirty="0">
                          <a:latin typeface="Arial" panose="020B0604020202020204" pitchFamily="34" charset="0"/>
                          <a:cs typeface="Arial" panose="020B0604020202020204" pitchFamily="34" charset="0"/>
                        </a:rPr>
                        <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2540" algn="ctr">
                        <a:lnSpc>
                          <a:spcPct val="100000"/>
                        </a:lnSpc>
                        <a:spcBef>
                          <a:spcPts val="425"/>
                        </a:spcBef>
                      </a:pPr>
                      <a:r>
                        <a:rPr lang="en-US" sz="700" b="0" dirty="0">
                          <a:latin typeface="Arial" panose="020B0604020202020204" pitchFamily="34" charset="0"/>
                          <a:cs typeface="Arial" panose="020B0604020202020204" pitchFamily="34" charset="0"/>
                        </a:rPr>
                        <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18" name="object 15">
            <a:extLst>
              <a:ext uri="{FF2B5EF4-FFF2-40B4-BE49-F238E27FC236}">
                <a16:creationId xmlns:a16="http://schemas.microsoft.com/office/drawing/2014/main" id="{E2561829-FF1B-2E3F-AFC0-4A5DF2CFCD14}"/>
              </a:ext>
            </a:extLst>
          </p:cNvPr>
          <p:cNvGraphicFramePr>
            <a:graphicFrameLocks noGrp="1"/>
          </p:cNvGraphicFramePr>
          <p:nvPr>
            <p:extLst>
              <p:ext uri="{D42A27DB-BD31-4B8C-83A1-F6EECF244321}">
                <p14:modId xmlns:p14="http://schemas.microsoft.com/office/powerpoint/2010/main" val="4051607088"/>
              </p:ext>
            </p:extLst>
          </p:nvPr>
        </p:nvGraphicFramePr>
        <p:xfrm>
          <a:off x="3221404" y="7769511"/>
          <a:ext cx="2917026" cy="425343"/>
        </p:xfrm>
        <a:graphic>
          <a:graphicData uri="http://schemas.openxmlformats.org/drawingml/2006/table">
            <a:tbl>
              <a:tblPr firstRow="1" bandRow="1"/>
              <a:tblGrid>
                <a:gridCol w="829575">
                  <a:extLst>
                    <a:ext uri="{9D8B030D-6E8A-4147-A177-3AD203B41FA5}">
                      <a16:colId xmlns:a16="http://schemas.microsoft.com/office/drawing/2014/main" val="20000"/>
                    </a:ext>
                  </a:extLst>
                </a:gridCol>
                <a:gridCol w="423158">
                  <a:extLst>
                    <a:ext uri="{9D8B030D-6E8A-4147-A177-3AD203B41FA5}">
                      <a16:colId xmlns:a16="http://schemas.microsoft.com/office/drawing/2014/main" val="1073021575"/>
                    </a:ext>
                  </a:extLst>
                </a:gridCol>
                <a:gridCol w="423158">
                  <a:extLst>
                    <a:ext uri="{9D8B030D-6E8A-4147-A177-3AD203B41FA5}">
                      <a16:colId xmlns:a16="http://schemas.microsoft.com/office/drawing/2014/main" val="1497091923"/>
                    </a:ext>
                  </a:extLst>
                </a:gridCol>
                <a:gridCol w="423158">
                  <a:extLst>
                    <a:ext uri="{9D8B030D-6E8A-4147-A177-3AD203B41FA5}">
                      <a16:colId xmlns:a16="http://schemas.microsoft.com/office/drawing/2014/main" val="20003"/>
                    </a:ext>
                  </a:extLst>
                </a:gridCol>
                <a:gridCol w="423158">
                  <a:extLst>
                    <a:ext uri="{9D8B030D-6E8A-4147-A177-3AD203B41FA5}">
                      <a16:colId xmlns:a16="http://schemas.microsoft.com/office/drawing/2014/main" val="20004"/>
                    </a:ext>
                  </a:extLst>
                </a:gridCol>
                <a:gridCol w="394819">
                  <a:extLst>
                    <a:ext uri="{9D8B030D-6E8A-4147-A177-3AD203B41FA5}">
                      <a16:colId xmlns:a16="http://schemas.microsoft.com/office/drawing/2014/main" val="20005"/>
                    </a:ext>
                  </a:extLst>
                </a:gridCol>
              </a:tblGrid>
              <a:tr h="242945">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800" dirty="0">
                          <a:latin typeface="Arial"/>
                          <a:cs typeface="Arial"/>
                        </a:rPr>
                        <a:t>Wafer</a:t>
                      </a:r>
                      <a:r>
                        <a:rPr sz="800" spc="-15" dirty="0">
                          <a:latin typeface="Arial"/>
                          <a:cs typeface="Arial"/>
                        </a:rPr>
                        <a:t> </a:t>
                      </a:r>
                      <a:r>
                        <a:rPr sz="800" dirty="0">
                          <a:latin typeface="Arial"/>
                          <a:cs typeface="Arial"/>
                        </a:rPr>
                        <a:t>Lot</a:t>
                      </a:r>
                      <a:r>
                        <a:rPr sz="800" spc="10" dirty="0">
                          <a:latin typeface="Arial"/>
                          <a:cs typeface="Arial"/>
                        </a:rPr>
                        <a:t> </a:t>
                      </a:r>
                      <a:r>
                        <a:rPr sz="800" spc="-25" dirty="0">
                          <a:latin typeface="Arial"/>
                          <a:cs typeface="Arial"/>
                        </a:rPr>
                        <a:t>No</a:t>
                      </a:r>
                      <a:endParaRPr sz="8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dirty="0">
                          <a:latin typeface="Arial"/>
                          <a:cs typeface="Arial"/>
                        </a:rPr>
                        <a:t>1-5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dirty="0">
                          <a:latin typeface="Arial"/>
                          <a:cs typeface="Arial"/>
                        </a:rPr>
                        <a:t>6-10</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spc="-10" dirty="0">
                          <a:latin typeface="Arial"/>
                          <a:cs typeface="Arial"/>
                        </a:rPr>
                        <a:t>11</a:t>
                      </a:r>
                      <a:r>
                        <a:rPr sz="700" spc="-10" dirty="0">
                          <a:latin typeface="Arial"/>
                          <a:cs typeface="Arial"/>
                        </a:rPr>
                        <a:t>-</a:t>
                      </a:r>
                      <a:r>
                        <a:rPr lang="en-US" sz="700" spc="-10" dirty="0">
                          <a:latin typeface="Arial"/>
                          <a:cs typeface="Arial"/>
                        </a:rPr>
                        <a:t>15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270" algn="ctr">
                        <a:lnSpc>
                          <a:spcPct val="100000"/>
                        </a:lnSpc>
                        <a:spcBef>
                          <a:spcPts val="425"/>
                        </a:spcBef>
                      </a:pPr>
                      <a:r>
                        <a:rPr sz="700" spc="-10" dirty="0">
                          <a:latin typeface="Arial"/>
                          <a:cs typeface="Arial"/>
                        </a:rPr>
                        <a:t>1</a:t>
                      </a:r>
                      <a:r>
                        <a:rPr lang="en-US" sz="700" spc="-10" dirty="0">
                          <a:latin typeface="Arial"/>
                          <a:cs typeface="Arial"/>
                        </a:rPr>
                        <a:t>6</a:t>
                      </a:r>
                      <a:r>
                        <a:rPr sz="700" spc="-10" dirty="0">
                          <a:latin typeface="Arial"/>
                          <a:cs typeface="Arial"/>
                        </a:rPr>
                        <a:t>-</a:t>
                      </a:r>
                      <a:r>
                        <a:rPr lang="en-US" sz="700" spc="-10" dirty="0">
                          <a:latin typeface="Arial"/>
                          <a:cs typeface="Arial"/>
                        </a:rPr>
                        <a:t>20</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270" algn="ctr">
                        <a:lnSpc>
                          <a:spcPct val="100000"/>
                        </a:lnSpc>
                        <a:spcBef>
                          <a:spcPts val="425"/>
                        </a:spcBef>
                      </a:pPr>
                      <a:r>
                        <a:rPr lang="en-US" sz="700" spc="-10" dirty="0">
                          <a:latin typeface="Arial"/>
                          <a:cs typeface="Arial"/>
                        </a:rPr>
                        <a:t>21</a:t>
                      </a:r>
                      <a:r>
                        <a:rPr sz="700" spc="-10" dirty="0">
                          <a:latin typeface="Arial"/>
                          <a:cs typeface="Arial"/>
                        </a:rPr>
                        <a:t>-</a:t>
                      </a:r>
                      <a:r>
                        <a:rPr lang="en-US" sz="700" spc="-10" dirty="0">
                          <a:latin typeface="Arial"/>
                          <a:cs typeface="Arial"/>
                        </a:rPr>
                        <a:t>25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82398">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800" spc="-20" dirty="0">
                          <a:latin typeface="Arial"/>
                          <a:cs typeface="Arial"/>
                        </a:rPr>
                        <a:t>Code</a:t>
                      </a:r>
                      <a:endParaRPr sz="8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lang="en-US" sz="700" dirty="0">
                          <a:latin typeface="Arial"/>
                          <a:cs typeface="Arial"/>
                        </a:rPr>
                        <a:t>1</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lang="en-US" sz="700" b="1" dirty="0">
                          <a:solidFill>
                            <a:schemeClr val="tx1"/>
                          </a:solidFill>
                          <a:latin typeface="Arial"/>
                          <a:cs typeface="Arial"/>
                        </a:rPr>
                        <a:t>2</a:t>
                      </a:r>
                      <a:endParaRPr sz="700" b="1" dirty="0">
                        <a:solidFill>
                          <a:schemeClr val="tx1"/>
                        </a:solidFill>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sz="700" dirty="0">
                          <a:latin typeface="Arial"/>
                          <a:cs typeface="Arial"/>
                        </a:rPr>
                        <a:t>3</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sz="700" dirty="0">
                          <a:latin typeface="Arial"/>
                          <a:cs typeface="Arial"/>
                        </a:rPr>
                        <a:t>4</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700" dirty="0">
                          <a:latin typeface="Arial"/>
                          <a:cs typeface="Arial"/>
                        </a:rPr>
                        <a:t>5</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9" name="object 24">
            <a:extLst>
              <a:ext uri="{FF2B5EF4-FFF2-40B4-BE49-F238E27FC236}">
                <a16:creationId xmlns:a16="http://schemas.microsoft.com/office/drawing/2014/main" id="{1A6E50F1-B1D0-DAFB-DF7D-B05A289A6BB3}"/>
              </a:ext>
            </a:extLst>
          </p:cNvPr>
          <p:cNvSpPr txBox="1"/>
          <p:nvPr/>
        </p:nvSpPr>
        <p:spPr>
          <a:xfrm>
            <a:off x="2761471" y="4470037"/>
            <a:ext cx="3509789" cy="271869"/>
          </a:xfrm>
          <a:prstGeom prst="rect">
            <a:avLst/>
          </a:prstGeom>
        </p:spPr>
        <p:txBody>
          <a:bodyPr vert="horz" wrap="square" lIns="0" tIns="12700" rIns="0" bIns="0" rtlCol="0">
            <a:spAutoFit/>
          </a:bodyPr>
          <a:lstStyle/>
          <a:p>
            <a:pPr lvl="4">
              <a:spcBef>
                <a:spcPts val="100"/>
              </a:spcBef>
            </a:pPr>
            <a:r>
              <a:rPr lang="en-US" altLang="ko-KR" sz="800" dirty="0">
                <a:solidFill>
                  <a:srgbClr val="000000"/>
                </a:solidFill>
                <a:latin typeface="Arial" panose="020B0604020202020204" pitchFamily="34" charset="0"/>
                <a:cs typeface="Arial" panose="020B0604020202020204" pitchFamily="34" charset="0"/>
              </a:rPr>
              <a:t>※ </a:t>
            </a:r>
            <a:r>
              <a:rPr lang="en-US" sz="800" dirty="0">
                <a:solidFill>
                  <a:srgbClr val="000000"/>
                </a:solidFill>
                <a:latin typeface="Arial" panose="020B0604020202020204" pitchFamily="34" charset="0"/>
                <a:cs typeface="Arial" panose="020B0604020202020204" pitchFamily="34" charset="0"/>
              </a:rPr>
              <a:t>Example code :2025. 07. 07</a:t>
            </a:r>
          </a:p>
          <a:p>
            <a:pPr lvl="4">
              <a:spcBef>
                <a:spcPts val="100"/>
              </a:spcBef>
            </a:pPr>
            <a:r>
              <a:rPr 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rPr>
              <a:t>                             wafer Lot </a:t>
            </a:r>
            <a:r>
              <a:rPr lang="ko-KR" alt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rPr>
              <a:t> </a:t>
            </a:r>
            <a:r>
              <a:rPr lang="en-US" altLang="ko-KR" sz="800" dirty="0">
                <a:solidFill>
                  <a:srgbClr val="000000"/>
                </a:solidFill>
                <a:latin typeface="Arial" panose="020B0604020202020204" pitchFamily="34" charset="0"/>
                <a:ea typeface="맑은 고딕" panose="020B0503020000020004" pitchFamily="50" charset="-127"/>
                <a:cs typeface="Arial" panose="020B0604020202020204" pitchFamily="34" charset="0"/>
              </a:rPr>
              <a:t>#6-10</a:t>
            </a:r>
            <a:endParaRPr 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endParaRPr>
          </a:p>
        </p:txBody>
      </p:sp>
    </p:spTree>
    <p:extLst>
      <p:ext uri="{BB962C8B-B14F-4D97-AF65-F5344CB8AC3E}">
        <p14:creationId xmlns:p14="http://schemas.microsoft.com/office/powerpoint/2010/main" val="360516199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D79180-0111-BA49-152D-A1263586BEFD}"/>
            </a:ext>
          </a:extLst>
        </p:cNvPr>
        <p:cNvGrpSpPr/>
        <p:nvPr/>
      </p:nvGrpSpPr>
      <p:grpSpPr>
        <a:xfrm>
          <a:off x="0" y="0"/>
          <a:ext cx="0" cy="0"/>
          <a:chOff x="0" y="0"/>
          <a:chExt cx="0" cy="0"/>
        </a:xfrm>
      </p:grpSpPr>
      <p:pic>
        <p:nvPicPr>
          <p:cNvPr id="1026" name="Picture 2">
            <a:extLst>
              <a:ext uri="{FF2B5EF4-FFF2-40B4-BE49-F238E27FC236}">
                <a16:creationId xmlns:a16="http://schemas.microsoft.com/office/drawing/2014/main" id="{B1AE74AE-F427-6B61-B2FE-9CBC7358478A}"/>
              </a:ext>
            </a:extLst>
          </p:cNvPr>
          <p:cNvPicPr>
            <a:picLocks noChangeAspect="1" noChangeArrowheads="1"/>
          </p:cNvPicPr>
          <p:nvPr/>
        </p:nvPicPr>
        <p:blipFill rotWithShape="1">
          <a:blip r:embed="rId3">
            <a:extLst>
              <a:ext uri="{BEBA8EAE-BF5A-486C-A8C5-ECC9F3942E4B}">
                <a14:imgProps xmlns:a14="http://schemas.microsoft.com/office/drawing/2010/main">
                  <a14:imgLayer r:embed="rId4">
                    <a14:imgEffect>
                      <a14:sharpenSoften amount="43000"/>
                    </a14:imgEffect>
                    <a14:imgEffect>
                      <a14:saturation sat="13000"/>
                    </a14:imgEffect>
                  </a14:imgLayer>
                </a14:imgProps>
              </a:ext>
              <a:ext uri="{28A0092B-C50C-407E-A947-70E740481C1C}">
                <a14:useLocalDpi xmlns:a14="http://schemas.microsoft.com/office/drawing/2010/main" val="0"/>
              </a:ext>
            </a:extLst>
          </a:blip>
          <a:srcRect l="3159" t="5273" r="2448" b="-1"/>
          <a:stretch>
            <a:fillRect/>
          </a:stretch>
        </p:blipFill>
        <p:spPr bwMode="auto">
          <a:xfrm>
            <a:off x="1306481" y="1572230"/>
            <a:ext cx="4659979" cy="3469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그림 1">
            <a:extLst>
              <a:ext uri="{FF2B5EF4-FFF2-40B4-BE49-F238E27FC236}">
                <a16:creationId xmlns:a16="http://schemas.microsoft.com/office/drawing/2014/main" id="{0DF80D57-C326-F615-5429-08516DECA7B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10150" y="3713257"/>
            <a:ext cx="1776975" cy="382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图片 4">
            <a:extLst>
              <a:ext uri="{FF2B5EF4-FFF2-40B4-BE49-F238E27FC236}">
                <a16:creationId xmlns:a16="http://schemas.microsoft.com/office/drawing/2014/main" id="{19C71C46-3A1B-EF53-4433-44E33B99D920}"/>
              </a:ext>
            </a:extLst>
          </p:cNvPr>
          <p:cNvPicPr>
            <a:picLocks noChangeAspect="1"/>
          </p:cNvPicPr>
          <p:nvPr/>
        </p:nvPicPr>
        <p:blipFill>
          <a:blip r:embed="rId6">
            <a:extLst>
              <a:ext uri="{BEBA8EAE-BF5A-486C-A8C5-ECC9F3942E4B}">
                <a14:imgProps xmlns:a14="http://schemas.microsoft.com/office/drawing/2010/main">
                  <a14:imgLayer r:embed="rId7">
                    <a14:imgEffect>
                      <a14:sharpenSoften amount="34000"/>
                    </a14:imgEffect>
                    <a14:imgEffect>
                      <a14:saturation sat="10000"/>
                    </a14:imgEffect>
                  </a14:imgLayer>
                </a14:imgProps>
              </a:ext>
            </a:extLst>
          </a:blip>
          <a:srcRect l="2222" t="4710"/>
          <a:stretch>
            <a:fillRect/>
          </a:stretch>
        </p:blipFill>
        <p:spPr>
          <a:xfrm>
            <a:off x="1306481" y="5166807"/>
            <a:ext cx="4733924" cy="3547838"/>
          </a:xfrm>
          <a:prstGeom prst="rect">
            <a:avLst/>
          </a:prstGeom>
        </p:spPr>
      </p:pic>
      <p:sp>
        <p:nvSpPr>
          <p:cNvPr id="4" name="TextBox 3">
            <a:extLst>
              <a:ext uri="{FF2B5EF4-FFF2-40B4-BE49-F238E27FC236}">
                <a16:creationId xmlns:a16="http://schemas.microsoft.com/office/drawing/2014/main" id="{BAE641CB-FC8E-D08C-D7D2-2EC3E7CE1815}"/>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9" name="직선 연결선 8">
            <a:extLst>
              <a:ext uri="{FF2B5EF4-FFF2-40B4-BE49-F238E27FC236}">
                <a16:creationId xmlns:a16="http://schemas.microsoft.com/office/drawing/2014/main" id="{F57F7E46-EBE4-610B-4758-016AB82588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object 4">
            <a:extLst>
              <a:ext uri="{FF2B5EF4-FFF2-40B4-BE49-F238E27FC236}">
                <a16:creationId xmlns:a16="http://schemas.microsoft.com/office/drawing/2014/main" id="{071D959A-5B44-6321-393F-0EF934E07FEF}"/>
              </a:ext>
            </a:extLst>
          </p:cNvPr>
          <p:cNvSpPr txBox="1"/>
          <p:nvPr/>
        </p:nvSpPr>
        <p:spPr>
          <a:xfrm>
            <a:off x="692150" y="1250061"/>
            <a:ext cx="2287905" cy="197490"/>
          </a:xfrm>
          <a:prstGeom prst="rect">
            <a:avLst/>
          </a:prstGeom>
        </p:spPr>
        <p:txBody>
          <a:bodyPr vert="horz" wrap="square" lIns="0" tIns="12700" rIns="0" bIns="0" rtlCol="0">
            <a:spAutoFit/>
          </a:bodyPr>
          <a:lstStyle/>
          <a:p>
            <a:pPr marL="219710">
              <a:lnSpc>
                <a:spcPct val="100000"/>
              </a:lnSpc>
              <a:spcBef>
                <a:spcPts val="940"/>
              </a:spcBef>
            </a:pPr>
            <a:r>
              <a:rPr sz="1200" spc="-5" dirty="0">
                <a:latin typeface="Arial"/>
                <a:cs typeface="Arial"/>
              </a:rPr>
              <a:t>1)</a:t>
            </a:r>
            <a:r>
              <a:rPr sz="1200" spc="-45" dirty="0">
                <a:latin typeface="Arial"/>
                <a:cs typeface="Arial"/>
              </a:rPr>
              <a:t> </a:t>
            </a:r>
            <a:r>
              <a:rPr sz="1200" spc="-5" dirty="0">
                <a:latin typeface="Arial"/>
                <a:cs typeface="Arial"/>
              </a:rPr>
              <a:t>JSICAT</a:t>
            </a:r>
            <a:endParaRPr sz="1200" dirty="0">
              <a:latin typeface="Arial"/>
              <a:cs typeface="Arial"/>
            </a:endParaRPr>
          </a:p>
        </p:txBody>
      </p:sp>
      <p:sp>
        <p:nvSpPr>
          <p:cNvPr id="12" name="TextBox 11">
            <a:extLst>
              <a:ext uri="{FF2B5EF4-FFF2-40B4-BE49-F238E27FC236}">
                <a16:creationId xmlns:a16="http://schemas.microsoft.com/office/drawing/2014/main" id="{51486453-D04B-0532-D91A-6C38F5B2F624}"/>
              </a:ext>
            </a:extLst>
          </p:cNvPr>
          <p:cNvSpPr txBox="1"/>
          <p:nvPr/>
        </p:nvSpPr>
        <p:spPr>
          <a:xfrm>
            <a:off x="404813" y="774866"/>
            <a:ext cx="6048622" cy="307777"/>
          </a:xfrm>
          <a:prstGeom prst="rect">
            <a:avLst/>
          </a:prstGeom>
          <a:noFill/>
        </p:spPr>
        <p:txBody>
          <a:bodyPr wrap="square" lIns="0" rtlCol="0">
            <a:spAutoFit/>
          </a:bodyPr>
          <a:lstStyle/>
          <a:p>
            <a:pPr marL="12700">
              <a:lnSpc>
                <a:spcPct val="100000"/>
              </a:lnSpc>
              <a:spcBef>
                <a:spcPts val="100"/>
              </a:spcBef>
            </a:pPr>
            <a:r>
              <a:rPr lang="en-US" altLang="ko-KR" sz="1400" b="1" spc="-5" dirty="0">
                <a:latin typeface="Arial"/>
                <a:cs typeface="Arial"/>
              </a:rPr>
              <a:t>Embossed</a:t>
            </a:r>
            <a:r>
              <a:rPr lang="en-US" altLang="ko-KR" sz="1400" b="1" spc="-50" dirty="0">
                <a:latin typeface="Arial"/>
                <a:cs typeface="Arial"/>
              </a:rPr>
              <a:t> </a:t>
            </a:r>
            <a:r>
              <a:rPr lang="en-US" altLang="ko-KR" sz="1400" b="1" dirty="0">
                <a:latin typeface="Arial"/>
                <a:cs typeface="Arial"/>
              </a:rPr>
              <a:t>tape</a:t>
            </a:r>
            <a:r>
              <a:rPr lang="en-US" altLang="ko-KR" sz="1400" b="1" spc="-40" dirty="0">
                <a:latin typeface="Arial"/>
                <a:cs typeface="Arial"/>
              </a:rPr>
              <a:t> </a:t>
            </a:r>
            <a:r>
              <a:rPr lang="en-US" altLang="ko-KR" sz="1400" b="1" dirty="0">
                <a:latin typeface="Arial"/>
                <a:cs typeface="Arial"/>
              </a:rPr>
              <a:t>and</a:t>
            </a:r>
            <a:r>
              <a:rPr lang="en-US" altLang="ko-KR" sz="1400" b="1" spc="-30" dirty="0">
                <a:latin typeface="Arial"/>
                <a:cs typeface="Arial"/>
              </a:rPr>
              <a:t> </a:t>
            </a:r>
            <a:r>
              <a:rPr lang="en-US" altLang="ko-KR" sz="1400" b="1" spc="-5" dirty="0">
                <a:latin typeface="Arial"/>
                <a:cs typeface="Arial"/>
              </a:rPr>
              <a:t>reel</a:t>
            </a:r>
            <a:r>
              <a:rPr lang="en-US" altLang="ko-KR" sz="1400" b="1" spc="-45" dirty="0">
                <a:latin typeface="Arial"/>
                <a:cs typeface="Arial"/>
              </a:rPr>
              <a:t> </a:t>
            </a:r>
            <a:r>
              <a:rPr lang="en-US" altLang="ko-KR" sz="1400" b="1" dirty="0">
                <a:latin typeface="Arial"/>
                <a:cs typeface="Arial"/>
              </a:rPr>
              <a:t>data</a:t>
            </a:r>
            <a:endParaRPr lang="en-US" altLang="ko-KR" sz="1400" dirty="0">
              <a:latin typeface="Arial"/>
              <a:cs typeface="Arial"/>
            </a:endParaRPr>
          </a:p>
        </p:txBody>
      </p:sp>
      <p:sp>
        <p:nvSpPr>
          <p:cNvPr id="5" name="object 84">
            <a:extLst>
              <a:ext uri="{FF2B5EF4-FFF2-40B4-BE49-F238E27FC236}">
                <a16:creationId xmlns:a16="http://schemas.microsoft.com/office/drawing/2014/main" id="{B98E48A7-15D1-04F2-F3BA-3E29E11C22DE}"/>
              </a:ext>
            </a:extLst>
          </p:cNvPr>
          <p:cNvSpPr txBox="1"/>
          <p:nvPr/>
        </p:nvSpPr>
        <p:spPr>
          <a:xfrm>
            <a:off x="2601354" y="8758877"/>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30</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sp>
        <p:nvSpPr>
          <p:cNvPr id="3" name="직사각형 2">
            <a:extLst>
              <a:ext uri="{FF2B5EF4-FFF2-40B4-BE49-F238E27FC236}">
                <a16:creationId xmlns:a16="http://schemas.microsoft.com/office/drawing/2014/main" id="{909415AB-C7B4-1C7E-4699-5520FD9AAAE2}"/>
              </a:ext>
            </a:extLst>
          </p:cNvPr>
          <p:cNvSpPr/>
          <p:nvPr/>
        </p:nvSpPr>
        <p:spPr>
          <a:xfrm>
            <a:off x="2483141" y="210264"/>
            <a:ext cx="3933534" cy="1039696"/>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Reel Tape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124089100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8E07A0-5C9C-8299-5F8C-F2D2047C3FD9}"/>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DF33AA6A-EBF7-F13F-DCAC-2D63CB877027}"/>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4F451656-1DBE-6C15-DDDE-4636C239056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DB06F889-DD5E-F402-B824-F9AAA34A273A}"/>
              </a:ext>
            </a:extLst>
          </p:cNvPr>
          <p:cNvSpPr txBox="1"/>
          <p:nvPr/>
        </p:nvSpPr>
        <p:spPr>
          <a:xfrm>
            <a:off x="593242" y="950090"/>
            <a:ext cx="2287905" cy="197490"/>
          </a:xfrm>
          <a:prstGeom prst="rect">
            <a:avLst/>
          </a:prstGeom>
        </p:spPr>
        <p:txBody>
          <a:bodyPr vert="horz" wrap="square" lIns="0" tIns="12700" rIns="0" bIns="0" rtlCol="0">
            <a:spAutoFit/>
          </a:bodyPr>
          <a:lstStyle/>
          <a:p>
            <a:pPr marL="219710">
              <a:lnSpc>
                <a:spcPct val="100000"/>
              </a:lnSpc>
              <a:spcBef>
                <a:spcPts val="940"/>
              </a:spcBef>
            </a:pPr>
            <a:r>
              <a:rPr lang="en-US" sz="1200" spc="-5" dirty="0">
                <a:latin typeface="Arial"/>
                <a:cs typeface="Arial"/>
              </a:rPr>
              <a:t>2</a:t>
            </a:r>
            <a:r>
              <a:rPr sz="1200" spc="-5" dirty="0">
                <a:latin typeface="Arial"/>
                <a:cs typeface="Arial"/>
              </a:rPr>
              <a:t>)</a:t>
            </a:r>
            <a:r>
              <a:rPr sz="1200" spc="-45" dirty="0">
                <a:latin typeface="Arial"/>
                <a:cs typeface="Arial"/>
              </a:rPr>
              <a:t> </a:t>
            </a:r>
            <a:r>
              <a:rPr lang="en-US" sz="1200" spc="-45" dirty="0">
                <a:latin typeface="Arial"/>
                <a:cs typeface="Arial"/>
              </a:rPr>
              <a:t>Semtech</a:t>
            </a:r>
            <a:endParaRPr sz="1200" dirty="0">
              <a:latin typeface="Arial"/>
              <a:cs typeface="Arial"/>
            </a:endParaRPr>
          </a:p>
        </p:txBody>
      </p:sp>
      <p:sp>
        <p:nvSpPr>
          <p:cNvPr id="6" name="object 84">
            <a:extLst>
              <a:ext uri="{FF2B5EF4-FFF2-40B4-BE49-F238E27FC236}">
                <a16:creationId xmlns:a16="http://schemas.microsoft.com/office/drawing/2014/main" id="{E8AB4D54-413D-FD04-D592-77750715446F}"/>
              </a:ext>
            </a:extLst>
          </p:cNvPr>
          <p:cNvSpPr txBox="1"/>
          <p:nvPr/>
        </p:nvSpPr>
        <p:spPr>
          <a:xfrm>
            <a:off x="2353705" y="7610652"/>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31</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pic>
        <p:nvPicPr>
          <p:cNvPr id="7" name="그림 6">
            <a:extLst>
              <a:ext uri="{FF2B5EF4-FFF2-40B4-BE49-F238E27FC236}">
                <a16:creationId xmlns:a16="http://schemas.microsoft.com/office/drawing/2014/main" id="{473D46F7-8FDC-8307-00DB-49CEB60CA54A}"/>
              </a:ext>
            </a:extLst>
          </p:cNvPr>
          <p:cNvPicPr>
            <a:picLocks noChangeAspect="1"/>
          </p:cNvPicPr>
          <p:nvPr/>
        </p:nvPicPr>
        <p:blipFill>
          <a:blip r:embed="rId3"/>
          <a:stretch>
            <a:fillRect/>
          </a:stretch>
        </p:blipFill>
        <p:spPr>
          <a:xfrm>
            <a:off x="945132" y="3560138"/>
            <a:ext cx="2161191" cy="1283207"/>
          </a:xfrm>
          <a:prstGeom prst="rect">
            <a:avLst/>
          </a:prstGeom>
        </p:spPr>
      </p:pic>
      <p:pic>
        <p:nvPicPr>
          <p:cNvPr id="12" name="그림 11">
            <a:extLst>
              <a:ext uri="{FF2B5EF4-FFF2-40B4-BE49-F238E27FC236}">
                <a16:creationId xmlns:a16="http://schemas.microsoft.com/office/drawing/2014/main" id="{0320DC19-9862-EE86-C4B8-28DB4688EB25}"/>
              </a:ext>
            </a:extLst>
          </p:cNvPr>
          <p:cNvPicPr>
            <a:picLocks noChangeAspect="1"/>
          </p:cNvPicPr>
          <p:nvPr/>
        </p:nvPicPr>
        <p:blipFill>
          <a:blip r:embed="rId4"/>
          <a:stretch>
            <a:fillRect/>
          </a:stretch>
        </p:blipFill>
        <p:spPr>
          <a:xfrm>
            <a:off x="3507050" y="3470660"/>
            <a:ext cx="2161191" cy="1420643"/>
          </a:xfrm>
          <a:prstGeom prst="rect">
            <a:avLst/>
          </a:prstGeom>
        </p:spPr>
      </p:pic>
      <p:pic>
        <p:nvPicPr>
          <p:cNvPr id="13" name="그림 12">
            <a:extLst>
              <a:ext uri="{FF2B5EF4-FFF2-40B4-BE49-F238E27FC236}">
                <a16:creationId xmlns:a16="http://schemas.microsoft.com/office/drawing/2014/main" id="{57B080C9-97F9-1171-56DA-1F98DC037858}"/>
              </a:ext>
            </a:extLst>
          </p:cNvPr>
          <p:cNvPicPr>
            <a:picLocks noChangeAspect="1"/>
          </p:cNvPicPr>
          <p:nvPr/>
        </p:nvPicPr>
        <p:blipFill>
          <a:blip r:embed="rId5"/>
          <a:stretch>
            <a:fillRect/>
          </a:stretch>
        </p:blipFill>
        <p:spPr>
          <a:xfrm>
            <a:off x="995605" y="5062656"/>
            <a:ext cx="2141784" cy="1460064"/>
          </a:xfrm>
          <a:prstGeom prst="rect">
            <a:avLst/>
          </a:prstGeom>
        </p:spPr>
      </p:pic>
      <p:pic>
        <p:nvPicPr>
          <p:cNvPr id="14" name="그림 13">
            <a:extLst>
              <a:ext uri="{FF2B5EF4-FFF2-40B4-BE49-F238E27FC236}">
                <a16:creationId xmlns:a16="http://schemas.microsoft.com/office/drawing/2014/main" id="{871A4A1C-35C1-04E8-54FD-8C715C5274EF}"/>
              </a:ext>
            </a:extLst>
          </p:cNvPr>
          <p:cNvPicPr>
            <a:picLocks noChangeAspect="1"/>
          </p:cNvPicPr>
          <p:nvPr/>
        </p:nvPicPr>
        <p:blipFill>
          <a:blip r:embed="rId6"/>
          <a:stretch>
            <a:fillRect/>
          </a:stretch>
        </p:blipFill>
        <p:spPr>
          <a:xfrm>
            <a:off x="3559381" y="5123351"/>
            <a:ext cx="2495216" cy="1338674"/>
          </a:xfrm>
          <a:prstGeom prst="rect">
            <a:avLst/>
          </a:prstGeom>
        </p:spPr>
      </p:pic>
      <p:pic>
        <p:nvPicPr>
          <p:cNvPr id="15" name="그림 14">
            <a:extLst>
              <a:ext uri="{FF2B5EF4-FFF2-40B4-BE49-F238E27FC236}">
                <a16:creationId xmlns:a16="http://schemas.microsoft.com/office/drawing/2014/main" id="{67393D71-2B0A-9030-D480-2FD867F0DAC4}"/>
              </a:ext>
            </a:extLst>
          </p:cNvPr>
          <p:cNvPicPr>
            <a:picLocks noChangeAspect="1"/>
          </p:cNvPicPr>
          <p:nvPr/>
        </p:nvPicPr>
        <p:blipFill>
          <a:blip r:embed="rId7"/>
          <a:stretch>
            <a:fillRect/>
          </a:stretch>
        </p:blipFill>
        <p:spPr>
          <a:xfrm>
            <a:off x="1062759" y="1472026"/>
            <a:ext cx="1873247" cy="2064953"/>
          </a:xfrm>
          <a:prstGeom prst="rect">
            <a:avLst/>
          </a:prstGeom>
        </p:spPr>
      </p:pic>
      <p:pic>
        <p:nvPicPr>
          <p:cNvPr id="16" name="그림 15">
            <a:extLst>
              <a:ext uri="{FF2B5EF4-FFF2-40B4-BE49-F238E27FC236}">
                <a16:creationId xmlns:a16="http://schemas.microsoft.com/office/drawing/2014/main" id="{BA91A8E5-EE45-1339-5018-1D4DC0A5F329}"/>
              </a:ext>
            </a:extLst>
          </p:cNvPr>
          <p:cNvPicPr>
            <a:picLocks noChangeAspect="1"/>
          </p:cNvPicPr>
          <p:nvPr/>
        </p:nvPicPr>
        <p:blipFill>
          <a:blip r:embed="rId8"/>
          <a:stretch>
            <a:fillRect/>
          </a:stretch>
        </p:blipFill>
        <p:spPr>
          <a:xfrm>
            <a:off x="3269364" y="1672303"/>
            <a:ext cx="2785233" cy="1664398"/>
          </a:xfrm>
          <a:prstGeom prst="rect">
            <a:avLst/>
          </a:prstGeom>
        </p:spPr>
      </p:pic>
      <p:sp>
        <p:nvSpPr>
          <p:cNvPr id="17" name="TextBox 16">
            <a:extLst>
              <a:ext uri="{FF2B5EF4-FFF2-40B4-BE49-F238E27FC236}">
                <a16:creationId xmlns:a16="http://schemas.microsoft.com/office/drawing/2014/main" id="{0C5EFB69-2C39-F8B1-43C3-BBE5A86F6DC3}"/>
              </a:ext>
            </a:extLst>
          </p:cNvPr>
          <p:cNvSpPr txBox="1"/>
          <p:nvPr/>
        </p:nvSpPr>
        <p:spPr>
          <a:xfrm>
            <a:off x="593242" y="7963919"/>
            <a:ext cx="6454051" cy="615553"/>
          </a:xfrm>
          <a:prstGeom prst="rect">
            <a:avLst/>
          </a:prstGeom>
          <a:noFill/>
        </p:spPr>
        <p:txBody>
          <a:bodyPr wrap="square" lIns="0" tIns="0" rIns="36000" bIns="0" rtlCol="0">
            <a:spAutoFit/>
          </a:bodyPr>
          <a:lstStyle/>
          <a:p>
            <a:r>
              <a:rPr lang="en-US" altLang="ko-KR" sz="1000" dirty="0">
                <a:latin typeface="Arial" panose="020B0604020202020204" pitchFamily="34" charset="0"/>
                <a:cs typeface="Arial" panose="020B0604020202020204" pitchFamily="34" charset="0"/>
              </a:rPr>
              <a:t>Note : </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1. Metric dimensions govern-English are in parentheses for reference only.</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2. The clearance between the components and the cavity must be within 0.05 mm min. to 0.5 mm max.</a:t>
            </a:r>
          </a:p>
          <a:p>
            <a:r>
              <a:rPr lang="en-US" altLang="ko-KR" sz="1000" dirty="0">
                <a:latin typeface="Arial" panose="020B0604020202020204" pitchFamily="34" charset="0"/>
                <a:cs typeface="Arial" panose="020B0604020202020204" pitchFamily="34" charset="0"/>
              </a:rPr>
              <a:t>3. The component cannot rotate more than 10</a:t>
            </a:r>
            <a:r>
              <a:rPr lang="en-US" altLang="ko-KR" sz="1000" dirty="0">
                <a:latin typeface="맑은 고딕" panose="020B0503020000020004" pitchFamily="50" charset="-127"/>
                <a:ea typeface="맑은 고딕" panose="020B0503020000020004" pitchFamily="50" charset="-127"/>
                <a:cs typeface="Arial" panose="020B0604020202020204" pitchFamily="34" charset="0"/>
              </a:rPr>
              <a:t>︒</a:t>
            </a:r>
            <a:r>
              <a:rPr lang="en-US" altLang="ko-KR" sz="1000" dirty="0">
                <a:latin typeface="Arial" panose="020B0604020202020204" pitchFamily="34" charset="0"/>
                <a:ea typeface="맑은 고딕" panose="020B0503020000020004" pitchFamily="50" charset="-127"/>
                <a:cs typeface="Arial" panose="020B0604020202020204" pitchFamily="34" charset="0"/>
              </a:rPr>
              <a:t> within the determined cavity.</a:t>
            </a:r>
            <a:endParaRPr lang="en-US" altLang="ko-KR" sz="1000" dirty="0">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585F84D-1E43-CECA-8E9F-A73E2C9DF363}"/>
              </a:ext>
            </a:extLst>
          </p:cNvPr>
          <p:cNvGraphicFramePr>
            <a:graphicFrameLocks noGrp="1"/>
          </p:cNvGraphicFramePr>
          <p:nvPr>
            <p:extLst>
              <p:ext uri="{D42A27DB-BD31-4B8C-83A1-F6EECF244321}">
                <p14:modId xmlns:p14="http://schemas.microsoft.com/office/powerpoint/2010/main" val="3890121123"/>
              </p:ext>
            </p:extLst>
          </p:nvPr>
        </p:nvGraphicFramePr>
        <p:xfrm>
          <a:off x="945132" y="6578769"/>
          <a:ext cx="5023867" cy="433560"/>
        </p:xfrm>
        <a:graphic>
          <a:graphicData uri="http://schemas.openxmlformats.org/drawingml/2006/table">
            <a:tbl>
              <a:tblPr firstRow="1" bandRow="1">
                <a:tableStyleId>{5C22544A-7EE6-4342-B048-85BDC9FD1C3A}</a:tableStyleId>
              </a:tblPr>
              <a:tblGrid>
                <a:gridCol w="505822">
                  <a:extLst>
                    <a:ext uri="{9D8B030D-6E8A-4147-A177-3AD203B41FA5}">
                      <a16:colId xmlns:a16="http://schemas.microsoft.com/office/drawing/2014/main" val="3246048688"/>
                    </a:ext>
                  </a:extLst>
                </a:gridCol>
                <a:gridCol w="557963">
                  <a:extLst>
                    <a:ext uri="{9D8B030D-6E8A-4147-A177-3AD203B41FA5}">
                      <a16:colId xmlns:a16="http://schemas.microsoft.com/office/drawing/2014/main" val="3109661393"/>
                    </a:ext>
                  </a:extLst>
                </a:gridCol>
                <a:gridCol w="565726">
                  <a:extLst>
                    <a:ext uri="{9D8B030D-6E8A-4147-A177-3AD203B41FA5}">
                      <a16:colId xmlns:a16="http://schemas.microsoft.com/office/drawing/2014/main" val="336048231"/>
                    </a:ext>
                  </a:extLst>
                </a:gridCol>
                <a:gridCol w="565726">
                  <a:extLst>
                    <a:ext uri="{9D8B030D-6E8A-4147-A177-3AD203B41FA5}">
                      <a16:colId xmlns:a16="http://schemas.microsoft.com/office/drawing/2014/main" val="825296521"/>
                    </a:ext>
                  </a:extLst>
                </a:gridCol>
                <a:gridCol w="565726">
                  <a:extLst>
                    <a:ext uri="{9D8B030D-6E8A-4147-A177-3AD203B41FA5}">
                      <a16:colId xmlns:a16="http://schemas.microsoft.com/office/drawing/2014/main" val="1377223108"/>
                    </a:ext>
                  </a:extLst>
                </a:gridCol>
                <a:gridCol w="565726">
                  <a:extLst>
                    <a:ext uri="{9D8B030D-6E8A-4147-A177-3AD203B41FA5}">
                      <a16:colId xmlns:a16="http://schemas.microsoft.com/office/drawing/2014/main" val="3700380994"/>
                    </a:ext>
                  </a:extLst>
                </a:gridCol>
                <a:gridCol w="565726">
                  <a:extLst>
                    <a:ext uri="{9D8B030D-6E8A-4147-A177-3AD203B41FA5}">
                      <a16:colId xmlns:a16="http://schemas.microsoft.com/office/drawing/2014/main" val="869300479"/>
                    </a:ext>
                  </a:extLst>
                </a:gridCol>
                <a:gridCol w="565726">
                  <a:extLst>
                    <a:ext uri="{9D8B030D-6E8A-4147-A177-3AD203B41FA5}">
                      <a16:colId xmlns:a16="http://schemas.microsoft.com/office/drawing/2014/main" val="4036811077"/>
                    </a:ext>
                  </a:extLst>
                </a:gridCol>
                <a:gridCol w="565726">
                  <a:extLst>
                    <a:ext uri="{9D8B030D-6E8A-4147-A177-3AD203B41FA5}">
                      <a16:colId xmlns:a16="http://schemas.microsoft.com/office/drawing/2014/main" val="2101304561"/>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Tape Size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66311557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1.75±0.1mm (0.069±0.004”)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5.5±0.1mm (0.217±0.004”)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8±0.1mm (0.315±0.004”)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4±0.1mm (0.157±0.004”)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2±0.1mm (0.079±0.004”)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9335514"/>
                  </a:ext>
                </a:extLst>
              </a:tr>
            </a:tbl>
          </a:graphicData>
        </a:graphic>
      </p:graphicFrame>
      <p:graphicFrame>
        <p:nvGraphicFramePr>
          <p:cNvPr id="10" name="표 9">
            <a:extLst>
              <a:ext uri="{FF2B5EF4-FFF2-40B4-BE49-F238E27FC236}">
                <a16:creationId xmlns:a16="http://schemas.microsoft.com/office/drawing/2014/main" id="{0B44F17A-7979-4869-366E-E0929CA14A3C}"/>
              </a:ext>
            </a:extLst>
          </p:cNvPr>
          <p:cNvGraphicFramePr>
            <a:graphicFrameLocks noGrp="1"/>
          </p:cNvGraphicFramePr>
          <p:nvPr>
            <p:extLst>
              <p:ext uri="{D42A27DB-BD31-4B8C-83A1-F6EECF244321}">
                <p14:modId xmlns:p14="http://schemas.microsoft.com/office/powerpoint/2010/main" val="2574897208"/>
              </p:ext>
            </p:extLst>
          </p:nvPr>
        </p:nvGraphicFramePr>
        <p:xfrm>
          <a:off x="945132" y="7093476"/>
          <a:ext cx="4185668" cy="433560"/>
        </p:xfrm>
        <a:graphic>
          <a:graphicData uri="http://schemas.openxmlformats.org/drawingml/2006/table">
            <a:tbl>
              <a:tblPr firstRow="1" bandRow="1">
                <a:tableStyleId>{5C22544A-7EE6-4342-B048-85BDC9FD1C3A}</a:tableStyleId>
              </a:tblPr>
              <a:tblGrid>
                <a:gridCol w="499493">
                  <a:extLst>
                    <a:ext uri="{9D8B030D-6E8A-4147-A177-3AD203B41FA5}">
                      <a16:colId xmlns:a16="http://schemas.microsoft.com/office/drawing/2014/main" val="74672149"/>
                    </a:ext>
                  </a:extLst>
                </a:gridCol>
                <a:gridCol w="558800">
                  <a:extLst>
                    <a:ext uri="{9D8B030D-6E8A-4147-A177-3AD203B41FA5}">
                      <a16:colId xmlns:a16="http://schemas.microsoft.com/office/drawing/2014/main" val="1668447251"/>
                    </a:ext>
                  </a:extLst>
                </a:gridCol>
                <a:gridCol w="625475">
                  <a:extLst>
                    <a:ext uri="{9D8B030D-6E8A-4147-A177-3AD203B41FA5}">
                      <a16:colId xmlns:a16="http://schemas.microsoft.com/office/drawing/2014/main" val="1378522382"/>
                    </a:ext>
                  </a:extLst>
                </a:gridCol>
                <a:gridCol w="625475">
                  <a:extLst>
                    <a:ext uri="{9D8B030D-6E8A-4147-A177-3AD203B41FA5}">
                      <a16:colId xmlns:a16="http://schemas.microsoft.com/office/drawing/2014/main" val="2132518063"/>
                    </a:ext>
                  </a:extLst>
                </a:gridCol>
                <a:gridCol w="625475">
                  <a:extLst>
                    <a:ext uri="{9D8B030D-6E8A-4147-A177-3AD203B41FA5}">
                      <a16:colId xmlns:a16="http://schemas.microsoft.com/office/drawing/2014/main" val="3542412228"/>
                    </a:ext>
                  </a:extLst>
                </a:gridCol>
                <a:gridCol w="625475">
                  <a:extLst>
                    <a:ext uri="{9D8B030D-6E8A-4147-A177-3AD203B41FA5}">
                      <a16:colId xmlns:a16="http://schemas.microsoft.com/office/drawing/2014/main" val="1447971793"/>
                    </a:ext>
                  </a:extLst>
                </a:gridCol>
                <a:gridCol w="625475">
                  <a:extLst>
                    <a:ext uri="{9D8B030D-6E8A-4147-A177-3AD203B41FA5}">
                      <a16:colId xmlns:a16="http://schemas.microsoft.com/office/drawing/2014/main" val="3786809632"/>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 Min.</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W</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K0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7294024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25mm</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(0.98”)</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0.20±0.05mm (0.008±0.002”)</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12mm±0.1mm (0.472±0.004”)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6.2±0.1 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0.95±0.1mm (0.037±0.004”)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2582253"/>
                  </a:ext>
                </a:extLst>
              </a:tr>
            </a:tbl>
          </a:graphicData>
        </a:graphic>
      </p:graphicFrame>
      <p:sp>
        <p:nvSpPr>
          <p:cNvPr id="2" name="직사각형 1">
            <a:extLst>
              <a:ext uri="{FF2B5EF4-FFF2-40B4-BE49-F238E27FC236}">
                <a16:creationId xmlns:a16="http://schemas.microsoft.com/office/drawing/2014/main" id="{DFF8ED19-223A-8B03-EC65-10F634A57A4C}"/>
              </a:ext>
            </a:extLst>
          </p:cNvPr>
          <p:cNvSpPr/>
          <p:nvPr/>
        </p:nvSpPr>
        <p:spPr>
          <a:xfrm>
            <a:off x="2483141" y="210264"/>
            <a:ext cx="3933534" cy="1073252"/>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Reel Tape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58106019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6" name="TextBox 15">
            <a:extLst>
              <a:ext uri="{FF2B5EF4-FFF2-40B4-BE49-F238E27FC236}">
                <a16:creationId xmlns:a16="http://schemas.microsoft.com/office/drawing/2014/main" id="{8ECE76E6-C6E6-2D71-4221-9CAD67ED331F}"/>
              </a:ext>
            </a:extLst>
          </p:cNvPr>
          <p:cNvSpPr txBox="1"/>
          <p:nvPr/>
        </p:nvSpPr>
        <p:spPr>
          <a:xfrm>
            <a:off x="1319069" y="1557660"/>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4551590" y="1557660"/>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773407"/>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32.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2" y="1204594"/>
            <a:ext cx="2062039"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a:t>
            </a:r>
            <a:r>
              <a:rPr lang="en-US" altLang="ko-KR" sz="1100" b="1" spc="-20" dirty="0">
                <a:solidFill>
                  <a:prstClr val="black"/>
                </a:solidFill>
                <a:latin typeface="Arial"/>
                <a:ea typeface="맑은 고딕" panose="020B0503020000020004" pitchFamily="50" charset="-127"/>
                <a:cs typeface="Arial"/>
              </a:rPr>
              <a:t>808</a:t>
            </a:r>
            <a:r>
              <a:rPr kumimoji="0" lang="en-US" altLang="ko-KR" sz="1100" b="1" spc="-20" dirty="0">
                <a:solidFill>
                  <a:prstClr val="black"/>
                </a:solidFill>
                <a:latin typeface="Arial"/>
                <a:ea typeface="맑은 고딕" panose="020B0503020000020004" pitchFamily="50" charset="-127"/>
                <a:cs typeface="Arial"/>
              </a:rPr>
              <a:t>0-68L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sp>
        <p:nvSpPr>
          <p:cNvPr id="19" name="TextBox 18">
            <a:extLst>
              <a:ext uri="{FF2B5EF4-FFF2-40B4-BE49-F238E27FC236}">
                <a16:creationId xmlns:a16="http://schemas.microsoft.com/office/drawing/2014/main" id="{F3E2F733-7C6B-9369-3A68-1DAA2AFCE6E7}"/>
              </a:ext>
            </a:extLst>
          </p:cNvPr>
          <p:cNvSpPr txBox="1"/>
          <p:nvPr/>
        </p:nvSpPr>
        <p:spPr>
          <a:xfrm>
            <a:off x="1283803" y="5026401"/>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4" name="그림 3">
            <a:extLst>
              <a:ext uri="{FF2B5EF4-FFF2-40B4-BE49-F238E27FC236}">
                <a16:creationId xmlns:a16="http://schemas.microsoft.com/office/drawing/2014/main" id="{E8B1FFB1-BCCF-F86D-2D7C-265BB10139D3}"/>
              </a:ext>
            </a:extLst>
          </p:cNvPr>
          <p:cNvPicPr>
            <a:picLocks noChangeAspect="1"/>
          </p:cNvPicPr>
          <p:nvPr/>
        </p:nvPicPr>
        <p:blipFill>
          <a:blip r:embed="rId3"/>
          <a:stretch>
            <a:fillRect/>
          </a:stretch>
        </p:blipFill>
        <p:spPr>
          <a:xfrm>
            <a:off x="413545" y="1833545"/>
            <a:ext cx="2623401" cy="2517502"/>
          </a:xfrm>
          <a:prstGeom prst="rect">
            <a:avLst/>
          </a:prstGeom>
        </p:spPr>
      </p:pic>
      <p:pic>
        <p:nvPicPr>
          <p:cNvPr id="11" name="그림 10">
            <a:extLst>
              <a:ext uri="{FF2B5EF4-FFF2-40B4-BE49-F238E27FC236}">
                <a16:creationId xmlns:a16="http://schemas.microsoft.com/office/drawing/2014/main" id="{5F3C6E1D-4E7C-7A3E-9181-8D7E657E1594}"/>
              </a:ext>
            </a:extLst>
          </p:cNvPr>
          <p:cNvPicPr>
            <a:picLocks noChangeAspect="1"/>
          </p:cNvPicPr>
          <p:nvPr/>
        </p:nvPicPr>
        <p:blipFill>
          <a:blip r:embed="rId4"/>
          <a:stretch>
            <a:fillRect/>
          </a:stretch>
        </p:blipFill>
        <p:spPr>
          <a:xfrm>
            <a:off x="240226" y="5372399"/>
            <a:ext cx="2623401" cy="619159"/>
          </a:xfrm>
          <a:prstGeom prst="rect">
            <a:avLst/>
          </a:prstGeom>
        </p:spPr>
      </p:pic>
      <p:sp>
        <p:nvSpPr>
          <p:cNvPr id="3" name="object 84">
            <a:extLst>
              <a:ext uri="{FF2B5EF4-FFF2-40B4-BE49-F238E27FC236}">
                <a16:creationId xmlns:a16="http://schemas.microsoft.com/office/drawing/2014/main" id="{7F620CF6-6297-08C3-FDA2-B09748EB37EB}"/>
              </a:ext>
            </a:extLst>
          </p:cNvPr>
          <p:cNvSpPr txBox="1"/>
          <p:nvPr/>
        </p:nvSpPr>
        <p:spPr>
          <a:xfrm>
            <a:off x="3411028" y="8310893"/>
            <a:ext cx="3042407" cy="289823"/>
          </a:xfrm>
          <a:prstGeom prst="rect">
            <a:avLst/>
          </a:prstGeom>
        </p:spPr>
        <p:txBody>
          <a:bodyPr vert="horz" wrap="square" lIns="0" tIns="0" rIns="0" bIns="0" rtlCol="0" anchor="ctr" anchorCtr="0">
            <a:spAutoFit/>
          </a:bodyPr>
          <a:lstStyle/>
          <a:p>
            <a:pPr marL="12435" defTabSz="895327" fontAlgn="auto">
              <a:spcBef>
                <a:spcPts val="118"/>
              </a:spcBef>
              <a:spcAft>
                <a:spcPts val="0"/>
              </a:spcAft>
            </a:pPr>
            <a:r>
              <a:rPr kumimoji="0" lang="en-US" sz="900" spc="15" dirty="0">
                <a:latin typeface="Arial" panose="020B0604020202020204" pitchFamily="34" charset="0"/>
                <a:ea typeface="+mn-ea"/>
                <a:cs typeface="Arial" panose="020B0604020202020204" pitchFamily="34" charset="0"/>
              </a:rPr>
              <a:t>Note</a:t>
            </a:r>
          </a:p>
          <a:p>
            <a:pPr marL="12435" defTabSz="895327" fontAlgn="auto">
              <a:spcBef>
                <a:spcPts val="118"/>
              </a:spcBef>
              <a:spcAft>
                <a:spcPts val="0"/>
              </a:spcAft>
            </a:pPr>
            <a:r>
              <a:rPr lang="en-US" sz="900" spc="15" dirty="0">
                <a:latin typeface="Arial" panose="020B0604020202020204" pitchFamily="34" charset="0"/>
                <a:cs typeface="Arial" panose="020B0604020202020204" pitchFamily="34" charset="0"/>
              </a:rPr>
              <a:t>All Dimensions Do Not Include mold flash or Protrusions.</a:t>
            </a:r>
            <a:endParaRPr kumimoji="0" lang="en-US" sz="900" spc="15" dirty="0">
              <a:latin typeface="Arial" panose="020B0604020202020204" pitchFamily="34" charset="0"/>
              <a:ea typeface="+mn-ea"/>
              <a:cs typeface="Arial" panose="020B0604020202020204" pitchFamily="34" charset="0"/>
            </a:endParaRPr>
          </a:p>
        </p:txBody>
      </p:sp>
      <p:grpSp>
        <p:nvGrpSpPr>
          <p:cNvPr id="91" name="그룹 90">
            <a:extLst>
              <a:ext uri="{FF2B5EF4-FFF2-40B4-BE49-F238E27FC236}">
                <a16:creationId xmlns:a16="http://schemas.microsoft.com/office/drawing/2014/main" id="{AF173D90-61CB-16ED-0804-6F699D09BFD3}"/>
              </a:ext>
            </a:extLst>
          </p:cNvPr>
          <p:cNvGrpSpPr/>
          <p:nvPr/>
        </p:nvGrpSpPr>
        <p:grpSpPr>
          <a:xfrm>
            <a:off x="3522531" y="1803626"/>
            <a:ext cx="2963120" cy="2724869"/>
            <a:chOff x="3522531" y="1803626"/>
            <a:chExt cx="2963120" cy="2724869"/>
          </a:xfrm>
        </p:grpSpPr>
        <p:grpSp>
          <p:nvGrpSpPr>
            <p:cNvPr id="5" name="그룹 4">
              <a:extLst>
                <a:ext uri="{FF2B5EF4-FFF2-40B4-BE49-F238E27FC236}">
                  <a16:creationId xmlns:a16="http://schemas.microsoft.com/office/drawing/2014/main" id="{E5A3E80F-B052-768C-FC46-D404A44C145B}"/>
                </a:ext>
              </a:extLst>
            </p:cNvPr>
            <p:cNvGrpSpPr/>
            <p:nvPr/>
          </p:nvGrpSpPr>
          <p:grpSpPr>
            <a:xfrm>
              <a:off x="3692922" y="2091384"/>
              <a:ext cx="2333241" cy="2001877"/>
              <a:chOff x="1089573" y="2354183"/>
              <a:chExt cx="3232800" cy="2773680"/>
            </a:xfrm>
            <a:noFill/>
          </p:grpSpPr>
          <p:grpSp>
            <p:nvGrpSpPr>
              <p:cNvPr id="6" name="그룹 5">
                <a:extLst>
                  <a:ext uri="{FF2B5EF4-FFF2-40B4-BE49-F238E27FC236}">
                    <a16:creationId xmlns:a16="http://schemas.microsoft.com/office/drawing/2014/main" id="{959DD552-C852-825A-AC7A-93EF7F7E71C3}"/>
                  </a:ext>
                </a:extLst>
              </p:cNvPr>
              <p:cNvGrpSpPr/>
              <p:nvPr/>
            </p:nvGrpSpPr>
            <p:grpSpPr>
              <a:xfrm>
                <a:off x="1319133" y="2354183"/>
                <a:ext cx="2773680" cy="2773680"/>
                <a:chOff x="1356360" y="2346960"/>
                <a:chExt cx="2773680" cy="2773680"/>
              </a:xfrm>
              <a:grpFill/>
            </p:grpSpPr>
            <p:sp>
              <p:nvSpPr>
                <p:cNvPr id="9" name="직사각형 8">
                  <a:extLst>
                    <a:ext uri="{FF2B5EF4-FFF2-40B4-BE49-F238E27FC236}">
                      <a16:creationId xmlns:a16="http://schemas.microsoft.com/office/drawing/2014/main" id="{8462BE60-4EEB-4EC5-4D99-1FEF3B4EF4B4}"/>
                    </a:ext>
                  </a:extLst>
                </p:cNvPr>
                <p:cNvSpPr/>
                <p:nvPr/>
              </p:nvSpPr>
              <p:spPr>
                <a:xfrm>
                  <a:off x="1356360" y="2346960"/>
                  <a:ext cx="2773680" cy="2773680"/>
                </a:xfrm>
                <a:prstGeom prst="rect">
                  <a:avLst/>
                </a:prstGeom>
                <a:solidFill>
                  <a:schemeClr val="bg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nvGrpSpPr>
                <p:cNvPr id="10" name="그룹 9">
                  <a:extLst>
                    <a:ext uri="{FF2B5EF4-FFF2-40B4-BE49-F238E27FC236}">
                      <a16:creationId xmlns:a16="http://schemas.microsoft.com/office/drawing/2014/main" id="{0B926CAB-4CCC-D472-0367-2482C4EC1F7D}"/>
                    </a:ext>
                  </a:extLst>
                </p:cNvPr>
                <p:cNvGrpSpPr/>
                <p:nvPr/>
              </p:nvGrpSpPr>
              <p:grpSpPr>
                <a:xfrm>
                  <a:off x="1356360" y="2591670"/>
                  <a:ext cx="146209" cy="2284261"/>
                  <a:chOff x="1356360" y="2594928"/>
                  <a:chExt cx="146209" cy="2284261"/>
                </a:xfrm>
                <a:grpFill/>
              </p:grpSpPr>
              <p:sp>
                <p:nvSpPr>
                  <p:cNvPr id="71" name="직사각형 70">
                    <a:extLst>
                      <a:ext uri="{FF2B5EF4-FFF2-40B4-BE49-F238E27FC236}">
                        <a16:creationId xmlns:a16="http://schemas.microsoft.com/office/drawing/2014/main" id="{B675257F-8B46-09DF-BA99-7CB6E54F6496}"/>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2" name="직사각형 71">
                    <a:extLst>
                      <a:ext uri="{FF2B5EF4-FFF2-40B4-BE49-F238E27FC236}">
                        <a16:creationId xmlns:a16="http://schemas.microsoft.com/office/drawing/2014/main" id="{05A65979-8866-5C04-F7AA-9CBC05188601}"/>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3" name="직사각형 72">
                    <a:extLst>
                      <a:ext uri="{FF2B5EF4-FFF2-40B4-BE49-F238E27FC236}">
                        <a16:creationId xmlns:a16="http://schemas.microsoft.com/office/drawing/2014/main" id="{55284AFB-5A4C-50EC-4EB7-61087EC1ACA7}"/>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4" name="직사각형 73">
                    <a:extLst>
                      <a:ext uri="{FF2B5EF4-FFF2-40B4-BE49-F238E27FC236}">
                        <a16:creationId xmlns:a16="http://schemas.microsoft.com/office/drawing/2014/main" id="{FE7B503E-C887-5B9B-9F88-CB124B5635FF}"/>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5" name="직사각형 74">
                    <a:extLst>
                      <a:ext uri="{FF2B5EF4-FFF2-40B4-BE49-F238E27FC236}">
                        <a16:creationId xmlns:a16="http://schemas.microsoft.com/office/drawing/2014/main" id="{AE712DD8-FDC3-BF24-FB3F-729BF6D8712C}"/>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6" name="직사각형 75">
                    <a:extLst>
                      <a:ext uri="{FF2B5EF4-FFF2-40B4-BE49-F238E27FC236}">
                        <a16:creationId xmlns:a16="http://schemas.microsoft.com/office/drawing/2014/main" id="{95F781BB-F872-984E-0ABD-6FF226C704E3}"/>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7" name="직사각형 76">
                    <a:extLst>
                      <a:ext uri="{FF2B5EF4-FFF2-40B4-BE49-F238E27FC236}">
                        <a16:creationId xmlns:a16="http://schemas.microsoft.com/office/drawing/2014/main" id="{707C9CF7-13F6-A96C-A003-17250ECFE879}"/>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8" name="직사각형 77">
                    <a:extLst>
                      <a:ext uri="{FF2B5EF4-FFF2-40B4-BE49-F238E27FC236}">
                        <a16:creationId xmlns:a16="http://schemas.microsoft.com/office/drawing/2014/main" id="{9E84527C-8E57-84A8-E708-CED767128475}"/>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9" name="직사각형 78">
                    <a:extLst>
                      <a:ext uri="{FF2B5EF4-FFF2-40B4-BE49-F238E27FC236}">
                        <a16:creationId xmlns:a16="http://schemas.microsoft.com/office/drawing/2014/main" id="{B6A3783A-90A0-EC06-101F-87C32744D00F}"/>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0" name="직사각형 79">
                    <a:extLst>
                      <a:ext uri="{FF2B5EF4-FFF2-40B4-BE49-F238E27FC236}">
                        <a16:creationId xmlns:a16="http://schemas.microsoft.com/office/drawing/2014/main" id="{64970511-9335-198D-3345-9C4959A10792}"/>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1" name="직사각형 80">
                    <a:extLst>
                      <a:ext uri="{FF2B5EF4-FFF2-40B4-BE49-F238E27FC236}">
                        <a16:creationId xmlns:a16="http://schemas.microsoft.com/office/drawing/2014/main" id="{9E515F46-CE47-086B-CFDA-4E8ED789751C}"/>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2" name="직사각형 81">
                    <a:extLst>
                      <a:ext uri="{FF2B5EF4-FFF2-40B4-BE49-F238E27FC236}">
                        <a16:creationId xmlns:a16="http://schemas.microsoft.com/office/drawing/2014/main" id="{EC207E58-13E0-9CDB-9C61-393CF2624B93}"/>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3" name="직사각형 82">
                    <a:extLst>
                      <a:ext uri="{FF2B5EF4-FFF2-40B4-BE49-F238E27FC236}">
                        <a16:creationId xmlns:a16="http://schemas.microsoft.com/office/drawing/2014/main" id="{5B8F9E21-5A18-947A-71FF-33E035E1CCB3}"/>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5" name="직사각형 84">
                    <a:extLst>
                      <a:ext uri="{FF2B5EF4-FFF2-40B4-BE49-F238E27FC236}">
                        <a16:creationId xmlns:a16="http://schemas.microsoft.com/office/drawing/2014/main" id="{01A94FCF-8FEE-9B4C-AB67-F16CA7219B1A}"/>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6" name="직사각형 85">
                    <a:extLst>
                      <a:ext uri="{FF2B5EF4-FFF2-40B4-BE49-F238E27FC236}">
                        <a16:creationId xmlns:a16="http://schemas.microsoft.com/office/drawing/2014/main" id="{6BD640D4-F564-6199-9D32-449441E26D61}"/>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7" name="직사각형 86">
                    <a:extLst>
                      <a:ext uri="{FF2B5EF4-FFF2-40B4-BE49-F238E27FC236}">
                        <a16:creationId xmlns:a16="http://schemas.microsoft.com/office/drawing/2014/main" id="{EF170EAD-BEFD-3843-C44F-4F89868BA4D7}"/>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8" name="직사각형 87">
                    <a:extLst>
                      <a:ext uri="{FF2B5EF4-FFF2-40B4-BE49-F238E27FC236}">
                        <a16:creationId xmlns:a16="http://schemas.microsoft.com/office/drawing/2014/main" id="{68658270-A2CD-D371-9860-3803875337BF}"/>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2" name="그룹 11">
                  <a:extLst>
                    <a:ext uri="{FF2B5EF4-FFF2-40B4-BE49-F238E27FC236}">
                      <a16:creationId xmlns:a16="http://schemas.microsoft.com/office/drawing/2014/main" id="{451C41E6-E7DA-8545-1FAD-F52D229DBBD3}"/>
                    </a:ext>
                  </a:extLst>
                </p:cNvPr>
                <p:cNvGrpSpPr/>
                <p:nvPr/>
              </p:nvGrpSpPr>
              <p:grpSpPr>
                <a:xfrm>
                  <a:off x="3983831" y="2591670"/>
                  <a:ext cx="146209" cy="2284261"/>
                  <a:chOff x="1356360" y="2594928"/>
                  <a:chExt cx="146209" cy="2284261"/>
                </a:xfrm>
                <a:grpFill/>
              </p:grpSpPr>
              <p:sp>
                <p:nvSpPr>
                  <p:cNvPr id="53" name="직사각형 52">
                    <a:extLst>
                      <a:ext uri="{FF2B5EF4-FFF2-40B4-BE49-F238E27FC236}">
                        <a16:creationId xmlns:a16="http://schemas.microsoft.com/office/drawing/2014/main" id="{21A5EDBA-3052-8487-2E3A-E9461029EC82}"/>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4" name="직사각형 53">
                    <a:extLst>
                      <a:ext uri="{FF2B5EF4-FFF2-40B4-BE49-F238E27FC236}">
                        <a16:creationId xmlns:a16="http://schemas.microsoft.com/office/drawing/2014/main" id="{69EF042F-ECF4-EFCB-B91F-37162907B896}"/>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5" name="직사각형 54">
                    <a:extLst>
                      <a:ext uri="{FF2B5EF4-FFF2-40B4-BE49-F238E27FC236}">
                        <a16:creationId xmlns:a16="http://schemas.microsoft.com/office/drawing/2014/main" id="{991165F2-FFC2-D2CD-F106-101CBCEC9E2C}"/>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6" name="직사각형 55">
                    <a:extLst>
                      <a:ext uri="{FF2B5EF4-FFF2-40B4-BE49-F238E27FC236}">
                        <a16:creationId xmlns:a16="http://schemas.microsoft.com/office/drawing/2014/main" id="{0D7A9E08-8246-4A8F-BF4F-C73657ECBE9D}"/>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7" name="직사각형 56">
                    <a:extLst>
                      <a:ext uri="{FF2B5EF4-FFF2-40B4-BE49-F238E27FC236}">
                        <a16:creationId xmlns:a16="http://schemas.microsoft.com/office/drawing/2014/main" id="{C883616C-DD61-C63C-2629-D428347AD3D5}"/>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8" name="직사각형 57">
                    <a:extLst>
                      <a:ext uri="{FF2B5EF4-FFF2-40B4-BE49-F238E27FC236}">
                        <a16:creationId xmlns:a16="http://schemas.microsoft.com/office/drawing/2014/main" id="{952E6E0D-7084-0691-8AD6-932C2DF24A0D}"/>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9" name="직사각형 58">
                    <a:extLst>
                      <a:ext uri="{FF2B5EF4-FFF2-40B4-BE49-F238E27FC236}">
                        <a16:creationId xmlns:a16="http://schemas.microsoft.com/office/drawing/2014/main" id="{C80857EF-C585-1366-C888-08D22596097A}"/>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0" name="직사각형 59">
                    <a:extLst>
                      <a:ext uri="{FF2B5EF4-FFF2-40B4-BE49-F238E27FC236}">
                        <a16:creationId xmlns:a16="http://schemas.microsoft.com/office/drawing/2014/main" id="{62C0C0C3-47E9-EBD8-9A89-7CF5DF51E051}"/>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1" name="직사각형 60">
                    <a:extLst>
                      <a:ext uri="{FF2B5EF4-FFF2-40B4-BE49-F238E27FC236}">
                        <a16:creationId xmlns:a16="http://schemas.microsoft.com/office/drawing/2014/main" id="{2A89CDCD-0639-39A5-6754-8A8973DADEC6}"/>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2" name="직사각형 61">
                    <a:extLst>
                      <a:ext uri="{FF2B5EF4-FFF2-40B4-BE49-F238E27FC236}">
                        <a16:creationId xmlns:a16="http://schemas.microsoft.com/office/drawing/2014/main" id="{A5036912-C83B-7D84-FC35-D19C997E6882}"/>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3" name="직사각형 62">
                    <a:extLst>
                      <a:ext uri="{FF2B5EF4-FFF2-40B4-BE49-F238E27FC236}">
                        <a16:creationId xmlns:a16="http://schemas.microsoft.com/office/drawing/2014/main" id="{F7C9C665-ACC9-4E04-FDE6-96CB446C28E9}"/>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4" name="직사각형 63">
                    <a:extLst>
                      <a:ext uri="{FF2B5EF4-FFF2-40B4-BE49-F238E27FC236}">
                        <a16:creationId xmlns:a16="http://schemas.microsoft.com/office/drawing/2014/main" id="{6AC3EC01-5CE8-C1DB-EC26-178322DF58D8}"/>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5" name="직사각형 64">
                    <a:extLst>
                      <a:ext uri="{FF2B5EF4-FFF2-40B4-BE49-F238E27FC236}">
                        <a16:creationId xmlns:a16="http://schemas.microsoft.com/office/drawing/2014/main" id="{9DF16511-0AB9-0EC5-8C74-D1787B98AF88}"/>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6" name="직사각형 65">
                    <a:extLst>
                      <a:ext uri="{FF2B5EF4-FFF2-40B4-BE49-F238E27FC236}">
                        <a16:creationId xmlns:a16="http://schemas.microsoft.com/office/drawing/2014/main" id="{399C4516-415F-247D-9C84-1AEE6BA9FAE0}"/>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7" name="직사각형 66">
                    <a:extLst>
                      <a:ext uri="{FF2B5EF4-FFF2-40B4-BE49-F238E27FC236}">
                        <a16:creationId xmlns:a16="http://schemas.microsoft.com/office/drawing/2014/main" id="{051EB4AA-29F4-5CC8-8108-93E84CFCB585}"/>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8" name="직사각형 67">
                    <a:extLst>
                      <a:ext uri="{FF2B5EF4-FFF2-40B4-BE49-F238E27FC236}">
                        <a16:creationId xmlns:a16="http://schemas.microsoft.com/office/drawing/2014/main" id="{DE6FB8F6-1022-EA92-0268-C23180F65B98}"/>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9" name="직사각형 68">
                    <a:extLst>
                      <a:ext uri="{FF2B5EF4-FFF2-40B4-BE49-F238E27FC236}">
                        <a16:creationId xmlns:a16="http://schemas.microsoft.com/office/drawing/2014/main" id="{6FFF59E2-38E5-6CDB-EA4A-538B1B27A5EE}"/>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5" name="그룹 14">
                  <a:extLst>
                    <a:ext uri="{FF2B5EF4-FFF2-40B4-BE49-F238E27FC236}">
                      <a16:creationId xmlns:a16="http://schemas.microsoft.com/office/drawing/2014/main" id="{8365A35A-9AE5-63F8-E45D-C10BF961DC9A}"/>
                    </a:ext>
                  </a:extLst>
                </p:cNvPr>
                <p:cNvGrpSpPr/>
                <p:nvPr/>
              </p:nvGrpSpPr>
              <p:grpSpPr>
                <a:xfrm rot="16200000">
                  <a:off x="2670095" y="3905405"/>
                  <a:ext cx="146209" cy="2284261"/>
                  <a:chOff x="1356360" y="2594928"/>
                  <a:chExt cx="146209" cy="2284261"/>
                </a:xfrm>
                <a:grpFill/>
              </p:grpSpPr>
              <p:sp>
                <p:nvSpPr>
                  <p:cNvPr id="36" name="직사각형 35">
                    <a:extLst>
                      <a:ext uri="{FF2B5EF4-FFF2-40B4-BE49-F238E27FC236}">
                        <a16:creationId xmlns:a16="http://schemas.microsoft.com/office/drawing/2014/main" id="{EB5E6008-9C7F-28D8-5840-E0996A0C26EF}"/>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7" name="직사각형 36">
                    <a:extLst>
                      <a:ext uri="{FF2B5EF4-FFF2-40B4-BE49-F238E27FC236}">
                        <a16:creationId xmlns:a16="http://schemas.microsoft.com/office/drawing/2014/main" id="{C5421309-1054-E1D7-BE08-8DF67A2643D1}"/>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8" name="직사각형 37">
                    <a:extLst>
                      <a:ext uri="{FF2B5EF4-FFF2-40B4-BE49-F238E27FC236}">
                        <a16:creationId xmlns:a16="http://schemas.microsoft.com/office/drawing/2014/main" id="{36A98C53-E4CA-770F-938A-ED916C3F440E}"/>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9" name="직사각형 38">
                    <a:extLst>
                      <a:ext uri="{FF2B5EF4-FFF2-40B4-BE49-F238E27FC236}">
                        <a16:creationId xmlns:a16="http://schemas.microsoft.com/office/drawing/2014/main" id="{76DB8AC0-81FF-8749-9305-472F5A72FA04}"/>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0" name="직사각형 39">
                    <a:extLst>
                      <a:ext uri="{FF2B5EF4-FFF2-40B4-BE49-F238E27FC236}">
                        <a16:creationId xmlns:a16="http://schemas.microsoft.com/office/drawing/2014/main" id="{2EC45BDE-19F7-2EB7-5B26-4B25B32B2AAC}"/>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1" name="직사각형 40">
                    <a:extLst>
                      <a:ext uri="{FF2B5EF4-FFF2-40B4-BE49-F238E27FC236}">
                        <a16:creationId xmlns:a16="http://schemas.microsoft.com/office/drawing/2014/main" id="{B22797CC-A178-BDEC-9D88-90A598347CFA}"/>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2" name="직사각형 41">
                    <a:extLst>
                      <a:ext uri="{FF2B5EF4-FFF2-40B4-BE49-F238E27FC236}">
                        <a16:creationId xmlns:a16="http://schemas.microsoft.com/office/drawing/2014/main" id="{615E8747-DA85-6163-0DE2-B6069CD4C8A8}"/>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3" name="직사각형 42">
                    <a:extLst>
                      <a:ext uri="{FF2B5EF4-FFF2-40B4-BE49-F238E27FC236}">
                        <a16:creationId xmlns:a16="http://schemas.microsoft.com/office/drawing/2014/main" id="{33A0E52D-66B8-174E-9318-8E35BD6E51EB}"/>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4" name="직사각형 43">
                    <a:extLst>
                      <a:ext uri="{FF2B5EF4-FFF2-40B4-BE49-F238E27FC236}">
                        <a16:creationId xmlns:a16="http://schemas.microsoft.com/office/drawing/2014/main" id="{00749585-8588-F424-DE3B-8C66BA8319CE}"/>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5" name="직사각형 44">
                    <a:extLst>
                      <a:ext uri="{FF2B5EF4-FFF2-40B4-BE49-F238E27FC236}">
                        <a16:creationId xmlns:a16="http://schemas.microsoft.com/office/drawing/2014/main" id="{B3585430-4EB9-48B0-4EBC-A5CAC6073FB6}"/>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6" name="직사각형 45">
                    <a:extLst>
                      <a:ext uri="{FF2B5EF4-FFF2-40B4-BE49-F238E27FC236}">
                        <a16:creationId xmlns:a16="http://schemas.microsoft.com/office/drawing/2014/main" id="{8EE016B3-61B8-7921-F0F8-74584EF8E024}"/>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7" name="직사각형 46">
                    <a:extLst>
                      <a:ext uri="{FF2B5EF4-FFF2-40B4-BE49-F238E27FC236}">
                        <a16:creationId xmlns:a16="http://schemas.microsoft.com/office/drawing/2014/main" id="{A6C43AF3-F201-12C2-F48C-BF71B20A1132}"/>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8" name="직사각형 47">
                    <a:extLst>
                      <a:ext uri="{FF2B5EF4-FFF2-40B4-BE49-F238E27FC236}">
                        <a16:creationId xmlns:a16="http://schemas.microsoft.com/office/drawing/2014/main" id="{83734081-545F-CA5F-3813-525D7FDA5504}"/>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9" name="직사각형 48">
                    <a:extLst>
                      <a:ext uri="{FF2B5EF4-FFF2-40B4-BE49-F238E27FC236}">
                        <a16:creationId xmlns:a16="http://schemas.microsoft.com/office/drawing/2014/main" id="{4F68E341-29B5-13C5-8EDF-41873B2133A7}"/>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0" name="직사각형 49">
                    <a:extLst>
                      <a:ext uri="{FF2B5EF4-FFF2-40B4-BE49-F238E27FC236}">
                        <a16:creationId xmlns:a16="http://schemas.microsoft.com/office/drawing/2014/main" id="{955FE78F-DDCD-EF9E-97A8-92126787924C}"/>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1" name="직사각형 50">
                    <a:extLst>
                      <a:ext uri="{FF2B5EF4-FFF2-40B4-BE49-F238E27FC236}">
                        <a16:creationId xmlns:a16="http://schemas.microsoft.com/office/drawing/2014/main" id="{4C3E6EDA-F9CE-9DD2-3CDD-FE0E462DC1CC}"/>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2" name="직사각형 51">
                    <a:extLst>
                      <a:ext uri="{FF2B5EF4-FFF2-40B4-BE49-F238E27FC236}">
                        <a16:creationId xmlns:a16="http://schemas.microsoft.com/office/drawing/2014/main" id="{F026CA18-5791-2E44-7931-6A5C32E9416D}"/>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7" name="그룹 16">
                  <a:extLst>
                    <a:ext uri="{FF2B5EF4-FFF2-40B4-BE49-F238E27FC236}">
                      <a16:creationId xmlns:a16="http://schemas.microsoft.com/office/drawing/2014/main" id="{DB807934-A14F-B09C-724A-EEF4326C4E81}"/>
                    </a:ext>
                  </a:extLst>
                </p:cNvPr>
                <p:cNvGrpSpPr/>
                <p:nvPr/>
              </p:nvGrpSpPr>
              <p:grpSpPr>
                <a:xfrm rot="16200000">
                  <a:off x="2670095" y="1277935"/>
                  <a:ext cx="146209" cy="2284261"/>
                  <a:chOff x="1356360" y="2594928"/>
                  <a:chExt cx="146209" cy="2284261"/>
                </a:xfrm>
                <a:grpFill/>
              </p:grpSpPr>
              <p:sp>
                <p:nvSpPr>
                  <p:cNvPr id="18" name="직사각형 17">
                    <a:extLst>
                      <a:ext uri="{FF2B5EF4-FFF2-40B4-BE49-F238E27FC236}">
                        <a16:creationId xmlns:a16="http://schemas.microsoft.com/office/drawing/2014/main" id="{2E32C80D-D794-DFE1-BB42-DB3E5F3378CC}"/>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0" name="직사각형 19">
                    <a:extLst>
                      <a:ext uri="{FF2B5EF4-FFF2-40B4-BE49-F238E27FC236}">
                        <a16:creationId xmlns:a16="http://schemas.microsoft.com/office/drawing/2014/main" id="{34280CE5-215D-CA59-8CD7-54519DC470D2}"/>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 name="직사각형 20">
                    <a:extLst>
                      <a:ext uri="{FF2B5EF4-FFF2-40B4-BE49-F238E27FC236}">
                        <a16:creationId xmlns:a16="http://schemas.microsoft.com/office/drawing/2014/main" id="{F4A1C954-ADB8-1259-99BB-B2A9BF3CEFA6}"/>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2" name="직사각형 21">
                    <a:extLst>
                      <a:ext uri="{FF2B5EF4-FFF2-40B4-BE49-F238E27FC236}">
                        <a16:creationId xmlns:a16="http://schemas.microsoft.com/office/drawing/2014/main" id="{D296766E-D05A-172F-1A9F-203A97C244C5}"/>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3" name="직사각형 22">
                    <a:extLst>
                      <a:ext uri="{FF2B5EF4-FFF2-40B4-BE49-F238E27FC236}">
                        <a16:creationId xmlns:a16="http://schemas.microsoft.com/office/drawing/2014/main" id="{8496F9E7-82F1-9FC5-ED8C-85369375420F}"/>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4" name="직사각형 23">
                    <a:extLst>
                      <a:ext uri="{FF2B5EF4-FFF2-40B4-BE49-F238E27FC236}">
                        <a16:creationId xmlns:a16="http://schemas.microsoft.com/office/drawing/2014/main" id="{1763863E-7E54-6642-8A35-AFC071A0A27E}"/>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5" name="직사각형 24">
                    <a:extLst>
                      <a:ext uri="{FF2B5EF4-FFF2-40B4-BE49-F238E27FC236}">
                        <a16:creationId xmlns:a16="http://schemas.microsoft.com/office/drawing/2014/main" id="{1FECC329-DB26-1AC0-9E74-BE360E7CECAC}"/>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6" name="직사각형 25">
                    <a:extLst>
                      <a:ext uri="{FF2B5EF4-FFF2-40B4-BE49-F238E27FC236}">
                        <a16:creationId xmlns:a16="http://schemas.microsoft.com/office/drawing/2014/main" id="{C2496207-6CB1-D00D-AEAE-EAE90FA6C521}"/>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7" name="직사각형 26">
                    <a:extLst>
                      <a:ext uri="{FF2B5EF4-FFF2-40B4-BE49-F238E27FC236}">
                        <a16:creationId xmlns:a16="http://schemas.microsoft.com/office/drawing/2014/main" id="{082AFFD4-F00C-580F-0A49-7485527EF830}"/>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8" name="직사각형 27">
                    <a:extLst>
                      <a:ext uri="{FF2B5EF4-FFF2-40B4-BE49-F238E27FC236}">
                        <a16:creationId xmlns:a16="http://schemas.microsoft.com/office/drawing/2014/main" id="{440D2F3F-B1E0-FE76-2AA6-65E9995A07B0}"/>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9" name="직사각형 28">
                    <a:extLst>
                      <a:ext uri="{FF2B5EF4-FFF2-40B4-BE49-F238E27FC236}">
                        <a16:creationId xmlns:a16="http://schemas.microsoft.com/office/drawing/2014/main" id="{27F7A4C4-7B07-9309-1971-2B7EAE02CC06}"/>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0" name="직사각형 29">
                    <a:extLst>
                      <a:ext uri="{FF2B5EF4-FFF2-40B4-BE49-F238E27FC236}">
                        <a16:creationId xmlns:a16="http://schemas.microsoft.com/office/drawing/2014/main" id="{E39782DD-09F5-2004-F4C6-DE48C2B9FE73}"/>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1" name="직사각형 30">
                    <a:extLst>
                      <a:ext uri="{FF2B5EF4-FFF2-40B4-BE49-F238E27FC236}">
                        <a16:creationId xmlns:a16="http://schemas.microsoft.com/office/drawing/2014/main" id="{B446F208-0823-8E84-7421-5775863876B2}"/>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2" name="직사각형 31">
                    <a:extLst>
                      <a:ext uri="{FF2B5EF4-FFF2-40B4-BE49-F238E27FC236}">
                        <a16:creationId xmlns:a16="http://schemas.microsoft.com/office/drawing/2014/main" id="{D7915080-6453-911F-E237-CFFBC0485F71}"/>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3" name="직사각형 32">
                    <a:extLst>
                      <a:ext uri="{FF2B5EF4-FFF2-40B4-BE49-F238E27FC236}">
                        <a16:creationId xmlns:a16="http://schemas.microsoft.com/office/drawing/2014/main" id="{DAF7B00B-BE63-9F10-8DF3-98231ECD1F94}"/>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4" name="직사각형 33">
                    <a:extLst>
                      <a:ext uri="{FF2B5EF4-FFF2-40B4-BE49-F238E27FC236}">
                        <a16:creationId xmlns:a16="http://schemas.microsoft.com/office/drawing/2014/main" id="{52308459-51EE-FFCB-4E4E-7F9DEE04FDB2}"/>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5" name="직사각형 34">
                    <a:extLst>
                      <a:ext uri="{FF2B5EF4-FFF2-40B4-BE49-F238E27FC236}">
                        <a16:creationId xmlns:a16="http://schemas.microsoft.com/office/drawing/2014/main" id="{851D6C2D-AF07-D5ED-4AF9-588378F15093}"/>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cxnSp>
            <p:nvCxnSpPr>
              <p:cNvPr id="7" name="직선 연결선 6">
                <a:extLst>
                  <a:ext uri="{FF2B5EF4-FFF2-40B4-BE49-F238E27FC236}">
                    <a16:creationId xmlns:a16="http://schemas.microsoft.com/office/drawing/2014/main" id="{6B5642D6-76C8-CC12-4B06-057AB141CE66}"/>
                  </a:ext>
                </a:extLst>
              </p:cNvPr>
              <p:cNvCxnSpPr>
                <a:cxnSpLocks/>
              </p:cNvCxnSpPr>
              <p:nvPr/>
            </p:nvCxnSpPr>
            <p:spPr>
              <a:xfrm flipH="1">
                <a:off x="1089573" y="3741023"/>
                <a:ext cx="3232800" cy="0"/>
              </a:xfrm>
              <a:prstGeom prst="line">
                <a:avLst/>
              </a:prstGeom>
              <a:grpFill/>
              <a:ln w="12700">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146B5EA-00C0-4201-44E1-C5720BE7D550}"/>
                </a:ext>
              </a:extLst>
            </p:cNvPr>
            <p:cNvCxnSpPr>
              <a:cxnSpLocks/>
            </p:cNvCxnSpPr>
            <p:nvPr/>
          </p:nvCxnSpPr>
          <p:spPr>
            <a:xfrm>
              <a:off x="4859543" y="1925363"/>
              <a:ext cx="0" cy="2333919"/>
            </a:xfrm>
            <a:prstGeom prst="line">
              <a:avLst/>
            </a:prstGeom>
            <a:noFill/>
            <a:ln w="12700">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253" name="직선 화살표 연결선 252">
              <a:extLst>
                <a:ext uri="{FF2B5EF4-FFF2-40B4-BE49-F238E27FC236}">
                  <a16:creationId xmlns:a16="http://schemas.microsoft.com/office/drawing/2014/main" id="{29D7E60A-DCC5-1DB2-6C73-F63EEE182FD7}"/>
                </a:ext>
              </a:extLst>
            </p:cNvPr>
            <p:cNvCxnSpPr>
              <a:cxnSpLocks/>
            </p:cNvCxnSpPr>
            <p:nvPr/>
          </p:nvCxnSpPr>
          <p:spPr>
            <a:xfrm>
              <a:off x="4243585" y="2316523"/>
              <a:ext cx="0" cy="1541172"/>
            </a:xfrm>
            <a:prstGeom prst="straightConnector1">
              <a:avLst/>
            </a:prstGeom>
            <a:ln w="12700">
              <a:solidFill>
                <a:schemeClr val="tx1"/>
              </a:solidFill>
              <a:headEnd type="triangle" w="med" len="lg"/>
              <a:tailEnd type="triangle"/>
            </a:ln>
          </p:spPr>
          <p:style>
            <a:lnRef idx="1">
              <a:schemeClr val="accent1"/>
            </a:lnRef>
            <a:fillRef idx="0">
              <a:schemeClr val="accent1"/>
            </a:fillRef>
            <a:effectRef idx="0">
              <a:schemeClr val="accent1"/>
            </a:effectRef>
            <a:fontRef idx="minor">
              <a:schemeClr val="tx1"/>
            </a:fontRef>
          </p:style>
        </p:cxnSp>
        <p:cxnSp>
          <p:nvCxnSpPr>
            <p:cNvPr id="254" name="직선 화살표 연결선 253">
              <a:extLst>
                <a:ext uri="{FF2B5EF4-FFF2-40B4-BE49-F238E27FC236}">
                  <a16:creationId xmlns:a16="http://schemas.microsoft.com/office/drawing/2014/main" id="{766F7E2C-862B-05F4-57A6-4E3374053DB4}"/>
                </a:ext>
              </a:extLst>
            </p:cNvPr>
            <p:cNvCxnSpPr>
              <a:cxnSpLocks/>
            </p:cNvCxnSpPr>
            <p:nvPr/>
          </p:nvCxnSpPr>
          <p:spPr>
            <a:xfrm flipH="1">
              <a:off x="4088957" y="3681626"/>
              <a:ext cx="1541171" cy="0"/>
            </a:xfrm>
            <a:prstGeom prst="straightConnector1">
              <a:avLst/>
            </a:prstGeom>
            <a:ln w="12700">
              <a:solidFill>
                <a:schemeClr val="tx1"/>
              </a:solidFill>
              <a:headEnd type="triangle" w="med" len="lg"/>
              <a:tailEnd type="triangle"/>
            </a:ln>
          </p:spPr>
          <p:style>
            <a:lnRef idx="1">
              <a:schemeClr val="accent1"/>
            </a:lnRef>
            <a:fillRef idx="0">
              <a:schemeClr val="accent1"/>
            </a:fillRef>
            <a:effectRef idx="0">
              <a:schemeClr val="accent1"/>
            </a:effectRef>
            <a:fontRef idx="minor">
              <a:schemeClr val="tx1"/>
            </a:fontRef>
          </p:style>
        </p:cxnSp>
        <p:sp>
          <p:nvSpPr>
            <p:cNvPr id="255" name="TextBox 254">
              <a:extLst>
                <a:ext uri="{FF2B5EF4-FFF2-40B4-BE49-F238E27FC236}">
                  <a16:creationId xmlns:a16="http://schemas.microsoft.com/office/drawing/2014/main" id="{8597F731-D97C-5376-8978-3CA3BF0735E1}"/>
                </a:ext>
              </a:extLst>
            </p:cNvPr>
            <p:cNvSpPr txBox="1"/>
            <p:nvPr/>
          </p:nvSpPr>
          <p:spPr>
            <a:xfrm>
              <a:off x="4052857" y="2817350"/>
              <a:ext cx="380188" cy="261610"/>
            </a:xfrm>
            <a:prstGeom prst="rect">
              <a:avLst/>
            </a:prstGeom>
            <a:noFill/>
            <a:ln w="12700">
              <a:noFill/>
            </a:ln>
          </p:spPr>
          <p:txBody>
            <a:bodyPr wrap="square" rtlCol="0">
              <a:spAutoFit/>
            </a:bodyPr>
            <a:lstStyle/>
            <a:p>
              <a:pPr algn="ctr"/>
              <a:r>
                <a:rPr lang="en-US" altLang="ko-KR" sz="1100" dirty="0">
                  <a:highlight>
                    <a:srgbClr val="FFFFFF"/>
                  </a:highlight>
                  <a:latin typeface="Arial" panose="020B0604020202020204" pitchFamily="34" charset="0"/>
                  <a:ea typeface="+mj-ea"/>
                  <a:cs typeface="Arial" panose="020B0604020202020204" pitchFamily="34" charset="0"/>
                </a:rPr>
                <a:t>E1</a:t>
              </a:r>
              <a:endParaRPr lang="ko-KR" altLang="en-US" sz="1100" dirty="0">
                <a:highlight>
                  <a:srgbClr val="FFFFFF"/>
                </a:highlight>
                <a:latin typeface="Arial" panose="020B0604020202020204" pitchFamily="34" charset="0"/>
                <a:ea typeface="+mj-ea"/>
                <a:cs typeface="Arial" panose="020B0604020202020204" pitchFamily="34" charset="0"/>
              </a:endParaRPr>
            </a:p>
          </p:txBody>
        </p:sp>
        <p:sp>
          <p:nvSpPr>
            <p:cNvPr id="256" name="TextBox 255">
              <a:extLst>
                <a:ext uri="{FF2B5EF4-FFF2-40B4-BE49-F238E27FC236}">
                  <a16:creationId xmlns:a16="http://schemas.microsoft.com/office/drawing/2014/main" id="{3A7B0234-0F6C-CD7B-8029-FE85E30DFC4B}"/>
                </a:ext>
              </a:extLst>
            </p:cNvPr>
            <p:cNvSpPr txBox="1"/>
            <p:nvPr/>
          </p:nvSpPr>
          <p:spPr>
            <a:xfrm>
              <a:off x="4669448" y="3546843"/>
              <a:ext cx="380188" cy="261610"/>
            </a:xfrm>
            <a:prstGeom prst="rect">
              <a:avLst/>
            </a:prstGeom>
            <a:noFill/>
            <a:ln w="12700">
              <a:noFill/>
            </a:ln>
          </p:spPr>
          <p:txBody>
            <a:bodyPr wrap="square" rtlCol="0">
              <a:spAutoFit/>
            </a:bodyPr>
            <a:lstStyle/>
            <a:p>
              <a:pPr algn="ctr"/>
              <a:r>
                <a:rPr lang="en-US" altLang="ko-KR" sz="1100" dirty="0">
                  <a:highlight>
                    <a:srgbClr val="FFFFFF"/>
                  </a:highlight>
                  <a:latin typeface="Arial" panose="020B0604020202020204" pitchFamily="34" charset="0"/>
                  <a:ea typeface="+mj-ea"/>
                  <a:cs typeface="Arial" panose="020B0604020202020204" pitchFamily="34" charset="0"/>
                </a:rPr>
                <a:t>D1</a:t>
              </a:r>
              <a:endParaRPr lang="ko-KR" altLang="en-US" sz="1100" dirty="0">
                <a:highlight>
                  <a:srgbClr val="FFFFFF"/>
                </a:highlight>
                <a:latin typeface="Arial" panose="020B0604020202020204" pitchFamily="34" charset="0"/>
                <a:ea typeface="+mj-ea"/>
                <a:cs typeface="Arial" panose="020B0604020202020204" pitchFamily="34" charset="0"/>
              </a:endParaRPr>
            </a:p>
          </p:txBody>
        </p:sp>
        <p:cxnSp>
          <p:nvCxnSpPr>
            <p:cNvPr id="257" name="직선 연결선 256">
              <a:extLst>
                <a:ext uri="{FF2B5EF4-FFF2-40B4-BE49-F238E27FC236}">
                  <a16:creationId xmlns:a16="http://schemas.microsoft.com/office/drawing/2014/main" id="{077F5076-3F28-006B-DC00-9C9D1BB8E5DE}"/>
                </a:ext>
              </a:extLst>
            </p:cNvPr>
            <p:cNvCxnSpPr>
              <a:cxnSpLocks/>
            </p:cNvCxnSpPr>
            <p:nvPr/>
          </p:nvCxnSpPr>
          <p:spPr>
            <a:xfrm>
              <a:off x="5852746" y="2091383"/>
              <a:ext cx="2753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423D970C-7A0A-FAD8-B7C5-1F1A1A7CE38F}"/>
                </a:ext>
              </a:extLst>
            </p:cNvPr>
            <p:cNvCxnSpPr>
              <a:cxnSpLocks/>
            </p:cNvCxnSpPr>
            <p:nvPr/>
          </p:nvCxnSpPr>
          <p:spPr>
            <a:xfrm>
              <a:off x="5852746" y="2266685"/>
              <a:ext cx="2753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9" name="TextBox 258">
              <a:extLst>
                <a:ext uri="{FF2B5EF4-FFF2-40B4-BE49-F238E27FC236}">
                  <a16:creationId xmlns:a16="http://schemas.microsoft.com/office/drawing/2014/main" id="{04A0A421-5646-5351-F4B4-3CFA4B6ED4E5}"/>
                </a:ext>
              </a:extLst>
            </p:cNvPr>
            <p:cNvSpPr txBox="1"/>
            <p:nvPr/>
          </p:nvSpPr>
          <p:spPr>
            <a:xfrm>
              <a:off x="5711553" y="2075275"/>
              <a:ext cx="774098" cy="215444"/>
            </a:xfrm>
            <a:prstGeom prst="rect">
              <a:avLst/>
            </a:prstGeom>
            <a:noFill/>
            <a:ln w="12700">
              <a:noFill/>
            </a:ln>
          </p:spPr>
          <p:txBody>
            <a:bodyPr wrap="square" rtlCol="0">
              <a:spAutoFit/>
            </a:bodyPr>
            <a:lstStyle/>
            <a:p>
              <a:pPr algn="ctr"/>
              <a:r>
                <a:rPr lang="en-US" altLang="ko-KR" sz="800" dirty="0">
                  <a:latin typeface="Arial" panose="020B0604020202020204" pitchFamily="34" charset="0"/>
                  <a:ea typeface="+mj-ea"/>
                  <a:cs typeface="Arial" panose="020B0604020202020204" pitchFamily="34" charset="0"/>
                </a:rPr>
                <a:t>0.7000</a:t>
              </a:r>
              <a:endParaRPr lang="ko-KR" altLang="en-US" sz="800" dirty="0">
                <a:latin typeface="Arial" panose="020B0604020202020204" pitchFamily="34" charset="0"/>
                <a:ea typeface="+mj-ea"/>
                <a:cs typeface="Arial" panose="020B0604020202020204" pitchFamily="34" charset="0"/>
              </a:endParaRPr>
            </a:p>
          </p:txBody>
        </p:sp>
        <p:cxnSp>
          <p:nvCxnSpPr>
            <p:cNvPr id="260" name="직선 화살표 연결선 259">
              <a:extLst>
                <a:ext uri="{FF2B5EF4-FFF2-40B4-BE49-F238E27FC236}">
                  <a16:creationId xmlns:a16="http://schemas.microsoft.com/office/drawing/2014/main" id="{B82F1A64-9605-C9A4-5E8F-7298797A0694}"/>
                </a:ext>
              </a:extLst>
            </p:cNvPr>
            <p:cNvCxnSpPr>
              <a:cxnSpLocks/>
            </p:cNvCxnSpPr>
            <p:nvPr/>
          </p:nvCxnSpPr>
          <p:spPr>
            <a:xfrm>
              <a:off x="6100110" y="1803626"/>
              <a:ext cx="0" cy="286555"/>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1" name="직선 화살표 연결선 260">
              <a:extLst>
                <a:ext uri="{FF2B5EF4-FFF2-40B4-BE49-F238E27FC236}">
                  <a16:creationId xmlns:a16="http://schemas.microsoft.com/office/drawing/2014/main" id="{A040D935-D310-047C-3775-F17AD7809E34}"/>
                </a:ext>
              </a:extLst>
            </p:cNvPr>
            <p:cNvCxnSpPr>
              <a:cxnSpLocks/>
            </p:cNvCxnSpPr>
            <p:nvPr/>
          </p:nvCxnSpPr>
          <p:spPr>
            <a:xfrm flipH="1" flipV="1">
              <a:off x="6096481" y="2266685"/>
              <a:ext cx="7258" cy="285809"/>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2" name="직선 화살표 연결선 261">
              <a:extLst>
                <a:ext uri="{FF2B5EF4-FFF2-40B4-BE49-F238E27FC236}">
                  <a16:creationId xmlns:a16="http://schemas.microsoft.com/office/drawing/2014/main" id="{067ACE20-E221-0E7A-9AEC-64EC86ACA5EC}"/>
                </a:ext>
              </a:extLst>
            </p:cNvPr>
            <p:cNvCxnSpPr>
              <a:cxnSpLocks/>
            </p:cNvCxnSpPr>
            <p:nvPr/>
          </p:nvCxnSpPr>
          <p:spPr>
            <a:xfrm flipH="1">
              <a:off x="5807719" y="3293112"/>
              <a:ext cx="218444"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63" name="TextBox 262">
              <a:extLst>
                <a:ext uri="{FF2B5EF4-FFF2-40B4-BE49-F238E27FC236}">
                  <a16:creationId xmlns:a16="http://schemas.microsoft.com/office/drawing/2014/main" id="{C88D4956-EE00-1DD9-0BC7-6C85F4D05740}"/>
                </a:ext>
              </a:extLst>
            </p:cNvPr>
            <p:cNvSpPr txBox="1"/>
            <p:nvPr/>
          </p:nvSpPr>
          <p:spPr>
            <a:xfrm>
              <a:off x="5942462" y="3209811"/>
              <a:ext cx="275384" cy="200055"/>
            </a:xfrm>
            <a:prstGeom prst="rect">
              <a:avLst/>
            </a:prstGeom>
            <a:noFill/>
            <a:ln w="12700">
              <a:noFill/>
            </a:ln>
          </p:spPr>
          <p:txBody>
            <a:bodyPr wrap="square" rtlCol="0">
              <a:spAutoFit/>
            </a:bodyPr>
            <a:lstStyle/>
            <a:p>
              <a:pPr algn="ctr"/>
              <a:r>
                <a:rPr lang="en-US" altLang="ko-KR" sz="700" dirty="0">
                  <a:latin typeface="Arial" panose="020B0604020202020204" pitchFamily="34" charset="0"/>
                  <a:ea typeface="+mj-ea"/>
                  <a:cs typeface="Arial" panose="020B0604020202020204" pitchFamily="34" charset="0"/>
                </a:rPr>
                <a:t>R</a:t>
              </a:r>
              <a:endParaRPr lang="ko-KR" altLang="en-US" sz="700" dirty="0">
                <a:latin typeface="Arial" panose="020B0604020202020204" pitchFamily="34" charset="0"/>
                <a:ea typeface="+mj-ea"/>
                <a:cs typeface="Arial" panose="020B0604020202020204" pitchFamily="34" charset="0"/>
              </a:endParaRPr>
            </a:p>
          </p:txBody>
        </p:sp>
        <p:cxnSp>
          <p:nvCxnSpPr>
            <p:cNvPr id="264" name="직선 연결선 263">
              <a:extLst>
                <a:ext uri="{FF2B5EF4-FFF2-40B4-BE49-F238E27FC236}">
                  <a16:creationId xmlns:a16="http://schemas.microsoft.com/office/drawing/2014/main" id="{AC7E3C06-A508-294B-0BCA-610D712C4340}"/>
                </a:ext>
              </a:extLst>
            </p:cNvPr>
            <p:cNvCxnSpPr>
              <a:cxnSpLocks/>
            </p:cNvCxnSpPr>
            <p:nvPr/>
          </p:nvCxnSpPr>
          <p:spPr>
            <a:xfrm>
              <a:off x="5682579" y="3986928"/>
              <a:ext cx="55468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D9F96EBC-CE74-5052-44E2-41D7B6203856}"/>
                </a:ext>
              </a:extLst>
            </p:cNvPr>
            <p:cNvCxnSpPr>
              <a:cxnSpLocks/>
            </p:cNvCxnSpPr>
            <p:nvPr/>
          </p:nvCxnSpPr>
          <p:spPr>
            <a:xfrm>
              <a:off x="5682579" y="4093261"/>
              <a:ext cx="55468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화살표 연결선 265">
              <a:extLst>
                <a:ext uri="{FF2B5EF4-FFF2-40B4-BE49-F238E27FC236}">
                  <a16:creationId xmlns:a16="http://schemas.microsoft.com/office/drawing/2014/main" id="{33C68E27-34B4-8258-96BD-20EE9F864101}"/>
                </a:ext>
              </a:extLst>
            </p:cNvPr>
            <p:cNvCxnSpPr>
              <a:cxnSpLocks/>
            </p:cNvCxnSpPr>
            <p:nvPr/>
          </p:nvCxnSpPr>
          <p:spPr>
            <a:xfrm>
              <a:off x="6214745" y="3747069"/>
              <a:ext cx="0" cy="23986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7" name="직선 화살표 연결선 266">
              <a:extLst>
                <a:ext uri="{FF2B5EF4-FFF2-40B4-BE49-F238E27FC236}">
                  <a16:creationId xmlns:a16="http://schemas.microsoft.com/office/drawing/2014/main" id="{D3D02C9B-565C-B128-1489-80F6DDA1EFCA}"/>
                </a:ext>
              </a:extLst>
            </p:cNvPr>
            <p:cNvCxnSpPr>
              <a:cxnSpLocks/>
            </p:cNvCxnSpPr>
            <p:nvPr/>
          </p:nvCxnSpPr>
          <p:spPr>
            <a:xfrm flipV="1">
              <a:off x="6214745" y="4093261"/>
              <a:ext cx="0" cy="239041"/>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678607A4-CFED-D769-6DB4-71579F3EE0FD}"/>
                </a:ext>
              </a:extLst>
            </p:cNvPr>
            <p:cNvCxnSpPr>
              <a:cxnSpLocks/>
            </p:cNvCxnSpPr>
            <p:nvPr/>
          </p:nvCxnSpPr>
          <p:spPr>
            <a:xfrm>
              <a:off x="6080154" y="4329832"/>
              <a:ext cx="1363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69" name="TextBox 268">
              <a:extLst>
                <a:ext uri="{FF2B5EF4-FFF2-40B4-BE49-F238E27FC236}">
                  <a16:creationId xmlns:a16="http://schemas.microsoft.com/office/drawing/2014/main" id="{D2A5B125-9EB6-19E5-022E-0F8EDA502B43}"/>
                </a:ext>
              </a:extLst>
            </p:cNvPr>
            <p:cNvSpPr txBox="1"/>
            <p:nvPr/>
          </p:nvSpPr>
          <p:spPr>
            <a:xfrm>
              <a:off x="5890898" y="4218373"/>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L</a:t>
              </a:r>
              <a:endParaRPr lang="ko-KR" altLang="en-US" sz="1100" dirty="0">
                <a:latin typeface="Arial" panose="020B0604020202020204" pitchFamily="34" charset="0"/>
                <a:ea typeface="+mj-ea"/>
                <a:cs typeface="Arial" panose="020B0604020202020204" pitchFamily="34" charset="0"/>
              </a:endParaRPr>
            </a:p>
          </p:txBody>
        </p:sp>
        <p:cxnSp>
          <p:nvCxnSpPr>
            <p:cNvPr id="270" name="직선 연결선 269">
              <a:extLst>
                <a:ext uri="{FF2B5EF4-FFF2-40B4-BE49-F238E27FC236}">
                  <a16:creationId xmlns:a16="http://schemas.microsoft.com/office/drawing/2014/main" id="{81D3B36B-C5E3-D0BF-9499-E89A803BB06C}"/>
                </a:ext>
              </a:extLst>
            </p:cNvPr>
            <p:cNvCxnSpPr>
              <a:cxnSpLocks/>
            </p:cNvCxnSpPr>
            <p:nvPr/>
          </p:nvCxnSpPr>
          <p:spPr>
            <a:xfrm>
              <a:off x="5059947" y="3986928"/>
              <a:ext cx="0" cy="4976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FA8FB40-0A37-3DD3-E015-63A6E4F6713D}"/>
                </a:ext>
              </a:extLst>
            </p:cNvPr>
            <p:cNvCxnSpPr>
              <a:cxnSpLocks/>
            </p:cNvCxnSpPr>
            <p:nvPr/>
          </p:nvCxnSpPr>
          <p:spPr>
            <a:xfrm>
              <a:off x="5159628" y="3986928"/>
              <a:ext cx="0" cy="4976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07AA2E14-4489-75AE-81EB-F63EA23B97C7}"/>
                </a:ext>
              </a:extLst>
            </p:cNvPr>
            <p:cNvCxnSpPr>
              <a:cxnSpLocks/>
            </p:cNvCxnSpPr>
            <p:nvPr/>
          </p:nvCxnSpPr>
          <p:spPr>
            <a:xfrm flipH="1">
              <a:off x="5159628" y="4401819"/>
              <a:ext cx="369555"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73" name="직선 화살표 연결선 272">
              <a:extLst>
                <a:ext uri="{FF2B5EF4-FFF2-40B4-BE49-F238E27FC236}">
                  <a16:creationId xmlns:a16="http://schemas.microsoft.com/office/drawing/2014/main" id="{13498976-CB13-9A58-48B7-F1AA572FB466}"/>
                </a:ext>
              </a:extLst>
            </p:cNvPr>
            <p:cNvCxnSpPr>
              <a:cxnSpLocks/>
            </p:cNvCxnSpPr>
            <p:nvPr/>
          </p:nvCxnSpPr>
          <p:spPr>
            <a:xfrm>
              <a:off x="4797041" y="4401819"/>
              <a:ext cx="262905"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74" name="TextBox 273">
              <a:extLst>
                <a:ext uri="{FF2B5EF4-FFF2-40B4-BE49-F238E27FC236}">
                  <a16:creationId xmlns:a16="http://schemas.microsoft.com/office/drawing/2014/main" id="{5A3932AC-FED4-10D0-0530-712E40FB09C5}"/>
                </a:ext>
              </a:extLst>
            </p:cNvPr>
            <p:cNvSpPr txBox="1"/>
            <p:nvPr/>
          </p:nvSpPr>
          <p:spPr>
            <a:xfrm>
              <a:off x="5449812" y="4266885"/>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e</a:t>
              </a:r>
              <a:endParaRPr lang="ko-KR" altLang="en-US" sz="1100" dirty="0">
                <a:latin typeface="Arial" panose="020B0604020202020204" pitchFamily="34" charset="0"/>
                <a:ea typeface="+mj-ea"/>
                <a:cs typeface="Arial" panose="020B0604020202020204" pitchFamily="34" charset="0"/>
              </a:endParaRPr>
            </a:p>
          </p:txBody>
        </p:sp>
        <p:cxnSp>
          <p:nvCxnSpPr>
            <p:cNvPr id="275" name="직선 연결선 274">
              <a:extLst>
                <a:ext uri="{FF2B5EF4-FFF2-40B4-BE49-F238E27FC236}">
                  <a16:creationId xmlns:a16="http://schemas.microsoft.com/office/drawing/2014/main" id="{1859C0AB-14DE-F186-82F6-488171549B62}"/>
                </a:ext>
              </a:extLst>
            </p:cNvPr>
            <p:cNvCxnSpPr>
              <a:cxnSpLocks/>
            </p:cNvCxnSpPr>
            <p:nvPr/>
          </p:nvCxnSpPr>
          <p:spPr>
            <a:xfrm>
              <a:off x="4234372" y="4093261"/>
              <a:ext cx="0" cy="347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1A9A9837-27AD-9C61-1700-C6DD17EDA712}"/>
                </a:ext>
              </a:extLst>
            </p:cNvPr>
            <p:cNvCxnSpPr>
              <a:cxnSpLocks/>
            </p:cNvCxnSpPr>
            <p:nvPr/>
          </p:nvCxnSpPr>
          <p:spPr>
            <a:xfrm>
              <a:off x="4288276" y="4093261"/>
              <a:ext cx="0" cy="347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화살표 연결선 276">
              <a:extLst>
                <a:ext uri="{FF2B5EF4-FFF2-40B4-BE49-F238E27FC236}">
                  <a16:creationId xmlns:a16="http://schemas.microsoft.com/office/drawing/2014/main" id="{08B3C8C2-641A-76F3-BA1C-D2F04ABD586A}"/>
                </a:ext>
              </a:extLst>
            </p:cNvPr>
            <p:cNvCxnSpPr>
              <a:cxnSpLocks/>
            </p:cNvCxnSpPr>
            <p:nvPr/>
          </p:nvCxnSpPr>
          <p:spPr>
            <a:xfrm flipH="1">
              <a:off x="4288276" y="4401819"/>
              <a:ext cx="255552"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78" name="직선 화살표 연결선 277">
              <a:extLst>
                <a:ext uri="{FF2B5EF4-FFF2-40B4-BE49-F238E27FC236}">
                  <a16:creationId xmlns:a16="http://schemas.microsoft.com/office/drawing/2014/main" id="{FFCD7741-470D-39C8-D2AD-22C6BF6B7DF9}"/>
                </a:ext>
              </a:extLst>
            </p:cNvPr>
            <p:cNvCxnSpPr>
              <a:cxnSpLocks/>
            </p:cNvCxnSpPr>
            <p:nvPr/>
          </p:nvCxnSpPr>
          <p:spPr>
            <a:xfrm>
              <a:off x="3983457" y="4401819"/>
              <a:ext cx="254630"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79" name="TextBox 278">
              <a:extLst>
                <a:ext uri="{FF2B5EF4-FFF2-40B4-BE49-F238E27FC236}">
                  <a16:creationId xmlns:a16="http://schemas.microsoft.com/office/drawing/2014/main" id="{8940DED1-3998-99B6-DDF1-CB7A729327BD}"/>
                </a:ext>
              </a:extLst>
            </p:cNvPr>
            <p:cNvSpPr txBox="1"/>
            <p:nvPr/>
          </p:nvSpPr>
          <p:spPr>
            <a:xfrm>
              <a:off x="3786309" y="4265952"/>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b</a:t>
              </a:r>
              <a:endParaRPr lang="ko-KR" altLang="en-US" sz="1100" dirty="0">
                <a:latin typeface="Arial" panose="020B0604020202020204" pitchFamily="34" charset="0"/>
                <a:ea typeface="+mj-ea"/>
                <a:cs typeface="Arial" panose="020B0604020202020204" pitchFamily="34" charset="0"/>
              </a:endParaRPr>
            </a:p>
          </p:txBody>
        </p:sp>
        <p:cxnSp>
          <p:nvCxnSpPr>
            <p:cNvPr id="280" name="직선 연결선 279">
              <a:extLst>
                <a:ext uri="{FF2B5EF4-FFF2-40B4-BE49-F238E27FC236}">
                  <a16:creationId xmlns:a16="http://schemas.microsoft.com/office/drawing/2014/main" id="{B5D5D7A5-8342-4219-2575-B2C117DDE692}"/>
                </a:ext>
              </a:extLst>
            </p:cNvPr>
            <p:cNvCxnSpPr>
              <a:cxnSpLocks/>
            </p:cNvCxnSpPr>
            <p:nvPr/>
          </p:nvCxnSpPr>
          <p:spPr>
            <a:xfrm>
              <a:off x="3962935" y="2198570"/>
              <a:ext cx="0" cy="16862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3B272BA2-B971-A72D-20CC-ABA71EA754C6}"/>
                </a:ext>
              </a:extLst>
            </p:cNvPr>
            <p:cNvCxnSpPr>
              <a:cxnSpLocks/>
            </p:cNvCxnSpPr>
            <p:nvPr/>
          </p:nvCxnSpPr>
          <p:spPr>
            <a:xfrm>
              <a:off x="4092460" y="2214012"/>
              <a:ext cx="0" cy="1025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화살표 연결선 281">
              <a:extLst>
                <a:ext uri="{FF2B5EF4-FFF2-40B4-BE49-F238E27FC236}">
                  <a16:creationId xmlns:a16="http://schemas.microsoft.com/office/drawing/2014/main" id="{7617C1CA-9805-41A3-6C92-8F9CFBE0E7A3}"/>
                </a:ext>
              </a:extLst>
            </p:cNvPr>
            <p:cNvCxnSpPr>
              <a:cxnSpLocks/>
            </p:cNvCxnSpPr>
            <p:nvPr/>
          </p:nvCxnSpPr>
          <p:spPr>
            <a:xfrm flipH="1">
              <a:off x="4088957" y="2236437"/>
              <a:ext cx="255552"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83" name="직선 화살표 연결선 282">
              <a:extLst>
                <a:ext uri="{FF2B5EF4-FFF2-40B4-BE49-F238E27FC236}">
                  <a16:creationId xmlns:a16="http://schemas.microsoft.com/office/drawing/2014/main" id="{3AD4613B-AA09-6877-8BB4-312B65E565AD}"/>
                </a:ext>
              </a:extLst>
            </p:cNvPr>
            <p:cNvCxnSpPr>
              <a:cxnSpLocks/>
            </p:cNvCxnSpPr>
            <p:nvPr/>
          </p:nvCxnSpPr>
          <p:spPr>
            <a:xfrm>
              <a:off x="3708305" y="2236437"/>
              <a:ext cx="254630"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84" name="TextBox 283">
              <a:extLst>
                <a:ext uri="{FF2B5EF4-FFF2-40B4-BE49-F238E27FC236}">
                  <a16:creationId xmlns:a16="http://schemas.microsoft.com/office/drawing/2014/main" id="{95ABF5D0-C4A0-377A-63DE-6DF2094B1994}"/>
                </a:ext>
              </a:extLst>
            </p:cNvPr>
            <p:cNvSpPr txBox="1"/>
            <p:nvPr/>
          </p:nvSpPr>
          <p:spPr>
            <a:xfrm>
              <a:off x="3522531" y="2125369"/>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k</a:t>
              </a:r>
              <a:endParaRPr lang="ko-KR" altLang="en-US" sz="1100" dirty="0">
                <a:latin typeface="Arial" panose="020B0604020202020204" pitchFamily="34" charset="0"/>
                <a:ea typeface="+mj-ea"/>
                <a:cs typeface="Arial" panose="020B0604020202020204" pitchFamily="34" charset="0"/>
              </a:endParaRPr>
            </a:p>
          </p:txBody>
        </p:sp>
        <p:cxnSp>
          <p:nvCxnSpPr>
            <p:cNvPr id="285" name="직선 연결선 284">
              <a:extLst>
                <a:ext uri="{FF2B5EF4-FFF2-40B4-BE49-F238E27FC236}">
                  <a16:creationId xmlns:a16="http://schemas.microsoft.com/office/drawing/2014/main" id="{5DC35738-9FDF-6288-3841-E268F528334E}"/>
                </a:ext>
              </a:extLst>
            </p:cNvPr>
            <p:cNvCxnSpPr/>
            <p:nvPr/>
          </p:nvCxnSpPr>
          <p:spPr>
            <a:xfrm>
              <a:off x="4994686" y="2513082"/>
              <a:ext cx="405600" cy="0"/>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DBB221D7-2521-496D-BFBC-657276E04F7E}"/>
                </a:ext>
              </a:extLst>
            </p:cNvPr>
            <p:cNvCxnSpPr>
              <a:cxnSpLocks/>
            </p:cNvCxnSpPr>
            <p:nvPr/>
          </p:nvCxnSpPr>
          <p:spPr>
            <a:xfrm flipV="1">
              <a:off x="5400285" y="2360106"/>
              <a:ext cx="184976" cy="152976"/>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7" name="TextBox 286">
              <a:extLst>
                <a:ext uri="{FF2B5EF4-FFF2-40B4-BE49-F238E27FC236}">
                  <a16:creationId xmlns:a16="http://schemas.microsoft.com/office/drawing/2014/main" id="{E55C98D5-B369-2555-79B8-82E8C9F40A23}"/>
                </a:ext>
              </a:extLst>
            </p:cNvPr>
            <p:cNvSpPr txBox="1"/>
            <p:nvPr/>
          </p:nvSpPr>
          <p:spPr>
            <a:xfrm>
              <a:off x="4830634" y="2497481"/>
              <a:ext cx="804653" cy="369332"/>
            </a:xfrm>
            <a:prstGeom prst="rect">
              <a:avLst/>
            </a:prstGeom>
            <a:noFill/>
            <a:ln w="12700">
              <a:noFill/>
            </a:ln>
          </p:spPr>
          <p:txBody>
            <a:bodyPr wrap="square" rtlCol="0">
              <a:spAutoFit/>
            </a:bodyPr>
            <a:lstStyle/>
            <a:p>
              <a:pPr algn="ctr"/>
              <a:r>
                <a:rPr lang="en-US" altLang="ko-KR" sz="900" dirty="0">
                  <a:latin typeface="Arial" panose="020B0604020202020204" pitchFamily="34" charset="0"/>
                  <a:ea typeface="+mj-ea"/>
                  <a:cs typeface="Arial" panose="020B0604020202020204" pitchFamily="34" charset="0"/>
                </a:rPr>
                <a:t>C=0.4X45°</a:t>
              </a:r>
            </a:p>
            <a:p>
              <a:pPr algn="ctr"/>
              <a:r>
                <a:rPr lang="en-US" altLang="ko-KR" sz="900" dirty="0">
                  <a:latin typeface="Arial" panose="020B0604020202020204" pitchFamily="34" charset="0"/>
                  <a:ea typeface="+mj-ea"/>
                  <a:cs typeface="Arial" panose="020B0604020202020204" pitchFamily="34" charset="0"/>
                </a:rPr>
                <a:t>PIN#1</a:t>
              </a:r>
              <a:r>
                <a:rPr lang="ko-KR" altLang="en-US" sz="900" dirty="0">
                  <a:latin typeface="Arial" panose="020B0604020202020204" pitchFamily="34" charset="0"/>
                  <a:ea typeface="+mj-ea"/>
                  <a:cs typeface="Arial" panose="020B0604020202020204" pitchFamily="34" charset="0"/>
                </a:rPr>
                <a:t> </a:t>
              </a:r>
              <a:r>
                <a:rPr lang="en-US" altLang="ko-KR" sz="900" dirty="0">
                  <a:latin typeface="Arial" panose="020B0604020202020204" pitchFamily="34" charset="0"/>
                  <a:ea typeface="+mj-ea"/>
                  <a:cs typeface="Arial" panose="020B0604020202020204" pitchFamily="34" charset="0"/>
                </a:rPr>
                <a:t>I.D.</a:t>
              </a:r>
              <a:endParaRPr lang="ko-KR" altLang="en-US" sz="900" dirty="0">
                <a:latin typeface="Arial" panose="020B0604020202020204" pitchFamily="34" charset="0"/>
                <a:ea typeface="+mj-ea"/>
                <a:cs typeface="Arial" panose="020B0604020202020204" pitchFamily="34" charset="0"/>
              </a:endParaRPr>
            </a:p>
          </p:txBody>
        </p:sp>
        <p:sp>
          <p:nvSpPr>
            <p:cNvPr id="251" name="사각형: 잘린 한쪽 모서리 250">
              <a:extLst>
                <a:ext uri="{FF2B5EF4-FFF2-40B4-BE49-F238E27FC236}">
                  <a16:creationId xmlns:a16="http://schemas.microsoft.com/office/drawing/2014/main" id="{C82378C0-DDE7-AD84-02C8-E044347055B6}"/>
                </a:ext>
              </a:extLst>
            </p:cNvPr>
            <p:cNvSpPr/>
            <p:nvPr/>
          </p:nvSpPr>
          <p:spPr>
            <a:xfrm>
              <a:off x="4091764" y="2316522"/>
              <a:ext cx="1541172" cy="1541173"/>
            </a:xfrm>
            <a:prstGeom prst="snip1Rect">
              <a:avLst>
                <a:gd name="adj" fmla="val 5739"/>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cxnSp>
          <p:nvCxnSpPr>
            <p:cNvPr id="94" name="직선 연결선 93">
              <a:extLst>
                <a:ext uri="{FF2B5EF4-FFF2-40B4-BE49-F238E27FC236}">
                  <a16:creationId xmlns:a16="http://schemas.microsoft.com/office/drawing/2014/main" id="{4BB408A8-4863-5950-5563-89005DC3D23C}"/>
                </a:ext>
              </a:extLst>
            </p:cNvPr>
            <p:cNvCxnSpPr>
              <a:cxnSpLocks/>
              <a:stCxn id="63" idx="0"/>
              <a:endCxn id="63" idx="2"/>
            </p:cNvCxnSpPr>
            <p:nvPr/>
          </p:nvCxnSpPr>
          <p:spPr>
            <a:xfrm>
              <a:off x="5807719" y="3264819"/>
              <a:ext cx="0" cy="53736"/>
            </a:xfrm>
            <a:prstGeom prst="line">
              <a:avLst/>
            </a:prstGeom>
            <a:ln>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grpSp>
      <p:graphicFrame>
        <p:nvGraphicFramePr>
          <p:cNvPr id="93" name="표 92">
            <a:extLst>
              <a:ext uri="{FF2B5EF4-FFF2-40B4-BE49-F238E27FC236}">
                <a16:creationId xmlns:a16="http://schemas.microsoft.com/office/drawing/2014/main" id="{31529A9C-C43F-A14B-04D4-CACA22362A77}"/>
              </a:ext>
            </a:extLst>
          </p:cNvPr>
          <p:cNvGraphicFramePr>
            <a:graphicFrameLocks noGrp="1"/>
          </p:cNvGraphicFramePr>
          <p:nvPr>
            <p:extLst>
              <p:ext uri="{D42A27DB-BD31-4B8C-83A1-F6EECF244321}">
                <p14:modId xmlns:p14="http://schemas.microsoft.com/office/powerpoint/2010/main" val="2977209030"/>
              </p:ext>
            </p:extLst>
          </p:nvPr>
        </p:nvGraphicFramePr>
        <p:xfrm>
          <a:off x="3733095" y="4833100"/>
          <a:ext cx="2720340" cy="3464430"/>
        </p:xfrm>
        <a:graphic>
          <a:graphicData uri="http://schemas.openxmlformats.org/drawingml/2006/table">
            <a:tbl>
              <a:tblPr/>
              <a:tblGrid>
                <a:gridCol w="658819">
                  <a:extLst>
                    <a:ext uri="{9D8B030D-6E8A-4147-A177-3AD203B41FA5}">
                      <a16:colId xmlns:a16="http://schemas.microsoft.com/office/drawing/2014/main" val="277156858"/>
                    </a:ext>
                  </a:extLst>
                </a:gridCol>
                <a:gridCol w="640433">
                  <a:extLst>
                    <a:ext uri="{9D8B030D-6E8A-4147-A177-3AD203B41FA5}">
                      <a16:colId xmlns:a16="http://schemas.microsoft.com/office/drawing/2014/main" val="1529212435"/>
                    </a:ext>
                  </a:extLst>
                </a:gridCol>
                <a:gridCol w="710544">
                  <a:extLst>
                    <a:ext uri="{9D8B030D-6E8A-4147-A177-3AD203B41FA5}">
                      <a16:colId xmlns:a16="http://schemas.microsoft.com/office/drawing/2014/main" val="3403192241"/>
                    </a:ext>
                  </a:extLst>
                </a:gridCol>
                <a:gridCol w="710544">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59534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6.40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8" name="직사각형 7">
            <a:extLst>
              <a:ext uri="{FF2B5EF4-FFF2-40B4-BE49-F238E27FC236}">
                <a16:creationId xmlns:a16="http://schemas.microsoft.com/office/drawing/2014/main" id="{AC4D7315-0C74-0092-89B1-69AF0A5B14D7}"/>
              </a:ext>
            </a:extLst>
          </p:cNvPr>
          <p:cNvSpPr/>
          <p:nvPr/>
        </p:nvSpPr>
        <p:spPr>
          <a:xfrm>
            <a:off x="2483141" y="210264"/>
            <a:ext cx="3933534" cy="947417"/>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POD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3400440822"/>
      </p:ext>
    </p:extLst>
  </p:cSld>
  <p:clrMapOvr>
    <a:masterClrMapping/>
  </p:clrMapOvr>
  <p:extLst>
    <p:ext uri="{6950BFC3-D8DA-4A85-94F7-54DA5524770B}">
      <p188:commentRel xmlns:p188="http://schemas.microsoft.com/office/powerpoint/2018/8/main" r:id="rId2"/>
    </p:ext>
  </p:extLs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6A3A00-81A4-EBF7-D6AF-2B3F7E7E7125}"/>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60224C1-E08E-FDAC-61AC-AD42F8F5C3C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F6256801-4859-50BB-8A9D-D66FC7F08E6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08E41EB4-016C-A605-3D00-0BE45A529B5A}"/>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QFN 8080-68L Section Image</a:t>
            </a:r>
          </a:p>
        </p:txBody>
      </p:sp>
      <p:sp>
        <p:nvSpPr>
          <p:cNvPr id="90" name="object 3">
            <a:extLst>
              <a:ext uri="{FF2B5EF4-FFF2-40B4-BE49-F238E27FC236}">
                <a16:creationId xmlns:a16="http://schemas.microsoft.com/office/drawing/2014/main" id="{C2389A5D-D29A-65C4-4CE9-A82D9680789D}"/>
              </a:ext>
            </a:extLst>
          </p:cNvPr>
          <p:cNvSpPr txBox="1"/>
          <p:nvPr/>
        </p:nvSpPr>
        <p:spPr>
          <a:xfrm>
            <a:off x="2412929" y="1702943"/>
            <a:ext cx="1904047"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QFN 8080-68L </a:t>
            </a:r>
            <a:r>
              <a:rPr kumimoji="0" lang="en-US" altLang="ko-KR" sz="1100" b="1" spc="-20" dirty="0">
                <a:solidFill>
                  <a:prstClr val="black"/>
                </a:solidFill>
                <a:latin typeface="Arial"/>
                <a:ea typeface="맑은 고딕" panose="020B0503020000020004" pitchFamily="50" charset="-127"/>
                <a:cs typeface="Arial"/>
              </a:rPr>
              <a:t>Section</a:t>
            </a:r>
            <a:r>
              <a:rPr kumimoji="0" lang="ko-KR" altLang="en-US" sz="1100" b="1" spc="-20" dirty="0">
                <a:solidFill>
                  <a:prstClr val="black"/>
                </a:solidFill>
                <a:latin typeface="Arial"/>
                <a:ea typeface="맑은 고딕" panose="020B0503020000020004" pitchFamily="50" charset="-127"/>
                <a:cs typeface="Arial"/>
              </a:rPr>
              <a:t>  </a:t>
            </a:r>
            <a:r>
              <a:rPr kumimoji="0" lang="en-US" altLang="ko-KR" sz="1100" b="1" spc="-20" dirty="0">
                <a:solidFill>
                  <a:prstClr val="black"/>
                </a:solidFill>
                <a:latin typeface="Arial"/>
                <a:ea typeface="맑은 고딕" panose="020B0503020000020004" pitchFamily="50" charset="-127"/>
                <a:cs typeface="Arial"/>
              </a:rPr>
              <a:t>Image</a:t>
            </a:r>
            <a:endParaRPr kumimoji="0" lang="en-US" altLang="ko-KR" sz="1100" b="1" dirty="0">
              <a:solidFill>
                <a:prstClr val="black"/>
              </a:solidFill>
              <a:latin typeface="Arial"/>
              <a:ea typeface="맑은 고딕" panose="020B0503020000020004" pitchFamily="50" charset="-127"/>
              <a:cs typeface="Arial"/>
            </a:endParaRPr>
          </a:p>
        </p:txBody>
      </p:sp>
      <p:sp>
        <p:nvSpPr>
          <p:cNvPr id="92" name="TextBox 91">
            <a:extLst>
              <a:ext uri="{FF2B5EF4-FFF2-40B4-BE49-F238E27FC236}">
                <a16:creationId xmlns:a16="http://schemas.microsoft.com/office/drawing/2014/main" id="{024EAD5F-3CA6-8AB4-4212-911C4FC41C99}"/>
              </a:ext>
            </a:extLst>
          </p:cNvPr>
          <p:cNvSpPr txBox="1"/>
          <p:nvPr/>
        </p:nvSpPr>
        <p:spPr>
          <a:xfrm>
            <a:off x="3034731" y="2191579"/>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95" name="그림 94">
            <a:extLst>
              <a:ext uri="{FF2B5EF4-FFF2-40B4-BE49-F238E27FC236}">
                <a16:creationId xmlns:a16="http://schemas.microsoft.com/office/drawing/2014/main" id="{3914EDA1-188D-C2EF-EAB1-DB7842703591}"/>
              </a:ext>
            </a:extLst>
          </p:cNvPr>
          <p:cNvPicPr>
            <a:picLocks noChangeAspect="1"/>
          </p:cNvPicPr>
          <p:nvPr/>
        </p:nvPicPr>
        <p:blipFill>
          <a:blip r:embed="rId2"/>
          <a:stretch>
            <a:fillRect/>
          </a:stretch>
        </p:blipFill>
        <p:spPr>
          <a:xfrm>
            <a:off x="990626" y="3441303"/>
            <a:ext cx="4933447" cy="1410468"/>
          </a:xfrm>
          <a:prstGeom prst="rect">
            <a:avLst/>
          </a:prstGeom>
        </p:spPr>
      </p:pic>
      <p:sp>
        <p:nvSpPr>
          <p:cNvPr id="96" name="TextBox 95">
            <a:extLst>
              <a:ext uri="{FF2B5EF4-FFF2-40B4-BE49-F238E27FC236}">
                <a16:creationId xmlns:a16="http://schemas.microsoft.com/office/drawing/2014/main" id="{7A640383-0772-EC7E-FA4E-B51169F387A9}"/>
              </a:ext>
            </a:extLst>
          </p:cNvPr>
          <p:cNvSpPr txBox="1"/>
          <p:nvPr/>
        </p:nvSpPr>
        <p:spPr>
          <a:xfrm>
            <a:off x="4581632" y="2915078"/>
            <a:ext cx="1076219"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Bonding</a:t>
            </a:r>
            <a:r>
              <a:rPr lang="ko-KR" altLang="en-US" sz="1000" b="1" dirty="0">
                <a:latin typeface="Arial" panose="020B0604020202020204" pitchFamily="34" charset="0"/>
                <a:cs typeface="Arial" panose="020B0604020202020204" pitchFamily="34" charset="0"/>
              </a:rPr>
              <a:t> </a:t>
            </a:r>
            <a:r>
              <a:rPr lang="en-US" altLang="ko-KR" sz="1000" b="1" dirty="0">
                <a:latin typeface="Arial" panose="020B0604020202020204" pitchFamily="34" charset="0"/>
                <a:cs typeface="Arial" panose="020B0604020202020204" pitchFamily="34" charset="0"/>
              </a:rPr>
              <a:t>wire</a:t>
            </a:r>
            <a:endParaRPr lang="ko-KR" altLang="en-US" sz="1000" b="1" dirty="0">
              <a:latin typeface="Arial" panose="020B0604020202020204" pitchFamily="34" charset="0"/>
              <a:cs typeface="Arial" panose="020B0604020202020204" pitchFamily="34" charset="0"/>
            </a:endParaRPr>
          </a:p>
        </p:txBody>
      </p:sp>
      <p:sp>
        <p:nvSpPr>
          <p:cNvPr id="97" name="TextBox 96">
            <a:extLst>
              <a:ext uri="{FF2B5EF4-FFF2-40B4-BE49-F238E27FC236}">
                <a16:creationId xmlns:a16="http://schemas.microsoft.com/office/drawing/2014/main" id="{B312901B-6C9B-3320-2F86-1C673437F645}"/>
              </a:ext>
            </a:extLst>
          </p:cNvPr>
          <p:cNvSpPr txBox="1"/>
          <p:nvPr/>
        </p:nvSpPr>
        <p:spPr>
          <a:xfrm>
            <a:off x="3142718" y="3791439"/>
            <a:ext cx="552450"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Die</a:t>
            </a:r>
            <a:endParaRPr lang="ko-KR" altLang="en-US" sz="1000" b="1" dirty="0">
              <a:latin typeface="Arial" panose="020B0604020202020204" pitchFamily="34" charset="0"/>
              <a:cs typeface="Arial" panose="020B0604020202020204" pitchFamily="34" charset="0"/>
            </a:endParaRPr>
          </a:p>
        </p:txBody>
      </p:sp>
      <p:sp>
        <p:nvSpPr>
          <p:cNvPr id="98" name="TextBox 97">
            <a:extLst>
              <a:ext uri="{FF2B5EF4-FFF2-40B4-BE49-F238E27FC236}">
                <a16:creationId xmlns:a16="http://schemas.microsoft.com/office/drawing/2014/main" id="{89F7361E-9E43-9161-37E1-C3006A2AACB8}"/>
              </a:ext>
            </a:extLst>
          </p:cNvPr>
          <p:cNvSpPr txBox="1"/>
          <p:nvPr/>
        </p:nvSpPr>
        <p:spPr>
          <a:xfrm>
            <a:off x="2826839" y="2915079"/>
            <a:ext cx="1268911"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Mold compound</a:t>
            </a:r>
            <a:endParaRPr lang="ko-KR" altLang="en-US" sz="1000" b="1" dirty="0">
              <a:latin typeface="Arial" panose="020B0604020202020204" pitchFamily="34" charset="0"/>
              <a:cs typeface="Arial" panose="020B0604020202020204" pitchFamily="34" charset="0"/>
            </a:endParaRPr>
          </a:p>
        </p:txBody>
      </p:sp>
      <p:sp>
        <p:nvSpPr>
          <p:cNvPr id="99" name="TextBox 98">
            <a:extLst>
              <a:ext uri="{FF2B5EF4-FFF2-40B4-BE49-F238E27FC236}">
                <a16:creationId xmlns:a16="http://schemas.microsoft.com/office/drawing/2014/main" id="{4873E75F-3BC7-605D-0FD0-7F0E71A0C9C8}"/>
              </a:ext>
            </a:extLst>
          </p:cNvPr>
          <p:cNvSpPr txBox="1"/>
          <p:nvPr/>
        </p:nvSpPr>
        <p:spPr>
          <a:xfrm>
            <a:off x="1676258" y="2833859"/>
            <a:ext cx="974173" cy="400110"/>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Die attach </a:t>
            </a:r>
          </a:p>
          <a:p>
            <a:pPr algn="ctr"/>
            <a:r>
              <a:rPr lang="en-US" altLang="ko-KR" sz="1000" b="1" dirty="0">
                <a:latin typeface="Arial" panose="020B0604020202020204" pitchFamily="34" charset="0"/>
                <a:cs typeface="Arial" panose="020B0604020202020204" pitchFamily="34" charset="0"/>
              </a:rPr>
              <a:t>Adhesive</a:t>
            </a:r>
            <a:endParaRPr lang="ko-KR" altLang="en-US" sz="1000" b="1" dirty="0">
              <a:latin typeface="Arial" panose="020B0604020202020204" pitchFamily="34" charset="0"/>
              <a:cs typeface="Arial" panose="020B0604020202020204" pitchFamily="34" charset="0"/>
            </a:endParaRPr>
          </a:p>
        </p:txBody>
      </p:sp>
      <p:sp>
        <p:nvSpPr>
          <p:cNvPr id="100" name="TextBox 99">
            <a:extLst>
              <a:ext uri="{FF2B5EF4-FFF2-40B4-BE49-F238E27FC236}">
                <a16:creationId xmlns:a16="http://schemas.microsoft.com/office/drawing/2014/main" id="{A69E74B1-2D47-A781-B996-7B23BE067A3C}"/>
              </a:ext>
            </a:extLst>
          </p:cNvPr>
          <p:cNvSpPr txBox="1"/>
          <p:nvPr/>
        </p:nvSpPr>
        <p:spPr>
          <a:xfrm>
            <a:off x="702085" y="2910803"/>
            <a:ext cx="974173"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Lead frame</a:t>
            </a:r>
            <a:endParaRPr lang="ko-KR" altLang="en-US" sz="1000" b="1" dirty="0">
              <a:latin typeface="Arial" panose="020B0604020202020204" pitchFamily="34" charset="0"/>
              <a:cs typeface="Arial" panose="020B0604020202020204" pitchFamily="34" charset="0"/>
            </a:endParaRPr>
          </a:p>
        </p:txBody>
      </p:sp>
      <p:sp>
        <p:nvSpPr>
          <p:cNvPr id="101" name="TextBox 100">
            <a:extLst>
              <a:ext uri="{FF2B5EF4-FFF2-40B4-BE49-F238E27FC236}">
                <a16:creationId xmlns:a16="http://schemas.microsoft.com/office/drawing/2014/main" id="{FE73FF55-2E33-5BF5-3366-925A9AF288E0}"/>
              </a:ext>
            </a:extLst>
          </p:cNvPr>
          <p:cNvSpPr txBox="1"/>
          <p:nvPr/>
        </p:nvSpPr>
        <p:spPr>
          <a:xfrm>
            <a:off x="3461294" y="5275573"/>
            <a:ext cx="1268911"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Exposed PAD</a:t>
            </a:r>
            <a:endParaRPr lang="ko-KR" altLang="en-US" sz="1000" b="1" dirty="0">
              <a:latin typeface="Arial" panose="020B0604020202020204" pitchFamily="34" charset="0"/>
              <a:cs typeface="Arial" panose="020B0604020202020204" pitchFamily="34" charset="0"/>
            </a:endParaRPr>
          </a:p>
        </p:txBody>
      </p:sp>
      <p:cxnSp>
        <p:nvCxnSpPr>
          <p:cNvPr id="102" name="직선 화살표 연결선 101">
            <a:extLst>
              <a:ext uri="{FF2B5EF4-FFF2-40B4-BE49-F238E27FC236}">
                <a16:creationId xmlns:a16="http://schemas.microsoft.com/office/drawing/2014/main" id="{2B18A301-21D9-8144-9AED-2A8C45B26E2B}"/>
              </a:ext>
            </a:extLst>
          </p:cNvPr>
          <p:cNvCxnSpPr>
            <a:cxnSpLocks/>
            <a:stCxn id="101" idx="0"/>
          </p:cNvCxnSpPr>
          <p:nvPr/>
        </p:nvCxnSpPr>
        <p:spPr>
          <a:xfrm flipH="1" flipV="1">
            <a:off x="3619500" y="4229100"/>
            <a:ext cx="476250" cy="1046473"/>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3" name="직선 화살표 연결선 102">
            <a:extLst>
              <a:ext uri="{FF2B5EF4-FFF2-40B4-BE49-F238E27FC236}">
                <a16:creationId xmlns:a16="http://schemas.microsoft.com/office/drawing/2014/main" id="{111E0535-DF3C-0CD9-AF45-F178EB9F81C9}"/>
              </a:ext>
            </a:extLst>
          </p:cNvPr>
          <p:cNvCxnSpPr>
            <a:cxnSpLocks/>
            <a:stCxn id="96" idx="2"/>
          </p:cNvCxnSpPr>
          <p:nvPr/>
        </p:nvCxnSpPr>
        <p:spPr>
          <a:xfrm flipH="1">
            <a:off x="4581632" y="3161299"/>
            <a:ext cx="538110" cy="562976"/>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4" name="직선 화살표 연결선 103">
            <a:extLst>
              <a:ext uri="{FF2B5EF4-FFF2-40B4-BE49-F238E27FC236}">
                <a16:creationId xmlns:a16="http://schemas.microsoft.com/office/drawing/2014/main" id="{A8B5E4D8-BC5F-B06D-D987-619A06368B00}"/>
              </a:ext>
            </a:extLst>
          </p:cNvPr>
          <p:cNvCxnSpPr>
            <a:cxnSpLocks/>
            <a:stCxn id="98" idx="2"/>
          </p:cNvCxnSpPr>
          <p:nvPr/>
        </p:nvCxnSpPr>
        <p:spPr>
          <a:xfrm>
            <a:off x="3461295" y="3161300"/>
            <a:ext cx="0" cy="472928"/>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5" name="직선 화살표 연결선 104">
            <a:extLst>
              <a:ext uri="{FF2B5EF4-FFF2-40B4-BE49-F238E27FC236}">
                <a16:creationId xmlns:a16="http://schemas.microsoft.com/office/drawing/2014/main" id="{17F12587-5D9C-CB74-8F68-3B7A40EC69C4}"/>
              </a:ext>
            </a:extLst>
          </p:cNvPr>
          <p:cNvCxnSpPr>
            <a:cxnSpLocks/>
            <a:stCxn id="99" idx="2"/>
          </p:cNvCxnSpPr>
          <p:nvPr/>
        </p:nvCxnSpPr>
        <p:spPr>
          <a:xfrm>
            <a:off x="2163345" y="3233969"/>
            <a:ext cx="783600" cy="803691"/>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6" name="직선 화살표 연결선 105">
            <a:extLst>
              <a:ext uri="{FF2B5EF4-FFF2-40B4-BE49-F238E27FC236}">
                <a16:creationId xmlns:a16="http://schemas.microsoft.com/office/drawing/2014/main" id="{BB84E9B6-DF6F-EE9E-C0C2-561122850F6C}"/>
              </a:ext>
            </a:extLst>
          </p:cNvPr>
          <p:cNvCxnSpPr>
            <a:cxnSpLocks/>
            <a:stCxn id="100" idx="2"/>
          </p:cNvCxnSpPr>
          <p:nvPr/>
        </p:nvCxnSpPr>
        <p:spPr>
          <a:xfrm>
            <a:off x="1189172" y="3157024"/>
            <a:ext cx="833210" cy="1008179"/>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sp>
        <p:nvSpPr>
          <p:cNvPr id="107" name="TextBox 106">
            <a:extLst>
              <a:ext uri="{FF2B5EF4-FFF2-40B4-BE49-F238E27FC236}">
                <a16:creationId xmlns:a16="http://schemas.microsoft.com/office/drawing/2014/main" id="{9B2286F4-EEB7-A724-C83C-D51E111FBDA2}"/>
              </a:ext>
            </a:extLst>
          </p:cNvPr>
          <p:cNvSpPr txBox="1"/>
          <p:nvPr/>
        </p:nvSpPr>
        <p:spPr>
          <a:xfrm>
            <a:off x="1605777" y="4479886"/>
            <a:ext cx="1454637"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PCB Substrate</a:t>
            </a:r>
            <a:endParaRPr lang="ko-KR" altLang="en-US" sz="1000"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30571943"/>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2558265308"/>
              </p:ext>
            </p:extLst>
          </p:nvPr>
        </p:nvGraphicFramePr>
        <p:xfrm>
          <a:off x="4385187" y="1659382"/>
          <a:ext cx="2067994" cy="3093716"/>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08903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48408802"/>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33.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21" name="그룹 320">
            <a:extLst>
              <a:ext uri="{FF2B5EF4-FFF2-40B4-BE49-F238E27FC236}">
                <a16:creationId xmlns:a16="http://schemas.microsoft.com/office/drawing/2014/main" id="{C47B98EB-5BBF-CF97-4F8F-D3AE6F55AC98}"/>
              </a:ext>
            </a:extLst>
          </p:cNvPr>
          <p:cNvGrpSpPr/>
          <p:nvPr/>
        </p:nvGrpSpPr>
        <p:grpSpPr>
          <a:xfrm>
            <a:off x="464528" y="1494367"/>
            <a:ext cx="3480750" cy="3416135"/>
            <a:chOff x="464528" y="1494367"/>
            <a:chExt cx="3480750" cy="3416135"/>
          </a:xfrm>
        </p:grpSpPr>
        <p:sp>
          <p:nvSpPr>
            <p:cNvPr id="322" name="직사각형 321">
              <a:extLst>
                <a:ext uri="{FF2B5EF4-FFF2-40B4-BE49-F238E27FC236}">
                  <a16:creationId xmlns:a16="http://schemas.microsoft.com/office/drawing/2014/main" id="{A4C44756-CB8A-188F-7AF9-BB31099A5267}"/>
                </a:ext>
              </a:extLst>
            </p:cNvPr>
            <p:cNvSpPr/>
            <p:nvPr/>
          </p:nvSpPr>
          <p:spPr>
            <a:xfrm rot="5400000">
              <a:off x="1446533" y="2086625"/>
              <a:ext cx="1659801" cy="1682299"/>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23" name="직사각형 322">
              <a:extLst>
                <a:ext uri="{FF2B5EF4-FFF2-40B4-BE49-F238E27FC236}">
                  <a16:creationId xmlns:a16="http://schemas.microsoft.com/office/drawing/2014/main" id="{A0960D40-6CFF-3F81-EC8F-21C8688D6893}"/>
                </a:ext>
              </a:extLst>
            </p:cNvPr>
            <p:cNvSpPr/>
            <p:nvPr/>
          </p:nvSpPr>
          <p:spPr>
            <a:xfrm rot="5400000">
              <a:off x="1372432" y="2053501"/>
              <a:ext cx="358670" cy="3756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24" name="직선 연결선 323">
              <a:extLst>
                <a:ext uri="{FF2B5EF4-FFF2-40B4-BE49-F238E27FC236}">
                  <a16:creationId xmlns:a16="http://schemas.microsoft.com/office/drawing/2014/main" id="{F518873A-171E-2B23-9F3B-CFFA26639117}"/>
                </a:ext>
              </a:extLst>
            </p:cNvPr>
            <p:cNvCxnSpPr>
              <a:cxnSpLocks/>
            </p:cNvCxnSpPr>
            <p:nvPr/>
          </p:nvCxnSpPr>
          <p:spPr>
            <a:xfrm rot="5400000">
              <a:off x="1427041" y="2106923"/>
              <a:ext cx="323346" cy="308888"/>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cxnSp>
          <p:nvCxnSpPr>
            <p:cNvPr id="325" name="직선 연결선 324">
              <a:extLst>
                <a:ext uri="{FF2B5EF4-FFF2-40B4-BE49-F238E27FC236}">
                  <a16:creationId xmlns:a16="http://schemas.microsoft.com/office/drawing/2014/main" id="{E816E440-D145-0E4B-D280-E619DA7AD2C2}"/>
                </a:ext>
              </a:extLst>
            </p:cNvPr>
            <p:cNvCxnSpPr>
              <a:cxnSpLocks/>
            </p:cNvCxnSpPr>
            <p:nvPr/>
          </p:nvCxnSpPr>
          <p:spPr>
            <a:xfrm flipV="1">
              <a:off x="1065606" y="3812745"/>
              <a:ext cx="0" cy="108920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직선 연결선 325">
              <a:extLst>
                <a:ext uri="{FF2B5EF4-FFF2-40B4-BE49-F238E27FC236}">
                  <a16:creationId xmlns:a16="http://schemas.microsoft.com/office/drawing/2014/main" id="{C163CFE4-23DB-6034-FC1C-AAA6ABA167B8}"/>
                </a:ext>
              </a:extLst>
            </p:cNvPr>
            <p:cNvCxnSpPr>
              <a:cxnSpLocks/>
            </p:cNvCxnSpPr>
            <p:nvPr/>
          </p:nvCxnSpPr>
          <p:spPr>
            <a:xfrm rot="10800000">
              <a:off x="3191743" y="4118781"/>
              <a:ext cx="0" cy="2200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직선 연결선 326">
              <a:extLst>
                <a:ext uri="{FF2B5EF4-FFF2-40B4-BE49-F238E27FC236}">
                  <a16:creationId xmlns:a16="http://schemas.microsoft.com/office/drawing/2014/main" id="{250D9EE2-E94A-5961-AB91-3545FDA9ED93}"/>
                </a:ext>
              </a:extLst>
            </p:cNvPr>
            <p:cNvCxnSpPr>
              <a:cxnSpLocks/>
            </p:cNvCxnSpPr>
            <p:nvPr/>
          </p:nvCxnSpPr>
          <p:spPr>
            <a:xfrm rot="10800000">
              <a:off x="3135715" y="4118877"/>
              <a:ext cx="0" cy="2200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직선 연결선 327">
              <a:extLst>
                <a:ext uri="{FF2B5EF4-FFF2-40B4-BE49-F238E27FC236}">
                  <a16:creationId xmlns:a16="http://schemas.microsoft.com/office/drawing/2014/main" id="{52C0DB5D-4AF9-D29A-ED94-6365AE8C1274}"/>
                </a:ext>
              </a:extLst>
            </p:cNvPr>
            <p:cNvCxnSpPr>
              <a:cxnSpLocks/>
            </p:cNvCxnSpPr>
            <p:nvPr/>
          </p:nvCxnSpPr>
          <p:spPr>
            <a:xfrm flipV="1">
              <a:off x="1227987" y="3808294"/>
              <a:ext cx="1" cy="6569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9" name="TextBox 328">
              <a:extLst>
                <a:ext uri="{FF2B5EF4-FFF2-40B4-BE49-F238E27FC236}">
                  <a16:creationId xmlns:a16="http://schemas.microsoft.com/office/drawing/2014/main" id="{E23FA239-B31E-C874-02F5-671B0FCEC046}"/>
                </a:ext>
              </a:extLst>
            </p:cNvPr>
            <p:cNvSpPr txBox="1"/>
            <p:nvPr/>
          </p:nvSpPr>
          <p:spPr>
            <a:xfrm>
              <a:off x="3112721" y="4341998"/>
              <a:ext cx="107023" cy="159462"/>
            </a:xfrm>
            <a:prstGeom prst="rect">
              <a:avLst/>
            </a:prstGeom>
            <a:noFill/>
          </p:spPr>
          <p:txBody>
            <a:bodyPr wrap="square" lIns="0" tIns="0" rIns="0" bIns="3600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0" name="직선 화살표 연결선 329">
              <a:extLst>
                <a:ext uri="{FF2B5EF4-FFF2-40B4-BE49-F238E27FC236}">
                  <a16:creationId xmlns:a16="http://schemas.microsoft.com/office/drawing/2014/main" id="{A3980865-70F3-15C6-7112-D754C78884EE}"/>
                </a:ext>
              </a:extLst>
            </p:cNvPr>
            <p:cNvCxnSpPr>
              <a:cxnSpLocks/>
            </p:cNvCxnSpPr>
            <p:nvPr/>
          </p:nvCxnSpPr>
          <p:spPr>
            <a:xfrm rot="10800000">
              <a:off x="1437526" y="2543514"/>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1" name="직선 화살표 연결선 330">
              <a:extLst>
                <a:ext uri="{FF2B5EF4-FFF2-40B4-BE49-F238E27FC236}">
                  <a16:creationId xmlns:a16="http://schemas.microsoft.com/office/drawing/2014/main" id="{390A0242-58BB-EBC7-3E6E-DF9D705B04D2}"/>
                </a:ext>
              </a:extLst>
            </p:cNvPr>
            <p:cNvCxnSpPr>
              <a:cxnSpLocks/>
            </p:cNvCxnSpPr>
            <p:nvPr/>
          </p:nvCxnSpPr>
          <p:spPr>
            <a:xfrm>
              <a:off x="1104510" y="2542429"/>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2" name="TextBox 331">
              <a:extLst>
                <a:ext uri="{FF2B5EF4-FFF2-40B4-BE49-F238E27FC236}">
                  <a16:creationId xmlns:a16="http://schemas.microsoft.com/office/drawing/2014/main" id="{C3E7C1B2-38FA-2506-F8E3-45D7BBE72987}"/>
                </a:ext>
              </a:extLst>
            </p:cNvPr>
            <p:cNvSpPr txBox="1"/>
            <p:nvPr/>
          </p:nvSpPr>
          <p:spPr>
            <a:xfrm>
              <a:off x="1288427" y="2483476"/>
              <a:ext cx="69022" cy="123111"/>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33" name="TextBox 332">
              <a:extLst>
                <a:ext uri="{FF2B5EF4-FFF2-40B4-BE49-F238E27FC236}">
                  <a16:creationId xmlns:a16="http://schemas.microsoft.com/office/drawing/2014/main" id="{D0F1204D-D160-56D9-C95A-2542CF18E3E9}"/>
                </a:ext>
              </a:extLst>
            </p:cNvPr>
            <p:cNvSpPr txBox="1"/>
            <p:nvPr/>
          </p:nvSpPr>
          <p:spPr>
            <a:xfrm>
              <a:off x="1119913" y="4150436"/>
              <a:ext cx="50100" cy="123111"/>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34" name="TextBox 333">
              <a:extLst>
                <a:ext uri="{FF2B5EF4-FFF2-40B4-BE49-F238E27FC236}">
                  <a16:creationId xmlns:a16="http://schemas.microsoft.com/office/drawing/2014/main" id="{D1123FB8-1202-A379-EA05-33E51330E85D}"/>
                </a:ext>
              </a:extLst>
            </p:cNvPr>
            <p:cNvSpPr txBox="1"/>
            <p:nvPr/>
          </p:nvSpPr>
          <p:spPr>
            <a:xfrm>
              <a:off x="464528" y="1734438"/>
              <a:ext cx="753411" cy="123111"/>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0.40x45</a:t>
              </a:r>
              <a:r>
                <a:rPr lang="en-US" altLang="ko-KR" sz="800" dirty="0">
                  <a:solidFill>
                    <a:prstClr val="black"/>
                  </a:solidFill>
                  <a:latin typeface="Arial" panose="020B0604020202020204" pitchFamily="34" charset="0"/>
                  <a:cs typeface="Arial" panose="020B0604020202020204" pitchFamily="34" charset="0"/>
                </a:rPr>
                <a:t>°</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5" name="직선 연결선 334">
              <a:extLst>
                <a:ext uri="{FF2B5EF4-FFF2-40B4-BE49-F238E27FC236}">
                  <a16:creationId xmlns:a16="http://schemas.microsoft.com/office/drawing/2014/main" id="{0319E8AB-B6E4-6CB7-D7F7-2D6C0AEC46EE}"/>
                </a:ext>
              </a:extLst>
            </p:cNvPr>
            <p:cNvCxnSpPr>
              <a:cxnSpLocks/>
            </p:cNvCxnSpPr>
            <p:nvPr/>
          </p:nvCxnSpPr>
          <p:spPr>
            <a:xfrm rot="5400000" flipH="1">
              <a:off x="1904713" y="2938005"/>
              <a:ext cx="7627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직선 연결선 335">
              <a:extLst>
                <a:ext uri="{FF2B5EF4-FFF2-40B4-BE49-F238E27FC236}">
                  <a16:creationId xmlns:a16="http://schemas.microsoft.com/office/drawing/2014/main" id="{BC11A158-5047-61E9-2250-5A854FFF8FCE}"/>
                </a:ext>
              </a:extLst>
            </p:cNvPr>
            <p:cNvCxnSpPr>
              <a:cxnSpLocks/>
            </p:cNvCxnSpPr>
            <p:nvPr/>
          </p:nvCxnSpPr>
          <p:spPr>
            <a:xfrm rot="10800000" flipH="1">
              <a:off x="1904027" y="2934064"/>
              <a:ext cx="76408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 name="직선 화살표 연결선 336">
              <a:extLst>
                <a:ext uri="{FF2B5EF4-FFF2-40B4-BE49-F238E27FC236}">
                  <a16:creationId xmlns:a16="http://schemas.microsoft.com/office/drawing/2014/main" id="{DF307DDB-0514-319C-3D66-81AB333A1D1A}"/>
                </a:ext>
              </a:extLst>
            </p:cNvPr>
            <p:cNvCxnSpPr>
              <a:cxnSpLocks/>
            </p:cNvCxnSpPr>
            <p:nvPr/>
          </p:nvCxnSpPr>
          <p:spPr>
            <a:xfrm rot="5400000" flipH="1">
              <a:off x="2145739" y="2927536"/>
              <a:ext cx="164168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38" name="TextBox 337">
              <a:extLst>
                <a:ext uri="{FF2B5EF4-FFF2-40B4-BE49-F238E27FC236}">
                  <a16:creationId xmlns:a16="http://schemas.microsoft.com/office/drawing/2014/main" id="{831D0502-7920-69CC-B512-41DDBDD56A0D}"/>
                </a:ext>
              </a:extLst>
            </p:cNvPr>
            <p:cNvSpPr txBox="1"/>
            <p:nvPr/>
          </p:nvSpPr>
          <p:spPr>
            <a:xfrm>
              <a:off x="2888521" y="2864041"/>
              <a:ext cx="176168" cy="123111"/>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9" name="직선 화살표 연결선 338">
              <a:extLst>
                <a:ext uri="{FF2B5EF4-FFF2-40B4-BE49-F238E27FC236}">
                  <a16:creationId xmlns:a16="http://schemas.microsoft.com/office/drawing/2014/main" id="{6C6250B8-7590-2D8B-FF7C-EAD54BA3EA1D}"/>
                </a:ext>
              </a:extLst>
            </p:cNvPr>
            <p:cNvCxnSpPr>
              <a:cxnSpLocks/>
            </p:cNvCxnSpPr>
            <p:nvPr/>
          </p:nvCxnSpPr>
          <p:spPr>
            <a:xfrm rot="5400000" flipH="1" flipV="1">
              <a:off x="2261705" y="2694129"/>
              <a:ext cx="8595" cy="1650912"/>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0" name="TextBox 339">
              <a:extLst>
                <a:ext uri="{FF2B5EF4-FFF2-40B4-BE49-F238E27FC236}">
                  <a16:creationId xmlns:a16="http://schemas.microsoft.com/office/drawing/2014/main" id="{2712D597-9C71-5151-4E54-46DEB9E03621}"/>
                </a:ext>
              </a:extLst>
            </p:cNvPr>
            <p:cNvSpPr txBox="1"/>
            <p:nvPr/>
          </p:nvSpPr>
          <p:spPr>
            <a:xfrm>
              <a:off x="2211800" y="3455348"/>
              <a:ext cx="173396" cy="123111"/>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41" name="직선 화살표 연결선 340">
              <a:extLst>
                <a:ext uri="{FF2B5EF4-FFF2-40B4-BE49-F238E27FC236}">
                  <a16:creationId xmlns:a16="http://schemas.microsoft.com/office/drawing/2014/main" id="{EFB28488-1128-B539-27DA-5CB521729A1A}"/>
                </a:ext>
              </a:extLst>
            </p:cNvPr>
            <p:cNvCxnSpPr>
              <a:cxnSpLocks/>
            </p:cNvCxnSpPr>
            <p:nvPr/>
          </p:nvCxnSpPr>
          <p:spPr>
            <a:xfrm>
              <a:off x="1173727" y="1864240"/>
              <a:ext cx="404435" cy="4027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2" name="직선 연결선 341">
              <a:extLst>
                <a:ext uri="{FF2B5EF4-FFF2-40B4-BE49-F238E27FC236}">
                  <a16:creationId xmlns:a16="http://schemas.microsoft.com/office/drawing/2014/main" id="{9A3196BD-E814-2BEC-12D4-5446B2B6A7F7}"/>
                </a:ext>
              </a:extLst>
            </p:cNvPr>
            <p:cNvCxnSpPr>
              <a:cxnSpLocks/>
            </p:cNvCxnSpPr>
            <p:nvPr/>
          </p:nvCxnSpPr>
          <p:spPr>
            <a:xfrm rot="10800000">
              <a:off x="3164743" y="1494367"/>
              <a:ext cx="0" cy="3300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직선 연결선 342">
              <a:extLst>
                <a:ext uri="{FF2B5EF4-FFF2-40B4-BE49-F238E27FC236}">
                  <a16:creationId xmlns:a16="http://schemas.microsoft.com/office/drawing/2014/main" id="{BF93F361-2D3C-BFA7-82A0-56F857DDB8B7}"/>
                </a:ext>
              </a:extLst>
            </p:cNvPr>
            <p:cNvCxnSpPr>
              <a:cxnSpLocks/>
            </p:cNvCxnSpPr>
            <p:nvPr/>
          </p:nvCxnSpPr>
          <p:spPr>
            <a:xfrm rot="10800000">
              <a:off x="3055241" y="1494367"/>
              <a:ext cx="0" cy="3300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4" name="TextBox 343">
              <a:extLst>
                <a:ext uri="{FF2B5EF4-FFF2-40B4-BE49-F238E27FC236}">
                  <a16:creationId xmlns:a16="http://schemas.microsoft.com/office/drawing/2014/main" id="{E219B70D-836A-DAF2-6C55-D3B5A9F1832D}"/>
                </a:ext>
              </a:extLst>
            </p:cNvPr>
            <p:cNvSpPr txBox="1"/>
            <p:nvPr/>
          </p:nvSpPr>
          <p:spPr>
            <a:xfrm>
              <a:off x="3080658" y="1536271"/>
              <a:ext cx="58668" cy="123111"/>
            </a:xfrm>
            <a:prstGeom prst="rect">
              <a:avLst/>
            </a:prstGeom>
            <a:solidFill>
              <a:schemeClr val="bg1"/>
            </a:solidFill>
          </p:spPr>
          <p:txBody>
            <a:bodyPr wrap="square" lIns="0" tIns="0" rIns="0" bIns="0" rtlCol="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45" name="직선 화살표 연결선 344">
              <a:extLst>
                <a:ext uri="{FF2B5EF4-FFF2-40B4-BE49-F238E27FC236}">
                  <a16:creationId xmlns:a16="http://schemas.microsoft.com/office/drawing/2014/main" id="{E950E508-2010-0EAE-E76E-7B5B8B5ADCF0}"/>
                </a:ext>
              </a:extLst>
            </p:cNvPr>
            <p:cNvCxnSpPr>
              <a:cxnSpLocks/>
            </p:cNvCxnSpPr>
            <p:nvPr/>
          </p:nvCxnSpPr>
          <p:spPr>
            <a:xfrm rot="5400000">
              <a:off x="3245322" y="1533690"/>
              <a:ext cx="0" cy="1646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6" name="직선 화살표 연결선 345">
              <a:extLst>
                <a:ext uri="{FF2B5EF4-FFF2-40B4-BE49-F238E27FC236}">
                  <a16:creationId xmlns:a16="http://schemas.microsoft.com/office/drawing/2014/main" id="{A6BBC22D-9DE9-0006-7E4E-F43DCEEF9308}"/>
                </a:ext>
              </a:extLst>
            </p:cNvPr>
            <p:cNvCxnSpPr>
              <a:cxnSpLocks/>
            </p:cNvCxnSpPr>
            <p:nvPr/>
          </p:nvCxnSpPr>
          <p:spPr>
            <a:xfrm rot="5400000" flipV="1">
              <a:off x="2976605" y="1533690"/>
              <a:ext cx="0" cy="1646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7" name="직선 화살표 연결선 346">
              <a:extLst>
                <a:ext uri="{FF2B5EF4-FFF2-40B4-BE49-F238E27FC236}">
                  <a16:creationId xmlns:a16="http://schemas.microsoft.com/office/drawing/2014/main" id="{FBEEE432-64A5-9768-721C-6276DAFB274B}"/>
                </a:ext>
              </a:extLst>
            </p:cNvPr>
            <p:cNvCxnSpPr>
              <a:cxnSpLocks/>
            </p:cNvCxnSpPr>
            <p:nvPr/>
          </p:nvCxnSpPr>
          <p:spPr>
            <a:xfrm rot="10800000">
              <a:off x="1230033" y="4219086"/>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8" name="직선 화살표 연결선 347">
              <a:extLst>
                <a:ext uri="{FF2B5EF4-FFF2-40B4-BE49-F238E27FC236}">
                  <a16:creationId xmlns:a16="http://schemas.microsoft.com/office/drawing/2014/main" id="{8AEA1A06-26A5-CAF8-7B79-1F225678417D}"/>
                </a:ext>
              </a:extLst>
            </p:cNvPr>
            <p:cNvCxnSpPr>
              <a:cxnSpLocks/>
            </p:cNvCxnSpPr>
            <p:nvPr/>
          </p:nvCxnSpPr>
          <p:spPr>
            <a:xfrm>
              <a:off x="937998" y="4224756"/>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9" name="직선 화살표 연결선 348">
              <a:extLst>
                <a:ext uri="{FF2B5EF4-FFF2-40B4-BE49-F238E27FC236}">
                  <a16:creationId xmlns:a16="http://schemas.microsoft.com/office/drawing/2014/main" id="{EDA22730-44AF-5317-8FB3-D8C03D449244}"/>
                </a:ext>
              </a:extLst>
            </p:cNvPr>
            <p:cNvCxnSpPr>
              <a:cxnSpLocks/>
            </p:cNvCxnSpPr>
            <p:nvPr/>
          </p:nvCxnSpPr>
          <p:spPr>
            <a:xfrm rot="10800000">
              <a:off x="3194648" y="4252459"/>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0" name="직선 화살표 연결선 349">
              <a:extLst>
                <a:ext uri="{FF2B5EF4-FFF2-40B4-BE49-F238E27FC236}">
                  <a16:creationId xmlns:a16="http://schemas.microsoft.com/office/drawing/2014/main" id="{750CAE52-7D0C-29D0-8557-C83C10F78080}"/>
                </a:ext>
              </a:extLst>
            </p:cNvPr>
            <p:cNvCxnSpPr>
              <a:cxnSpLocks/>
            </p:cNvCxnSpPr>
            <p:nvPr/>
          </p:nvCxnSpPr>
          <p:spPr>
            <a:xfrm>
              <a:off x="3008048" y="4253077"/>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1" name="직선 연결선 350">
              <a:extLst>
                <a:ext uri="{FF2B5EF4-FFF2-40B4-BE49-F238E27FC236}">
                  <a16:creationId xmlns:a16="http://schemas.microsoft.com/office/drawing/2014/main" id="{072BD10B-6934-D200-D118-5DDE8FDEFD65}"/>
                </a:ext>
              </a:extLst>
            </p:cNvPr>
            <p:cNvCxnSpPr>
              <a:cxnSpLocks/>
            </p:cNvCxnSpPr>
            <p:nvPr/>
          </p:nvCxnSpPr>
          <p:spPr>
            <a:xfrm flipV="1">
              <a:off x="3509439" y="3821293"/>
              <a:ext cx="0" cy="108920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화살표 연결선 351">
              <a:extLst>
                <a:ext uri="{FF2B5EF4-FFF2-40B4-BE49-F238E27FC236}">
                  <a16:creationId xmlns:a16="http://schemas.microsoft.com/office/drawing/2014/main" id="{0B83CC95-373F-DDB0-18BB-F954E73CB128}"/>
                </a:ext>
              </a:extLst>
            </p:cNvPr>
            <p:cNvCxnSpPr>
              <a:cxnSpLocks/>
            </p:cNvCxnSpPr>
            <p:nvPr/>
          </p:nvCxnSpPr>
          <p:spPr>
            <a:xfrm>
              <a:off x="1065606" y="4751078"/>
              <a:ext cx="2443833"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53" name="직선 연결선 352">
              <a:extLst>
                <a:ext uri="{FF2B5EF4-FFF2-40B4-BE49-F238E27FC236}">
                  <a16:creationId xmlns:a16="http://schemas.microsoft.com/office/drawing/2014/main" id="{857142A2-55CE-1AC2-21A7-35DBF538695F}"/>
                </a:ext>
              </a:extLst>
            </p:cNvPr>
            <p:cNvCxnSpPr>
              <a:cxnSpLocks/>
            </p:cNvCxnSpPr>
            <p:nvPr/>
          </p:nvCxnSpPr>
          <p:spPr>
            <a:xfrm flipH="1">
              <a:off x="3261278" y="174529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직선 연결선 353">
              <a:extLst>
                <a:ext uri="{FF2B5EF4-FFF2-40B4-BE49-F238E27FC236}">
                  <a16:creationId xmlns:a16="http://schemas.microsoft.com/office/drawing/2014/main" id="{E6A1C87D-5133-F411-FE4C-22ECD5AA7EC6}"/>
                </a:ext>
              </a:extLst>
            </p:cNvPr>
            <p:cNvCxnSpPr>
              <a:cxnSpLocks/>
            </p:cNvCxnSpPr>
            <p:nvPr/>
          </p:nvCxnSpPr>
          <p:spPr>
            <a:xfrm flipH="1">
              <a:off x="3242228" y="416464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5" name="직선 화살표 연결선 354">
              <a:extLst>
                <a:ext uri="{FF2B5EF4-FFF2-40B4-BE49-F238E27FC236}">
                  <a16:creationId xmlns:a16="http://schemas.microsoft.com/office/drawing/2014/main" id="{7ACEE208-9F08-7FD1-E109-D4C9FA5F97DF}"/>
                </a:ext>
              </a:extLst>
            </p:cNvPr>
            <p:cNvCxnSpPr>
              <a:cxnSpLocks/>
            </p:cNvCxnSpPr>
            <p:nvPr/>
          </p:nvCxnSpPr>
          <p:spPr>
            <a:xfrm flipH="1">
              <a:off x="3869646" y="1752250"/>
              <a:ext cx="1" cy="241200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6" name="TextBox 355">
              <a:extLst>
                <a:ext uri="{FF2B5EF4-FFF2-40B4-BE49-F238E27FC236}">
                  <a16:creationId xmlns:a16="http://schemas.microsoft.com/office/drawing/2014/main" id="{4263FBCC-8635-F6B8-EAE3-5B3B8848B1B7}"/>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57" name="TextBox 356">
              <a:extLst>
                <a:ext uri="{FF2B5EF4-FFF2-40B4-BE49-F238E27FC236}">
                  <a16:creationId xmlns:a16="http://schemas.microsoft.com/office/drawing/2014/main" id="{D4C57F58-A02D-754A-9627-9A21FFA114FC}"/>
                </a:ext>
              </a:extLst>
            </p:cNvPr>
            <p:cNvSpPr txBox="1"/>
            <p:nvPr/>
          </p:nvSpPr>
          <p:spPr>
            <a:xfrm>
              <a:off x="2216889" y="4624530"/>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grpSp>
          <p:nvGrpSpPr>
            <p:cNvPr id="358" name="그룹 357">
              <a:extLst>
                <a:ext uri="{FF2B5EF4-FFF2-40B4-BE49-F238E27FC236}">
                  <a16:creationId xmlns:a16="http://schemas.microsoft.com/office/drawing/2014/main" id="{3EA6E351-27CB-D068-D9DE-61A2CD752506}"/>
                </a:ext>
              </a:extLst>
            </p:cNvPr>
            <p:cNvGrpSpPr/>
            <p:nvPr/>
          </p:nvGrpSpPr>
          <p:grpSpPr>
            <a:xfrm>
              <a:off x="1064700" y="2019370"/>
              <a:ext cx="163354" cy="1826818"/>
              <a:chOff x="2887428" y="5996951"/>
              <a:chExt cx="163354" cy="1826818"/>
            </a:xfrm>
          </p:grpSpPr>
          <p:sp>
            <p:nvSpPr>
              <p:cNvPr id="413" name="직사각형 412">
                <a:extLst>
                  <a:ext uri="{FF2B5EF4-FFF2-40B4-BE49-F238E27FC236}">
                    <a16:creationId xmlns:a16="http://schemas.microsoft.com/office/drawing/2014/main" id="{F11830BA-7E44-1106-DC4C-C92A74DCB4B3}"/>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4" name="직사각형 413">
                <a:extLst>
                  <a:ext uri="{FF2B5EF4-FFF2-40B4-BE49-F238E27FC236}">
                    <a16:creationId xmlns:a16="http://schemas.microsoft.com/office/drawing/2014/main" id="{2DDD8352-DCC7-41B4-079A-466F6D971677}"/>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5" name="직사각형 414">
                <a:extLst>
                  <a:ext uri="{FF2B5EF4-FFF2-40B4-BE49-F238E27FC236}">
                    <a16:creationId xmlns:a16="http://schemas.microsoft.com/office/drawing/2014/main" id="{BF292765-35ED-6A4A-5619-4A1D6C798EA8}"/>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6" name="직사각형 415">
                <a:extLst>
                  <a:ext uri="{FF2B5EF4-FFF2-40B4-BE49-F238E27FC236}">
                    <a16:creationId xmlns:a16="http://schemas.microsoft.com/office/drawing/2014/main" id="{B49A8957-7C05-78F0-2728-593513BF7765}"/>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7" name="직사각형 416">
                <a:extLst>
                  <a:ext uri="{FF2B5EF4-FFF2-40B4-BE49-F238E27FC236}">
                    <a16:creationId xmlns:a16="http://schemas.microsoft.com/office/drawing/2014/main" id="{D2766612-7F2D-49AB-6A19-138AFF2EE60F}"/>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8" name="직사각형 417">
                <a:extLst>
                  <a:ext uri="{FF2B5EF4-FFF2-40B4-BE49-F238E27FC236}">
                    <a16:creationId xmlns:a16="http://schemas.microsoft.com/office/drawing/2014/main" id="{FE35CA8D-C22E-A16B-EA5E-182FE8791008}"/>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9" name="직사각형 418">
                <a:extLst>
                  <a:ext uri="{FF2B5EF4-FFF2-40B4-BE49-F238E27FC236}">
                    <a16:creationId xmlns:a16="http://schemas.microsoft.com/office/drawing/2014/main" id="{A59C6ACC-8BF4-0E17-BB93-37E71369C42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0" name="직사각형 419">
                <a:extLst>
                  <a:ext uri="{FF2B5EF4-FFF2-40B4-BE49-F238E27FC236}">
                    <a16:creationId xmlns:a16="http://schemas.microsoft.com/office/drawing/2014/main" id="{CC685667-F9DF-CBD6-25D7-1FFABF31E3EE}"/>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1" name="직사각형 420">
                <a:extLst>
                  <a:ext uri="{FF2B5EF4-FFF2-40B4-BE49-F238E27FC236}">
                    <a16:creationId xmlns:a16="http://schemas.microsoft.com/office/drawing/2014/main" id="{B50BD1F5-963C-A7EA-6F17-0523A4F937DB}"/>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2" name="직사각형 421">
                <a:extLst>
                  <a:ext uri="{FF2B5EF4-FFF2-40B4-BE49-F238E27FC236}">
                    <a16:creationId xmlns:a16="http://schemas.microsoft.com/office/drawing/2014/main" id="{546E0071-E1FE-DED8-1288-ABCF47B78A8D}"/>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3" name="사각형: 잘린 한쪽 모서리 422">
                <a:extLst>
                  <a:ext uri="{FF2B5EF4-FFF2-40B4-BE49-F238E27FC236}">
                    <a16:creationId xmlns:a16="http://schemas.microsoft.com/office/drawing/2014/main" id="{7BF90BCE-FFFC-D2EE-0D0A-84E6637400B8}"/>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4" name="사각형: 잘린 한쪽 모서리 423">
                <a:extLst>
                  <a:ext uri="{FF2B5EF4-FFF2-40B4-BE49-F238E27FC236}">
                    <a16:creationId xmlns:a16="http://schemas.microsoft.com/office/drawing/2014/main" id="{73F6F4E3-3C51-9914-200A-7BE26650C7A1}"/>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5" name="직사각형 424">
                <a:extLst>
                  <a:ext uri="{FF2B5EF4-FFF2-40B4-BE49-F238E27FC236}">
                    <a16:creationId xmlns:a16="http://schemas.microsoft.com/office/drawing/2014/main" id="{9450B3EB-DBA6-2ACA-7660-FC26450FBAA8}"/>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6" name="직사각형 425">
                <a:extLst>
                  <a:ext uri="{FF2B5EF4-FFF2-40B4-BE49-F238E27FC236}">
                    <a16:creationId xmlns:a16="http://schemas.microsoft.com/office/drawing/2014/main" id="{88E17AF6-5D58-C3EE-4568-AB1AADBE4E81}"/>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7" name="직사각형 426">
                <a:extLst>
                  <a:ext uri="{FF2B5EF4-FFF2-40B4-BE49-F238E27FC236}">
                    <a16:creationId xmlns:a16="http://schemas.microsoft.com/office/drawing/2014/main" id="{FDE9E711-CE6B-CAF4-A12A-353B4737E64C}"/>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8" name="직사각형 427">
                <a:extLst>
                  <a:ext uri="{FF2B5EF4-FFF2-40B4-BE49-F238E27FC236}">
                    <a16:creationId xmlns:a16="http://schemas.microsoft.com/office/drawing/2014/main" id="{9509F67F-CA2B-7D61-7CBB-2EC7493B11CE}"/>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9" name="직사각형 428">
                <a:extLst>
                  <a:ext uri="{FF2B5EF4-FFF2-40B4-BE49-F238E27FC236}">
                    <a16:creationId xmlns:a16="http://schemas.microsoft.com/office/drawing/2014/main" id="{5E779854-E764-9F3B-FC16-4644B553158F}"/>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59" name="그룹 358">
              <a:extLst>
                <a:ext uri="{FF2B5EF4-FFF2-40B4-BE49-F238E27FC236}">
                  <a16:creationId xmlns:a16="http://schemas.microsoft.com/office/drawing/2014/main" id="{52E173E2-A2BC-7E48-5605-0384306A2E84}"/>
                </a:ext>
              </a:extLst>
            </p:cNvPr>
            <p:cNvGrpSpPr/>
            <p:nvPr/>
          </p:nvGrpSpPr>
          <p:grpSpPr>
            <a:xfrm flipH="1">
              <a:off x="3342082" y="2026016"/>
              <a:ext cx="163354" cy="1826818"/>
              <a:chOff x="2887428" y="5996951"/>
              <a:chExt cx="163354" cy="1826818"/>
            </a:xfrm>
          </p:grpSpPr>
          <p:sp>
            <p:nvSpPr>
              <p:cNvPr id="396" name="직사각형 395">
                <a:extLst>
                  <a:ext uri="{FF2B5EF4-FFF2-40B4-BE49-F238E27FC236}">
                    <a16:creationId xmlns:a16="http://schemas.microsoft.com/office/drawing/2014/main" id="{D041580B-C542-0EC6-AC9F-4D8E2A84AE99}"/>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7" name="직사각형 396">
                <a:extLst>
                  <a:ext uri="{FF2B5EF4-FFF2-40B4-BE49-F238E27FC236}">
                    <a16:creationId xmlns:a16="http://schemas.microsoft.com/office/drawing/2014/main" id="{55F2FD3A-15FB-1003-452E-A03C84D9E22A}"/>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8" name="직사각형 397">
                <a:extLst>
                  <a:ext uri="{FF2B5EF4-FFF2-40B4-BE49-F238E27FC236}">
                    <a16:creationId xmlns:a16="http://schemas.microsoft.com/office/drawing/2014/main" id="{768D34C3-3589-0BF2-20FE-E60A90071813}"/>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9" name="직사각형 398">
                <a:extLst>
                  <a:ext uri="{FF2B5EF4-FFF2-40B4-BE49-F238E27FC236}">
                    <a16:creationId xmlns:a16="http://schemas.microsoft.com/office/drawing/2014/main" id="{1E896E8E-52A7-6229-DF83-8B607FED036C}"/>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0" name="직사각형 399">
                <a:extLst>
                  <a:ext uri="{FF2B5EF4-FFF2-40B4-BE49-F238E27FC236}">
                    <a16:creationId xmlns:a16="http://schemas.microsoft.com/office/drawing/2014/main" id="{84BFC8E7-B3C8-D0BE-F577-0B417B9057F9}"/>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1" name="직사각형 400">
                <a:extLst>
                  <a:ext uri="{FF2B5EF4-FFF2-40B4-BE49-F238E27FC236}">
                    <a16:creationId xmlns:a16="http://schemas.microsoft.com/office/drawing/2014/main" id="{416CF58E-F9F4-7536-7C06-4D1E41AA6237}"/>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2" name="직사각형 401">
                <a:extLst>
                  <a:ext uri="{FF2B5EF4-FFF2-40B4-BE49-F238E27FC236}">
                    <a16:creationId xmlns:a16="http://schemas.microsoft.com/office/drawing/2014/main" id="{16B3A8F8-91C0-8D6A-0BFB-E4413DC7A11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3" name="직사각형 402">
                <a:extLst>
                  <a:ext uri="{FF2B5EF4-FFF2-40B4-BE49-F238E27FC236}">
                    <a16:creationId xmlns:a16="http://schemas.microsoft.com/office/drawing/2014/main" id="{05D177BD-BB34-69AE-F5E2-E4CAC5358599}"/>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4" name="직사각형 403">
                <a:extLst>
                  <a:ext uri="{FF2B5EF4-FFF2-40B4-BE49-F238E27FC236}">
                    <a16:creationId xmlns:a16="http://schemas.microsoft.com/office/drawing/2014/main" id="{136EAFAD-CF58-C124-2060-BC6D43969829}"/>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5" name="직사각형 404">
                <a:extLst>
                  <a:ext uri="{FF2B5EF4-FFF2-40B4-BE49-F238E27FC236}">
                    <a16:creationId xmlns:a16="http://schemas.microsoft.com/office/drawing/2014/main" id="{E1BCAF63-B3BC-6419-012D-CC4F888451D3}"/>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6" name="사각형: 잘린 한쪽 모서리 405">
                <a:extLst>
                  <a:ext uri="{FF2B5EF4-FFF2-40B4-BE49-F238E27FC236}">
                    <a16:creationId xmlns:a16="http://schemas.microsoft.com/office/drawing/2014/main" id="{AFD975F8-3C5F-F0E0-89F0-46F8118615DD}"/>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7" name="사각형: 잘린 한쪽 모서리 406">
                <a:extLst>
                  <a:ext uri="{FF2B5EF4-FFF2-40B4-BE49-F238E27FC236}">
                    <a16:creationId xmlns:a16="http://schemas.microsoft.com/office/drawing/2014/main" id="{B58D9A1B-37D2-6D25-50DF-A07229E329B0}"/>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8" name="직사각형 407">
                <a:extLst>
                  <a:ext uri="{FF2B5EF4-FFF2-40B4-BE49-F238E27FC236}">
                    <a16:creationId xmlns:a16="http://schemas.microsoft.com/office/drawing/2014/main" id="{19ED7A98-8C12-9FF1-0911-A76BE02D04D1}"/>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9" name="직사각형 408">
                <a:extLst>
                  <a:ext uri="{FF2B5EF4-FFF2-40B4-BE49-F238E27FC236}">
                    <a16:creationId xmlns:a16="http://schemas.microsoft.com/office/drawing/2014/main" id="{A4F168DF-6D71-947C-73AE-F7BBFDD45DD3}"/>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0" name="직사각형 409">
                <a:extLst>
                  <a:ext uri="{FF2B5EF4-FFF2-40B4-BE49-F238E27FC236}">
                    <a16:creationId xmlns:a16="http://schemas.microsoft.com/office/drawing/2014/main" id="{4601F769-F860-6EC2-C610-C8A1989EF7A8}"/>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1" name="직사각형 410">
                <a:extLst>
                  <a:ext uri="{FF2B5EF4-FFF2-40B4-BE49-F238E27FC236}">
                    <a16:creationId xmlns:a16="http://schemas.microsoft.com/office/drawing/2014/main" id="{991DFB12-D466-5BD1-95E3-30EFA3D3B178}"/>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2" name="직사각형 411">
                <a:extLst>
                  <a:ext uri="{FF2B5EF4-FFF2-40B4-BE49-F238E27FC236}">
                    <a16:creationId xmlns:a16="http://schemas.microsoft.com/office/drawing/2014/main" id="{06B6F67F-2C61-440D-D87E-0790BD767DD5}"/>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60" name="그룹 359">
              <a:extLst>
                <a:ext uri="{FF2B5EF4-FFF2-40B4-BE49-F238E27FC236}">
                  <a16:creationId xmlns:a16="http://schemas.microsoft.com/office/drawing/2014/main" id="{F2219A21-8A8C-A399-E5CB-B1BBADAB4FCE}"/>
                </a:ext>
              </a:extLst>
            </p:cNvPr>
            <p:cNvGrpSpPr/>
            <p:nvPr/>
          </p:nvGrpSpPr>
          <p:grpSpPr>
            <a:xfrm rot="5400000" flipH="1">
              <a:off x="2195557" y="3149480"/>
              <a:ext cx="163354" cy="1826818"/>
              <a:chOff x="2887428" y="5996951"/>
              <a:chExt cx="163354" cy="1826818"/>
            </a:xfrm>
          </p:grpSpPr>
          <p:sp>
            <p:nvSpPr>
              <p:cNvPr id="379" name="직사각형 378">
                <a:extLst>
                  <a:ext uri="{FF2B5EF4-FFF2-40B4-BE49-F238E27FC236}">
                    <a16:creationId xmlns:a16="http://schemas.microsoft.com/office/drawing/2014/main" id="{56CC31D5-D1DA-7DB8-29D6-043EBEA8596A}"/>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0" name="직사각형 379">
                <a:extLst>
                  <a:ext uri="{FF2B5EF4-FFF2-40B4-BE49-F238E27FC236}">
                    <a16:creationId xmlns:a16="http://schemas.microsoft.com/office/drawing/2014/main" id="{CE3D1496-4610-E975-3354-BC5303DCF661}"/>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1" name="직사각형 380">
                <a:extLst>
                  <a:ext uri="{FF2B5EF4-FFF2-40B4-BE49-F238E27FC236}">
                    <a16:creationId xmlns:a16="http://schemas.microsoft.com/office/drawing/2014/main" id="{C19F58A5-DAC1-6FA2-8D9E-2C40565BA15D}"/>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2" name="직사각형 381">
                <a:extLst>
                  <a:ext uri="{FF2B5EF4-FFF2-40B4-BE49-F238E27FC236}">
                    <a16:creationId xmlns:a16="http://schemas.microsoft.com/office/drawing/2014/main" id="{40E78D34-5D08-329D-F85A-D2470786C339}"/>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3" name="직사각형 382">
                <a:extLst>
                  <a:ext uri="{FF2B5EF4-FFF2-40B4-BE49-F238E27FC236}">
                    <a16:creationId xmlns:a16="http://schemas.microsoft.com/office/drawing/2014/main" id="{224BC5A4-4C30-0050-4D06-1BC025F9A7A8}"/>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4" name="직사각형 383">
                <a:extLst>
                  <a:ext uri="{FF2B5EF4-FFF2-40B4-BE49-F238E27FC236}">
                    <a16:creationId xmlns:a16="http://schemas.microsoft.com/office/drawing/2014/main" id="{9C812E55-7315-0FC9-A29F-E9FB0DE99A07}"/>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5" name="직사각형 384">
                <a:extLst>
                  <a:ext uri="{FF2B5EF4-FFF2-40B4-BE49-F238E27FC236}">
                    <a16:creationId xmlns:a16="http://schemas.microsoft.com/office/drawing/2014/main" id="{E9926B67-76B5-08AC-99F5-D97080B6375B}"/>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6" name="직사각형 385">
                <a:extLst>
                  <a:ext uri="{FF2B5EF4-FFF2-40B4-BE49-F238E27FC236}">
                    <a16:creationId xmlns:a16="http://schemas.microsoft.com/office/drawing/2014/main" id="{CDFDD71C-5690-DCBE-9142-CB8AF4F8FF79}"/>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7" name="직사각형 386">
                <a:extLst>
                  <a:ext uri="{FF2B5EF4-FFF2-40B4-BE49-F238E27FC236}">
                    <a16:creationId xmlns:a16="http://schemas.microsoft.com/office/drawing/2014/main" id="{D885A176-C481-9DD3-DD46-EC763CEF4E02}"/>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8" name="직사각형 387">
                <a:extLst>
                  <a:ext uri="{FF2B5EF4-FFF2-40B4-BE49-F238E27FC236}">
                    <a16:creationId xmlns:a16="http://schemas.microsoft.com/office/drawing/2014/main" id="{45EB8A01-4484-CBEC-FB85-413868259192}"/>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9" name="사각형: 잘린 한쪽 모서리 388">
                <a:extLst>
                  <a:ext uri="{FF2B5EF4-FFF2-40B4-BE49-F238E27FC236}">
                    <a16:creationId xmlns:a16="http://schemas.microsoft.com/office/drawing/2014/main" id="{C22CDD71-044E-2F54-C54D-E271D85AFFAD}"/>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0" name="사각형: 잘린 한쪽 모서리 389">
                <a:extLst>
                  <a:ext uri="{FF2B5EF4-FFF2-40B4-BE49-F238E27FC236}">
                    <a16:creationId xmlns:a16="http://schemas.microsoft.com/office/drawing/2014/main" id="{B34908D9-C59B-131A-475F-4B492FD7ACEF}"/>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1" name="직사각형 390">
                <a:extLst>
                  <a:ext uri="{FF2B5EF4-FFF2-40B4-BE49-F238E27FC236}">
                    <a16:creationId xmlns:a16="http://schemas.microsoft.com/office/drawing/2014/main" id="{47C84610-7B6D-3AFE-B13C-8A6056E63CB4}"/>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2" name="직사각형 391">
                <a:extLst>
                  <a:ext uri="{FF2B5EF4-FFF2-40B4-BE49-F238E27FC236}">
                    <a16:creationId xmlns:a16="http://schemas.microsoft.com/office/drawing/2014/main" id="{7D54E3BB-2A2D-E720-5DFD-098A28E70150}"/>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3" name="직사각형 392">
                <a:extLst>
                  <a:ext uri="{FF2B5EF4-FFF2-40B4-BE49-F238E27FC236}">
                    <a16:creationId xmlns:a16="http://schemas.microsoft.com/office/drawing/2014/main" id="{408D62BF-E182-028F-B6C7-BB271C1D914C}"/>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4" name="직사각형 393">
                <a:extLst>
                  <a:ext uri="{FF2B5EF4-FFF2-40B4-BE49-F238E27FC236}">
                    <a16:creationId xmlns:a16="http://schemas.microsoft.com/office/drawing/2014/main" id="{AEF72227-AF9E-7868-1EA1-F760AC81B3DE}"/>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5" name="직사각형 394">
                <a:extLst>
                  <a:ext uri="{FF2B5EF4-FFF2-40B4-BE49-F238E27FC236}">
                    <a16:creationId xmlns:a16="http://schemas.microsoft.com/office/drawing/2014/main" id="{61332634-CD52-A9E5-37E8-2D572CB45418}"/>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61" name="그룹 360">
              <a:extLst>
                <a:ext uri="{FF2B5EF4-FFF2-40B4-BE49-F238E27FC236}">
                  <a16:creationId xmlns:a16="http://schemas.microsoft.com/office/drawing/2014/main" id="{9717F27D-F85C-A78E-8B38-F643E5EC3C3F}"/>
                </a:ext>
              </a:extLst>
            </p:cNvPr>
            <p:cNvGrpSpPr/>
            <p:nvPr/>
          </p:nvGrpSpPr>
          <p:grpSpPr>
            <a:xfrm rot="16200000" flipH="1" flipV="1">
              <a:off x="2195557" y="915394"/>
              <a:ext cx="163354" cy="1826818"/>
              <a:chOff x="2887428" y="5996951"/>
              <a:chExt cx="163354" cy="1826818"/>
            </a:xfrm>
          </p:grpSpPr>
          <p:sp>
            <p:nvSpPr>
              <p:cNvPr id="362" name="직사각형 361">
                <a:extLst>
                  <a:ext uri="{FF2B5EF4-FFF2-40B4-BE49-F238E27FC236}">
                    <a16:creationId xmlns:a16="http://schemas.microsoft.com/office/drawing/2014/main" id="{94907BFD-F311-8B1B-2E4F-8CA865CE16A3}"/>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3" name="직사각형 362">
                <a:extLst>
                  <a:ext uri="{FF2B5EF4-FFF2-40B4-BE49-F238E27FC236}">
                    <a16:creationId xmlns:a16="http://schemas.microsoft.com/office/drawing/2014/main" id="{97F1E2E6-D9F4-5E70-667F-3F474E663237}"/>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4" name="직사각형 363">
                <a:extLst>
                  <a:ext uri="{FF2B5EF4-FFF2-40B4-BE49-F238E27FC236}">
                    <a16:creationId xmlns:a16="http://schemas.microsoft.com/office/drawing/2014/main" id="{5876506E-9849-43BC-FD67-14585B7E8430}"/>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5" name="직사각형 364">
                <a:extLst>
                  <a:ext uri="{FF2B5EF4-FFF2-40B4-BE49-F238E27FC236}">
                    <a16:creationId xmlns:a16="http://schemas.microsoft.com/office/drawing/2014/main" id="{8851100A-9F0F-7FA4-680E-5EABDC86284E}"/>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6" name="직사각형 365">
                <a:extLst>
                  <a:ext uri="{FF2B5EF4-FFF2-40B4-BE49-F238E27FC236}">
                    <a16:creationId xmlns:a16="http://schemas.microsoft.com/office/drawing/2014/main" id="{7FE85F9E-36A3-978C-618D-41FA0A131B43}"/>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7" name="직사각형 366">
                <a:extLst>
                  <a:ext uri="{FF2B5EF4-FFF2-40B4-BE49-F238E27FC236}">
                    <a16:creationId xmlns:a16="http://schemas.microsoft.com/office/drawing/2014/main" id="{FF4F5B4B-5E24-4DC5-AD05-4AB8D0B37AB4}"/>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8" name="직사각형 367">
                <a:extLst>
                  <a:ext uri="{FF2B5EF4-FFF2-40B4-BE49-F238E27FC236}">
                    <a16:creationId xmlns:a16="http://schemas.microsoft.com/office/drawing/2014/main" id="{B0B97D05-1A39-89D6-9A63-6D8AB1D40DD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9" name="직사각형 368">
                <a:extLst>
                  <a:ext uri="{FF2B5EF4-FFF2-40B4-BE49-F238E27FC236}">
                    <a16:creationId xmlns:a16="http://schemas.microsoft.com/office/drawing/2014/main" id="{E89DC133-666C-B2F9-9F9F-2782D417B13E}"/>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0" name="직사각형 369">
                <a:extLst>
                  <a:ext uri="{FF2B5EF4-FFF2-40B4-BE49-F238E27FC236}">
                    <a16:creationId xmlns:a16="http://schemas.microsoft.com/office/drawing/2014/main" id="{668767CB-03C3-7416-D936-4AD9621E7415}"/>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1" name="직사각형 370">
                <a:extLst>
                  <a:ext uri="{FF2B5EF4-FFF2-40B4-BE49-F238E27FC236}">
                    <a16:creationId xmlns:a16="http://schemas.microsoft.com/office/drawing/2014/main" id="{34D1BB28-D3C5-6280-06DC-E83B91B3D229}"/>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2" name="사각형: 잘린 한쪽 모서리 371">
                <a:extLst>
                  <a:ext uri="{FF2B5EF4-FFF2-40B4-BE49-F238E27FC236}">
                    <a16:creationId xmlns:a16="http://schemas.microsoft.com/office/drawing/2014/main" id="{D2C6500B-7FF9-7D00-F1FA-2BCAD304A954}"/>
                  </a:ext>
                </a:extLst>
              </p:cNvPr>
              <p:cNvSpPr/>
              <p:nvPr/>
            </p:nvSpPr>
            <p:spPr>
              <a:xfrm rot="10800000" flipH="1">
                <a:off x="2889231" y="7772446"/>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3" name="사각형: 잘린 한쪽 모서리 372">
                <a:extLst>
                  <a:ext uri="{FF2B5EF4-FFF2-40B4-BE49-F238E27FC236}">
                    <a16:creationId xmlns:a16="http://schemas.microsoft.com/office/drawing/2014/main" id="{C269FCB2-ADA7-8168-249C-462EB2E1EF01}"/>
                  </a:ext>
                </a:extLst>
              </p:cNvPr>
              <p:cNvSpPr/>
              <p:nvPr/>
            </p:nvSpPr>
            <p:spPr>
              <a:xfrm rot="10800000" flipH="1" flipV="1">
                <a:off x="2889231" y="5996951"/>
                <a:ext cx="159747" cy="51323"/>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4" name="직사각형 373">
                <a:extLst>
                  <a:ext uri="{FF2B5EF4-FFF2-40B4-BE49-F238E27FC236}">
                    <a16:creationId xmlns:a16="http://schemas.microsoft.com/office/drawing/2014/main" id="{0C8682D4-205C-A43F-2EAC-D68940D6F931}"/>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5" name="직사각형 374">
                <a:extLst>
                  <a:ext uri="{FF2B5EF4-FFF2-40B4-BE49-F238E27FC236}">
                    <a16:creationId xmlns:a16="http://schemas.microsoft.com/office/drawing/2014/main" id="{7F379098-AAD4-B8FE-E6ED-0F62129756B4}"/>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6" name="직사각형 375">
                <a:extLst>
                  <a:ext uri="{FF2B5EF4-FFF2-40B4-BE49-F238E27FC236}">
                    <a16:creationId xmlns:a16="http://schemas.microsoft.com/office/drawing/2014/main" id="{8708ABBF-6010-CF3D-775E-288785F2C881}"/>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7" name="직사각형 376">
                <a:extLst>
                  <a:ext uri="{FF2B5EF4-FFF2-40B4-BE49-F238E27FC236}">
                    <a16:creationId xmlns:a16="http://schemas.microsoft.com/office/drawing/2014/main" id="{42B14547-61F7-2574-7940-46D12676BA76}"/>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8" name="직사각형 377">
                <a:extLst>
                  <a:ext uri="{FF2B5EF4-FFF2-40B4-BE49-F238E27FC236}">
                    <a16:creationId xmlns:a16="http://schemas.microsoft.com/office/drawing/2014/main" id="{BE850E70-5862-3903-2429-68FD604AB02E}"/>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spTree>
    <p:extLst>
      <p:ext uri="{BB962C8B-B14F-4D97-AF65-F5344CB8AC3E}">
        <p14:creationId xmlns:p14="http://schemas.microsoft.com/office/powerpoint/2010/main" val="107102802"/>
      </p:ext>
    </p:extLst>
  </p:cSld>
  <p:clrMapOvr>
    <a:masterClrMapping/>
  </p:clrMapOvr>
  <p:extLst>
    <p:ext uri="{6950BFC3-D8DA-4A85-94F7-54DA5524770B}">
      <p188:commentRel xmlns:p188="http://schemas.microsoft.com/office/powerpoint/2018/8/main" r:id="rId2"/>
    </p:ext>
  </p:extLst>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문서" ma:contentTypeID="0x010100013CB816B14AF74FB96D4B7FD844454E" ma:contentTypeVersion="4" ma:contentTypeDescription="새 문서를 만듭니다." ma:contentTypeScope="" ma:versionID="2c861091205fb4dd7b2899e6aaabf91e">
  <xsd:schema xmlns:xsd="http://www.w3.org/2001/XMLSchema" xmlns:xs="http://www.w3.org/2001/XMLSchema" xmlns:p="http://schemas.microsoft.com/office/2006/metadata/properties" xmlns:ns3="079f0d6d-6aa3-4da6-8cd5-16eddd7b8016" targetNamespace="http://schemas.microsoft.com/office/2006/metadata/properties" ma:root="true" ma:fieldsID="a50a075b86fa68e2f01f86abab82f9a2" ns3:_="">
    <xsd:import namespace="079f0d6d-6aa3-4da6-8cd5-16eddd7b8016"/>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79f0d6d-6aa3-4da6-8cd5-16eddd7b8016"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2.xml><?xml version="1.0" encoding="utf-8"?>
<ds:datastoreItem xmlns:ds="http://schemas.openxmlformats.org/officeDocument/2006/customXml" ds:itemID="{1A89FADA-1EB9-406B-B6F7-642A64CB0D80}">
  <ds:schemaRefs>
    <ds:schemaRef ds:uri="http://purl.org/dc/terms/"/>
    <ds:schemaRef ds:uri="http://www.w3.org/XML/1998/namespace"/>
    <ds:schemaRef ds:uri="079f0d6d-6aa3-4da6-8cd5-16eddd7b8016"/>
    <ds:schemaRef ds:uri="http://schemas.microsoft.com/office/2006/documentManagement/types"/>
    <ds:schemaRef ds:uri="http://schemas.microsoft.com/office/2006/metadata/properties"/>
    <ds:schemaRef ds:uri="http://purl.org/dc/dcmitype/"/>
    <ds:schemaRef ds:uri="http://schemas.microsoft.com/office/infopath/2007/PartnerControls"/>
    <ds:schemaRef ds:uri="http://schemas.openxmlformats.org/package/2006/metadata/core-properties"/>
    <ds:schemaRef ds:uri="http://purl.org/dc/elements/1.1/"/>
  </ds:schemaRefs>
</ds:datastoreItem>
</file>

<file path=customXml/itemProps3.xml><?xml version="1.0" encoding="utf-8"?>
<ds:datastoreItem xmlns:ds="http://schemas.openxmlformats.org/officeDocument/2006/customXml" ds:itemID="{927A6A95-3122-43D2-843B-79B32ED35F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79f0d6d-6aa3-4da6-8cd5-16eddd7b8016"/>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50338</TotalTime>
  <Words>32320</Words>
  <Application>Microsoft Office PowerPoint</Application>
  <PresentationFormat>A4 용지(210x297mm)</PresentationFormat>
  <Paragraphs>8973</Paragraphs>
  <Slides>101</Slides>
  <Notes>8</Notes>
  <HiddenSlides>0</HiddenSlides>
  <MMClips>0</MMClips>
  <ScaleCrop>false</ScaleCrop>
  <HeadingPairs>
    <vt:vector size="6" baseType="variant">
      <vt:variant>
        <vt:lpstr>사용한 글꼴</vt:lpstr>
      </vt:variant>
      <vt:variant>
        <vt:i4>6</vt:i4>
      </vt:variant>
      <vt:variant>
        <vt:lpstr>테마</vt:lpstr>
      </vt:variant>
      <vt:variant>
        <vt:i4>1</vt:i4>
      </vt:variant>
      <vt:variant>
        <vt:lpstr>슬라이드 제목</vt:lpstr>
      </vt:variant>
      <vt:variant>
        <vt:i4>101</vt:i4>
      </vt:variant>
    </vt:vector>
  </HeadingPairs>
  <TitlesOfParts>
    <vt:vector size="108" baseType="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이 준영</cp:lastModifiedBy>
  <cp:revision>1758</cp:revision>
  <cp:lastPrinted>2023-08-01T07:21:23Z</cp:lastPrinted>
  <dcterms:created xsi:type="dcterms:W3CDTF">2020-06-17T04:27:48Z</dcterms:created>
  <dcterms:modified xsi:type="dcterms:W3CDTF">2026-04-23T01:57:07Z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0x010100013CB816B14AF74FB96D4B7FD844454E</vt:lpwstr>
  </property>
</Properties>
</file>