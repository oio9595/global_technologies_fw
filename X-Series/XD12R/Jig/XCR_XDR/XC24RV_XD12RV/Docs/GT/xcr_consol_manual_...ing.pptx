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0010A-D349-C72E-2A80-72A917B27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D1D10D-B582-A197-E754-CAD28019B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7F4E4F-2236-7BCB-2B06-7D097FDC3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05BC9F-0FF8-AB4A-FD00-0F0A07DF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1B742-D6D9-42F1-ACB0-030A5E65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86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8E350-BB22-CE38-6EBF-93D1B797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A5FE1-7A7A-183C-14A2-63A24ECC7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144134-B472-94EE-FABB-480372E7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D0A3F2-B70E-141C-9EBD-E3C0F2996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10C1-0EC7-9054-CF09-417D324C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98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BF0CF-28EC-6A98-0200-73F3856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52902-0D13-25D1-D2F5-512F053F9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CAF4D-3C96-9880-9021-8E52C55E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DACAE2-5368-8D8D-4FCD-6B144AC9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640FE-8A96-DCB0-0C21-ACC9DF42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5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71FEC-4BB7-56AE-16B7-CE7E1764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81B25C-C3AC-41D3-50FA-AB32A4831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9F1F39-595B-A257-1F53-59B4CB3E8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8F405D-CEB5-F68D-2B86-E259921A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C3C53-299B-429D-2B4D-0AF419ED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1EA362-3EE5-79D2-3339-94E89B72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22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108B5-B748-F58F-24B5-403CC508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EAB743-8AE9-20A0-003E-C69559EDB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FE981C-3701-E4AC-44E2-6E58D63DD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54E22A-05E5-BB2E-9361-CD7EDD371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F5E868-148F-3512-1B68-4365C2566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7E278D-0739-2AF1-CF0D-6E187577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39A5AF-6FB2-2FAD-46F6-B854E30D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F5640E-D508-3CE3-D474-1B4749D9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7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CFFCB-1032-AAE4-D3CC-3CE9E823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E83045-46DF-B5DD-859F-EE5716EFB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C4ADFE-1BCF-A3E2-D0F3-F0E80244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6DDFCC-1C8A-1F48-A5CC-60E88F4F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1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3A5A20-1E34-D82E-20E7-73322E99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DF659F-E572-942A-39E5-D6BA964CF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6747BC-C26F-84AF-9F43-9D820E44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02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98D0D7-5901-6902-05B5-64F51B01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8832E-6E82-3B87-4109-7737BEA8D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61C113-806F-32C3-8DBE-9F4EA575F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5261B9-ADEF-E0C8-6114-944F6426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834FA8-67DA-4F08-DC24-4978CB68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940BEE-3616-B8B2-FF29-2B254D34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12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786A3-46C5-9E06-C69E-229908A2D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9FAB3A-51C8-EF9B-C5F0-F6D920758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2C6B5C-612E-44C8-1319-B590F553B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98C09D-1641-8861-AFBD-3F775FC5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DBDB6F-A620-9B4D-3A41-FEBD13ED3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0B56AC-8334-D629-86B8-A1E023FF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3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5B3D4-372F-3A95-CDAB-426B90C7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1A82C4-6987-8AD8-FA15-31250CB0A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9FC23F-2E8B-1DDD-0B57-1D1EBFF1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DFB0A5-2A88-8848-1329-6F8A5AB6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96C334-F229-0E05-D4D5-F5D0EF89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67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A69B8F-CF4F-28DE-8455-04B322CD4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5D3A3D-0710-6A07-4D8B-D196F0C2C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BB973B-9827-6F81-930D-6268CE64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7C75CB-1956-C97B-176D-E944F3DD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BA92DF-D8AB-C6A3-E631-F740CDE05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57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2F52F5-3EB1-6FCF-04A2-32610772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7F006-A3BE-C3ED-A366-C3C555211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9684E-A82B-F8F7-B245-96A6D9ECB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484FB-4A63-4F7D-80F2-72F3BB645A7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235168-AFBC-5157-F62F-D3A22C98D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1484B9-382F-1E3B-7F28-9FEA144B0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B86D9-1ED7-430D-9633-E0CD69E20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086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DA69CFC-9769-14F1-9CFC-25373521D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89" y="157449"/>
            <a:ext cx="3903149" cy="7096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FD4F23-3867-E383-CCCF-6BC71653708E}"/>
              </a:ext>
            </a:extLst>
          </p:cNvPr>
          <p:cNvSpPr txBox="1"/>
          <p:nvPr/>
        </p:nvSpPr>
        <p:spPr>
          <a:xfrm>
            <a:off x="4332409" y="115863"/>
            <a:ext cx="629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“</a:t>
            </a:r>
            <a:r>
              <a:rPr lang="en-US" altLang="ko-KR" dirty="0" err="1"/>
              <a:t>xc_osc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xc </a:t>
            </a:r>
            <a:r>
              <a:rPr lang="ko-KR" altLang="en-US" dirty="0"/>
              <a:t>설정</a:t>
            </a:r>
            <a:r>
              <a:rPr lang="en-US" altLang="ko-KR" dirty="0"/>
              <a:t>, </a:t>
            </a:r>
            <a:r>
              <a:rPr lang="en-US" altLang="ko-KR" dirty="0" err="1"/>
              <a:t>mclk</a:t>
            </a:r>
            <a:r>
              <a:rPr lang="en-US" altLang="ko-KR" dirty="0"/>
              <a:t> </a:t>
            </a:r>
            <a:r>
              <a:rPr lang="ko-KR" altLang="en-US" dirty="0"/>
              <a:t>꺼내기</a:t>
            </a:r>
            <a:r>
              <a:rPr lang="en-US" altLang="ko-KR" dirty="0"/>
              <a:t>, </a:t>
            </a:r>
            <a:r>
              <a:rPr lang="en-US" altLang="ko-KR" dirty="0" err="1"/>
              <a:t>vsync</a:t>
            </a:r>
            <a:r>
              <a:rPr lang="en-US" altLang="ko-KR" dirty="0"/>
              <a:t> </a:t>
            </a:r>
            <a:r>
              <a:rPr lang="ko-KR" altLang="en-US" dirty="0"/>
              <a:t>시작</a:t>
            </a:r>
            <a:r>
              <a:rPr lang="en-US" altLang="ko-KR" dirty="0"/>
              <a:t>, xc </a:t>
            </a:r>
            <a:r>
              <a:rPr lang="ko-KR" altLang="en-US" dirty="0" err="1"/>
              <a:t>설정값</a:t>
            </a:r>
            <a:r>
              <a:rPr lang="ko-KR" altLang="en-US" dirty="0"/>
              <a:t> 표시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874CA60-2D74-0D9C-1523-078137E26D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91" r="77027" b="7781"/>
          <a:stretch>
            <a:fillRect/>
          </a:stretch>
        </p:blipFill>
        <p:spPr>
          <a:xfrm>
            <a:off x="6056545" y="1811695"/>
            <a:ext cx="2349622" cy="225041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F9DD45A-49D7-592E-22B8-FCFC0D4A6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950" y="1909508"/>
            <a:ext cx="2349621" cy="2254366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A15BC8-E6CA-EBC3-A271-78807124E8E6}"/>
              </a:ext>
            </a:extLst>
          </p:cNvPr>
          <p:cNvGrpSpPr/>
          <p:nvPr/>
        </p:nvGrpSpPr>
        <p:grpSpPr>
          <a:xfrm>
            <a:off x="197117" y="1297682"/>
            <a:ext cx="5387842" cy="4194193"/>
            <a:chOff x="279248" y="1155320"/>
            <a:chExt cx="6252963" cy="476911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9589E37-FDB0-E8A8-ADB7-42B035890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8013"/>
            <a:stretch>
              <a:fillRect/>
            </a:stretch>
          </p:blipFill>
          <p:spPr>
            <a:xfrm>
              <a:off x="387725" y="1669333"/>
              <a:ext cx="1668227" cy="406893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C6D4642-C6DA-AF45-2FC6-9163134DA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159" r="78172"/>
            <a:stretch>
              <a:fillRect/>
            </a:stretch>
          </p:blipFill>
          <p:spPr>
            <a:xfrm>
              <a:off x="2339299" y="1669333"/>
              <a:ext cx="1668227" cy="4068938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7C6A384-EF01-20A5-64F5-8C6493889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90873" y="1669333"/>
              <a:ext cx="2064236" cy="264532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A47EFE-3802-337A-A48E-22D9438ADA11}"/>
                </a:ext>
              </a:extLst>
            </p:cNvPr>
            <p:cNvSpPr txBox="1"/>
            <p:nvPr/>
          </p:nvSpPr>
          <p:spPr>
            <a:xfrm>
              <a:off x="387725" y="1251559"/>
              <a:ext cx="5967384" cy="31496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XC Group1 Registers</a:t>
              </a:r>
              <a:endParaRPr lang="ko-KR" altLang="en-US" sz="1200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63673A2-9CED-AFDE-8426-633C4F060682}"/>
                </a:ext>
              </a:extLst>
            </p:cNvPr>
            <p:cNvSpPr/>
            <p:nvPr/>
          </p:nvSpPr>
          <p:spPr>
            <a:xfrm>
              <a:off x="279248" y="1155320"/>
              <a:ext cx="6252963" cy="47691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73C5D2B-9CE1-DE54-EA51-B8C8B578DA22}"/>
              </a:ext>
            </a:extLst>
          </p:cNvPr>
          <p:cNvSpPr txBox="1"/>
          <p:nvPr/>
        </p:nvSpPr>
        <p:spPr>
          <a:xfrm>
            <a:off x="5957930" y="1370023"/>
            <a:ext cx="296215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XC Group2 Registers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73DEAA-C364-50DF-EA04-8D8A4EA6745B}"/>
              </a:ext>
            </a:extLst>
          </p:cNvPr>
          <p:cNvSpPr/>
          <p:nvPr/>
        </p:nvSpPr>
        <p:spPr>
          <a:xfrm>
            <a:off x="5874822" y="1297682"/>
            <a:ext cx="3209526" cy="29184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43B05B-59E4-507A-7F48-D2019B94CB0E}"/>
              </a:ext>
            </a:extLst>
          </p:cNvPr>
          <p:cNvSpPr txBox="1"/>
          <p:nvPr/>
        </p:nvSpPr>
        <p:spPr>
          <a:xfrm>
            <a:off x="9451950" y="1370023"/>
            <a:ext cx="234962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XC OTP Control</a:t>
            </a:r>
          </a:p>
          <a:p>
            <a:pPr algn="ctr"/>
            <a:r>
              <a:rPr lang="en-US" altLang="ko-KR" sz="1200" dirty="0"/>
              <a:t>Registers</a:t>
            </a:r>
            <a:endParaRPr lang="ko-KR" altLang="en-US" sz="12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194D7B6-B26B-B19C-8E14-847312D4A5B4}"/>
              </a:ext>
            </a:extLst>
          </p:cNvPr>
          <p:cNvSpPr/>
          <p:nvPr/>
        </p:nvSpPr>
        <p:spPr>
          <a:xfrm>
            <a:off x="9368842" y="1297682"/>
            <a:ext cx="2478270" cy="29184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448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1</cp:revision>
  <dcterms:created xsi:type="dcterms:W3CDTF">2026-07-15T04:34:24Z</dcterms:created>
  <dcterms:modified xsi:type="dcterms:W3CDTF">2026-07-15T04:42:48Z</dcterms:modified>
</cp:coreProperties>
</file>